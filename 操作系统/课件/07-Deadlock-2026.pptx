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331" r:id="rId2"/>
    <p:sldId id="332" r:id="rId3"/>
    <p:sldId id="334" r:id="rId4"/>
    <p:sldId id="377" r:id="rId5"/>
    <p:sldId id="335" r:id="rId6"/>
    <p:sldId id="378" r:id="rId7"/>
    <p:sldId id="337" r:id="rId8"/>
    <p:sldId id="376" r:id="rId9"/>
    <p:sldId id="573" r:id="rId10"/>
    <p:sldId id="340" r:id="rId11"/>
    <p:sldId id="574" r:id="rId12"/>
    <p:sldId id="342" r:id="rId13"/>
    <p:sldId id="379" r:id="rId14"/>
    <p:sldId id="380" r:id="rId15"/>
    <p:sldId id="575" r:id="rId16"/>
    <p:sldId id="576" r:id="rId17"/>
    <p:sldId id="347" r:id="rId18"/>
    <p:sldId id="577" r:id="rId19"/>
    <p:sldId id="349" r:id="rId20"/>
    <p:sldId id="578" r:id="rId21"/>
    <p:sldId id="351" r:id="rId22"/>
    <p:sldId id="352" r:id="rId23"/>
    <p:sldId id="579" r:id="rId24"/>
    <p:sldId id="354" r:id="rId25"/>
    <p:sldId id="355" r:id="rId26"/>
    <p:sldId id="356" r:id="rId27"/>
    <p:sldId id="357" r:id="rId28"/>
    <p:sldId id="358" r:id="rId29"/>
    <p:sldId id="359" r:id="rId30"/>
    <p:sldId id="360" r:id="rId31"/>
    <p:sldId id="361" r:id="rId32"/>
    <p:sldId id="362" r:id="rId33"/>
    <p:sldId id="363" r:id="rId34"/>
    <p:sldId id="364" r:id="rId35"/>
    <p:sldId id="365" r:id="rId36"/>
    <p:sldId id="366" r:id="rId37"/>
    <p:sldId id="580" r:id="rId38"/>
    <p:sldId id="581" r:id="rId39"/>
    <p:sldId id="369" r:id="rId40"/>
    <p:sldId id="582" r:id="rId41"/>
    <p:sldId id="371" r:id="rId42"/>
    <p:sldId id="372" r:id="rId43"/>
    <p:sldId id="373" r:id="rId44"/>
    <p:sldId id="374" r:id="rId45"/>
    <p:sldId id="393" r:id="rId4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93" autoAdjust="0"/>
    <p:restoredTop sz="76753" autoAdjust="0"/>
  </p:normalViewPr>
  <p:slideViewPr>
    <p:cSldViewPr snapToGrid="0">
      <p:cViewPr varScale="1">
        <p:scale>
          <a:sx n="70" d="100"/>
          <a:sy n="70" d="100"/>
        </p:scale>
        <p:origin x="58" y="258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33899D-56CA-4428-AC83-C31E5D7CF5DB}" type="datetimeFigureOut">
              <a:rPr lang="zh-CN" altLang="en-US" smtClean="0"/>
              <a:t>2026/3/29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BB334-FCDD-4A9A-BA25-043E3AFEFE50}" type="slidenum">
              <a:rPr lang="zh-CN" altLang="en-US" smtClean="0"/>
              <a:t>‹#›</a:t>
            </a:fld>
            <a:endParaRPr lang="zh-CN" altLang="en-US"/>
          </a:p>
        </p:txBody>
      </p:sp>
    </p:spTree>
    <p:extLst>
      <p:ext uri="{BB962C8B-B14F-4D97-AF65-F5344CB8AC3E}">
        <p14:creationId xmlns:p14="http://schemas.microsoft.com/office/powerpoint/2010/main" val="1572184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5D8FBFDD-F395-465F-85A4-C5173E7200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66FCAB4-BFF8-4ABC-AFE9-AC27A3D0E83B}"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E18004BC-AB48-469B-B94A-CDB24A9CEB75}"/>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856A299C-C194-43F1-9689-3B9B6E95AC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FED51AEE-D30C-4AF9-8B35-C6BCD189E2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B7C4EAA-C720-4A9A-A13F-61D33D65F3CB}"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
        <p:nvSpPr>
          <p:cNvPr id="8195" name="Rectangle 2">
            <a:extLst>
              <a:ext uri="{FF2B5EF4-FFF2-40B4-BE49-F238E27FC236}">
                <a16:creationId xmlns:a16="http://schemas.microsoft.com/office/drawing/2014/main" id="{CC5F4826-02E9-44C2-BD51-71A9D32405FD}"/>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2E04DD95-67F8-4C14-BB61-94033FE666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1C43B0E5-0BB3-41A1-9AAF-9C2AD90D86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ED34EC5-6062-4C5E-A36A-A15DE789AA0E}"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
        <p:nvSpPr>
          <p:cNvPr id="10243" name="Rectangle 2">
            <a:extLst>
              <a:ext uri="{FF2B5EF4-FFF2-40B4-BE49-F238E27FC236}">
                <a16:creationId xmlns:a16="http://schemas.microsoft.com/office/drawing/2014/main" id="{24D433B1-2925-4E9A-9528-10798D852416}"/>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D6EE3325-33A9-418D-8898-E81B0EE9F1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6888436B-1867-4D70-A733-965D4AEBF3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1EA208E-46BD-4AF4-8215-8CAB5697AF57}"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12291" name="Rectangle 2">
            <a:extLst>
              <a:ext uri="{FF2B5EF4-FFF2-40B4-BE49-F238E27FC236}">
                <a16:creationId xmlns:a16="http://schemas.microsoft.com/office/drawing/2014/main" id="{30AF91D4-0FA3-4D1E-A3A9-E03C33FC46EB}"/>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AFA3F54A-39A6-48DA-A0EB-025D2B069F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CA1EC2B8-02E7-49F2-859C-E26DFABE86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F21621-0C45-456E-8611-53BFE57E7A59}"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
        <p:nvSpPr>
          <p:cNvPr id="14339" name="Rectangle 2">
            <a:extLst>
              <a:ext uri="{FF2B5EF4-FFF2-40B4-BE49-F238E27FC236}">
                <a16:creationId xmlns:a16="http://schemas.microsoft.com/office/drawing/2014/main" id="{FF3711D8-7C30-43CC-B574-D370D41A93B0}"/>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0AECA7DC-42B0-4F7B-A635-30B3C2BE7B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ABA08205-F6A5-44A8-8A5F-C4C6DABEDE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E90E7B2-B03F-4E97-8DEB-4BF46D179E52}"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
        <p:nvSpPr>
          <p:cNvPr id="16387" name="Rectangle 2">
            <a:extLst>
              <a:ext uri="{FF2B5EF4-FFF2-40B4-BE49-F238E27FC236}">
                <a16:creationId xmlns:a16="http://schemas.microsoft.com/office/drawing/2014/main" id="{1DD47962-00ED-4FB7-ADBE-C9B48E4F505A}"/>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2A6A0DAB-B337-4E70-98E8-9320BD0F29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AAEF0927-A25B-468F-B8B1-A684D00CB5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AE089A9-C02B-499A-A27B-540F806F168B}"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
        <p:nvSpPr>
          <p:cNvPr id="18435" name="Rectangle 2">
            <a:extLst>
              <a:ext uri="{FF2B5EF4-FFF2-40B4-BE49-F238E27FC236}">
                <a16:creationId xmlns:a16="http://schemas.microsoft.com/office/drawing/2014/main" id="{47D7FF4E-20DC-4011-8FF0-DBA8D2C57D48}"/>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4BF273A5-9B43-4F7A-A0D6-46A19A9DB8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40890246-40D1-4FA2-9C8D-93A70BF904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94A8381-A5D1-4D05-8510-6E1489CA0014}" type="slidenum">
              <a:rPr lang="en-US" altLang="en-US">
                <a:latin typeface="Times New Roman" panose="02020603050405020304" pitchFamily="18" charset="0"/>
              </a:rPr>
              <a:pPr/>
              <a:t>8</a:t>
            </a:fld>
            <a:endParaRPr lang="en-US" altLang="en-US">
              <a:latin typeface="Times New Roman" panose="02020603050405020304" pitchFamily="18" charset="0"/>
            </a:endParaRPr>
          </a:p>
        </p:txBody>
      </p:sp>
      <p:sp>
        <p:nvSpPr>
          <p:cNvPr id="20483" name="Rectangle 2">
            <a:extLst>
              <a:ext uri="{FF2B5EF4-FFF2-40B4-BE49-F238E27FC236}">
                <a16:creationId xmlns:a16="http://schemas.microsoft.com/office/drawing/2014/main" id="{ED6EA2E0-33F7-497A-879D-3FF60CAB573C}"/>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524B628B-0CC1-4A90-9678-E5D3CAD513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C04D1D86-5D91-4E86-B7B1-F74BC05A50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3E653BD-2B82-47CB-AAB2-A3E24F36A425}"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
        <p:nvSpPr>
          <p:cNvPr id="22531" name="Rectangle 2">
            <a:extLst>
              <a:ext uri="{FF2B5EF4-FFF2-40B4-BE49-F238E27FC236}">
                <a16:creationId xmlns:a16="http://schemas.microsoft.com/office/drawing/2014/main" id="{F2FB6FA4-AF3B-4452-8BB2-9BC075588D04}"/>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DEA4FEF8-6BD1-4D19-9392-C4D528F969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A13B46DE-A21F-4E18-8D93-945C0CA5E0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A913991-2885-466D-85C7-8894A6EF5BDB}"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
        <p:nvSpPr>
          <p:cNvPr id="24579" name="Rectangle 2">
            <a:extLst>
              <a:ext uri="{FF2B5EF4-FFF2-40B4-BE49-F238E27FC236}">
                <a16:creationId xmlns:a16="http://schemas.microsoft.com/office/drawing/2014/main" id="{FA38CA4F-00DD-4AE8-9D42-08D9D04E5DD6}"/>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A1F86180-EE39-43F5-A6DA-91188522919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343E286A-E4B1-4FFB-A3C2-3DB24FC440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0483B8A-058E-4723-80C1-C5909C8288D0}"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
        <p:nvSpPr>
          <p:cNvPr id="26627" name="Rectangle 2">
            <a:extLst>
              <a:ext uri="{FF2B5EF4-FFF2-40B4-BE49-F238E27FC236}">
                <a16:creationId xmlns:a16="http://schemas.microsoft.com/office/drawing/2014/main" id="{5A7908E8-F856-4836-9AD3-D56B3791F73C}"/>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2680499E-E01F-4BDA-ADAD-36EB312633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067570AC-22D9-4827-8A71-B560C027CA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898B999-B84E-4913-882B-C39D30135A98}"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
        <p:nvSpPr>
          <p:cNvPr id="28675" name="Rectangle 2">
            <a:extLst>
              <a:ext uri="{FF2B5EF4-FFF2-40B4-BE49-F238E27FC236}">
                <a16:creationId xmlns:a16="http://schemas.microsoft.com/office/drawing/2014/main" id="{C49E77E5-4E03-44E7-BB4D-FA99EFF69152}"/>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30219A22-3554-4B11-958B-5D339813F8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A3FD8D67-FABE-463A-A66F-020DACE5F4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AD11890-841C-4786-857E-4ECBD0319976}"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
        <p:nvSpPr>
          <p:cNvPr id="30723" name="Rectangle 2">
            <a:extLst>
              <a:ext uri="{FF2B5EF4-FFF2-40B4-BE49-F238E27FC236}">
                <a16:creationId xmlns:a16="http://schemas.microsoft.com/office/drawing/2014/main" id="{2A85937C-633F-40B4-B5FF-C0F7B71F8EEB}"/>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A5196067-DDC6-4C5B-B118-DED35E2738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5195520E-50E9-4EBA-82A6-6086FE5C05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2099B35-AF95-4DB5-B86C-5192C3EDE583}"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
        <p:nvSpPr>
          <p:cNvPr id="32771" name="Rectangle 2">
            <a:extLst>
              <a:ext uri="{FF2B5EF4-FFF2-40B4-BE49-F238E27FC236}">
                <a16:creationId xmlns:a16="http://schemas.microsoft.com/office/drawing/2014/main" id="{04CA2026-5700-42F5-A612-5F76BF76191F}"/>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D6E2C82E-5BAD-476A-B59E-BB205C6730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274425B9-9EC5-45D3-B921-CD38A851CC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F87BAD3-2E48-48E2-B95F-92E83633D4AF}"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34819" name="Rectangle 2">
            <a:extLst>
              <a:ext uri="{FF2B5EF4-FFF2-40B4-BE49-F238E27FC236}">
                <a16:creationId xmlns:a16="http://schemas.microsoft.com/office/drawing/2014/main" id="{ECBA4A62-71AA-4239-A801-7C4DDD5A1B2C}"/>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595DB19D-DFF4-46F4-B346-C731A5EEB6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40EFD062-2B2C-49F1-92EF-69D11E22BA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22A2B90-08BC-4257-B8F7-A4A4A13FD0DA}"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
        <p:nvSpPr>
          <p:cNvPr id="36867" name="Rectangle 2">
            <a:extLst>
              <a:ext uri="{FF2B5EF4-FFF2-40B4-BE49-F238E27FC236}">
                <a16:creationId xmlns:a16="http://schemas.microsoft.com/office/drawing/2014/main" id="{5E3F9991-8B66-4D38-96B0-CA7DB1C9A8C1}"/>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4F3E75D7-F5EC-4930-BC2A-0E68C2A0F7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5EF83FE0-4E2A-44C3-A985-448135BC73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0DD6CD7-CAA3-41F9-A49F-6C5841F64D48}" type="slidenum">
              <a:rPr lang="en-US" altLang="en-US">
                <a:latin typeface="Times New Roman" panose="02020603050405020304" pitchFamily="18" charset="0"/>
              </a:rPr>
              <a:pPr/>
              <a:t>17</a:t>
            </a:fld>
            <a:endParaRPr lang="en-US" altLang="en-US">
              <a:latin typeface="Times New Roman" panose="02020603050405020304" pitchFamily="18" charset="0"/>
            </a:endParaRPr>
          </a:p>
        </p:txBody>
      </p:sp>
      <p:sp>
        <p:nvSpPr>
          <p:cNvPr id="38915" name="Rectangle 2">
            <a:extLst>
              <a:ext uri="{FF2B5EF4-FFF2-40B4-BE49-F238E27FC236}">
                <a16:creationId xmlns:a16="http://schemas.microsoft.com/office/drawing/2014/main" id="{B887BF67-E127-48BD-B958-8FBD334856D2}"/>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E19015C1-C04D-4CFA-95E9-8EA5C40B8F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E9F4F8BE-FD68-49B3-87B4-6A81F45AB5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FF717D4-DBD3-4077-859F-5E785330A838}"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
        <p:nvSpPr>
          <p:cNvPr id="40963" name="Rectangle 2">
            <a:extLst>
              <a:ext uri="{FF2B5EF4-FFF2-40B4-BE49-F238E27FC236}">
                <a16:creationId xmlns:a16="http://schemas.microsoft.com/office/drawing/2014/main" id="{C6522960-FF5F-4F2D-9FAF-9AEEF6E8263B}"/>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81D48987-4AD8-4365-88C0-16CB6F5414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78F3AC41-068B-4FFF-BF9C-D50A41E63B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C67C574-1121-4925-8FEC-5AFCB6534143}"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
        <p:nvSpPr>
          <p:cNvPr id="43011" name="Rectangle 2">
            <a:extLst>
              <a:ext uri="{FF2B5EF4-FFF2-40B4-BE49-F238E27FC236}">
                <a16:creationId xmlns:a16="http://schemas.microsoft.com/office/drawing/2014/main" id="{0C8067C5-E0AD-4248-B096-0D1D7AB29397}"/>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FA0EAF37-3416-44BC-BA02-97B363552E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06A2CD3A-1F9C-45CD-9AAE-2410AD5F1C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5245C83-F286-4675-88D5-26B114426F22}"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
        <p:nvSpPr>
          <p:cNvPr id="45059" name="Rectangle 2">
            <a:extLst>
              <a:ext uri="{FF2B5EF4-FFF2-40B4-BE49-F238E27FC236}">
                <a16:creationId xmlns:a16="http://schemas.microsoft.com/office/drawing/2014/main" id="{ED7AD3B4-B13E-4C65-A470-DF68CB3E3FC5}"/>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EC4A354C-0068-4EE6-838D-BB9C84D5B8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58C3B9C1-49AC-4AC9-A610-0C47DEF77A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1098DF-DDEC-4E35-BFA0-CE90B7D677EA}"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
        <p:nvSpPr>
          <p:cNvPr id="47107" name="Rectangle 2">
            <a:extLst>
              <a:ext uri="{FF2B5EF4-FFF2-40B4-BE49-F238E27FC236}">
                <a16:creationId xmlns:a16="http://schemas.microsoft.com/office/drawing/2014/main" id="{26FD4011-CBA6-4FDE-A54C-C67149F635EA}"/>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03B8DE3C-4092-4A76-A806-D210A3AC6A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A1BC62AC-FD39-4443-9A0B-BD59223A3A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08C9D70-37D0-4F4C-9B4E-0683FED3AEE1}"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
        <p:nvSpPr>
          <p:cNvPr id="49155" name="Rectangle 2">
            <a:extLst>
              <a:ext uri="{FF2B5EF4-FFF2-40B4-BE49-F238E27FC236}">
                <a16:creationId xmlns:a16="http://schemas.microsoft.com/office/drawing/2014/main" id="{1294D74B-3CD1-4975-A49F-DD21ED5B9D0C}"/>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30305634-1788-4453-90F9-744D8E7EE1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43282CF8-2D69-4F13-B2A0-BC1AA4B42E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ADB4EB3-B9F1-48FD-8D9F-3B7B2A195E48}"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
        <p:nvSpPr>
          <p:cNvPr id="51203" name="Rectangle 2">
            <a:extLst>
              <a:ext uri="{FF2B5EF4-FFF2-40B4-BE49-F238E27FC236}">
                <a16:creationId xmlns:a16="http://schemas.microsoft.com/office/drawing/2014/main" id="{F418C497-3F43-45EA-BD16-26B5F4E45482}"/>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616326FF-28A9-4BA3-8A7D-8066292AD1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FB7A003F-FC3B-47FB-B792-4F87BF749B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2AB8C52-8510-44EA-98ED-2C6AC2535840}"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
        <p:nvSpPr>
          <p:cNvPr id="53251" name="Rectangle 2">
            <a:extLst>
              <a:ext uri="{FF2B5EF4-FFF2-40B4-BE49-F238E27FC236}">
                <a16:creationId xmlns:a16="http://schemas.microsoft.com/office/drawing/2014/main" id="{AFD984F1-6F92-40EE-A323-1BAB07D610DC}"/>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BA5DF914-8AA4-4D22-9EBF-81554F4DB3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578A80EF-2F2A-41E1-9FBA-EABE4C458F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621718-8149-4201-9A3F-86274CA09197}" type="slidenum">
              <a:rPr lang="en-US" altLang="en-US">
                <a:latin typeface="Times New Roman" panose="02020603050405020304" pitchFamily="18" charset="0"/>
              </a:rPr>
              <a:pPr/>
              <a:t>25</a:t>
            </a:fld>
            <a:endParaRPr lang="en-US" altLang="en-US">
              <a:latin typeface="Times New Roman" panose="02020603050405020304" pitchFamily="18" charset="0"/>
            </a:endParaRPr>
          </a:p>
        </p:txBody>
      </p:sp>
      <p:sp>
        <p:nvSpPr>
          <p:cNvPr id="55299" name="Rectangle 2">
            <a:extLst>
              <a:ext uri="{FF2B5EF4-FFF2-40B4-BE49-F238E27FC236}">
                <a16:creationId xmlns:a16="http://schemas.microsoft.com/office/drawing/2014/main" id="{265F5A83-CA27-4268-B242-1C04520F00D9}"/>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F9B33A17-9239-4793-B6DA-E6CCA6A027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470D5A9D-3010-47B8-ABE6-421AE02909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58EB0CC-14F9-4E87-A22F-E1ADF648BAA9}"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
        <p:nvSpPr>
          <p:cNvPr id="57347" name="Rectangle 2">
            <a:extLst>
              <a:ext uri="{FF2B5EF4-FFF2-40B4-BE49-F238E27FC236}">
                <a16:creationId xmlns:a16="http://schemas.microsoft.com/office/drawing/2014/main" id="{CD566AA0-D47D-4C55-9566-1155C5483DC9}"/>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E68A308C-CA6E-4DAA-8EC4-D591802872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767E98A7-E5BF-4BBE-8AB7-F1546435CC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6D1FD63-028B-45F1-B3EA-09E13B0329ED}"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
        <p:nvSpPr>
          <p:cNvPr id="59395" name="Rectangle 2">
            <a:extLst>
              <a:ext uri="{FF2B5EF4-FFF2-40B4-BE49-F238E27FC236}">
                <a16:creationId xmlns:a16="http://schemas.microsoft.com/office/drawing/2014/main" id="{B9B8E23B-532C-445D-AA7D-B430DF2C27E9}"/>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DF1C888B-8879-4F09-A5EA-C915C9A20B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7A79BBCE-2AB6-4C7D-97C8-DFAFD5DB0D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37D0016-4DB5-48E2-AA35-1B2387BE486B}"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
        <p:nvSpPr>
          <p:cNvPr id="61443" name="Rectangle 2">
            <a:extLst>
              <a:ext uri="{FF2B5EF4-FFF2-40B4-BE49-F238E27FC236}">
                <a16:creationId xmlns:a16="http://schemas.microsoft.com/office/drawing/2014/main" id="{3E52F5CB-63DA-4A72-97F5-45F197D319C6}"/>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71421F6B-AD42-406C-87A8-B9EFBCD8F0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BCC63205-A42D-4678-A6E4-8B468A11D7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373EF8-43BA-4A64-94CC-F2DC1AF9B148}"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
        <p:nvSpPr>
          <p:cNvPr id="63491" name="Rectangle 2">
            <a:extLst>
              <a:ext uri="{FF2B5EF4-FFF2-40B4-BE49-F238E27FC236}">
                <a16:creationId xmlns:a16="http://schemas.microsoft.com/office/drawing/2014/main" id="{304397EB-0438-4EA8-8D2C-05538503AC5A}"/>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1CE601A8-EF99-4ABA-9E8D-9472F7B099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9A17FF54-4979-4CB4-8776-AEB46F84F0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260CC1B-6AFD-4B02-8BBE-DA3613E8E4F3}"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
        <p:nvSpPr>
          <p:cNvPr id="65539" name="Rectangle 2">
            <a:extLst>
              <a:ext uri="{FF2B5EF4-FFF2-40B4-BE49-F238E27FC236}">
                <a16:creationId xmlns:a16="http://schemas.microsoft.com/office/drawing/2014/main" id="{27C95D76-8D2F-4193-8310-41C4CF5B86DF}"/>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0A802F2A-455A-4AF9-8B02-61B9F8C918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F154487D-75BF-46F3-B9C6-0E36D76A4D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B2BFCDC-1E9E-48B9-865A-66A90B65A374}" type="slidenum">
              <a:rPr lang="en-US" altLang="en-US">
                <a:latin typeface="Times New Roman" panose="02020603050405020304" pitchFamily="18" charset="0"/>
              </a:rPr>
              <a:pPr/>
              <a:t>31</a:t>
            </a:fld>
            <a:endParaRPr lang="en-US" altLang="en-US">
              <a:latin typeface="Times New Roman" panose="02020603050405020304" pitchFamily="18" charset="0"/>
            </a:endParaRPr>
          </a:p>
        </p:txBody>
      </p:sp>
      <p:sp>
        <p:nvSpPr>
          <p:cNvPr id="67587" name="Rectangle 2">
            <a:extLst>
              <a:ext uri="{FF2B5EF4-FFF2-40B4-BE49-F238E27FC236}">
                <a16:creationId xmlns:a16="http://schemas.microsoft.com/office/drawing/2014/main" id="{C36833E4-196C-45EE-93C9-15859739F082}"/>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C4AC137C-DE19-4BF7-8C9A-DBD9A3EFFF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F0999B54-F345-48CE-B6B8-E737B42EC3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8927CEF-7113-4114-902A-E55F3F93665C}" type="slidenum">
              <a:rPr lang="en-US" altLang="en-US">
                <a:latin typeface="Times New Roman" panose="02020603050405020304" pitchFamily="18" charset="0"/>
              </a:rPr>
              <a:pPr/>
              <a:t>32</a:t>
            </a:fld>
            <a:endParaRPr lang="en-US" altLang="en-US">
              <a:latin typeface="Times New Roman" panose="02020603050405020304" pitchFamily="18" charset="0"/>
            </a:endParaRPr>
          </a:p>
        </p:txBody>
      </p:sp>
      <p:sp>
        <p:nvSpPr>
          <p:cNvPr id="69635" name="Rectangle 2">
            <a:extLst>
              <a:ext uri="{FF2B5EF4-FFF2-40B4-BE49-F238E27FC236}">
                <a16:creationId xmlns:a16="http://schemas.microsoft.com/office/drawing/2014/main" id="{23598E74-C5C4-43AC-A0A4-D8EADB659753}"/>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A83A8EA7-1C3E-4B03-9E0C-5A51274503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1D7468CA-CC49-4BBB-8566-B12BBEEDF9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B87997-13C6-4AE7-8652-566EC694BBBF}" type="slidenum">
              <a:rPr lang="en-US" altLang="en-US">
                <a:latin typeface="Times New Roman" panose="02020603050405020304" pitchFamily="18" charset="0"/>
              </a:rPr>
              <a:pPr/>
              <a:t>33</a:t>
            </a:fld>
            <a:endParaRPr lang="en-US" altLang="en-US">
              <a:latin typeface="Times New Roman" panose="02020603050405020304" pitchFamily="18" charset="0"/>
            </a:endParaRPr>
          </a:p>
        </p:txBody>
      </p:sp>
      <p:sp>
        <p:nvSpPr>
          <p:cNvPr id="71683" name="Rectangle 2">
            <a:extLst>
              <a:ext uri="{FF2B5EF4-FFF2-40B4-BE49-F238E27FC236}">
                <a16:creationId xmlns:a16="http://schemas.microsoft.com/office/drawing/2014/main" id="{DF6CC71E-FBF6-4069-A392-B26D2092C0B4}"/>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980AF6A5-D398-4D49-9CB2-6691A1248E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B34885F0-5263-415B-911E-5A1128C8A7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BCB5DE4-F294-41DD-AB67-399667B3FF58}" type="slidenum">
              <a:rPr lang="en-US" altLang="en-US">
                <a:latin typeface="Times New Roman" panose="02020603050405020304" pitchFamily="18" charset="0"/>
              </a:rPr>
              <a:pPr/>
              <a:t>34</a:t>
            </a:fld>
            <a:endParaRPr lang="en-US" altLang="en-US">
              <a:latin typeface="Times New Roman" panose="02020603050405020304" pitchFamily="18" charset="0"/>
            </a:endParaRPr>
          </a:p>
        </p:txBody>
      </p:sp>
      <p:sp>
        <p:nvSpPr>
          <p:cNvPr id="73731" name="Rectangle 2">
            <a:extLst>
              <a:ext uri="{FF2B5EF4-FFF2-40B4-BE49-F238E27FC236}">
                <a16:creationId xmlns:a16="http://schemas.microsoft.com/office/drawing/2014/main" id="{8FBF2B35-94D2-48CE-A4BD-8C684428D112}"/>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C79851E4-1F78-4742-BD5F-B82B70705C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9E7FDD4F-B2ED-44DA-AC19-DEA86CA823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3878840-A547-4CAC-97B7-5BC8C82454E2}" type="slidenum">
              <a:rPr lang="en-US" altLang="en-US">
                <a:latin typeface="Times New Roman" panose="02020603050405020304" pitchFamily="18" charset="0"/>
              </a:rPr>
              <a:pPr/>
              <a:t>35</a:t>
            </a:fld>
            <a:endParaRPr lang="en-US" altLang="en-US">
              <a:latin typeface="Times New Roman" panose="02020603050405020304" pitchFamily="18" charset="0"/>
            </a:endParaRPr>
          </a:p>
        </p:txBody>
      </p:sp>
      <p:sp>
        <p:nvSpPr>
          <p:cNvPr id="75779" name="Rectangle 2">
            <a:extLst>
              <a:ext uri="{FF2B5EF4-FFF2-40B4-BE49-F238E27FC236}">
                <a16:creationId xmlns:a16="http://schemas.microsoft.com/office/drawing/2014/main" id="{54EEBEC6-01C4-4C7F-9639-3A0D929E5D00}"/>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1FCF13FE-E9C4-4831-A830-AC552DAC51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99D23567-5244-419A-8DDE-B487B719CA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1F9D340-E5DD-42E8-A0CC-558F5B441A43}" type="slidenum">
              <a:rPr lang="en-US" altLang="en-US">
                <a:latin typeface="Times New Roman" panose="02020603050405020304" pitchFamily="18" charset="0"/>
              </a:rPr>
              <a:pPr/>
              <a:t>36</a:t>
            </a:fld>
            <a:endParaRPr lang="en-US" altLang="en-US">
              <a:latin typeface="Times New Roman" panose="02020603050405020304" pitchFamily="18" charset="0"/>
            </a:endParaRPr>
          </a:p>
        </p:txBody>
      </p:sp>
      <p:sp>
        <p:nvSpPr>
          <p:cNvPr id="77827" name="Rectangle 2">
            <a:extLst>
              <a:ext uri="{FF2B5EF4-FFF2-40B4-BE49-F238E27FC236}">
                <a16:creationId xmlns:a16="http://schemas.microsoft.com/office/drawing/2014/main" id="{FCFDD464-0436-4828-A00A-55A48ACF9F52}"/>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1B859E6C-14AB-4DC0-B315-C0E6943FED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773F34EB-FB85-4F31-89AA-21CC453055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876037A-A986-4CFD-94E3-B6B5DB3F754C}" type="slidenum">
              <a:rPr lang="en-US" altLang="en-US">
                <a:latin typeface="Times New Roman" panose="02020603050405020304" pitchFamily="18" charset="0"/>
              </a:rPr>
              <a:pPr/>
              <a:t>37</a:t>
            </a:fld>
            <a:endParaRPr lang="en-US" altLang="en-US">
              <a:latin typeface="Times New Roman" panose="02020603050405020304" pitchFamily="18" charset="0"/>
            </a:endParaRPr>
          </a:p>
        </p:txBody>
      </p:sp>
      <p:sp>
        <p:nvSpPr>
          <p:cNvPr id="79875" name="Rectangle 2">
            <a:extLst>
              <a:ext uri="{FF2B5EF4-FFF2-40B4-BE49-F238E27FC236}">
                <a16:creationId xmlns:a16="http://schemas.microsoft.com/office/drawing/2014/main" id="{96EEBDE1-16F9-4804-B4FF-38E7D4AF05A3}"/>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033E76D1-46BA-4E1C-90CA-ECE2B2B21E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FCB75CB7-5B71-4ECD-9EA7-EF23400C38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2D5ADA4-7CF7-4EA8-982E-8D9D10C67ED6}" type="slidenum">
              <a:rPr lang="en-US" altLang="en-US">
                <a:latin typeface="Times New Roman" panose="02020603050405020304" pitchFamily="18" charset="0"/>
              </a:rPr>
              <a:pPr/>
              <a:t>38</a:t>
            </a:fld>
            <a:endParaRPr lang="en-US" altLang="en-US">
              <a:latin typeface="Times New Roman" panose="02020603050405020304" pitchFamily="18" charset="0"/>
            </a:endParaRPr>
          </a:p>
        </p:txBody>
      </p:sp>
      <p:sp>
        <p:nvSpPr>
          <p:cNvPr id="81923" name="Rectangle 2">
            <a:extLst>
              <a:ext uri="{FF2B5EF4-FFF2-40B4-BE49-F238E27FC236}">
                <a16:creationId xmlns:a16="http://schemas.microsoft.com/office/drawing/2014/main" id="{69D58E04-4EE5-422F-BEEB-0B033D53BF8A}"/>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4D945BF6-D10D-45E9-A705-7A2F1CEEC5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EDE6AE26-FD19-434F-8D48-6B9C8A2400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7815D48-476C-431A-822D-BAC0319768AF}" type="slidenum">
              <a:rPr lang="en-US" altLang="en-US">
                <a:latin typeface="Times New Roman" panose="02020603050405020304" pitchFamily="18" charset="0"/>
              </a:rPr>
              <a:pPr/>
              <a:t>39</a:t>
            </a:fld>
            <a:endParaRPr lang="en-US" altLang="en-US">
              <a:latin typeface="Times New Roman" panose="02020603050405020304" pitchFamily="18" charset="0"/>
            </a:endParaRPr>
          </a:p>
        </p:txBody>
      </p:sp>
      <p:sp>
        <p:nvSpPr>
          <p:cNvPr id="83971" name="Rectangle 2">
            <a:extLst>
              <a:ext uri="{FF2B5EF4-FFF2-40B4-BE49-F238E27FC236}">
                <a16:creationId xmlns:a16="http://schemas.microsoft.com/office/drawing/2014/main" id="{E35759D3-4224-42E7-89E4-180604C32D4C}"/>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7865EF56-ABD6-4359-987F-BD9A169EEA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8B8CE2CC-1902-4214-825B-5577B212D8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1FC2C9-58EE-4987-AF90-A12815138776}" type="slidenum">
              <a:rPr lang="en-US" altLang="en-US">
                <a:latin typeface="Times New Roman" panose="02020603050405020304" pitchFamily="18" charset="0"/>
              </a:rPr>
              <a:pPr/>
              <a:t>40</a:t>
            </a:fld>
            <a:endParaRPr lang="en-US" altLang="en-US">
              <a:latin typeface="Times New Roman" panose="02020603050405020304" pitchFamily="18" charset="0"/>
            </a:endParaRPr>
          </a:p>
        </p:txBody>
      </p:sp>
      <p:sp>
        <p:nvSpPr>
          <p:cNvPr id="86019" name="Rectangle 2">
            <a:extLst>
              <a:ext uri="{FF2B5EF4-FFF2-40B4-BE49-F238E27FC236}">
                <a16:creationId xmlns:a16="http://schemas.microsoft.com/office/drawing/2014/main" id="{E1A6108E-4FB0-420E-B59B-48327A37398B}"/>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6CB85144-4A49-4DDA-B316-747A1F99E2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712BCCB4-0CE7-494A-9ADC-51BC2E22E2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F73A030-3723-4907-A324-4E60865FE566}" type="slidenum">
              <a:rPr lang="en-US" altLang="en-US">
                <a:latin typeface="Times New Roman" panose="02020603050405020304" pitchFamily="18" charset="0"/>
              </a:rPr>
              <a:pPr/>
              <a:t>41</a:t>
            </a:fld>
            <a:endParaRPr lang="en-US" altLang="en-US">
              <a:latin typeface="Times New Roman" panose="02020603050405020304" pitchFamily="18" charset="0"/>
            </a:endParaRPr>
          </a:p>
        </p:txBody>
      </p:sp>
      <p:sp>
        <p:nvSpPr>
          <p:cNvPr id="88067" name="Rectangle 2">
            <a:extLst>
              <a:ext uri="{FF2B5EF4-FFF2-40B4-BE49-F238E27FC236}">
                <a16:creationId xmlns:a16="http://schemas.microsoft.com/office/drawing/2014/main" id="{0559866C-8C0B-4B92-83A7-367E416CEA6F}"/>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87B6C4CB-B672-4801-9263-2AF31B039F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F643C17B-7EC2-4066-BA36-A232127F3C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D9926A-C444-4085-9777-44FBE42666DA}" type="slidenum">
              <a:rPr lang="en-US" altLang="en-US">
                <a:latin typeface="Times New Roman" panose="02020603050405020304" pitchFamily="18" charset="0"/>
              </a:rPr>
              <a:pPr/>
              <a:t>42</a:t>
            </a:fld>
            <a:endParaRPr lang="en-US" altLang="en-US">
              <a:latin typeface="Times New Roman" panose="02020603050405020304" pitchFamily="18" charset="0"/>
            </a:endParaRPr>
          </a:p>
        </p:txBody>
      </p:sp>
      <p:sp>
        <p:nvSpPr>
          <p:cNvPr id="90115" name="Rectangle 2">
            <a:extLst>
              <a:ext uri="{FF2B5EF4-FFF2-40B4-BE49-F238E27FC236}">
                <a16:creationId xmlns:a16="http://schemas.microsoft.com/office/drawing/2014/main" id="{A4A0324F-9975-4D5D-AED9-D33B3FABA9B2}"/>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C29FA22E-1C29-4F19-A67C-7A9B134514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3C93A731-D8BD-4342-8180-2B4AD26579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B33BD40-10EA-427B-BEAA-345975350CF3}" type="slidenum">
              <a:rPr lang="en-US" altLang="en-US">
                <a:latin typeface="Times New Roman" panose="02020603050405020304" pitchFamily="18" charset="0"/>
              </a:rPr>
              <a:pPr/>
              <a:t>43</a:t>
            </a:fld>
            <a:endParaRPr lang="en-US" altLang="en-US">
              <a:latin typeface="Times New Roman" panose="02020603050405020304" pitchFamily="18" charset="0"/>
            </a:endParaRPr>
          </a:p>
        </p:txBody>
      </p:sp>
      <p:sp>
        <p:nvSpPr>
          <p:cNvPr id="92163" name="Rectangle 2">
            <a:extLst>
              <a:ext uri="{FF2B5EF4-FFF2-40B4-BE49-F238E27FC236}">
                <a16:creationId xmlns:a16="http://schemas.microsoft.com/office/drawing/2014/main" id="{95EB3688-1078-4881-ABFC-E3C76683EB95}"/>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A9CD622C-36BC-4928-9E27-C4D3871443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0ACA9BD6-A529-43F5-8E53-442E7F4843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0E372C4-1C5D-4366-8113-A355F750C321}" type="slidenum">
              <a:rPr lang="en-US" altLang="en-US">
                <a:latin typeface="Times New Roman" panose="02020603050405020304" pitchFamily="18" charset="0"/>
              </a:rPr>
              <a:pPr/>
              <a:t>44</a:t>
            </a:fld>
            <a:endParaRPr lang="en-US" altLang="en-US">
              <a:latin typeface="Times New Roman" panose="02020603050405020304" pitchFamily="18" charset="0"/>
            </a:endParaRPr>
          </a:p>
        </p:txBody>
      </p:sp>
      <p:sp>
        <p:nvSpPr>
          <p:cNvPr id="94211" name="Rectangle 2">
            <a:extLst>
              <a:ext uri="{FF2B5EF4-FFF2-40B4-BE49-F238E27FC236}">
                <a16:creationId xmlns:a16="http://schemas.microsoft.com/office/drawing/2014/main" id="{8391B8DF-2BA2-44D1-ADE3-204677B42C7A}"/>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02F98BD1-3B66-4577-AEF9-D12C506594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p:cNvGrpSpPr>
            <a:grpSpLocks/>
          </p:cNvGrpSpPr>
          <p:nvPr/>
        </p:nvGrpSpPr>
        <p:grpSpPr bwMode="auto">
          <a:xfrm>
            <a:off x="264584" y="2960688"/>
            <a:ext cx="11480800" cy="201612"/>
            <a:chOff x="125" y="1865"/>
            <a:chExt cx="5424" cy="127"/>
          </a:xfrm>
        </p:grpSpPr>
        <p:sp>
          <p:nvSpPr>
            <p:cNvPr id="4" name="Rectangle 4"/>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eaLnBrk="0" fontAlgn="base" hangingPunct="0">
                <a:spcBef>
                  <a:spcPct val="0"/>
                </a:spcBef>
                <a:spcAft>
                  <a:spcPct val="0"/>
                </a:spcAft>
              </a:pPr>
              <a:endParaRPr lang="en-US" altLang="en-US" sz="1800">
                <a:solidFill>
                  <a:srgbClr val="000000"/>
                </a:solidFill>
              </a:endParaRPr>
            </a:p>
          </p:txBody>
        </p:sp>
        <p:sp>
          <p:nvSpPr>
            <p:cNvPr id="5" name="Rectangle 5"/>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eaLnBrk="0" fontAlgn="base" hangingPunct="0">
                <a:spcBef>
                  <a:spcPct val="0"/>
                </a:spcBef>
                <a:spcAft>
                  <a:spcPct val="0"/>
                </a:spcAft>
              </a:pPr>
              <a:endParaRPr lang="en-US" altLang="en-US" sz="1800">
                <a:solidFill>
                  <a:srgbClr val="000000"/>
                </a:solidFill>
              </a:endParaRPr>
            </a:p>
          </p:txBody>
        </p:sp>
        <p:sp>
          <p:nvSpPr>
            <p:cNvPr id="6" name="Rectangle 6"/>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eaLnBrk="0" fontAlgn="base" hangingPunct="0">
                <a:spcBef>
                  <a:spcPct val="0"/>
                </a:spcBef>
                <a:spcAft>
                  <a:spcPct val="0"/>
                </a:spcAft>
              </a:pPr>
              <a:endParaRPr lang="en-US" altLang="en-US" sz="1800">
                <a:solidFill>
                  <a:srgbClr val="000000"/>
                </a:solidFill>
              </a:endParaRPr>
            </a:p>
          </p:txBody>
        </p:sp>
      </p:grpSp>
      <p:sp>
        <p:nvSpPr>
          <p:cNvPr id="8" name="Text Box 8"/>
          <p:cNvSpPr txBox="1">
            <a:spLocks noChangeArrowheads="1"/>
          </p:cNvSpPr>
          <p:nvPr/>
        </p:nvSpPr>
        <p:spPr bwMode="auto">
          <a:xfrm>
            <a:off x="35984" y="6613526"/>
            <a:ext cx="2659692" cy="246217"/>
          </a:xfrm>
          <a:prstGeom prst="rect">
            <a:avLst/>
          </a:prstGeom>
          <a:noFill/>
          <a:ln>
            <a:noFill/>
          </a:ln>
        </p:spPr>
        <p:txBody>
          <a:bodyPr wrap="none" lIns="91435" tIns="45718" rIns="91435" bIns="45718">
            <a:spAutoFit/>
          </a:bodyPr>
          <a:lstStyle/>
          <a:p>
            <a:pPr eaLnBrk="0" fontAlgn="base" hangingPunct="0">
              <a:spcBef>
                <a:spcPct val="50000"/>
              </a:spcBef>
              <a:spcAft>
                <a:spcPct val="0"/>
              </a:spcAft>
              <a:defRPr/>
            </a:pPr>
            <a:r>
              <a:rPr lang="en-US" sz="1000" b="1">
                <a:solidFill>
                  <a:srgbClr val="336699"/>
                </a:solidFill>
                <a:ea typeface="MS PGothic" panose="020B0600070205080204" pitchFamily="34" charset="-128"/>
              </a:rPr>
              <a:t>Operating System Concepts – 9</a:t>
            </a:r>
            <a:r>
              <a:rPr lang="en-US" sz="1000" b="1" baseline="30000">
                <a:solidFill>
                  <a:srgbClr val="336699"/>
                </a:solidFill>
                <a:ea typeface="MS PGothic" panose="020B0600070205080204" pitchFamily="34" charset="-128"/>
              </a:rPr>
              <a:t>th</a:t>
            </a:r>
            <a:r>
              <a:rPr lang="en-US" sz="1000" b="1">
                <a:solidFill>
                  <a:srgbClr val="336699"/>
                </a:solidFill>
                <a:ea typeface="MS PGothic" panose="020B0600070205080204" pitchFamily="34" charset="-128"/>
              </a:rPr>
              <a:t> Edition</a:t>
            </a:r>
          </a:p>
        </p:txBody>
      </p:sp>
      <p:pic>
        <p:nvPicPr>
          <p:cNvPr id="9" name="Picture 9" descr="dino_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80984" y="4157663"/>
            <a:ext cx="2749549"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p:cNvSpPr>
            <a:spLocks noChangeArrowheads="1"/>
          </p:cNvSpPr>
          <p:nvPr/>
        </p:nvSpPr>
        <p:spPr bwMode="auto">
          <a:xfrm>
            <a:off x="4298951" y="4006850"/>
            <a:ext cx="3115733" cy="1887538"/>
          </a:xfrm>
          <a:prstGeom prst="rect">
            <a:avLst/>
          </a:prstGeom>
          <a:noFill/>
          <a:ln w="57150" cmpd="thinThick">
            <a:solidFill>
              <a:srgbClr val="66CCFF"/>
            </a:solidFill>
            <a:miter lim="800000"/>
            <a:headEnd/>
            <a:tailEnd/>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eaLnBrk="0" fontAlgn="base" hangingPunct="0">
              <a:spcBef>
                <a:spcPct val="0"/>
              </a:spcBef>
              <a:spcAft>
                <a:spcPct val="0"/>
              </a:spcAft>
            </a:pPr>
            <a:endParaRPr lang="en-US" altLang="en-US" sz="1800">
              <a:solidFill>
                <a:srgbClr val="000000"/>
              </a:solidFill>
            </a:endParaRPr>
          </a:p>
        </p:txBody>
      </p:sp>
      <p:sp>
        <p:nvSpPr>
          <p:cNvPr id="152578" name="Rectangle 2"/>
          <p:cNvSpPr>
            <a:spLocks noGrp="1" noChangeArrowheads="1"/>
          </p:cNvSpPr>
          <p:nvPr>
            <p:ph type="ctrTitle"/>
          </p:nvPr>
        </p:nvSpPr>
        <p:spPr>
          <a:xfrm>
            <a:off x="914400" y="685800"/>
            <a:ext cx="10363200" cy="2127250"/>
          </a:xfrm>
        </p:spPr>
        <p:txBody>
          <a:bodyPr/>
          <a:lstStyle>
            <a:lvl1pPr>
              <a:defRPr sz="4300"/>
            </a:lvl1pPr>
          </a:lstStyle>
          <a:p>
            <a:r>
              <a:rPr lang="en-US" dirty="0"/>
              <a:t>Click to edit Master title style</a:t>
            </a:r>
          </a:p>
        </p:txBody>
      </p:sp>
      <p:sp>
        <p:nvSpPr>
          <p:cNvPr id="11" name="Text Box 7">
            <a:extLst>
              <a:ext uri="{FF2B5EF4-FFF2-40B4-BE49-F238E27FC236}">
                <a16:creationId xmlns:a16="http://schemas.microsoft.com/office/drawing/2014/main" id="{37FDAE40-37DC-4D88-B117-D96496E36FCA}"/>
              </a:ext>
            </a:extLst>
          </p:cNvPr>
          <p:cNvSpPr txBox="1">
            <a:spLocks noChangeArrowheads="1"/>
          </p:cNvSpPr>
          <p:nvPr userDrawn="1"/>
        </p:nvSpPr>
        <p:spPr bwMode="auto">
          <a:xfrm>
            <a:off x="8365067" y="6611937"/>
            <a:ext cx="3826933" cy="246217"/>
          </a:xfrm>
          <a:prstGeom prst="rect">
            <a:avLst/>
          </a:prstGeom>
          <a:noFill/>
          <a:ln>
            <a:noFill/>
          </a:ln>
        </p:spPr>
        <p:txBody>
          <a:bodyPr wrap="square" lIns="91435" tIns="45718" rIns="91435" bIns="45718">
            <a:spAutoFit/>
          </a:bodyPr>
          <a:lstStyle/>
          <a:p>
            <a:pPr algn="r">
              <a:spcBef>
                <a:spcPct val="50000"/>
              </a:spcBef>
              <a:defRPr/>
            </a:pPr>
            <a:r>
              <a:rPr lang="en-US" sz="1000" b="1" dirty="0" err="1">
                <a:solidFill>
                  <a:srgbClr val="336699"/>
                </a:solidFill>
                <a:latin typeface="Helvetica" pitchFamily="-84" charset="0"/>
              </a:rPr>
              <a:t>Xidian</a:t>
            </a:r>
            <a:r>
              <a:rPr lang="en-US" sz="1000" b="1" dirty="0">
                <a:solidFill>
                  <a:srgbClr val="336699"/>
                </a:solidFill>
                <a:latin typeface="Helvetica" pitchFamily="-84" charset="0"/>
              </a:rPr>
              <a:t> University,</a:t>
            </a:r>
            <a:r>
              <a:rPr lang="en-US" sz="1000" b="1" baseline="0" dirty="0">
                <a:solidFill>
                  <a:srgbClr val="336699"/>
                </a:solidFill>
                <a:latin typeface="Helvetica" pitchFamily="-84" charset="0"/>
              </a:rPr>
              <a:t> Cyber Engineering, </a:t>
            </a:r>
            <a:r>
              <a:rPr lang="en-US" altLang="zh-CN" sz="1000" b="1" baseline="0" dirty="0" err="1">
                <a:solidFill>
                  <a:srgbClr val="336699"/>
                </a:solidFill>
                <a:latin typeface="Helvetica" pitchFamily="-84" charset="0"/>
              </a:rPr>
              <a:t>Xiangyu</a:t>
            </a:r>
            <a:r>
              <a:rPr lang="en-US" altLang="zh-CN" sz="1000" b="1" baseline="0" dirty="0">
                <a:solidFill>
                  <a:srgbClr val="336699"/>
                </a:solidFill>
                <a:latin typeface="Helvetica" pitchFamily="-84" charset="0"/>
              </a:rPr>
              <a:t> Wang</a:t>
            </a:r>
            <a:r>
              <a:rPr lang="en-US" altLang="zh-CN" sz="1000" b="1" dirty="0">
                <a:solidFill>
                  <a:srgbClr val="336699"/>
                </a:solidFill>
                <a:latin typeface="Helvetica" pitchFamily="-84" charset="0"/>
              </a:rPr>
              <a:t> </a:t>
            </a:r>
            <a:r>
              <a:rPr lang="en-US" sz="1000" b="1" dirty="0">
                <a:solidFill>
                  <a:srgbClr val="336699"/>
                </a:solidFill>
                <a:latin typeface="Helvetica" pitchFamily="-84" charset="0"/>
              </a:rPr>
              <a:t>© 2026</a:t>
            </a:r>
          </a:p>
        </p:txBody>
      </p:sp>
    </p:spTree>
    <p:extLst>
      <p:ext uri="{BB962C8B-B14F-4D97-AF65-F5344CB8AC3E}">
        <p14:creationId xmlns:p14="http://schemas.microsoft.com/office/powerpoint/2010/main" val="232575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en-US"/>
              <a:t>Click to edit Master title style</a:t>
            </a:r>
          </a:p>
        </p:txBody>
      </p:sp>
      <p:sp>
        <p:nvSpPr>
          <p:cNvPr id="3" name="Content Placeholder 2"/>
          <p:cNvSpPr>
            <a:spLocks noGrp="1"/>
          </p:cNvSpPr>
          <p:nvPr>
            <p:ph idx="1"/>
          </p:nvPr>
        </p:nvSpPr>
        <p:spPr/>
        <p:txBody>
          <a:bodyPr/>
          <a:lstStyle>
            <a:lvl1pPr marL="341313" indent="-341313">
              <a:buFont typeface="Wingdings" panose="05000000000000000000" pitchFamily="2" charset="2"/>
              <a:buChar char="p"/>
              <a:defRPr/>
            </a:lvl1pPr>
            <a:lvl2pPr marL="741363" indent="-284163">
              <a:buFont typeface="Wingdings" panose="05000000000000000000" pitchFamily="2" charset="2"/>
              <a:buChar char="n"/>
              <a:defRPr/>
            </a:lvl2pPr>
            <a:lvl3pPr marL="1084263" indent="-227013">
              <a:buFont typeface="Wingdings" panose="05000000000000000000" pitchFamily="2" charset="2"/>
              <a:buChar char="Ø"/>
              <a:defRPr/>
            </a:lvl3pPr>
            <a:lvl4pPr marL="1427163" indent="-227013">
              <a:buFont typeface="Wingdings" panose="05000000000000000000" pitchFamily="2" charset="2"/>
              <a:buChar char="ü"/>
              <a:defRPr/>
            </a:lvl4pPr>
            <a:lvl5pPr marL="1770063" indent="-227013">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2450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5"/>
            <a:ext cx="10363200" cy="1500187"/>
          </a:xfrm>
        </p:spPr>
        <p:txBody>
          <a:bodyPr anchor="b"/>
          <a:lstStyle>
            <a:lvl1pPr marL="0" indent="0">
              <a:buNone/>
              <a:defRPr sz="2000"/>
            </a:lvl1pPr>
            <a:lvl2pPr marL="457177" indent="0">
              <a:buNone/>
              <a:defRPr sz="1800"/>
            </a:lvl2pPr>
            <a:lvl3pPr marL="914354" indent="0">
              <a:buNone/>
              <a:defRPr sz="1600"/>
            </a:lvl3pPr>
            <a:lvl4pPr marL="1371532" indent="0">
              <a:buNone/>
              <a:defRPr sz="1400"/>
            </a:lvl4pPr>
            <a:lvl5pPr marL="1828709" indent="0">
              <a:buNone/>
              <a:defRPr sz="1400"/>
            </a:lvl5pPr>
            <a:lvl6pPr marL="2285886" indent="0">
              <a:buNone/>
              <a:defRPr sz="1400"/>
            </a:lvl6pPr>
            <a:lvl7pPr marL="2743063" indent="0">
              <a:buNone/>
              <a:defRPr sz="1400"/>
            </a:lvl7pPr>
            <a:lvl8pPr marL="3200240" indent="0">
              <a:buNone/>
              <a:defRPr sz="1400"/>
            </a:lvl8pPr>
            <a:lvl9pPr marL="3657417" indent="0">
              <a:buNone/>
              <a:defRPr sz="1400"/>
            </a:lvl9pPr>
          </a:lstStyle>
          <a:p>
            <a:pPr lvl="0"/>
            <a:r>
              <a:rPr lang="en-US"/>
              <a:t>Click to edit Master text styles</a:t>
            </a:r>
          </a:p>
        </p:txBody>
      </p:sp>
    </p:spTree>
    <p:extLst>
      <p:ext uri="{BB962C8B-B14F-4D97-AF65-F5344CB8AC3E}">
        <p14:creationId xmlns:p14="http://schemas.microsoft.com/office/powerpoint/2010/main" val="2161392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75267" y="1233490"/>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63267" y="1233490"/>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1208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48846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76107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9096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650888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endParaRPr lang="en-US" noProof="0"/>
          </a:p>
        </p:txBody>
      </p:sp>
      <p:sp>
        <p:nvSpPr>
          <p:cNvPr id="4" name="Text Placeholder 3"/>
          <p:cNvSpPr>
            <a:spLocks noGrp="1"/>
          </p:cNvSpPr>
          <p:nvPr>
            <p:ph type="body" sz="half" idx="2"/>
          </p:nvPr>
        </p:nvSpPr>
        <p:spPr>
          <a:xfrm>
            <a:off x="2389717" y="5367339"/>
            <a:ext cx="7315200" cy="804862"/>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539126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0659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88451" y="277813"/>
            <a:ext cx="2859616"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7813"/>
            <a:ext cx="8375651"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30242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381000" y="0"/>
            <a:ext cx="1593851"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title"/>
          </p:nvPr>
        </p:nvSpPr>
        <p:spPr bwMode="auto">
          <a:xfrm>
            <a:off x="609600" y="277813"/>
            <a:ext cx="109728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p>
            <a:pPr lvl="0"/>
            <a:r>
              <a:rPr lang="en-US" altLang="zh-CN"/>
              <a:t>Click to edit Master title style</a:t>
            </a:r>
          </a:p>
        </p:txBody>
      </p:sp>
      <p:sp>
        <p:nvSpPr>
          <p:cNvPr id="1028" name="Rectangle 4"/>
          <p:cNvSpPr>
            <a:spLocks noGrp="1" noChangeArrowheads="1"/>
          </p:cNvSpPr>
          <p:nvPr>
            <p:ph type="body" idx="1"/>
          </p:nvPr>
        </p:nvSpPr>
        <p:spPr bwMode="auto">
          <a:xfrm>
            <a:off x="1075267" y="1233489"/>
            <a:ext cx="109728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ChangeArrowheads="1"/>
          </p:cNvSpPr>
          <p:nvPr/>
        </p:nvSpPr>
        <p:spPr bwMode="auto">
          <a:xfrm>
            <a:off x="0" y="0"/>
            <a:ext cx="3048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030" name="Line 6"/>
          <p:cNvSpPr>
            <a:spLocks noChangeShapeType="1"/>
          </p:cNvSpPr>
          <p:nvPr/>
        </p:nvSpPr>
        <p:spPr bwMode="auto">
          <a:xfrm>
            <a:off x="609600" y="860425"/>
            <a:ext cx="10769600" cy="0"/>
          </a:xfrm>
          <a:prstGeom prst="line">
            <a:avLst/>
          </a:prstGeom>
          <a:noFill/>
          <a:ln w="19050">
            <a:solidFill>
              <a:srgbClr val="336699"/>
            </a:solidFill>
            <a:round/>
            <a:headEnd/>
            <a:tailEnd/>
          </a:ln>
        </p:spPr>
        <p:txBody>
          <a:bodyPr lIns="91435" tIns="45718" rIns="91435" bIns="45718"/>
          <a:lstStyle/>
          <a:p>
            <a:pPr eaLnBrk="0" fontAlgn="base" hangingPunct="0">
              <a:spcBef>
                <a:spcPct val="0"/>
              </a:spcBef>
              <a:spcAft>
                <a:spcPct val="0"/>
              </a:spcAft>
              <a:defRPr/>
            </a:pPr>
            <a:endParaRPr lang="en-US" sz="1800">
              <a:solidFill>
                <a:srgbClr val="000000"/>
              </a:solidFill>
              <a:latin typeface="Verdana" panose="020B0604030504040204" pitchFamily="34" charset="0"/>
              <a:ea typeface="MS PGothic" panose="020B0600070205080204" pitchFamily="34" charset="-128"/>
            </a:endParaRPr>
          </a:p>
        </p:txBody>
      </p:sp>
      <p:sp>
        <p:nvSpPr>
          <p:cNvPr id="1031" name="Rectangle 7"/>
          <p:cNvSpPr>
            <a:spLocks noChangeArrowheads="1"/>
          </p:cNvSpPr>
          <p:nvPr/>
        </p:nvSpPr>
        <p:spPr bwMode="auto">
          <a:xfrm>
            <a:off x="0" y="2286000"/>
            <a:ext cx="304800" cy="2286000"/>
          </a:xfrm>
          <a:prstGeom prst="rect">
            <a:avLst/>
          </a:prstGeom>
          <a:solidFill>
            <a:srgbClr val="99CCFF"/>
          </a:solidFill>
          <a:ln>
            <a:noFill/>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032" name="Rectangle 8"/>
          <p:cNvSpPr>
            <a:spLocks noChangeArrowheads="1"/>
          </p:cNvSpPr>
          <p:nvPr/>
        </p:nvSpPr>
        <p:spPr bwMode="auto">
          <a:xfrm>
            <a:off x="0" y="4572000"/>
            <a:ext cx="3048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033" name="Text Box 9"/>
          <p:cNvSpPr txBox="1">
            <a:spLocks noChangeArrowheads="1"/>
          </p:cNvSpPr>
          <p:nvPr/>
        </p:nvSpPr>
        <p:spPr bwMode="auto">
          <a:xfrm>
            <a:off x="5749461" y="6613526"/>
            <a:ext cx="447549" cy="246217"/>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0" fontAlgn="base" hangingPunct="0">
              <a:spcBef>
                <a:spcPct val="50000"/>
              </a:spcBef>
              <a:spcAft>
                <a:spcPct val="0"/>
              </a:spcAft>
            </a:pPr>
            <a:r>
              <a:rPr lang="en-US" altLang="zh-CN" sz="1000" b="1" dirty="0">
                <a:solidFill>
                  <a:srgbClr val="006699"/>
                </a:solidFill>
                <a:latin typeface="Helvetica" panose="020B0604020202020204" pitchFamily="34" charset="0"/>
              </a:rPr>
              <a:t>4.</a:t>
            </a:r>
            <a:fld id="{08C61524-A86C-4EEA-897F-D0BC5AB60DA3}" type="slidenum">
              <a:rPr lang="en-US" altLang="zh-CN" sz="1000" b="1" smtClean="0">
                <a:solidFill>
                  <a:srgbClr val="006699"/>
                </a:solidFill>
                <a:latin typeface="Helvetica" panose="020B0604020202020204" pitchFamily="34" charset="0"/>
              </a:rPr>
              <a:pPr algn="ctr" eaLnBrk="0" fontAlgn="base" hangingPunct="0">
                <a:spcBef>
                  <a:spcPct val="50000"/>
                </a:spcBef>
                <a:spcAft>
                  <a:spcPct val="0"/>
                </a:spcAft>
              </a:pPr>
              <a:t>‹#›</a:t>
            </a:fld>
            <a:endParaRPr lang="en-US" altLang="zh-CN" sz="1000" b="1" dirty="0">
              <a:solidFill>
                <a:srgbClr val="006699"/>
              </a:solidFill>
              <a:latin typeface="Helvetica" panose="020B0604020202020204" pitchFamily="34" charset="0"/>
            </a:endParaRPr>
          </a:p>
        </p:txBody>
      </p:sp>
      <p:pic>
        <p:nvPicPr>
          <p:cNvPr id="1036" name="Picture 12" descr="dino_6"/>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0365318" y="5849938"/>
            <a:ext cx="171238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74724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3200" b="1">
          <a:solidFill>
            <a:srgbClr val="006699"/>
          </a:solidFill>
          <a:latin typeface="微软雅黑" panose="020B0503020204020204" pitchFamily="34" charset="-122"/>
          <a:ea typeface="微软雅黑" panose="020B0503020204020204" pitchFamily="34" charset="-122"/>
          <a:cs typeface="微软雅黑" panose="020B0503020204020204" pitchFamily="34" charset="-122"/>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p:titleStyle>
    <p:bodyStyle>
      <a:lvl1pPr marL="341313" indent="-341313" algn="l" rtl="0" eaLnBrk="0" fontAlgn="base" hangingPunct="0">
        <a:spcBef>
          <a:spcPct val="35000"/>
        </a:spcBef>
        <a:spcAft>
          <a:spcPct val="0"/>
        </a:spcAft>
        <a:buClr>
          <a:srgbClr val="993300"/>
        </a:buClr>
        <a:buSzPct val="90000"/>
        <a:buFont typeface="Wingdings" panose="05000000000000000000" pitchFamily="2" charset="2"/>
        <a:buChar char="p"/>
        <a:defRPr kumimoji="1" sz="24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741363" indent="-284163" algn="l" rtl="0" eaLnBrk="0" fontAlgn="base" hangingPunct="0">
        <a:spcBef>
          <a:spcPct val="35000"/>
        </a:spcBef>
        <a:spcAft>
          <a:spcPct val="0"/>
        </a:spcAft>
        <a:buClr>
          <a:srgbClr val="CC6600"/>
        </a:buClr>
        <a:buSzPct val="80000"/>
        <a:buFont typeface="Wingdings" panose="05000000000000000000" pitchFamily="2" charset="2"/>
        <a:buChar char="n"/>
        <a:defRPr kumimoji="1" sz="20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1084263" indent="-227013" algn="l" rtl="0" eaLnBrk="0" fontAlgn="base" hangingPunct="0">
        <a:spcBef>
          <a:spcPct val="35000"/>
        </a:spcBef>
        <a:spcAft>
          <a:spcPct val="0"/>
        </a:spcAft>
        <a:buClr>
          <a:srgbClr val="009900"/>
        </a:buClr>
        <a:buSzPct val="75000"/>
        <a:buFont typeface="Wingdings" panose="05000000000000000000" pitchFamily="2" charset="2"/>
        <a:buChar char="Ø"/>
        <a:defRPr kumimoji="1" b="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marL="1427163" indent="-227013" algn="l" rtl="0" eaLnBrk="0" fontAlgn="base" hangingPunct="0">
        <a:spcBef>
          <a:spcPct val="35000"/>
        </a:spcBef>
        <a:spcAft>
          <a:spcPct val="0"/>
        </a:spcAft>
        <a:buClr>
          <a:schemeClr val="hlink"/>
        </a:buClr>
        <a:buSzPct val="75000"/>
        <a:buFont typeface="Wingdings" panose="05000000000000000000" pitchFamily="2" charset="2"/>
        <a:buChar char="ü"/>
        <a:defRPr kumimoji="1" sz="16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marL="1770063" indent="-227013" algn="l" rtl="0" eaLnBrk="0" fontAlgn="base" hangingPunct="0">
        <a:spcBef>
          <a:spcPct val="35000"/>
        </a:spcBef>
        <a:spcAft>
          <a:spcPct val="0"/>
        </a:spcAft>
        <a:buClr>
          <a:srgbClr val="FF0066"/>
        </a:buClr>
        <a:buSzPct val="75000"/>
        <a:buFont typeface="Arial" panose="020B0604020202020204" pitchFamily="34" charset="0"/>
        <a:buChar char="•"/>
        <a:defRPr kumimoji="1" sz="1600" b="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177" rtl="0" eaLnBrk="1" latinLnBrk="0" hangingPunct="1">
        <a:defRPr sz="1800" kern="1200">
          <a:solidFill>
            <a:schemeClr val="tx1"/>
          </a:solidFill>
          <a:latin typeface="+mn-lt"/>
          <a:ea typeface="+mn-ea"/>
          <a:cs typeface="+mn-cs"/>
        </a:defRPr>
      </a:lvl1pPr>
      <a:lvl2pPr marL="457177" algn="l" defTabSz="457177" rtl="0" eaLnBrk="1" latinLnBrk="0" hangingPunct="1">
        <a:defRPr sz="1800" kern="1200">
          <a:solidFill>
            <a:schemeClr val="tx1"/>
          </a:solidFill>
          <a:latin typeface="+mn-lt"/>
          <a:ea typeface="+mn-ea"/>
          <a:cs typeface="+mn-cs"/>
        </a:defRPr>
      </a:lvl2pPr>
      <a:lvl3pPr marL="914354" algn="l" defTabSz="457177" rtl="0" eaLnBrk="1" latinLnBrk="0" hangingPunct="1">
        <a:defRPr sz="1800" kern="1200">
          <a:solidFill>
            <a:schemeClr val="tx1"/>
          </a:solidFill>
          <a:latin typeface="+mn-lt"/>
          <a:ea typeface="+mn-ea"/>
          <a:cs typeface="+mn-cs"/>
        </a:defRPr>
      </a:lvl3pPr>
      <a:lvl4pPr marL="1371532" algn="l" defTabSz="457177" rtl="0" eaLnBrk="1" latinLnBrk="0" hangingPunct="1">
        <a:defRPr sz="1800" kern="1200">
          <a:solidFill>
            <a:schemeClr val="tx1"/>
          </a:solidFill>
          <a:latin typeface="+mn-lt"/>
          <a:ea typeface="+mn-ea"/>
          <a:cs typeface="+mn-cs"/>
        </a:defRPr>
      </a:lvl4pPr>
      <a:lvl5pPr marL="1828709" algn="l" defTabSz="457177" rtl="0" eaLnBrk="1" latinLnBrk="0" hangingPunct="1">
        <a:defRPr sz="1800" kern="1200">
          <a:solidFill>
            <a:schemeClr val="tx1"/>
          </a:solidFill>
          <a:latin typeface="+mn-lt"/>
          <a:ea typeface="+mn-ea"/>
          <a:cs typeface="+mn-cs"/>
        </a:defRPr>
      </a:lvl5pPr>
      <a:lvl6pPr marL="2285886" algn="l" defTabSz="457177" rtl="0" eaLnBrk="1" latinLnBrk="0" hangingPunct="1">
        <a:defRPr sz="1800" kern="1200">
          <a:solidFill>
            <a:schemeClr val="tx1"/>
          </a:solidFill>
          <a:latin typeface="+mn-lt"/>
          <a:ea typeface="+mn-ea"/>
          <a:cs typeface="+mn-cs"/>
        </a:defRPr>
      </a:lvl6pPr>
      <a:lvl7pPr marL="2743063" algn="l" defTabSz="457177" rtl="0" eaLnBrk="1" latinLnBrk="0" hangingPunct="1">
        <a:defRPr sz="1800" kern="1200">
          <a:solidFill>
            <a:schemeClr val="tx1"/>
          </a:solidFill>
          <a:latin typeface="+mn-lt"/>
          <a:ea typeface="+mn-ea"/>
          <a:cs typeface="+mn-cs"/>
        </a:defRPr>
      </a:lvl7pPr>
      <a:lvl8pPr marL="3200240" algn="l" defTabSz="457177" rtl="0" eaLnBrk="1" latinLnBrk="0" hangingPunct="1">
        <a:defRPr sz="1800" kern="1200">
          <a:solidFill>
            <a:schemeClr val="tx1"/>
          </a:solidFill>
          <a:latin typeface="+mn-lt"/>
          <a:ea typeface="+mn-ea"/>
          <a:cs typeface="+mn-cs"/>
        </a:defRPr>
      </a:lvl8pPr>
      <a:lvl9pPr marL="3657417" algn="l" defTabSz="4571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B958FA2D-FCAA-45E4-8FC5-AE85916DA1D6}"/>
              </a:ext>
            </a:extLst>
          </p:cNvPr>
          <p:cNvSpPr>
            <a:spLocks noGrp="1" noChangeArrowheads="1"/>
          </p:cNvSpPr>
          <p:nvPr>
            <p:ph type="ctrTitle"/>
          </p:nvPr>
        </p:nvSpPr>
        <p:spPr>
          <a:xfrm>
            <a:off x="2209800" y="868363"/>
            <a:ext cx="7772400" cy="2127250"/>
          </a:xfrm>
        </p:spPr>
        <p:txBody>
          <a:bodyPr/>
          <a:lstStyle/>
          <a:p>
            <a:pPr eaLnBrk="1" hangingPunct="1"/>
            <a:r>
              <a:rPr lang="zh-CN" altLang="en-US">
                <a:latin typeface="微软雅黑" panose="020B0503020204020204" pitchFamily="34" charset="-122"/>
                <a:ea typeface="微软雅黑" panose="020B0503020204020204" pitchFamily="34" charset="-122"/>
              </a:rPr>
              <a:t>第</a:t>
            </a:r>
            <a:r>
              <a:rPr lang="en-US" altLang="zh-CN">
                <a:latin typeface="微软雅黑" panose="020B0503020204020204" pitchFamily="34" charset="-122"/>
                <a:ea typeface="微软雅黑" panose="020B0503020204020204" pitchFamily="34" charset="-122"/>
              </a:rPr>
              <a:t>7</a:t>
            </a:r>
            <a:r>
              <a:rPr lang="zh-CN" altLang="en-US">
                <a:latin typeface="微软雅黑" panose="020B0503020204020204" pitchFamily="34" charset="-122"/>
                <a:ea typeface="微软雅黑" panose="020B0503020204020204" pitchFamily="34" charset="-122"/>
              </a:rPr>
              <a:t>章</a:t>
            </a:r>
            <a:r>
              <a:rPr lang="en-US" altLang="en-US">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死锁</a:t>
            </a:r>
            <a:endParaRPr lang="en-US"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BD184A62-0FDD-4FC4-BAF7-943BF679F702}"/>
              </a:ext>
            </a:extLst>
          </p:cNvPr>
          <p:cNvSpPr>
            <a:spLocks noGrp="1" noChangeArrowheads="1"/>
          </p:cNvSpPr>
          <p:nvPr>
            <p:ph type="title"/>
          </p:nvPr>
        </p:nvSpPr>
        <p:spPr>
          <a:xfrm>
            <a:off x="2330450" y="233363"/>
            <a:ext cx="7880350" cy="576262"/>
          </a:xfrm>
        </p:spPr>
        <p:txBody>
          <a:bodyPr/>
          <a:lstStyle/>
          <a:p>
            <a:pPr eaLnBrk="1" hangingPunct="1"/>
            <a:r>
              <a:rPr lang="zh-CN" altLang="en-US">
                <a:latin typeface="微软雅黑" panose="020B0503020204020204" pitchFamily="34" charset="-122"/>
                <a:ea typeface="微软雅黑" panose="020B0503020204020204" pitchFamily="34" charset="-122"/>
              </a:rPr>
              <a:t>第</a:t>
            </a:r>
            <a:r>
              <a:rPr lang="en-US" altLang="zh-CN">
                <a:latin typeface="微软雅黑" panose="020B0503020204020204" pitchFamily="34" charset="-122"/>
                <a:ea typeface="微软雅黑" panose="020B0503020204020204" pitchFamily="34" charset="-122"/>
              </a:rPr>
              <a:t>7</a:t>
            </a:r>
            <a:r>
              <a:rPr lang="zh-CN" altLang="en-US">
                <a:latin typeface="微软雅黑" panose="020B0503020204020204" pitchFamily="34" charset="-122"/>
                <a:ea typeface="微软雅黑" panose="020B0503020204020204" pitchFamily="34" charset="-122"/>
              </a:rPr>
              <a:t>章</a:t>
            </a:r>
            <a:r>
              <a:rPr lang="en-US" altLang="en-US">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死锁</a:t>
            </a:r>
            <a:endParaRPr lang="en-US" altLang="en-US">
              <a:latin typeface="微软雅黑" panose="020B0503020204020204" pitchFamily="34" charset="-122"/>
              <a:ea typeface="微软雅黑" panose="020B0503020204020204" pitchFamily="34" charset="-122"/>
            </a:endParaRPr>
          </a:p>
        </p:txBody>
      </p:sp>
      <p:sp>
        <p:nvSpPr>
          <p:cNvPr id="5" name="Rectangle 3">
            <a:extLst>
              <a:ext uri="{FF2B5EF4-FFF2-40B4-BE49-F238E27FC236}">
                <a16:creationId xmlns:a16="http://schemas.microsoft.com/office/drawing/2014/main" id="{071795B2-B84A-49EC-9A8F-89CB0501DBCE}"/>
              </a:ext>
            </a:extLst>
          </p:cNvPr>
          <p:cNvSpPr txBox="1">
            <a:spLocks noChangeArrowheads="1"/>
          </p:cNvSpPr>
          <p:nvPr/>
        </p:nvSpPr>
        <p:spPr bwMode="auto">
          <a:xfrm>
            <a:off x="1082675" y="1233488"/>
            <a:ext cx="7588250" cy="4530725"/>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lnSpc>
                <a:spcPct val="200000"/>
              </a:lnSpc>
              <a:buSzPct val="85000"/>
              <a:buFont typeface="Wingdings" panose="05000000000000000000" pitchFamily="2" charset="2"/>
              <a:buChar char="p"/>
              <a:defRPr/>
            </a:pPr>
            <a:r>
              <a:rPr lang="zh-CN" altLang="en-US" sz="2800" b="1" kern="0" dirty="0">
                <a:latin typeface="微软雅黑" panose="020B0503020204020204" pitchFamily="34" charset="-122"/>
                <a:ea typeface="微软雅黑" panose="020B0503020204020204" pitchFamily="34" charset="-122"/>
              </a:rPr>
              <a:t>系统模型</a:t>
            </a:r>
          </a:p>
          <a:p>
            <a:pPr>
              <a:lnSpc>
                <a:spcPct val="200000"/>
              </a:lnSpc>
              <a:buSzPct val="85000"/>
              <a:buFont typeface="Wingdings" panose="05000000000000000000" pitchFamily="2" charset="2"/>
              <a:buChar char="p"/>
              <a:defRPr/>
            </a:pPr>
            <a:r>
              <a:rPr lang="zh-CN" altLang="en-US" sz="2800" b="1" kern="0" dirty="0">
                <a:latin typeface="微软雅黑" panose="020B0503020204020204" pitchFamily="34" charset="-122"/>
                <a:ea typeface="微软雅黑" panose="020B0503020204020204" pitchFamily="34" charset="-122"/>
              </a:rPr>
              <a:t>死锁特征</a:t>
            </a:r>
          </a:p>
          <a:p>
            <a:pPr>
              <a:lnSpc>
                <a:spcPct val="200000"/>
              </a:lnSpc>
              <a:buSzPct val="85000"/>
              <a:buFont typeface="Wingdings" panose="05000000000000000000" pitchFamily="2" charset="2"/>
              <a:buChar char="p"/>
              <a:defRPr/>
            </a:pPr>
            <a:r>
              <a:rPr lang="zh-CN" altLang="en-US" sz="2800" b="1" kern="0" dirty="0">
                <a:latin typeface="微软雅黑" panose="020B0503020204020204" pitchFamily="34" charset="-122"/>
                <a:ea typeface="微软雅黑" panose="020B0503020204020204" pitchFamily="34" charset="-122"/>
              </a:rPr>
              <a:t>处理死锁的方法</a:t>
            </a:r>
          </a:p>
          <a:p>
            <a:pPr>
              <a:lnSpc>
                <a:spcPct val="200000"/>
              </a:lnSpc>
              <a:buSzPct val="85000"/>
              <a:buFont typeface="Wingdings" panose="05000000000000000000" pitchFamily="2" charset="2"/>
              <a:buChar char="p"/>
              <a:defRPr/>
            </a:pPr>
            <a:r>
              <a:rPr lang="zh-CN" altLang="en-US" sz="2800" b="1" kern="0" dirty="0">
                <a:latin typeface="微软雅黑" panose="020B0503020204020204" pitchFamily="34" charset="-122"/>
                <a:ea typeface="微软雅黑" panose="020B0503020204020204" pitchFamily="34" charset="-122"/>
              </a:rPr>
              <a:t>死锁预防</a:t>
            </a:r>
          </a:p>
        </p:txBody>
      </p:sp>
      <p:sp>
        <p:nvSpPr>
          <p:cNvPr id="3" name="矩形 2">
            <a:extLst>
              <a:ext uri="{FF2B5EF4-FFF2-40B4-BE49-F238E27FC236}">
                <a16:creationId xmlns:a16="http://schemas.microsoft.com/office/drawing/2014/main" id="{3A4D6202-594A-4B5B-8797-9235C498B652}"/>
              </a:ext>
            </a:extLst>
          </p:cNvPr>
          <p:cNvSpPr/>
          <p:nvPr/>
        </p:nvSpPr>
        <p:spPr>
          <a:xfrm>
            <a:off x="6738938" y="1233488"/>
            <a:ext cx="6096000" cy="2547937"/>
          </a:xfrm>
          <a:prstGeom prst="rect">
            <a:avLst/>
          </a:prstGeom>
          <a:noFill/>
          <a:ln>
            <a:noFill/>
          </a:ln>
        </p:spPr>
        <p:txBody>
          <a:bodyPr/>
          <a:lstStyle/>
          <a:p>
            <a:pPr marL="342900" indent="-342900">
              <a:lnSpc>
                <a:spcPct val="200000"/>
              </a:lnSpc>
              <a:spcBef>
                <a:spcPct val="35000"/>
              </a:spcBef>
              <a:buClr>
                <a:srgbClr val="993300"/>
              </a:buClr>
              <a:buSzPct val="85000"/>
              <a:buFont typeface="Wingdings" panose="05000000000000000000" pitchFamily="2" charset="2"/>
              <a:buChar char="p"/>
              <a:defRPr/>
            </a:pPr>
            <a:r>
              <a:rPr kumimoji="1" lang="zh-CN" altLang="en-US" sz="2800" b="1" kern="0" dirty="0">
                <a:latin typeface="微软雅黑" panose="020B0503020204020204" pitchFamily="34" charset="-122"/>
                <a:ea typeface="微软雅黑" panose="020B0503020204020204" pitchFamily="34" charset="-122"/>
              </a:rPr>
              <a:t>死锁避免</a:t>
            </a:r>
          </a:p>
          <a:p>
            <a:pPr marL="342900" indent="-342900">
              <a:lnSpc>
                <a:spcPct val="200000"/>
              </a:lnSpc>
              <a:spcBef>
                <a:spcPct val="35000"/>
              </a:spcBef>
              <a:buClr>
                <a:srgbClr val="993300"/>
              </a:buClr>
              <a:buSzPct val="85000"/>
              <a:buFont typeface="Wingdings" panose="05000000000000000000" pitchFamily="2" charset="2"/>
              <a:buChar char="p"/>
              <a:defRPr/>
            </a:pPr>
            <a:r>
              <a:rPr kumimoji="1" lang="zh-CN" altLang="en-US" sz="2800" b="1" kern="0" dirty="0">
                <a:latin typeface="微软雅黑" panose="020B0503020204020204" pitchFamily="34" charset="-122"/>
                <a:ea typeface="微软雅黑" panose="020B0503020204020204" pitchFamily="34" charset="-122"/>
              </a:rPr>
              <a:t>死锁检测</a:t>
            </a:r>
          </a:p>
          <a:p>
            <a:pPr marL="342900" indent="-342900">
              <a:lnSpc>
                <a:spcPct val="200000"/>
              </a:lnSpc>
              <a:spcBef>
                <a:spcPct val="35000"/>
              </a:spcBef>
              <a:buClr>
                <a:srgbClr val="993300"/>
              </a:buClr>
              <a:buSzPct val="85000"/>
              <a:buFont typeface="Wingdings" panose="05000000000000000000" pitchFamily="2" charset="2"/>
              <a:buChar char="p"/>
              <a:defRPr/>
            </a:pPr>
            <a:r>
              <a:rPr kumimoji="1" lang="zh-CN" altLang="en-US" sz="2800" b="1" kern="0" dirty="0">
                <a:latin typeface="微软雅黑" panose="020B0503020204020204" pitchFamily="34" charset="-122"/>
                <a:ea typeface="微软雅黑" panose="020B0503020204020204" pitchFamily="34" charset="-122"/>
              </a:rPr>
              <a:t>死锁恢复</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E95B0C5F-CB2A-49DD-977E-E5410ADD7585}"/>
              </a:ext>
            </a:extLst>
          </p:cNvPr>
          <p:cNvSpPr>
            <a:spLocks noGrp="1" noChangeArrowheads="1"/>
          </p:cNvSpPr>
          <p:nvPr>
            <p:ph type="title"/>
          </p:nvPr>
        </p:nvSpPr>
        <p:spPr>
          <a:xfrm>
            <a:off x="1981200" y="247650"/>
            <a:ext cx="8229600" cy="576263"/>
          </a:xfrm>
        </p:spPr>
        <p:txBody>
          <a:bodyPr/>
          <a:lstStyle/>
          <a:p>
            <a:pPr eaLnBrk="1" hangingPunct="1"/>
            <a:r>
              <a:rPr lang="en-US" altLang="zh-CN" dirty="0">
                <a:latin typeface="微软雅黑" panose="020B0503020204020204" pitchFamily="34" charset="-122"/>
                <a:ea typeface="微软雅黑" panose="020B0503020204020204" pitchFamily="34" charset="-122"/>
              </a:rPr>
              <a:t>7.1  </a:t>
            </a:r>
            <a:r>
              <a:rPr lang="zh-CN" altLang="en-US" dirty="0">
                <a:latin typeface="微软雅黑" panose="020B0503020204020204" pitchFamily="34" charset="-122"/>
                <a:ea typeface="微软雅黑" panose="020B0503020204020204" pitchFamily="34" charset="-122"/>
              </a:rPr>
              <a:t>系统模型</a:t>
            </a:r>
            <a:endParaRPr lang="en-US" altLang="en-US" dirty="0">
              <a:latin typeface="微软雅黑" panose="020B0503020204020204" pitchFamily="34" charset="-122"/>
              <a:ea typeface="微软雅黑" panose="020B0503020204020204" pitchFamily="34" charset="-122"/>
            </a:endParaRPr>
          </a:p>
        </p:txBody>
      </p:sp>
      <p:sp>
        <p:nvSpPr>
          <p:cNvPr id="9219" name="Rectangle 3">
            <a:extLst>
              <a:ext uri="{FF2B5EF4-FFF2-40B4-BE49-F238E27FC236}">
                <a16:creationId xmlns:a16="http://schemas.microsoft.com/office/drawing/2014/main" id="{2E045D03-FCD1-41E9-978F-3424EDD56E45}"/>
              </a:ext>
            </a:extLst>
          </p:cNvPr>
          <p:cNvSpPr>
            <a:spLocks noGrp="1" noChangeArrowheads="1"/>
          </p:cNvSpPr>
          <p:nvPr>
            <p:ph type="body" idx="1"/>
          </p:nvPr>
        </p:nvSpPr>
        <p:spPr>
          <a:xfrm>
            <a:off x="636588" y="1048808"/>
            <a:ext cx="10340975" cy="4483100"/>
          </a:xfrm>
        </p:spPr>
        <p:txBody>
          <a:bodyPr/>
          <a:lstStyle/>
          <a:p>
            <a:pPr>
              <a:lnSpc>
                <a:spcPct val="150000"/>
              </a:lnSpc>
              <a:buFont typeface="Wingdings" panose="05000000000000000000" pitchFamily="2" charset="2"/>
              <a:buChar char="p"/>
            </a:pPr>
            <a:r>
              <a:rPr lang="zh-CN" altLang="en-US" sz="2400" b="0" dirty="0">
                <a:latin typeface="微软雅黑" panose="020B0503020204020204" pitchFamily="34" charset="-122"/>
                <a:ea typeface="微软雅黑" panose="020B0503020204020204" pitchFamily="34" charset="-122"/>
              </a:rPr>
              <a:t>系统在竞争的进程之间分配资源过程</a:t>
            </a:r>
            <a:endParaRPr lang="en-US" altLang="zh-CN" sz="2400" b="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pPr>
            <a:r>
              <a:rPr lang="zh-CN" altLang="en-US" sz="2400" b="0" dirty="0">
                <a:latin typeface="微软雅黑" panose="020B0503020204020204" pitchFamily="34" charset="-122"/>
                <a:ea typeface="微软雅黑" panose="020B0503020204020204" pitchFamily="34" charset="-122"/>
              </a:rPr>
              <a:t>资源类型</a:t>
            </a:r>
            <a:r>
              <a:rPr lang="en-US" altLang="en-US" sz="2400" b="0" i="1" dirty="0">
                <a:solidFill>
                  <a:srgbClr val="0070C0"/>
                </a:solidFill>
                <a:latin typeface="微软雅黑" panose="020B0503020204020204" pitchFamily="34" charset="-122"/>
                <a:ea typeface="微软雅黑" panose="020B0503020204020204" pitchFamily="34" charset="-122"/>
              </a:rPr>
              <a:t>R</a:t>
            </a:r>
            <a:r>
              <a:rPr lang="en-US" altLang="en-US" sz="2400" b="0" baseline="-25000" dirty="0">
                <a:solidFill>
                  <a:srgbClr val="0070C0"/>
                </a:solidFill>
                <a:latin typeface="微软雅黑" panose="020B0503020204020204" pitchFamily="34" charset="-122"/>
                <a:ea typeface="微软雅黑" panose="020B0503020204020204" pitchFamily="34" charset="-122"/>
              </a:rPr>
              <a:t>1</a:t>
            </a:r>
            <a:r>
              <a:rPr lang="en-US" altLang="en-US" sz="2400" b="0" dirty="0">
                <a:solidFill>
                  <a:srgbClr val="0070C0"/>
                </a:solidFill>
                <a:latin typeface="微软雅黑" panose="020B0503020204020204" pitchFamily="34" charset="-122"/>
                <a:ea typeface="微软雅黑" panose="020B0503020204020204" pitchFamily="34" charset="-122"/>
              </a:rPr>
              <a:t>, </a:t>
            </a:r>
            <a:r>
              <a:rPr lang="en-US" altLang="en-US" sz="2400" b="0" i="1" dirty="0">
                <a:solidFill>
                  <a:srgbClr val="0070C0"/>
                </a:solidFill>
                <a:latin typeface="微软雅黑" panose="020B0503020204020204" pitchFamily="34" charset="-122"/>
                <a:ea typeface="微软雅黑" panose="020B0503020204020204" pitchFamily="34" charset="-122"/>
              </a:rPr>
              <a:t>R</a:t>
            </a:r>
            <a:r>
              <a:rPr lang="en-US" altLang="en-US" sz="2400" b="0" baseline="-25000" dirty="0">
                <a:solidFill>
                  <a:srgbClr val="0070C0"/>
                </a:solidFill>
                <a:latin typeface="微软雅黑" panose="020B0503020204020204" pitchFamily="34" charset="-122"/>
                <a:ea typeface="微软雅黑" panose="020B0503020204020204" pitchFamily="34" charset="-122"/>
              </a:rPr>
              <a:t>2</a:t>
            </a:r>
            <a:r>
              <a:rPr lang="en-US" altLang="en-US" sz="2400" b="0" dirty="0">
                <a:solidFill>
                  <a:srgbClr val="0070C0"/>
                </a:solidFill>
                <a:latin typeface="微软雅黑" panose="020B0503020204020204" pitchFamily="34" charset="-122"/>
                <a:ea typeface="微软雅黑" panose="020B0503020204020204" pitchFamily="34" charset="-122"/>
              </a:rPr>
              <a:t>, . . ., </a:t>
            </a:r>
            <a:r>
              <a:rPr lang="en-US" altLang="en-US" sz="2400" b="0" i="1" dirty="0">
                <a:solidFill>
                  <a:srgbClr val="0070C0"/>
                </a:solidFill>
                <a:latin typeface="微软雅黑" panose="020B0503020204020204" pitchFamily="34" charset="-122"/>
                <a:ea typeface="微软雅黑" panose="020B0503020204020204" pitchFamily="34" charset="-122"/>
              </a:rPr>
              <a:t>R</a:t>
            </a:r>
            <a:r>
              <a:rPr lang="en-US" altLang="en-US" sz="2400" b="0" baseline="-25000" dirty="0">
                <a:solidFill>
                  <a:srgbClr val="0070C0"/>
                </a:solidFill>
                <a:latin typeface="微软雅黑" panose="020B0503020204020204" pitchFamily="34" charset="-122"/>
                <a:ea typeface="微软雅黑" panose="020B0503020204020204" pitchFamily="34" charset="-122"/>
              </a:rPr>
              <a:t>m</a:t>
            </a:r>
          </a:p>
          <a:p>
            <a:pPr lvl="2">
              <a:lnSpc>
                <a:spcPct val="150000"/>
              </a:lnSpc>
              <a:buFont typeface="Wingdings" panose="05000000000000000000" pitchFamily="2" charset="2"/>
              <a:buChar char="Ø"/>
            </a:pPr>
            <a:r>
              <a:rPr lang="en-US" altLang="en-US" sz="2000" dirty="0">
                <a:latin typeface="微软雅黑" panose="020B0503020204020204" pitchFamily="34" charset="-122"/>
                <a:ea typeface="微软雅黑" panose="020B0503020204020204" pitchFamily="34" charset="-122"/>
              </a:rPr>
              <a:t>CPU </a:t>
            </a:r>
            <a:r>
              <a:rPr lang="zh-CN" altLang="en-US" sz="2000" dirty="0">
                <a:latin typeface="微软雅黑" panose="020B0503020204020204" pitchFamily="34" charset="-122"/>
                <a:ea typeface="微软雅黑" panose="020B0503020204020204" pitchFamily="34" charset="-122"/>
              </a:rPr>
              <a:t>周期</a:t>
            </a:r>
            <a:r>
              <a:rPr lang="en-US"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内存空间</a:t>
            </a:r>
            <a:r>
              <a:rPr lang="en-US" altLang="en-US" sz="2000" dirty="0">
                <a:latin typeface="微软雅黑" panose="020B0503020204020204" pitchFamily="34" charset="-122"/>
                <a:ea typeface="微软雅黑" panose="020B0503020204020204" pitchFamily="34" charset="-122"/>
              </a:rPr>
              <a:t>, I/O </a:t>
            </a:r>
            <a:r>
              <a:rPr lang="zh-CN" altLang="en-US" sz="2000" dirty="0">
                <a:latin typeface="微软雅黑" panose="020B0503020204020204" pitchFamily="34" charset="-122"/>
                <a:ea typeface="微软雅黑" panose="020B0503020204020204" pitchFamily="34" charset="-122"/>
              </a:rPr>
              <a:t>设备</a:t>
            </a:r>
            <a:endParaRPr lang="en-US" altLang="en-US" sz="20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pPr>
            <a:r>
              <a:rPr lang="zh-CN" altLang="en-US" sz="2400" b="0" dirty="0">
                <a:latin typeface="微软雅黑" panose="020B0503020204020204" pitchFamily="34" charset="-122"/>
                <a:ea typeface="微软雅黑" panose="020B0503020204020204" pitchFamily="34" charset="-122"/>
              </a:rPr>
              <a:t>每个资源类型</a:t>
            </a:r>
            <a:r>
              <a:rPr lang="en-US" altLang="en-US" sz="2400" b="0" dirty="0">
                <a:latin typeface="微软雅黑" panose="020B0503020204020204" pitchFamily="34" charset="-122"/>
                <a:ea typeface="微软雅黑" panose="020B0503020204020204" pitchFamily="34" charset="-122"/>
              </a:rPr>
              <a:t> </a:t>
            </a:r>
            <a:r>
              <a:rPr lang="en-US" altLang="en-US" sz="2400" b="0" i="1" dirty="0">
                <a:solidFill>
                  <a:srgbClr val="0070C0"/>
                </a:solidFill>
                <a:latin typeface="微软雅黑" panose="020B0503020204020204" pitchFamily="34" charset="-122"/>
                <a:ea typeface="微软雅黑" panose="020B0503020204020204" pitchFamily="34" charset="-122"/>
              </a:rPr>
              <a:t>R</a:t>
            </a:r>
            <a:r>
              <a:rPr lang="en-US" altLang="en-US" sz="2400" b="0" baseline="-25000" dirty="0">
                <a:solidFill>
                  <a:srgbClr val="0070C0"/>
                </a:solidFill>
                <a:latin typeface="微软雅黑" panose="020B0503020204020204" pitchFamily="34" charset="-122"/>
                <a:ea typeface="微软雅黑" panose="020B0503020204020204" pitchFamily="34" charset="-122"/>
              </a:rPr>
              <a:t>i</a:t>
            </a:r>
            <a:r>
              <a:rPr lang="en-US" altLang="en-US" sz="2400" b="0" dirty="0">
                <a:solidFill>
                  <a:srgbClr val="0070C0"/>
                </a:solidFill>
                <a:latin typeface="微软雅黑" panose="020B0503020204020204" pitchFamily="34" charset="-122"/>
                <a:ea typeface="微软雅黑" panose="020B0503020204020204" pitchFamily="34" charset="-122"/>
              </a:rPr>
              <a:t> </a:t>
            </a:r>
            <a:r>
              <a:rPr lang="zh-CN" altLang="en-US" sz="2400" b="0" dirty="0">
                <a:latin typeface="微软雅黑" panose="020B0503020204020204" pitchFamily="34" charset="-122"/>
                <a:ea typeface="微软雅黑" panose="020B0503020204020204" pitchFamily="34" charset="-122"/>
              </a:rPr>
              <a:t>有</a:t>
            </a:r>
            <a:r>
              <a:rPr lang="en-US" altLang="en-US" sz="2400" b="0" dirty="0">
                <a:latin typeface="微软雅黑" panose="020B0503020204020204" pitchFamily="34" charset="-122"/>
                <a:ea typeface="微软雅黑" panose="020B0503020204020204" pitchFamily="34" charset="-122"/>
              </a:rPr>
              <a:t> </a:t>
            </a:r>
            <a:r>
              <a:rPr lang="en-US" altLang="en-US" sz="2400" b="0" i="1" dirty="0">
                <a:solidFill>
                  <a:srgbClr val="0070C0"/>
                </a:solidFill>
                <a:latin typeface="微软雅黑" panose="020B0503020204020204" pitchFamily="34" charset="-122"/>
                <a:ea typeface="微软雅黑" panose="020B0503020204020204" pitchFamily="34" charset="-122"/>
              </a:rPr>
              <a:t>W</a:t>
            </a:r>
            <a:r>
              <a:rPr lang="en-US" altLang="en-US" sz="2400" b="0" baseline="-25000" dirty="0">
                <a:solidFill>
                  <a:srgbClr val="0070C0"/>
                </a:solidFill>
                <a:latin typeface="微软雅黑" panose="020B0503020204020204" pitchFamily="34" charset="-122"/>
                <a:ea typeface="微软雅黑" panose="020B0503020204020204" pitchFamily="34" charset="-122"/>
              </a:rPr>
              <a:t>i</a:t>
            </a:r>
            <a:r>
              <a:rPr lang="en-US" altLang="en-US" sz="2400" b="0" dirty="0">
                <a:solidFill>
                  <a:srgbClr val="0070C0"/>
                </a:solidFill>
                <a:latin typeface="微软雅黑" panose="020B0503020204020204" pitchFamily="34" charset="-122"/>
                <a:ea typeface="微软雅黑" panose="020B0503020204020204" pitchFamily="34" charset="-122"/>
              </a:rPr>
              <a:t> </a:t>
            </a:r>
            <a:r>
              <a:rPr lang="zh-CN" altLang="en-US" sz="2400" b="0" dirty="0">
                <a:latin typeface="微软雅黑" panose="020B0503020204020204" pitchFamily="34" charset="-122"/>
                <a:ea typeface="微软雅黑" panose="020B0503020204020204" pitchFamily="34" charset="-122"/>
              </a:rPr>
              <a:t>个实例</a:t>
            </a:r>
            <a:endParaRPr lang="en-US" altLang="en-US" sz="2400" b="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pPr>
            <a:r>
              <a:rPr lang="zh-CN" altLang="en-US" sz="2400" b="0" dirty="0">
                <a:latin typeface="微软雅黑" panose="020B0503020204020204" pitchFamily="34" charset="-122"/>
                <a:ea typeface="微软雅黑" panose="020B0503020204020204" pitchFamily="34" charset="-122"/>
              </a:rPr>
              <a:t>每个进程使用如下资源：</a:t>
            </a:r>
            <a:endParaRPr lang="en-US" altLang="en-US" sz="2400" b="0"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n"/>
            </a:pPr>
            <a:r>
              <a:rPr lang="zh-CN" altLang="en-US" sz="2400" b="1" dirty="0">
                <a:latin typeface="微软雅黑" panose="020B0503020204020204" pitchFamily="34" charset="-122"/>
                <a:ea typeface="微软雅黑" panose="020B0503020204020204" pitchFamily="34" charset="-122"/>
              </a:rPr>
              <a:t>申请</a:t>
            </a:r>
            <a:r>
              <a:rPr lang="zh-CN" altLang="en-US" sz="24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FF0000"/>
                </a:solidFill>
                <a:latin typeface="微软雅黑" panose="020B0503020204020204" pitchFamily="34" charset="-122"/>
                <a:ea typeface="微软雅黑" panose="020B0503020204020204" pitchFamily="34" charset="-122"/>
              </a:rPr>
              <a:t>P</a:t>
            </a:r>
            <a:r>
              <a:rPr lang="zh-CN" altLang="en-US" sz="2400" b="1" dirty="0">
                <a:solidFill>
                  <a:srgbClr val="FF0000"/>
                </a:solidFill>
                <a:latin typeface="微软雅黑" panose="020B0503020204020204" pitchFamily="34" charset="-122"/>
                <a:ea typeface="微软雅黑" panose="020B0503020204020204" pitchFamily="34" charset="-122"/>
              </a:rPr>
              <a:t>操作）</a:t>
            </a:r>
            <a:r>
              <a:rPr lang="zh-CN" altLang="en-US" sz="2400" b="1" dirty="0">
                <a:solidFill>
                  <a:srgbClr val="FF0000"/>
                </a:solidFill>
              </a:rPr>
              <a:t>：</a:t>
            </a:r>
            <a:r>
              <a:rPr lang="zh-CN" altLang="en-US" sz="2400" dirty="0">
                <a:latin typeface="微软雅黑" panose="020B0503020204020204" pitchFamily="34" charset="-122"/>
                <a:ea typeface="微软雅黑" panose="020B0503020204020204" pitchFamily="34" charset="-122"/>
              </a:rPr>
              <a:t>进程可能会等到它可以获取资源</a:t>
            </a:r>
            <a:r>
              <a:rPr lang="en-US" altLang="zh-CN" sz="2400" dirty="0">
                <a:latin typeface="微软雅黑" panose="020B0503020204020204" pitchFamily="34" charset="-122"/>
                <a:ea typeface="微软雅黑" panose="020B0503020204020204" pitchFamily="34" charset="-122"/>
              </a:rPr>
              <a:t>	</a:t>
            </a:r>
          </a:p>
          <a:p>
            <a:pPr lvl="1">
              <a:lnSpc>
                <a:spcPct val="150000"/>
              </a:lnSpc>
              <a:buFont typeface="Wingdings" panose="05000000000000000000" pitchFamily="2" charset="2"/>
              <a:buChar char="n"/>
            </a:pPr>
            <a:r>
              <a:rPr lang="zh-CN" altLang="en-US" sz="2400" b="1" dirty="0">
                <a:latin typeface="微软雅黑" panose="020B0503020204020204" pitchFamily="34" charset="-122"/>
                <a:ea typeface="微软雅黑" panose="020B0503020204020204" pitchFamily="34" charset="-122"/>
              </a:rPr>
              <a:t>使用</a:t>
            </a:r>
            <a:r>
              <a:rPr lang="zh-CN" altLang="en-US" sz="2400" b="1" dirty="0">
                <a:solidFill>
                  <a:srgbClr val="FF0000"/>
                </a:solidFill>
                <a:latin typeface="微软雅黑" panose="020B0503020204020204" pitchFamily="34" charset="-122"/>
                <a:ea typeface="微软雅黑" panose="020B0503020204020204" pitchFamily="34" charset="-122"/>
              </a:rPr>
              <a:t>（临界区）</a:t>
            </a:r>
          </a:p>
          <a:p>
            <a:pPr lvl="1">
              <a:lnSpc>
                <a:spcPct val="150000"/>
              </a:lnSpc>
              <a:buFont typeface="Wingdings" panose="05000000000000000000" pitchFamily="2" charset="2"/>
              <a:buChar char="n"/>
            </a:pPr>
            <a:r>
              <a:rPr lang="zh-CN" altLang="en-US" sz="2400" b="1" dirty="0">
                <a:latin typeface="微软雅黑" panose="020B0503020204020204" pitchFamily="34" charset="-122"/>
                <a:ea typeface="微软雅黑" panose="020B0503020204020204" pitchFamily="34" charset="-122"/>
              </a:rPr>
              <a:t>释放</a:t>
            </a:r>
            <a:r>
              <a:rPr lang="zh-CN" altLang="en-US" sz="24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FF0000"/>
                </a:solidFill>
                <a:latin typeface="微软雅黑" panose="020B0503020204020204" pitchFamily="34" charset="-122"/>
                <a:ea typeface="微软雅黑" panose="020B0503020204020204" pitchFamily="34" charset="-122"/>
              </a:rPr>
              <a:t>V</a:t>
            </a:r>
            <a:r>
              <a:rPr lang="zh-CN" altLang="en-US" sz="2400" b="1" dirty="0">
                <a:solidFill>
                  <a:srgbClr val="FF0000"/>
                </a:solidFill>
                <a:latin typeface="微软雅黑" panose="020B0503020204020204" pitchFamily="34" charset="-122"/>
                <a:ea typeface="微软雅黑" panose="020B0503020204020204" pitchFamily="34" charset="-122"/>
              </a:rPr>
              <a:t>操作）</a:t>
            </a:r>
            <a:endParaRPr lang="en-US" altLang="en-US" sz="24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a:extLst>
              <a:ext uri="{FF2B5EF4-FFF2-40B4-BE49-F238E27FC236}">
                <a16:creationId xmlns:a16="http://schemas.microsoft.com/office/drawing/2014/main" id="{4F0EEFDA-2173-4BA0-B062-973E99804129}"/>
              </a:ext>
            </a:extLst>
          </p:cNvPr>
          <p:cNvSpPr>
            <a:spLocks noGrp="1" noChangeArrowheads="1"/>
          </p:cNvSpPr>
          <p:nvPr>
            <p:ph type="body" idx="1"/>
          </p:nvPr>
        </p:nvSpPr>
        <p:spPr>
          <a:xfrm>
            <a:off x="619443" y="1017800"/>
            <a:ext cx="11098424" cy="4021137"/>
          </a:xfrm>
        </p:spPr>
        <p:txBody>
          <a:bodyPr lIns="68580" tIns="34290" rIns="68580" bIns="34290"/>
          <a:lstStyle/>
          <a:p>
            <a:pPr>
              <a:lnSpc>
                <a:spcPct val="200000"/>
              </a:lnSpc>
              <a:buFont typeface="Wingdings" panose="05000000000000000000" pitchFamily="2" charset="2"/>
              <a:buChar char="p"/>
            </a:pPr>
            <a:r>
              <a:rPr lang="zh-CN" altLang="en-US" sz="2400" b="0" dirty="0">
                <a:latin typeface="微软雅黑" panose="020B0503020204020204" pitchFamily="34" charset="-122"/>
                <a:ea typeface="微软雅黑" panose="020B0503020204020204" pitchFamily="34" charset="-122"/>
              </a:rPr>
              <a:t>资源</a:t>
            </a:r>
            <a:endParaRPr lang="en-US" altLang="zh-CN" sz="2400" b="0" dirty="0">
              <a:latin typeface="微软雅黑" panose="020B0503020204020204" pitchFamily="34" charset="-122"/>
              <a:ea typeface="微软雅黑" panose="020B0503020204020204" pitchFamily="34" charset="-122"/>
            </a:endParaRPr>
          </a:p>
          <a:p>
            <a:pPr lvl="1">
              <a:lnSpc>
                <a:spcPct val="200000"/>
              </a:lnSpc>
              <a:buFont typeface="Wingdings" panose="05000000000000000000" pitchFamily="2" charset="2"/>
              <a:buChar char="n"/>
            </a:pPr>
            <a:r>
              <a:rPr lang="zh-CN" altLang="en-US" sz="2400" b="1" dirty="0">
                <a:latin typeface="微软雅黑" panose="020B0503020204020204" pitchFamily="34" charset="-122"/>
                <a:ea typeface="微软雅黑" panose="020B0503020204020204" pitchFamily="34" charset="-122"/>
              </a:rPr>
              <a:t>物理资源（打印机、扫描仪）</a:t>
            </a:r>
            <a:endParaRPr lang="en-US" altLang="en-US" sz="2400" b="1" dirty="0">
              <a:latin typeface="微软雅黑" panose="020B0503020204020204" pitchFamily="34" charset="-122"/>
              <a:ea typeface="微软雅黑" panose="020B0503020204020204" pitchFamily="34" charset="-122"/>
            </a:endParaRPr>
          </a:p>
          <a:p>
            <a:pPr lvl="1">
              <a:lnSpc>
                <a:spcPct val="200000"/>
              </a:lnSpc>
              <a:buFont typeface="Wingdings" panose="05000000000000000000" pitchFamily="2" charset="2"/>
              <a:buChar char="n"/>
            </a:pPr>
            <a:r>
              <a:rPr lang="zh-CN" altLang="en-US" sz="2400" b="1" dirty="0">
                <a:latin typeface="微软雅黑" panose="020B0503020204020204" pitchFamily="34" charset="-122"/>
                <a:ea typeface="微软雅黑" panose="020B0503020204020204" pitchFamily="34" charset="-122"/>
              </a:rPr>
              <a:t>逻辑资源（信号量、互斥锁、文件）</a:t>
            </a:r>
            <a:endParaRPr lang="en-US" altLang="en-US" sz="2400" b="1" dirty="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p"/>
            </a:pPr>
            <a:r>
              <a:rPr lang="zh-CN" altLang="en-US" sz="2400" b="0" dirty="0">
                <a:latin typeface="微软雅黑" panose="020B0503020204020204" pitchFamily="34" charset="-122"/>
                <a:ea typeface="微软雅黑" panose="020B0503020204020204" pitchFamily="34" charset="-122"/>
              </a:rPr>
              <a:t>死锁涉及</a:t>
            </a:r>
            <a:r>
              <a:rPr lang="zh-CN" altLang="en-US" sz="2400" dirty="0">
                <a:solidFill>
                  <a:srgbClr val="FF0000"/>
                </a:solidFill>
                <a:latin typeface="微软雅黑" panose="020B0503020204020204" pitchFamily="34" charset="-122"/>
                <a:ea typeface="微软雅黑" panose="020B0503020204020204" pitchFamily="34" charset="-122"/>
              </a:rPr>
              <a:t>相同</a:t>
            </a:r>
            <a:r>
              <a:rPr lang="zh-CN" altLang="en-US" sz="2400" b="0" dirty="0">
                <a:latin typeface="微软雅黑" panose="020B0503020204020204" pitchFamily="34" charset="-122"/>
                <a:ea typeface="微软雅黑" panose="020B0503020204020204" pitchFamily="34" charset="-122"/>
              </a:rPr>
              <a:t>资源类型，也可能涉及</a:t>
            </a:r>
            <a:r>
              <a:rPr lang="zh-CN" altLang="en-US" sz="2400" dirty="0">
                <a:solidFill>
                  <a:srgbClr val="FF0000"/>
                </a:solidFill>
                <a:latin typeface="微软雅黑" panose="020B0503020204020204" pitchFamily="34" charset="-122"/>
                <a:ea typeface="微软雅黑" panose="020B0503020204020204" pitchFamily="34" charset="-122"/>
              </a:rPr>
              <a:t>不同</a:t>
            </a:r>
            <a:r>
              <a:rPr lang="zh-CN" altLang="en-US" sz="2400" b="0" dirty="0">
                <a:latin typeface="微软雅黑" panose="020B0503020204020204" pitchFamily="34" charset="-122"/>
                <a:ea typeface="微软雅黑" panose="020B0503020204020204" pitchFamily="34" charset="-122"/>
              </a:rPr>
              <a:t>的资源类型</a:t>
            </a:r>
            <a:endParaRPr lang="en-US" altLang="zh-CN" sz="2400" b="0" dirty="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p"/>
            </a:pPr>
            <a:r>
              <a:rPr lang="zh-CN" altLang="en-US" sz="2400" dirty="0">
                <a:solidFill>
                  <a:srgbClr val="0070C0"/>
                </a:solidFill>
                <a:latin typeface="微软雅黑" panose="020B0503020204020204" pitchFamily="34" charset="-122"/>
                <a:ea typeface="微软雅黑" panose="020B0503020204020204" pitchFamily="34" charset="-122"/>
              </a:rPr>
              <a:t>多线程应用</a:t>
            </a:r>
            <a:r>
              <a:rPr lang="zh-CN" altLang="en-US" sz="2400" b="0" dirty="0">
                <a:latin typeface="微软雅黑" panose="020B0503020204020204" pitchFamily="34" charset="-122"/>
                <a:ea typeface="微软雅黑" panose="020B0503020204020204" pitchFamily="34" charset="-122"/>
              </a:rPr>
              <a:t>的开发者必须时刻警惕死锁的可能性</a:t>
            </a:r>
            <a:r>
              <a:rPr lang="zh-CN" altLang="en-US" sz="2400" dirty="0">
                <a:solidFill>
                  <a:srgbClr val="0070C0"/>
                </a:solidFill>
                <a:latin typeface="微软雅黑" panose="020B0503020204020204" pitchFamily="34" charset="-122"/>
                <a:ea typeface="微软雅黑" panose="020B0503020204020204" pitchFamily="34" charset="-122"/>
              </a:rPr>
              <a:t>（锁工具）</a:t>
            </a:r>
            <a:endParaRPr lang="en-US" altLang="en-US" sz="2400" dirty="0">
              <a:solidFill>
                <a:srgbClr val="0070C0"/>
              </a:solidFill>
              <a:latin typeface="微软雅黑" panose="020B0503020204020204" pitchFamily="34" charset="-122"/>
              <a:ea typeface="微软雅黑" panose="020B0503020204020204" pitchFamily="34" charset="-122"/>
            </a:endParaRPr>
          </a:p>
        </p:txBody>
      </p:sp>
      <p:sp>
        <p:nvSpPr>
          <p:cNvPr id="4" name="Rectangle 2">
            <a:extLst>
              <a:ext uri="{FF2B5EF4-FFF2-40B4-BE49-F238E27FC236}">
                <a16:creationId xmlns:a16="http://schemas.microsoft.com/office/drawing/2014/main" id="{22CDCE27-BD94-475E-A6CD-58892BA216AE}"/>
              </a:ext>
            </a:extLst>
          </p:cNvPr>
          <p:cNvSpPr txBox="1">
            <a:spLocks noChangeArrowheads="1"/>
          </p:cNvSpPr>
          <p:nvPr/>
        </p:nvSpPr>
        <p:spPr bwMode="auto">
          <a:xfrm>
            <a:off x="1970088" y="234950"/>
            <a:ext cx="8229600" cy="576263"/>
          </a:xfrm>
          <a:prstGeom prst="rect">
            <a:avLst/>
          </a:prstGeom>
          <a:noFill/>
          <a:ln>
            <a:noFill/>
          </a:ln>
        </p:spPr>
        <p:txBody>
          <a:bodyPr anchor="b"/>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defRPr/>
            </a:pPr>
            <a:r>
              <a:rPr lang="zh-CN" altLang="en-US" kern="0">
                <a:latin typeface="微软雅黑" panose="020B0503020204020204" pitchFamily="34" charset="-122"/>
                <a:ea typeface="微软雅黑" panose="020B0503020204020204" pitchFamily="34" charset="-122"/>
              </a:rPr>
              <a:t>系统模型</a:t>
            </a:r>
            <a:endParaRPr lang="en-US" altLang="en-US" kern="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AC027188-0C18-4FC9-9A7B-06532EE5266B}"/>
              </a:ext>
            </a:extLst>
          </p:cNvPr>
          <p:cNvSpPr>
            <a:spLocks noGrp="1" noChangeArrowheads="1"/>
          </p:cNvSpPr>
          <p:nvPr>
            <p:ph type="title"/>
          </p:nvPr>
        </p:nvSpPr>
        <p:spPr>
          <a:xfrm>
            <a:off x="2262188" y="241300"/>
            <a:ext cx="7937500" cy="576263"/>
          </a:xfrm>
        </p:spPr>
        <p:txBody>
          <a:bodyPr/>
          <a:lstStyle/>
          <a:p>
            <a:pPr eaLnBrk="1" hangingPunct="1"/>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死锁</a:t>
            </a:r>
            <a:r>
              <a:rPr lang="zh-CN" altLang="en-US" dirty="0">
                <a:solidFill>
                  <a:srgbClr val="0070C0"/>
                </a:solidFill>
                <a:latin typeface="微软雅黑" panose="020B0503020204020204" pitchFamily="34" charset="-122"/>
                <a:ea typeface="微软雅黑" panose="020B0503020204020204" pitchFamily="34" charset="-122"/>
              </a:rPr>
              <a:t>特征</a:t>
            </a:r>
            <a:endParaRPr lang="en-US" altLang="en-US" dirty="0">
              <a:solidFill>
                <a:srgbClr val="0070C0"/>
              </a:solidFill>
              <a:latin typeface="微软雅黑" panose="020B0503020204020204" pitchFamily="34" charset="-122"/>
              <a:ea typeface="微软雅黑" panose="020B0503020204020204" pitchFamily="34" charset="-122"/>
            </a:endParaRPr>
          </a:p>
        </p:txBody>
      </p:sp>
      <p:sp>
        <p:nvSpPr>
          <p:cNvPr id="13316" name="Text Box 5">
            <a:extLst>
              <a:ext uri="{FF2B5EF4-FFF2-40B4-BE49-F238E27FC236}">
                <a16:creationId xmlns:a16="http://schemas.microsoft.com/office/drawing/2014/main" id="{16791F57-524B-4C90-A39E-DBE82B40B276}"/>
              </a:ext>
            </a:extLst>
          </p:cNvPr>
          <p:cNvSpPr txBox="1">
            <a:spLocks noChangeArrowheads="1"/>
          </p:cNvSpPr>
          <p:nvPr/>
        </p:nvSpPr>
        <p:spPr bwMode="auto">
          <a:xfrm>
            <a:off x="605948" y="1007087"/>
            <a:ext cx="11281252" cy="5319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lvl1pPr marL="341313" indent="-341313" eaLnBrk="0" fontAlgn="base" hangingPunct="0">
              <a:lnSpc>
                <a:spcPct val="150000"/>
              </a:lnSpc>
              <a:spcBef>
                <a:spcPct val="35000"/>
              </a:spcBef>
              <a:spcAft>
                <a:spcPct val="0"/>
              </a:spcAft>
              <a:buClr>
                <a:srgbClr val="993300"/>
              </a:buClr>
              <a:buSzPct val="90000"/>
              <a:buFont typeface="Wingdings" panose="05000000000000000000" pitchFamily="2" charset="2"/>
              <a:buChar char="p"/>
              <a:defRPr kumimoji="1" sz="20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defRPr>
            </a:lvl1pPr>
            <a:lvl2pPr marL="741363" indent="-284163" eaLnBrk="0" fontAlgn="base" hangingPunct="0">
              <a:spcBef>
                <a:spcPct val="35000"/>
              </a:spcBef>
              <a:spcAft>
                <a:spcPct val="0"/>
              </a:spcAft>
              <a:buClr>
                <a:srgbClr val="CC6600"/>
              </a:buClr>
              <a:buSzPct val="80000"/>
              <a:buFont typeface="Wingdings" panose="05000000000000000000" pitchFamily="2" charset="2"/>
              <a:buChar char="n"/>
              <a:defRPr kumimoji="1" sz="2000" b="0">
                <a:latin typeface="微软雅黑" panose="020B0503020204020204" pitchFamily="34" charset="-122"/>
                <a:ea typeface="微软雅黑" panose="020B0503020204020204" pitchFamily="34" charset="-122"/>
                <a:cs typeface="微软雅黑" panose="020B0503020204020204" pitchFamily="34" charset="-122"/>
              </a:defRPr>
            </a:lvl2pPr>
            <a:lvl3pPr marL="1084263" indent="-227013" eaLnBrk="0" fontAlgn="base" hangingPunct="0">
              <a:spcBef>
                <a:spcPct val="35000"/>
              </a:spcBef>
              <a:spcAft>
                <a:spcPct val="0"/>
              </a:spcAft>
              <a:buClr>
                <a:srgbClr val="009900"/>
              </a:buClr>
              <a:buSzPct val="75000"/>
              <a:buFont typeface="Wingdings" panose="05000000000000000000" pitchFamily="2" charset="2"/>
              <a:buChar char="Ø"/>
              <a:defRPr kumimoji="1" b="0">
                <a:latin typeface="微软雅黑" panose="020B0503020204020204" pitchFamily="34" charset="-122"/>
                <a:ea typeface="微软雅黑" panose="020B0503020204020204" pitchFamily="34" charset="-122"/>
                <a:cs typeface="微软雅黑" panose="020B0503020204020204" pitchFamily="34" charset="-122"/>
              </a:defRPr>
            </a:lvl3pPr>
            <a:lvl4pPr marL="1427163" indent="-227013" eaLnBrk="0" fontAlgn="base" hangingPunct="0">
              <a:spcBef>
                <a:spcPct val="35000"/>
              </a:spcBef>
              <a:spcAft>
                <a:spcPct val="0"/>
              </a:spcAft>
              <a:buClr>
                <a:schemeClr val="hlink"/>
              </a:buClr>
              <a:buSzPct val="75000"/>
              <a:buFont typeface="Wingdings" panose="05000000000000000000" pitchFamily="2" charset="2"/>
              <a:buChar char="ü"/>
              <a:defRPr kumimoji="1" sz="1600" b="0">
                <a:latin typeface="微软雅黑" panose="020B0503020204020204" pitchFamily="34" charset="-122"/>
                <a:ea typeface="微软雅黑" panose="020B0503020204020204" pitchFamily="34" charset="-122"/>
                <a:cs typeface="微软雅黑" panose="020B0503020204020204" pitchFamily="34" charset="-122"/>
              </a:defRPr>
            </a:lvl4pPr>
            <a:lvl5pPr marL="1770063" indent="-227013" eaLnBrk="0" fontAlgn="base" hangingPunct="0">
              <a:spcBef>
                <a:spcPct val="35000"/>
              </a:spcBef>
              <a:spcAft>
                <a:spcPct val="0"/>
              </a:spcAft>
              <a:buClr>
                <a:srgbClr val="FF0066"/>
              </a:buClr>
              <a:buSzPct val="75000"/>
              <a:buFont typeface="Arial" panose="020B0604020202020204" pitchFamily="34" charset="0"/>
              <a:buChar char="•"/>
              <a:defRPr kumimoji="1" sz="1600" b="0">
                <a:latin typeface="微软雅黑" panose="020B0503020204020204" pitchFamily="34" charset="-122"/>
                <a:ea typeface="微软雅黑" panose="020B0503020204020204" pitchFamily="34" charset="-122"/>
                <a:cs typeface="微软雅黑" panose="020B0503020204020204" pitchFamily="34" charset="-122"/>
              </a:defRPr>
            </a:lvl5pPr>
            <a:lvl6pPr marL="2228738" indent="-228589" eaLnBrk="0" fontAlgn="base" hangingPunct="0">
              <a:spcBef>
                <a:spcPct val="35000"/>
              </a:spcBef>
              <a:spcAft>
                <a:spcPct val="0"/>
              </a:spcAft>
              <a:buClr>
                <a:srgbClr val="FF0066"/>
              </a:buClr>
              <a:buSzPct val="75000"/>
              <a:buChar char="»"/>
              <a:defRPr kumimoji="1">
                <a:ea typeface="ＭＳ Ｐゴシック" charset="-128"/>
              </a:defRPr>
            </a:lvl6pPr>
            <a:lvl7pPr marL="2685915" indent="-228589" eaLnBrk="0" fontAlgn="base" hangingPunct="0">
              <a:spcBef>
                <a:spcPct val="35000"/>
              </a:spcBef>
              <a:spcAft>
                <a:spcPct val="0"/>
              </a:spcAft>
              <a:buClr>
                <a:srgbClr val="FF0066"/>
              </a:buClr>
              <a:buSzPct val="75000"/>
              <a:buChar char="»"/>
              <a:defRPr kumimoji="1">
                <a:ea typeface="ＭＳ Ｐゴシック" charset="-128"/>
              </a:defRPr>
            </a:lvl7pPr>
            <a:lvl8pPr marL="3143093" indent="-228589" eaLnBrk="0" fontAlgn="base" hangingPunct="0">
              <a:spcBef>
                <a:spcPct val="35000"/>
              </a:spcBef>
              <a:spcAft>
                <a:spcPct val="0"/>
              </a:spcAft>
              <a:buClr>
                <a:srgbClr val="FF0066"/>
              </a:buClr>
              <a:buSzPct val="75000"/>
              <a:buChar char="»"/>
              <a:defRPr kumimoji="1">
                <a:ea typeface="ＭＳ Ｐゴシック" charset="-128"/>
              </a:defRPr>
            </a:lvl8pPr>
            <a:lvl9pPr marL="3600270" indent="-228589" eaLnBrk="0" fontAlgn="base" hangingPunct="0">
              <a:spcBef>
                <a:spcPct val="35000"/>
              </a:spcBef>
              <a:spcAft>
                <a:spcPct val="0"/>
              </a:spcAft>
              <a:buClr>
                <a:srgbClr val="FF0066"/>
              </a:buClr>
              <a:buSzPct val="75000"/>
              <a:buChar char="»"/>
              <a:defRPr kumimoji="1">
                <a:ea typeface="ＭＳ Ｐゴシック" charset="-128"/>
              </a:defRPr>
            </a:lvl9pPr>
          </a:lstStyle>
          <a:p>
            <a:pPr>
              <a:lnSpc>
                <a:spcPct val="200000"/>
              </a:lnSpc>
            </a:pPr>
            <a:r>
              <a:rPr lang="zh-CN" altLang="en-US" sz="2400" b="0" dirty="0">
                <a:solidFill>
                  <a:schemeClr val="tx1"/>
                </a:solidFill>
              </a:rPr>
              <a:t>如果四个条件同时成立，就会出现死锁。</a:t>
            </a:r>
            <a:endParaRPr lang="en-US" altLang="zh-CN" sz="2400" b="0" dirty="0">
              <a:solidFill>
                <a:schemeClr val="tx1"/>
              </a:solidFill>
            </a:endParaRPr>
          </a:p>
          <a:p>
            <a:pPr lvl="1">
              <a:lnSpc>
                <a:spcPct val="200000"/>
              </a:lnSpc>
            </a:pPr>
            <a:r>
              <a:rPr lang="zh-CN" altLang="en-US" sz="2400" b="1" kern="0" dirty="0"/>
              <a:t>互斥</a:t>
            </a:r>
            <a:r>
              <a:rPr lang="en-US" altLang="en-US" sz="2400" b="1" kern="0" dirty="0">
                <a:solidFill>
                  <a:srgbClr val="000000"/>
                </a:solidFill>
              </a:rPr>
              <a:t>: </a:t>
            </a:r>
            <a:r>
              <a:rPr lang="zh-CN" altLang="en-US" sz="2400" kern="0" dirty="0">
                <a:solidFill>
                  <a:srgbClr val="000000"/>
                </a:solidFill>
              </a:rPr>
              <a:t>一次只有一个进程可以使用一个资源</a:t>
            </a:r>
            <a:endParaRPr lang="en-US" altLang="en-US" sz="2400" kern="0" dirty="0">
              <a:solidFill>
                <a:srgbClr val="000000"/>
              </a:solidFill>
            </a:endParaRPr>
          </a:p>
          <a:p>
            <a:pPr lvl="1">
              <a:lnSpc>
                <a:spcPct val="200000"/>
              </a:lnSpc>
            </a:pPr>
            <a:r>
              <a:rPr lang="zh-CN" altLang="en-US" sz="2400" b="1" kern="0" dirty="0"/>
              <a:t>占有并等待</a:t>
            </a:r>
            <a:r>
              <a:rPr lang="en-US" altLang="en-US" sz="2400" b="1" kern="0" dirty="0">
                <a:solidFill>
                  <a:srgbClr val="000000"/>
                </a:solidFill>
              </a:rPr>
              <a:t>: </a:t>
            </a:r>
            <a:r>
              <a:rPr lang="zh-CN" altLang="en-US" sz="2400" kern="0" dirty="0">
                <a:solidFill>
                  <a:srgbClr val="000000"/>
                </a:solidFill>
              </a:rPr>
              <a:t>至少持有一个资源的进程正在等待获取其他进程持有的额外资源</a:t>
            </a:r>
            <a:endParaRPr lang="en-US" altLang="en-US" sz="2400" kern="0" dirty="0">
              <a:solidFill>
                <a:srgbClr val="000000"/>
              </a:solidFill>
            </a:endParaRPr>
          </a:p>
          <a:p>
            <a:pPr lvl="1">
              <a:lnSpc>
                <a:spcPct val="200000"/>
              </a:lnSpc>
            </a:pPr>
            <a:r>
              <a:rPr lang="zh-CN" altLang="en-US" sz="2400" b="1" kern="0" dirty="0"/>
              <a:t>非抢占</a:t>
            </a:r>
            <a:r>
              <a:rPr lang="en-US" altLang="en-US" sz="2400" b="1" kern="0" dirty="0">
                <a:solidFill>
                  <a:srgbClr val="000000"/>
                </a:solidFill>
              </a:rPr>
              <a:t>: </a:t>
            </a:r>
            <a:r>
              <a:rPr lang="zh-CN" altLang="en-US" sz="2400" kern="0" dirty="0">
                <a:solidFill>
                  <a:srgbClr val="000000"/>
                </a:solidFill>
              </a:rPr>
              <a:t>资源只能由持有它的进程在完成其任务后主动释放</a:t>
            </a:r>
            <a:endParaRPr lang="en-US" altLang="en-US" sz="2400" kern="0" dirty="0">
              <a:solidFill>
                <a:srgbClr val="000000"/>
              </a:solidFill>
            </a:endParaRPr>
          </a:p>
          <a:p>
            <a:pPr lvl="1">
              <a:lnSpc>
                <a:spcPct val="200000"/>
              </a:lnSpc>
            </a:pPr>
            <a:r>
              <a:rPr lang="zh-CN" altLang="en-US" sz="2400" b="1" kern="0" dirty="0"/>
              <a:t>循环等待</a:t>
            </a:r>
            <a:r>
              <a:rPr lang="en-US" altLang="zh-CN" sz="2400" b="1" kern="0" dirty="0">
                <a:solidFill>
                  <a:srgbClr val="000000"/>
                </a:solidFill>
              </a:rPr>
              <a:t>: </a:t>
            </a:r>
            <a:r>
              <a:rPr lang="zh-CN" altLang="en-US" sz="2400" kern="0" dirty="0">
                <a:solidFill>
                  <a:srgbClr val="000000"/>
                </a:solidFill>
              </a:rPr>
              <a:t>存在一组</a:t>
            </a:r>
            <a:r>
              <a:rPr lang="en-US" altLang="en-US" sz="2400" kern="0" dirty="0">
                <a:solidFill>
                  <a:srgbClr val="000000"/>
                </a:solidFill>
              </a:rPr>
              <a:t> {P0, P1, …, </a:t>
            </a:r>
            <a:r>
              <a:rPr lang="en-US" altLang="en-US" sz="2400" kern="0" dirty="0" err="1">
                <a:solidFill>
                  <a:srgbClr val="000000"/>
                </a:solidFill>
              </a:rPr>
              <a:t>Pn</a:t>
            </a:r>
            <a:r>
              <a:rPr lang="en-US" altLang="en-US" sz="2400" kern="0" dirty="0">
                <a:solidFill>
                  <a:srgbClr val="000000"/>
                </a:solidFill>
              </a:rPr>
              <a:t>} </a:t>
            </a:r>
            <a:r>
              <a:rPr lang="zh-CN" altLang="en-US" sz="2400" kern="0" dirty="0">
                <a:solidFill>
                  <a:srgbClr val="000000"/>
                </a:solidFill>
              </a:rPr>
              <a:t>使得</a:t>
            </a:r>
            <a:r>
              <a:rPr lang="en-US" altLang="en-US" sz="2400" kern="0" dirty="0">
                <a:solidFill>
                  <a:srgbClr val="000000"/>
                </a:solidFill>
              </a:rPr>
              <a:t>P0</a:t>
            </a:r>
            <a:r>
              <a:rPr lang="zh-CN" altLang="en-US" sz="2400" kern="0" dirty="0">
                <a:solidFill>
                  <a:srgbClr val="000000"/>
                </a:solidFill>
              </a:rPr>
              <a:t>等待由</a:t>
            </a:r>
            <a:r>
              <a:rPr lang="en-US" altLang="en-US" sz="2400" kern="0" dirty="0">
                <a:solidFill>
                  <a:srgbClr val="000000"/>
                </a:solidFill>
              </a:rPr>
              <a:t>P1</a:t>
            </a:r>
            <a:r>
              <a:rPr lang="zh-CN" altLang="en-US" sz="2400" kern="0" dirty="0">
                <a:solidFill>
                  <a:srgbClr val="000000"/>
                </a:solidFill>
              </a:rPr>
              <a:t>持有的资源，</a:t>
            </a:r>
            <a:r>
              <a:rPr lang="en-US" altLang="en-US" sz="2400" kern="0" dirty="0">
                <a:solidFill>
                  <a:srgbClr val="000000"/>
                </a:solidFill>
              </a:rPr>
              <a:t>P1</a:t>
            </a:r>
            <a:r>
              <a:rPr lang="zh-CN" altLang="en-US" sz="2400" kern="0" dirty="0">
                <a:solidFill>
                  <a:srgbClr val="000000"/>
                </a:solidFill>
              </a:rPr>
              <a:t>等待由</a:t>
            </a:r>
            <a:r>
              <a:rPr lang="en-US" altLang="en-US" sz="2400" kern="0" dirty="0">
                <a:solidFill>
                  <a:srgbClr val="000000"/>
                </a:solidFill>
              </a:rPr>
              <a:t>P2</a:t>
            </a:r>
            <a:r>
              <a:rPr lang="zh-CN" altLang="en-US" sz="2400" kern="0" dirty="0">
                <a:solidFill>
                  <a:srgbClr val="000000"/>
                </a:solidFill>
              </a:rPr>
              <a:t>持有的资源，</a:t>
            </a:r>
            <a:r>
              <a:rPr lang="en-US" altLang="zh-CN" sz="2400" kern="0" dirty="0">
                <a:solidFill>
                  <a:srgbClr val="000000"/>
                </a:solidFill>
              </a:rPr>
              <a:t>…</a:t>
            </a:r>
            <a:r>
              <a:rPr lang="zh-CN" altLang="en-US" sz="2400" kern="0" dirty="0">
                <a:solidFill>
                  <a:srgbClr val="000000"/>
                </a:solidFill>
              </a:rPr>
              <a:t>，</a:t>
            </a:r>
            <a:r>
              <a:rPr lang="en-US" altLang="en-US" sz="2400" kern="0" dirty="0">
                <a:solidFill>
                  <a:srgbClr val="000000"/>
                </a:solidFill>
              </a:rPr>
              <a:t> </a:t>
            </a:r>
            <a:r>
              <a:rPr lang="en-US" altLang="en-US" sz="2400" kern="0" dirty="0" err="1">
                <a:solidFill>
                  <a:srgbClr val="000000"/>
                </a:solidFill>
              </a:rPr>
              <a:t>Pn</a:t>
            </a:r>
            <a:r>
              <a:rPr lang="en-US" altLang="en-US" sz="2400" kern="0" dirty="0">
                <a:solidFill>
                  <a:srgbClr val="000000"/>
                </a:solidFill>
              </a:rPr>
              <a:t>–1</a:t>
            </a:r>
            <a:r>
              <a:rPr lang="zh-CN" altLang="en-US" sz="2400" kern="0" dirty="0">
                <a:solidFill>
                  <a:srgbClr val="000000"/>
                </a:solidFill>
              </a:rPr>
              <a:t>等待由</a:t>
            </a:r>
            <a:r>
              <a:rPr lang="en-US" altLang="en-US" sz="2400" kern="0" dirty="0" err="1">
                <a:solidFill>
                  <a:srgbClr val="000000"/>
                </a:solidFill>
              </a:rPr>
              <a:t>Pn</a:t>
            </a:r>
            <a:r>
              <a:rPr lang="zh-CN" altLang="en-US" sz="2400" kern="0" dirty="0">
                <a:solidFill>
                  <a:srgbClr val="000000"/>
                </a:solidFill>
              </a:rPr>
              <a:t>持有的资源，</a:t>
            </a:r>
            <a:r>
              <a:rPr lang="en-US" altLang="en-US" sz="2400" kern="0" dirty="0">
                <a:solidFill>
                  <a:srgbClr val="000000"/>
                </a:solidFill>
              </a:rPr>
              <a:t> </a:t>
            </a:r>
            <a:r>
              <a:rPr lang="en-US" altLang="en-US" sz="2400" kern="0" dirty="0" err="1">
                <a:solidFill>
                  <a:srgbClr val="000000"/>
                </a:solidFill>
              </a:rPr>
              <a:t>Pn</a:t>
            </a:r>
            <a:r>
              <a:rPr lang="zh-CN" altLang="en-US" sz="2400" kern="0" dirty="0">
                <a:solidFill>
                  <a:srgbClr val="000000"/>
                </a:solidFill>
              </a:rPr>
              <a:t>等待由</a:t>
            </a:r>
            <a:r>
              <a:rPr lang="en-US" altLang="en-US" sz="2400" kern="0" dirty="0">
                <a:solidFill>
                  <a:srgbClr val="000000"/>
                </a:solidFill>
              </a:rPr>
              <a:t>P0</a:t>
            </a:r>
            <a:r>
              <a:rPr lang="zh-CN" altLang="en-US" sz="2400" kern="0" dirty="0">
                <a:solidFill>
                  <a:srgbClr val="000000"/>
                </a:solidFill>
              </a:rPr>
              <a:t>持有的资源</a:t>
            </a:r>
            <a:endParaRPr lang="en-US" altLang="en-US" sz="2400" kern="0" dirty="0">
              <a:solidFill>
                <a:srgbClr val="000000"/>
              </a:solidFill>
            </a:endParaRPr>
          </a:p>
          <a:p>
            <a:pPr>
              <a:lnSpc>
                <a:spcPct val="200000"/>
              </a:lnSpc>
            </a:pPr>
            <a:endParaRPr lang="en-US" altLang="en-US" sz="2400" b="0"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a:extLst>
              <a:ext uri="{FF2B5EF4-FFF2-40B4-BE49-F238E27FC236}">
                <a16:creationId xmlns:a16="http://schemas.microsoft.com/office/drawing/2014/main" id="{03FC30A2-F95D-4021-AB00-AD29DC90CD10}"/>
              </a:ext>
            </a:extLst>
          </p:cNvPr>
          <p:cNvSpPr>
            <a:spLocks noGrp="1" noChangeArrowheads="1"/>
          </p:cNvSpPr>
          <p:nvPr>
            <p:ph type="body" idx="1"/>
          </p:nvPr>
        </p:nvSpPr>
        <p:spPr>
          <a:xfrm>
            <a:off x="605897" y="994595"/>
            <a:ext cx="9554103" cy="1689048"/>
          </a:xfrm>
        </p:spPr>
        <p:txBody>
          <a:bodyPr wrap="square" anchor="ctr">
            <a:spAutoFit/>
          </a:bodyPr>
          <a:lstStyle/>
          <a:p>
            <a:pPr algn="just">
              <a:lnSpc>
                <a:spcPct val="150000"/>
              </a:lnSpc>
              <a:spcBef>
                <a:spcPts val="0"/>
              </a:spcBef>
              <a:buSzTx/>
              <a:buFont typeface="Wingdings" panose="05000000000000000000" pitchFamily="2" charset="2"/>
              <a:buChar char="p"/>
              <a:defRPr/>
            </a:pPr>
            <a:r>
              <a:rPr lang="zh-CN" altLang="en-US" dirty="0">
                <a:latin typeface="微软雅黑" panose="020B0503020204020204" pitchFamily="34" charset="-122"/>
                <a:ea typeface="微软雅黑" panose="020B0503020204020204" pitchFamily="34" charset="-122"/>
              </a:rPr>
              <a:t>死锁可能通过</a:t>
            </a:r>
            <a:r>
              <a:rPr lang="zh-CN" altLang="en-US" b="1" dirty="0">
                <a:latin typeface="微软雅黑" panose="020B0503020204020204" pitchFamily="34" charset="-122"/>
                <a:ea typeface="微软雅黑" panose="020B0503020204020204" pitchFamily="34" charset="-122"/>
              </a:rPr>
              <a:t>系统调用、锁定</a:t>
            </a:r>
            <a:r>
              <a:rPr lang="zh-CN" altLang="en-US" dirty="0">
                <a:latin typeface="微软雅黑" panose="020B0503020204020204" pitchFamily="34" charset="-122"/>
                <a:ea typeface="微软雅黑" panose="020B0503020204020204" pitchFamily="34" charset="-122"/>
              </a:rPr>
              <a:t>等发生。</a:t>
            </a:r>
            <a:endParaRPr lang="en-US" altLang="zh-CN" dirty="0">
              <a:latin typeface="微软雅黑" panose="020B0503020204020204" pitchFamily="34" charset="-122"/>
              <a:ea typeface="微软雅黑" panose="020B0503020204020204" pitchFamily="34" charset="-122"/>
            </a:endParaRPr>
          </a:p>
          <a:p>
            <a:pPr algn="just">
              <a:lnSpc>
                <a:spcPct val="150000"/>
              </a:lnSpc>
              <a:spcBef>
                <a:spcPts val="0"/>
              </a:spcBef>
              <a:buSzTx/>
              <a:buFont typeface="Wingdings" panose="05000000000000000000" pitchFamily="2" charset="2"/>
              <a:buChar char="p"/>
              <a:defRPr/>
            </a:pPr>
            <a:r>
              <a:rPr lang="zh-CN" altLang="en-US" dirty="0">
                <a:latin typeface="微软雅黑" panose="020B0503020204020204" pitchFamily="34" charset="-122"/>
                <a:ea typeface="微软雅黑" panose="020B0503020204020204" pitchFamily="34" charset="-122"/>
              </a:rPr>
              <a:t>请参阅</a:t>
            </a:r>
            <a:r>
              <a:rPr lang="zh-CN" altLang="en-US" dirty="0">
                <a:solidFill>
                  <a:srgbClr val="0070C0"/>
                </a:solidFill>
                <a:latin typeface="微软雅黑" panose="020B0503020204020204" pitchFamily="34" charset="-122"/>
                <a:ea typeface="微软雅黑" panose="020B0503020204020204" pitchFamily="34" charset="-122"/>
              </a:rPr>
              <a:t>互斥锁死锁</a:t>
            </a:r>
            <a:r>
              <a:rPr lang="zh-CN" altLang="en-US" dirty="0">
                <a:latin typeface="微软雅黑" panose="020B0503020204020204" pitchFamily="34" charset="-122"/>
                <a:ea typeface="微软雅黑" panose="020B0503020204020204" pitchFamily="34" charset="-122"/>
              </a:rPr>
              <a:t>的示例框</a:t>
            </a:r>
            <a:endParaRPr lang="en-US" altLang="en-US" dirty="0">
              <a:latin typeface="微软雅黑" panose="020B0503020204020204" pitchFamily="34" charset="-122"/>
              <a:ea typeface="微软雅黑" panose="020B0503020204020204" pitchFamily="34" charset="-122"/>
            </a:endParaRPr>
          </a:p>
          <a:p>
            <a:pPr lvl="1">
              <a:lnSpc>
                <a:spcPct val="150000"/>
              </a:lnSpc>
              <a:spcBef>
                <a:spcPts val="0"/>
              </a:spcBef>
              <a:defRPr/>
            </a:pPr>
            <a:r>
              <a:rPr lang="zh-CN" altLang="en-US" sz="2400" dirty="0"/>
              <a:t>在某些调度情况下死锁</a:t>
            </a:r>
            <a:r>
              <a:rPr lang="zh-CN" altLang="en-US" sz="2400" dirty="0">
                <a:latin typeface="微软雅黑" panose="020B0503020204020204" pitchFamily="34" charset="-122"/>
                <a:ea typeface="微软雅黑" panose="020B0503020204020204" pitchFamily="34" charset="-122"/>
              </a:rPr>
              <a:t>难以识别和测试</a:t>
            </a:r>
            <a:endParaRPr lang="en-US" altLang="en-US" sz="2400" kern="1200" dirty="0">
              <a:cs typeface="+mn-cs"/>
            </a:endParaRPr>
          </a:p>
        </p:txBody>
      </p:sp>
      <p:pic>
        <p:nvPicPr>
          <p:cNvPr id="2" name="图片 1">
            <a:extLst>
              <a:ext uri="{FF2B5EF4-FFF2-40B4-BE49-F238E27FC236}">
                <a16:creationId xmlns:a16="http://schemas.microsoft.com/office/drawing/2014/main" id="{52A9F071-6AC8-4CBC-AA41-AC5064C1E1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084" y="2860675"/>
            <a:ext cx="5275686" cy="3605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4" name="图片 2">
            <a:extLst>
              <a:ext uri="{FF2B5EF4-FFF2-40B4-BE49-F238E27FC236}">
                <a16:creationId xmlns:a16="http://schemas.microsoft.com/office/drawing/2014/main" id="{10A876F2-3019-4AAD-98A2-C00D7B3ED8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9757" y="2860675"/>
            <a:ext cx="5245523" cy="3613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a:extLst>
              <a:ext uri="{FF2B5EF4-FFF2-40B4-BE49-F238E27FC236}">
                <a16:creationId xmlns:a16="http://schemas.microsoft.com/office/drawing/2014/main" id="{79355234-7380-4892-B345-9F0AF9961DC4}"/>
              </a:ext>
            </a:extLst>
          </p:cNvPr>
          <p:cNvSpPr txBox="1">
            <a:spLocks noChangeArrowheads="1"/>
          </p:cNvSpPr>
          <p:nvPr/>
        </p:nvSpPr>
        <p:spPr bwMode="auto">
          <a:xfrm>
            <a:off x="2273300" y="241300"/>
            <a:ext cx="7937500" cy="576263"/>
          </a:xfrm>
          <a:prstGeom prst="rect">
            <a:avLst/>
          </a:prstGeom>
          <a:noFill/>
          <a:ln>
            <a:noFill/>
          </a:ln>
        </p:spPr>
        <p:txBody>
          <a:bodyPr anchor="b"/>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defRPr/>
            </a:pPr>
            <a:r>
              <a:rPr lang="zh-CN" altLang="en-US" kern="0" dirty="0">
                <a:latin typeface="微软雅黑" panose="020B0503020204020204" pitchFamily="34" charset="-122"/>
                <a:ea typeface="微软雅黑" panose="020B0503020204020204" pitchFamily="34" charset="-122"/>
              </a:rPr>
              <a:t>互斥锁死锁</a:t>
            </a:r>
            <a:endParaRPr lang="en-US" altLang="en-US" kern="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337BE03-D3EF-4772-85A3-78E4D5210AFD}"/>
              </a:ext>
            </a:extLst>
          </p:cNvPr>
          <p:cNvSpPr>
            <a:spLocks noGrp="1" noChangeArrowheads="1"/>
          </p:cNvSpPr>
          <p:nvPr>
            <p:ph type="title"/>
          </p:nvPr>
        </p:nvSpPr>
        <p:spPr>
          <a:xfrm>
            <a:off x="2527300" y="225425"/>
            <a:ext cx="7683500" cy="576263"/>
          </a:xfrm>
        </p:spPr>
        <p:txBody>
          <a:bodyPr/>
          <a:lstStyle/>
          <a:p>
            <a:pPr eaLnBrk="1" hangingPunct="1"/>
            <a:r>
              <a:rPr lang="zh-CN" altLang="en-US">
                <a:latin typeface="微软雅黑" panose="020B0503020204020204" pitchFamily="34" charset="-122"/>
                <a:ea typeface="微软雅黑" panose="020B0503020204020204" pitchFamily="34" charset="-122"/>
              </a:rPr>
              <a:t>资源分配图</a:t>
            </a:r>
            <a:endParaRPr lang="en-US" altLang="en-US">
              <a:latin typeface="微软雅黑" panose="020B0503020204020204" pitchFamily="34" charset="-122"/>
              <a:ea typeface="微软雅黑" panose="020B0503020204020204" pitchFamily="34" charset="-122"/>
            </a:endParaRPr>
          </a:p>
        </p:txBody>
      </p:sp>
      <p:sp>
        <p:nvSpPr>
          <p:cNvPr id="17411" name="Rectangle 3">
            <a:extLst>
              <a:ext uri="{FF2B5EF4-FFF2-40B4-BE49-F238E27FC236}">
                <a16:creationId xmlns:a16="http://schemas.microsoft.com/office/drawing/2014/main" id="{F06B35F9-1B3B-4A96-AEA2-40399DC38771}"/>
              </a:ext>
            </a:extLst>
          </p:cNvPr>
          <p:cNvSpPr>
            <a:spLocks noGrp="1" noChangeArrowheads="1"/>
          </p:cNvSpPr>
          <p:nvPr>
            <p:ph type="body" idx="1"/>
          </p:nvPr>
        </p:nvSpPr>
        <p:spPr>
          <a:xfrm>
            <a:off x="739775" y="1701800"/>
            <a:ext cx="10201275" cy="4019550"/>
          </a:xfrm>
        </p:spPr>
        <p:txBody>
          <a:bodyPr/>
          <a:lstStyle/>
          <a:p>
            <a:pPr>
              <a:lnSpc>
                <a:spcPct val="200000"/>
              </a:lnSpc>
              <a:buFont typeface="Wingdings" panose="05000000000000000000" pitchFamily="2" charset="2"/>
              <a:buChar char="p"/>
            </a:pPr>
            <a:r>
              <a:rPr lang="en-US" altLang="en-US" dirty="0">
                <a:latin typeface="微软雅黑" panose="020B0503020204020204" pitchFamily="34" charset="-122"/>
                <a:ea typeface="微软雅黑" panose="020B0503020204020204" pitchFamily="34" charset="-122"/>
              </a:rPr>
              <a:t>V </a:t>
            </a:r>
            <a:r>
              <a:rPr lang="zh-CN" altLang="en-US" dirty="0">
                <a:latin typeface="微软雅黑" panose="020B0503020204020204" pitchFamily="34" charset="-122"/>
                <a:ea typeface="微软雅黑" panose="020B0503020204020204" pitchFamily="34" charset="-122"/>
              </a:rPr>
              <a:t>被分为两个部分</a:t>
            </a:r>
            <a:r>
              <a:rPr lang="en-US" altLang="en-US" dirty="0">
                <a:latin typeface="微软雅黑" panose="020B0503020204020204" pitchFamily="34" charset="-122"/>
                <a:ea typeface="微软雅黑" panose="020B0503020204020204" pitchFamily="34" charset="-122"/>
              </a:rPr>
              <a:t>:</a:t>
            </a:r>
          </a:p>
          <a:p>
            <a:pPr lvl="1">
              <a:lnSpc>
                <a:spcPct val="200000"/>
              </a:lnSpc>
              <a:buFont typeface="Wingdings" panose="05000000000000000000" pitchFamily="2" charset="2"/>
              <a:buChar char="n"/>
            </a:pPr>
            <a:r>
              <a:rPr lang="en-US" altLang="en-US" sz="2400" b="1" i="1" dirty="0">
                <a:latin typeface="微软雅黑" panose="020B0503020204020204" pitchFamily="34" charset="-122"/>
                <a:ea typeface="微软雅黑" panose="020B0503020204020204" pitchFamily="34" charset="-122"/>
              </a:rPr>
              <a:t>P</a:t>
            </a:r>
            <a:r>
              <a:rPr lang="en-US" altLang="en-US" sz="2400" b="1" dirty="0">
                <a:latin typeface="微软雅黑" panose="020B0503020204020204" pitchFamily="34" charset="-122"/>
                <a:ea typeface="微软雅黑" panose="020B0503020204020204" pitchFamily="34" charset="-122"/>
              </a:rPr>
              <a:t> = { </a:t>
            </a:r>
            <a:r>
              <a:rPr lang="en-US" altLang="en-US" sz="2400" b="1" i="1" dirty="0">
                <a:latin typeface="微软雅黑" panose="020B0503020204020204" pitchFamily="34" charset="-122"/>
                <a:ea typeface="微软雅黑" panose="020B0503020204020204" pitchFamily="34" charset="-122"/>
              </a:rPr>
              <a:t>P</a:t>
            </a:r>
            <a:r>
              <a:rPr lang="en-US" altLang="en-US" sz="2400" b="1" baseline="-25000" dirty="0">
                <a:latin typeface="微软雅黑" panose="020B0503020204020204" pitchFamily="34" charset="-122"/>
                <a:ea typeface="微软雅黑" panose="020B0503020204020204" pitchFamily="34" charset="-122"/>
              </a:rPr>
              <a:t>1</a:t>
            </a:r>
            <a:r>
              <a:rPr lang="en-US" altLang="en-US" sz="2400" b="1" dirty="0">
                <a:latin typeface="微软雅黑" panose="020B0503020204020204" pitchFamily="34" charset="-122"/>
                <a:ea typeface="微软雅黑" panose="020B0503020204020204" pitchFamily="34" charset="-122"/>
              </a:rPr>
              <a:t>, </a:t>
            </a:r>
            <a:r>
              <a:rPr lang="en-US" altLang="en-US" sz="2400" b="1" i="1" dirty="0">
                <a:latin typeface="微软雅黑" panose="020B0503020204020204" pitchFamily="34" charset="-122"/>
                <a:ea typeface="微软雅黑" panose="020B0503020204020204" pitchFamily="34" charset="-122"/>
              </a:rPr>
              <a:t>P</a:t>
            </a:r>
            <a:r>
              <a:rPr lang="en-US" altLang="en-US" sz="2400" b="1" baseline="-25000" dirty="0">
                <a:latin typeface="微软雅黑" panose="020B0503020204020204" pitchFamily="34" charset="-122"/>
                <a:ea typeface="微软雅黑" panose="020B0503020204020204" pitchFamily="34" charset="-122"/>
              </a:rPr>
              <a:t>2</a:t>
            </a:r>
            <a:r>
              <a:rPr lang="en-US" altLang="en-US" sz="2400" b="1" dirty="0">
                <a:latin typeface="微软雅黑" panose="020B0503020204020204" pitchFamily="34" charset="-122"/>
                <a:ea typeface="微软雅黑" panose="020B0503020204020204" pitchFamily="34" charset="-122"/>
              </a:rPr>
              <a:t>, …, </a:t>
            </a:r>
            <a:r>
              <a:rPr lang="en-US" altLang="en-US" sz="2400" b="1" i="1" dirty="0" err="1">
                <a:latin typeface="微软雅黑" panose="020B0503020204020204" pitchFamily="34" charset="-122"/>
                <a:ea typeface="微软雅黑" panose="020B0503020204020204" pitchFamily="34" charset="-122"/>
              </a:rPr>
              <a:t>P</a:t>
            </a:r>
            <a:r>
              <a:rPr lang="en-US" altLang="en-US" sz="2400" b="1" i="1" baseline="-25000" dirty="0" err="1">
                <a:latin typeface="微软雅黑" panose="020B0503020204020204" pitchFamily="34" charset="-122"/>
                <a:ea typeface="微软雅黑" panose="020B0503020204020204" pitchFamily="34" charset="-122"/>
              </a:rPr>
              <a:t>n</a:t>
            </a:r>
            <a:r>
              <a:rPr lang="en-US" altLang="en-US" sz="2400" b="1" i="1" baseline="-25000" dirty="0">
                <a:latin typeface="微软雅黑" panose="020B0503020204020204" pitchFamily="34" charset="-122"/>
                <a:ea typeface="微软雅黑" panose="020B0503020204020204" pitchFamily="34" charset="-122"/>
              </a:rPr>
              <a:t> </a:t>
            </a:r>
            <a:r>
              <a:rPr lang="en-US" altLang="en-US" sz="2400" b="1"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a:t>
            </a:r>
            <a:r>
              <a:rPr lang="en-US" altLang="en-US"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系统中所有进程组成的集合</a:t>
            </a:r>
            <a:endParaRPr lang="en-US" altLang="zh-CN" sz="2400" dirty="0">
              <a:latin typeface="微软雅黑" panose="020B0503020204020204" pitchFamily="34" charset="-122"/>
              <a:ea typeface="微软雅黑" panose="020B0503020204020204" pitchFamily="34" charset="-122"/>
            </a:endParaRPr>
          </a:p>
          <a:p>
            <a:pPr lvl="1">
              <a:lnSpc>
                <a:spcPct val="200000"/>
              </a:lnSpc>
              <a:buFont typeface="Wingdings" panose="05000000000000000000" pitchFamily="2" charset="2"/>
              <a:buChar char="n"/>
            </a:pPr>
            <a:r>
              <a:rPr lang="en-US" altLang="en-US" sz="2400" b="1" i="1" dirty="0">
                <a:latin typeface="微软雅黑" panose="020B0503020204020204" pitchFamily="34" charset="-122"/>
                <a:ea typeface="微软雅黑" panose="020B0503020204020204" pitchFamily="34" charset="-122"/>
              </a:rPr>
              <a:t>R</a:t>
            </a:r>
            <a:r>
              <a:rPr lang="en-US" altLang="en-US" sz="2400" b="1" dirty="0">
                <a:latin typeface="微软雅黑" panose="020B0503020204020204" pitchFamily="34" charset="-122"/>
                <a:ea typeface="微软雅黑" panose="020B0503020204020204" pitchFamily="34" charset="-122"/>
              </a:rPr>
              <a:t> = { </a:t>
            </a:r>
            <a:r>
              <a:rPr lang="en-US" altLang="en-US" sz="2400" b="1" i="1" dirty="0">
                <a:latin typeface="微软雅黑" panose="020B0503020204020204" pitchFamily="34" charset="-122"/>
                <a:ea typeface="微软雅黑" panose="020B0503020204020204" pitchFamily="34" charset="-122"/>
              </a:rPr>
              <a:t>R</a:t>
            </a:r>
            <a:r>
              <a:rPr lang="en-US" altLang="en-US" sz="2400" b="1" baseline="-25000" dirty="0">
                <a:latin typeface="微软雅黑" panose="020B0503020204020204" pitchFamily="34" charset="-122"/>
                <a:ea typeface="微软雅黑" panose="020B0503020204020204" pitchFamily="34" charset="-122"/>
              </a:rPr>
              <a:t>1</a:t>
            </a:r>
            <a:r>
              <a:rPr lang="en-US" altLang="en-US" sz="2400" b="1" dirty="0">
                <a:latin typeface="微软雅黑" panose="020B0503020204020204" pitchFamily="34" charset="-122"/>
                <a:ea typeface="微软雅黑" panose="020B0503020204020204" pitchFamily="34" charset="-122"/>
              </a:rPr>
              <a:t>, </a:t>
            </a:r>
            <a:r>
              <a:rPr lang="en-US" altLang="en-US" sz="2400" b="1" i="1" dirty="0">
                <a:latin typeface="微软雅黑" panose="020B0503020204020204" pitchFamily="34" charset="-122"/>
                <a:ea typeface="微软雅黑" panose="020B0503020204020204" pitchFamily="34" charset="-122"/>
              </a:rPr>
              <a:t>R</a:t>
            </a:r>
            <a:r>
              <a:rPr lang="en-US" altLang="en-US" sz="2400" b="1" baseline="-25000" dirty="0">
                <a:latin typeface="微软雅黑" panose="020B0503020204020204" pitchFamily="34" charset="-122"/>
                <a:ea typeface="微软雅黑" panose="020B0503020204020204" pitchFamily="34" charset="-122"/>
              </a:rPr>
              <a:t>2</a:t>
            </a:r>
            <a:r>
              <a:rPr lang="en-US" altLang="en-US" sz="2400" b="1" dirty="0">
                <a:latin typeface="微软雅黑" panose="020B0503020204020204" pitchFamily="34" charset="-122"/>
                <a:ea typeface="微软雅黑" panose="020B0503020204020204" pitchFamily="34" charset="-122"/>
              </a:rPr>
              <a:t>, …, </a:t>
            </a:r>
            <a:r>
              <a:rPr lang="en-US" altLang="en-US" sz="2400" b="1" i="1" dirty="0">
                <a:latin typeface="微软雅黑" panose="020B0503020204020204" pitchFamily="34" charset="-122"/>
                <a:ea typeface="微软雅黑" panose="020B0503020204020204" pitchFamily="34" charset="-122"/>
              </a:rPr>
              <a:t>R</a:t>
            </a:r>
            <a:r>
              <a:rPr lang="en-US" altLang="en-US" sz="2400" b="1" i="1" baseline="-25000" dirty="0">
                <a:latin typeface="微软雅黑" panose="020B0503020204020204" pitchFamily="34" charset="-122"/>
                <a:ea typeface="微软雅黑" panose="020B0503020204020204" pitchFamily="34" charset="-122"/>
              </a:rPr>
              <a:t>m </a:t>
            </a:r>
            <a:r>
              <a:rPr lang="en-US" altLang="en-US" sz="2400" b="1"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，由系统中所有资源类型组成的集合</a:t>
            </a:r>
            <a:endParaRPr lang="en-US" altLang="en-US" sz="2400" dirty="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p"/>
            </a:pPr>
            <a:r>
              <a:rPr lang="zh-CN" altLang="en-US" dirty="0">
                <a:solidFill>
                  <a:srgbClr val="0070C0"/>
                </a:solidFill>
                <a:latin typeface="微软雅黑" panose="020B0503020204020204" pitchFamily="34" charset="-122"/>
                <a:ea typeface="微软雅黑" panose="020B0503020204020204" pitchFamily="34" charset="-122"/>
              </a:rPr>
              <a:t>请求边</a:t>
            </a:r>
            <a:r>
              <a:rPr lang="en-US" altLang="en-US" dirty="0">
                <a:solidFill>
                  <a:srgbClr val="0070C0"/>
                </a:solidFill>
                <a:latin typeface="微软雅黑" panose="020B0503020204020204" pitchFamily="34" charset="-122"/>
                <a:ea typeface="微软雅黑" panose="020B0503020204020204" pitchFamily="34" charset="-122"/>
              </a:rPr>
              <a:t> </a:t>
            </a:r>
            <a:r>
              <a:rPr lang="en-US" altLang="en-US"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有向边</a:t>
            </a:r>
            <a:r>
              <a:rPr lang="en-US" altLang="en-US" i="1" dirty="0">
                <a:latin typeface="微软雅黑" panose="020B0503020204020204" pitchFamily="34" charset="-122"/>
                <a:ea typeface="微软雅黑" panose="020B0503020204020204" pitchFamily="34" charset="-122"/>
              </a:rPr>
              <a:t>P</a:t>
            </a:r>
            <a:r>
              <a:rPr lang="en-US" altLang="en-US" i="1" baseline="-25000" dirty="0">
                <a:latin typeface="微软雅黑" panose="020B0503020204020204" pitchFamily="34" charset="-122"/>
                <a:ea typeface="微软雅黑" panose="020B0503020204020204" pitchFamily="34" charset="-122"/>
              </a:rPr>
              <a:t>i </a:t>
            </a:r>
            <a:r>
              <a:rPr lang="en-US" altLang="en-US" dirty="0">
                <a:latin typeface="微软雅黑" panose="020B0503020204020204" pitchFamily="34" charset="-122"/>
                <a:ea typeface="微软雅黑" panose="020B0503020204020204" pitchFamily="34" charset="-122"/>
                <a:sym typeface="Symbol" panose="05050102010706020507" pitchFamily="18" charset="2"/>
              </a:rPr>
              <a:t> </a:t>
            </a:r>
            <a:r>
              <a:rPr lang="en-US" altLang="en-US" i="1" dirty="0" err="1">
                <a:latin typeface="微软雅黑" panose="020B0503020204020204" pitchFamily="34" charset="-122"/>
                <a:ea typeface="微软雅黑" panose="020B0503020204020204" pitchFamily="34" charset="-122"/>
                <a:sym typeface="Symbol" panose="05050102010706020507" pitchFamily="18" charset="2"/>
              </a:rPr>
              <a:t>R</a:t>
            </a:r>
            <a:r>
              <a:rPr lang="en-US" altLang="en-US" i="1" baseline="-25000" dirty="0" err="1">
                <a:latin typeface="微软雅黑" panose="020B0503020204020204" pitchFamily="34" charset="-122"/>
                <a:ea typeface="微软雅黑" panose="020B0503020204020204" pitchFamily="34" charset="-122"/>
                <a:sym typeface="Symbol" panose="05050102010706020507" pitchFamily="18" charset="2"/>
              </a:rPr>
              <a:t>j</a:t>
            </a:r>
            <a:endParaRPr lang="en-US" altLang="en-US" i="1" baseline="-25000" dirty="0">
              <a:latin typeface="微软雅黑" panose="020B0503020204020204" pitchFamily="34" charset="-122"/>
              <a:ea typeface="微软雅黑" panose="020B0503020204020204" pitchFamily="34" charset="-122"/>
              <a:sym typeface="Symbol" panose="05050102010706020507" pitchFamily="18" charset="2"/>
            </a:endParaRPr>
          </a:p>
          <a:p>
            <a:pPr>
              <a:lnSpc>
                <a:spcPct val="200000"/>
              </a:lnSpc>
              <a:buFont typeface="Wingdings" panose="05000000000000000000" pitchFamily="2" charset="2"/>
              <a:buChar char="p"/>
            </a:pPr>
            <a:r>
              <a:rPr lang="zh-CN" altLang="en-US" dirty="0">
                <a:solidFill>
                  <a:srgbClr val="0070C0"/>
                </a:solidFill>
                <a:latin typeface="微软雅黑" panose="020B0503020204020204" pitchFamily="34" charset="-122"/>
                <a:ea typeface="微软雅黑" panose="020B0503020204020204" pitchFamily="34" charset="-122"/>
                <a:sym typeface="Symbol" panose="05050102010706020507" pitchFamily="18" charset="2"/>
              </a:rPr>
              <a:t>分配边</a:t>
            </a:r>
            <a:r>
              <a:rPr lang="en-US" altLang="en-US" dirty="0">
                <a:solidFill>
                  <a:srgbClr val="0070C0"/>
                </a:solidFill>
                <a:latin typeface="微软雅黑" panose="020B0503020204020204" pitchFamily="34" charset="-122"/>
                <a:ea typeface="微软雅黑" panose="020B0503020204020204" pitchFamily="34" charset="-122"/>
                <a:sym typeface="Symbol" panose="05050102010706020507" pitchFamily="18" charset="2"/>
              </a:rPr>
              <a:t> </a:t>
            </a:r>
            <a:r>
              <a:rPr lang="en-US" altLang="en-US"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有向边</a:t>
            </a:r>
            <a:r>
              <a:rPr lang="en-US" altLang="en-US" i="1" dirty="0" err="1">
                <a:latin typeface="微软雅黑" panose="020B0503020204020204" pitchFamily="34" charset="-122"/>
                <a:ea typeface="微软雅黑" panose="020B0503020204020204" pitchFamily="34" charset="-122"/>
              </a:rPr>
              <a:t>R</a:t>
            </a:r>
            <a:r>
              <a:rPr lang="en-US" altLang="en-US" i="1" baseline="-25000" dirty="0" err="1">
                <a:latin typeface="微软雅黑" panose="020B0503020204020204" pitchFamily="34" charset="-122"/>
                <a:ea typeface="微软雅黑" panose="020B0503020204020204" pitchFamily="34" charset="-122"/>
              </a:rPr>
              <a:t>j</a:t>
            </a:r>
            <a:r>
              <a:rPr lang="en-US" altLang="en-US" i="1" dirty="0">
                <a:latin typeface="微软雅黑" panose="020B0503020204020204" pitchFamily="34" charset="-122"/>
                <a:ea typeface="微软雅黑" panose="020B0503020204020204" pitchFamily="34" charset="-122"/>
              </a:rPr>
              <a:t> </a:t>
            </a:r>
            <a:r>
              <a:rPr lang="en-US" altLang="en-US" dirty="0">
                <a:latin typeface="微软雅黑" panose="020B0503020204020204" pitchFamily="34" charset="-122"/>
                <a:ea typeface="微软雅黑" panose="020B0503020204020204" pitchFamily="34" charset="-122"/>
                <a:sym typeface="Symbol" panose="05050102010706020507" pitchFamily="18" charset="2"/>
              </a:rPr>
              <a:t> </a:t>
            </a:r>
            <a:r>
              <a:rPr lang="en-US" altLang="en-US" i="1" dirty="0">
                <a:latin typeface="微软雅黑" panose="020B0503020204020204" pitchFamily="34" charset="-122"/>
                <a:ea typeface="微软雅黑" panose="020B0503020204020204" pitchFamily="34" charset="-122"/>
                <a:sym typeface="Symbol" panose="05050102010706020507" pitchFamily="18" charset="2"/>
              </a:rPr>
              <a:t>P</a:t>
            </a:r>
            <a:r>
              <a:rPr lang="en-US" altLang="en-US" i="1" baseline="-25000" dirty="0">
                <a:latin typeface="微软雅黑" panose="020B0503020204020204" pitchFamily="34" charset="-122"/>
                <a:ea typeface="微软雅黑" panose="020B0503020204020204" pitchFamily="34" charset="-122"/>
                <a:sym typeface="Symbol" panose="05050102010706020507" pitchFamily="18" charset="2"/>
              </a:rPr>
              <a:t>i</a:t>
            </a:r>
            <a:endParaRPr lang="en-US" altLang="en-US" dirty="0">
              <a:latin typeface="微软雅黑" panose="020B0503020204020204" pitchFamily="34" charset="-122"/>
              <a:ea typeface="微软雅黑" panose="020B0503020204020204" pitchFamily="34" charset="-122"/>
              <a:sym typeface="Symbol" panose="05050102010706020507" pitchFamily="18" charset="2"/>
            </a:endParaRPr>
          </a:p>
        </p:txBody>
      </p:sp>
      <p:sp>
        <p:nvSpPr>
          <p:cNvPr id="17412" name="Text Box 4">
            <a:extLst>
              <a:ext uri="{FF2B5EF4-FFF2-40B4-BE49-F238E27FC236}">
                <a16:creationId xmlns:a16="http://schemas.microsoft.com/office/drawing/2014/main" id="{D28E59C6-1FAB-41AB-A60F-83249DD72755}"/>
              </a:ext>
            </a:extLst>
          </p:cNvPr>
          <p:cNvSpPr txBox="1">
            <a:spLocks noChangeArrowheads="1"/>
          </p:cNvSpPr>
          <p:nvPr/>
        </p:nvSpPr>
        <p:spPr bwMode="auto">
          <a:xfrm>
            <a:off x="739775" y="1050281"/>
            <a:ext cx="42562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buFont typeface="Monotype Sorts" pitchFamily="-84" charset="2"/>
              <a:buNone/>
            </a:pPr>
            <a:r>
              <a:rPr lang="zh-CN" altLang="en-US" sz="2400" dirty="0">
                <a:latin typeface="微软雅黑" panose="020B0503020204020204" pitchFamily="34" charset="-122"/>
                <a:ea typeface="微软雅黑" panose="020B0503020204020204" pitchFamily="34" charset="-122"/>
              </a:rPr>
              <a:t>一组顶点的集合</a:t>
            </a:r>
            <a:r>
              <a:rPr lang="en-US" altLang="zh-CN" sz="2400" dirty="0">
                <a:latin typeface="微软雅黑" panose="020B0503020204020204" pitchFamily="34" charset="-122"/>
                <a:ea typeface="微软雅黑" panose="020B0503020204020204" pitchFamily="34" charset="-122"/>
              </a:rPr>
              <a:t>V</a:t>
            </a:r>
            <a:r>
              <a:rPr lang="zh-CN" altLang="en-US" sz="2400" dirty="0">
                <a:latin typeface="微软雅黑" panose="020B0503020204020204" pitchFamily="34" charset="-122"/>
                <a:ea typeface="微软雅黑" panose="020B0503020204020204" pitchFamily="34" charset="-122"/>
              </a:rPr>
              <a:t>和边的集合</a:t>
            </a:r>
            <a:r>
              <a:rPr lang="en-US" altLang="zh-CN" sz="2400" dirty="0">
                <a:latin typeface="微软雅黑" panose="020B0503020204020204" pitchFamily="34" charset="-122"/>
                <a:ea typeface="微软雅黑" panose="020B0503020204020204" pitchFamily="34" charset="-122"/>
              </a:rPr>
              <a:t>E</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F5693C32-0DF4-4724-AB51-DFEDA8BDFFD9}"/>
              </a:ext>
            </a:extLst>
          </p:cNvPr>
          <p:cNvSpPr>
            <a:spLocks noGrp="1" noChangeArrowheads="1"/>
          </p:cNvSpPr>
          <p:nvPr>
            <p:ph type="title"/>
          </p:nvPr>
        </p:nvSpPr>
        <p:spPr>
          <a:xfrm>
            <a:off x="2652713" y="241300"/>
            <a:ext cx="7810500" cy="576263"/>
          </a:xfrm>
        </p:spPr>
        <p:txBody>
          <a:bodyPr/>
          <a:lstStyle/>
          <a:p>
            <a:pPr eaLnBrk="1" hangingPunct="1"/>
            <a:r>
              <a:rPr lang="zh-CN" altLang="en-US">
                <a:latin typeface="微软雅黑" panose="020B0503020204020204" pitchFamily="34" charset="-122"/>
                <a:ea typeface="微软雅黑" panose="020B0503020204020204" pitchFamily="34" charset="-122"/>
              </a:rPr>
              <a:t>资源分配图</a:t>
            </a:r>
            <a:r>
              <a:rPr lang="en-US" altLang="en-US">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续</a:t>
            </a:r>
            <a:r>
              <a:rPr lang="en-US" altLang="en-US">
                <a:latin typeface="微软雅黑" panose="020B0503020204020204" pitchFamily="34" charset="-122"/>
                <a:ea typeface="微软雅黑" panose="020B0503020204020204" pitchFamily="34" charset="-122"/>
              </a:rPr>
              <a:t>)</a:t>
            </a:r>
          </a:p>
        </p:txBody>
      </p:sp>
      <p:sp>
        <p:nvSpPr>
          <p:cNvPr id="19459" name="Rectangle 3">
            <a:extLst>
              <a:ext uri="{FF2B5EF4-FFF2-40B4-BE49-F238E27FC236}">
                <a16:creationId xmlns:a16="http://schemas.microsoft.com/office/drawing/2014/main" id="{D5FBE514-A1F7-4D51-AF2F-D2A0121EA932}"/>
              </a:ext>
            </a:extLst>
          </p:cNvPr>
          <p:cNvSpPr>
            <a:spLocks noGrp="1" noChangeArrowheads="1"/>
          </p:cNvSpPr>
          <p:nvPr>
            <p:ph type="body" idx="1"/>
          </p:nvPr>
        </p:nvSpPr>
        <p:spPr>
          <a:xfrm>
            <a:off x="594571" y="1086166"/>
            <a:ext cx="7343775" cy="5072062"/>
          </a:xfrm>
        </p:spPr>
        <p:txBody>
          <a:bodyPr/>
          <a:lstStyle/>
          <a:p>
            <a:pPr>
              <a:lnSpc>
                <a:spcPct val="15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进程</a:t>
            </a:r>
            <a:endParaRPr lang="en-US" altLang="en-US"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pPr>
            <a:endParaRPr lang="en-US" altLang="zh-CN"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有</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个实例的资源类型</a:t>
            </a:r>
            <a:endParaRPr lang="en-US" altLang="en-US"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pPr>
            <a:endParaRPr lang="en-US" altLang="en-US" i="1"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pPr>
            <a:r>
              <a:rPr lang="en-US" altLang="en-US" i="1" dirty="0">
                <a:latin typeface="微软雅黑" panose="020B0503020204020204" pitchFamily="34" charset="-122"/>
                <a:ea typeface="微软雅黑" panose="020B0503020204020204" pitchFamily="34" charset="-122"/>
              </a:rPr>
              <a:t>P</a:t>
            </a:r>
            <a:r>
              <a:rPr lang="en-US" altLang="en-US" i="1" baseline="-25000" dirty="0">
                <a:latin typeface="微软雅黑" panose="020B0503020204020204" pitchFamily="34" charset="-122"/>
                <a:ea typeface="微软雅黑" panose="020B0503020204020204" pitchFamily="34" charset="-122"/>
              </a:rPr>
              <a:t>i</a:t>
            </a:r>
            <a:r>
              <a:rPr lang="en-US" altLang="en-US" i="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请求一个</a:t>
            </a:r>
            <a:r>
              <a:rPr lang="en-US" altLang="en-US" i="1" dirty="0" err="1">
                <a:latin typeface="微软雅黑" panose="020B0503020204020204" pitchFamily="34" charset="-122"/>
                <a:ea typeface="微软雅黑" panose="020B0503020204020204" pitchFamily="34" charset="-122"/>
              </a:rPr>
              <a:t>R</a:t>
            </a:r>
            <a:r>
              <a:rPr lang="en-US" altLang="en-US" i="1" baseline="-25000" dirty="0" err="1">
                <a:latin typeface="微软雅黑" panose="020B0503020204020204" pitchFamily="34" charset="-122"/>
                <a:ea typeface="微软雅黑" panose="020B0503020204020204" pitchFamily="34" charset="-122"/>
              </a:rPr>
              <a:t>j</a:t>
            </a:r>
            <a:r>
              <a:rPr lang="en-US" altLang="en-US" i="1" baseline="-250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的实例</a:t>
            </a:r>
            <a:endParaRPr lang="en-US" altLang="en-US"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pPr>
            <a:endParaRPr lang="en-US" altLang="en-US" i="1"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pPr>
            <a:r>
              <a:rPr lang="en-US" altLang="en-US" i="1" dirty="0">
                <a:latin typeface="微软雅黑" panose="020B0503020204020204" pitchFamily="34" charset="-122"/>
                <a:ea typeface="微软雅黑" panose="020B0503020204020204" pitchFamily="34" charset="-122"/>
              </a:rPr>
              <a:t>P</a:t>
            </a:r>
            <a:r>
              <a:rPr lang="en-US" altLang="en-US" i="1" baseline="-25000" dirty="0">
                <a:latin typeface="微软雅黑" panose="020B0503020204020204" pitchFamily="34" charset="-122"/>
                <a:ea typeface="微软雅黑" panose="020B0503020204020204" pitchFamily="34" charset="-122"/>
              </a:rPr>
              <a:t>i</a:t>
            </a:r>
            <a:r>
              <a:rPr lang="en-US" altLang="en-US"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持有一个</a:t>
            </a:r>
            <a:r>
              <a:rPr lang="en-US" altLang="en-US" i="1" dirty="0" err="1">
                <a:latin typeface="微软雅黑" panose="020B0503020204020204" pitchFamily="34" charset="-122"/>
                <a:ea typeface="微软雅黑" panose="020B0503020204020204" pitchFamily="34" charset="-122"/>
              </a:rPr>
              <a:t>R</a:t>
            </a:r>
            <a:r>
              <a:rPr lang="en-US" altLang="en-US" i="1" baseline="-25000" dirty="0" err="1">
                <a:latin typeface="微软雅黑" panose="020B0503020204020204" pitchFamily="34" charset="-122"/>
                <a:ea typeface="微软雅黑" panose="020B0503020204020204" pitchFamily="34" charset="-122"/>
              </a:rPr>
              <a:t>j</a:t>
            </a:r>
            <a:r>
              <a:rPr lang="en-US" altLang="en-US" i="1" baseline="-250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的实例</a:t>
            </a:r>
            <a:endParaRPr lang="en-US" altLang="en-US" i="1" dirty="0">
              <a:latin typeface="微软雅黑" panose="020B0503020204020204" pitchFamily="34" charset="-122"/>
              <a:ea typeface="微软雅黑" panose="020B0503020204020204" pitchFamily="34" charset="-122"/>
            </a:endParaRPr>
          </a:p>
        </p:txBody>
      </p:sp>
      <p:sp>
        <p:nvSpPr>
          <p:cNvPr id="19460" name="Oval 4">
            <a:extLst>
              <a:ext uri="{FF2B5EF4-FFF2-40B4-BE49-F238E27FC236}">
                <a16:creationId xmlns:a16="http://schemas.microsoft.com/office/drawing/2014/main" id="{B6930D74-459F-4A90-81E8-9A358B6F730A}"/>
              </a:ext>
            </a:extLst>
          </p:cNvPr>
          <p:cNvSpPr>
            <a:spLocks noChangeArrowheads="1"/>
          </p:cNvSpPr>
          <p:nvPr/>
        </p:nvSpPr>
        <p:spPr bwMode="auto">
          <a:xfrm>
            <a:off x="5796333" y="1200983"/>
            <a:ext cx="495300" cy="495300"/>
          </a:xfrm>
          <a:prstGeom prst="ellipse">
            <a:avLst/>
          </a:prstGeom>
          <a:solidFill>
            <a:srgbClr val="CCECFF"/>
          </a:solidFill>
          <a:ln w="9525">
            <a:solidFill>
              <a:schemeClr val="tx1"/>
            </a:solidFill>
            <a:round/>
            <a:headEnd/>
            <a:tailEnd/>
          </a:ln>
        </p:spPr>
        <p:txBody>
          <a:bodyPr wrap="none" anchor="ct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endParaRPr kumimoji="0" lang="en-US" altLang="en-US">
              <a:latin typeface="Verdana" panose="020B0604030504040204" pitchFamily="34" charset="0"/>
            </a:endParaRPr>
          </a:p>
        </p:txBody>
      </p:sp>
      <p:sp>
        <p:nvSpPr>
          <p:cNvPr id="19461" name="Oval 5">
            <a:extLst>
              <a:ext uri="{FF2B5EF4-FFF2-40B4-BE49-F238E27FC236}">
                <a16:creationId xmlns:a16="http://schemas.microsoft.com/office/drawing/2014/main" id="{62962D62-27AB-4B2D-ACD9-FDB7D0B850C4}"/>
              </a:ext>
            </a:extLst>
          </p:cNvPr>
          <p:cNvSpPr>
            <a:spLocks noChangeArrowheads="1"/>
          </p:cNvSpPr>
          <p:nvPr/>
        </p:nvSpPr>
        <p:spPr bwMode="auto">
          <a:xfrm>
            <a:off x="5349452" y="5222296"/>
            <a:ext cx="495300" cy="495300"/>
          </a:xfrm>
          <a:prstGeom prst="ellipse">
            <a:avLst/>
          </a:prstGeom>
          <a:solidFill>
            <a:srgbClr val="CCECFF"/>
          </a:solidFill>
          <a:ln w="9525">
            <a:solidFill>
              <a:schemeClr val="tx1"/>
            </a:solidFill>
            <a:round/>
            <a:headEnd/>
            <a:tailEnd/>
          </a:ln>
        </p:spPr>
        <p:txBody>
          <a:bodyPr wrap="none" anchor="ct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kumimoji="0" lang="en-US" altLang="en-US" i="1"/>
              <a:t>P</a:t>
            </a:r>
            <a:r>
              <a:rPr kumimoji="0" lang="en-US" altLang="en-US" i="1" baseline="-25000"/>
              <a:t>i</a:t>
            </a:r>
            <a:endParaRPr kumimoji="0" lang="en-US" altLang="en-US"/>
          </a:p>
        </p:txBody>
      </p:sp>
      <p:sp>
        <p:nvSpPr>
          <p:cNvPr id="19462" name="Oval 6">
            <a:extLst>
              <a:ext uri="{FF2B5EF4-FFF2-40B4-BE49-F238E27FC236}">
                <a16:creationId xmlns:a16="http://schemas.microsoft.com/office/drawing/2014/main" id="{1F2E0686-C657-4E76-9C76-82BF907D5E8A}"/>
              </a:ext>
            </a:extLst>
          </p:cNvPr>
          <p:cNvSpPr>
            <a:spLocks noChangeArrowheads="1"/>
          </p:cNvSpPr>
          <p:nvPr/>
        </p:nvSpPr>
        <p:spPr bwMode="auto">
          <a:xfrm>
            <a:off x="5349452" y="3852428"/>
            <a:ext cx="495300" cy="495300"/>
          </a:xfrm>
          <a:prstGeom prst="ellipse">
            <a:avLst/>
          </a:prstGeom>
          <a:solidFill>
            <a:srgbClr val="CCECFF"/>
          </a:solidFill>
          <a:ln w="9525">
            <a:solidFill>
              <a:schemeClr val="tx1"/>
            </a:solidFill>
            <a:round/>
            <a:headEnd/>
            <a:tailEnd/>
          </a:ln>
        </p:spPr>
        <p:txBody>
          <a:bodyPr wrap="none" anchor="ct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0"/>
              </a:spcBef>
              <a:buClrTx/>
              <a:buSzTx/>
              <a:buFontTx/>
              <a:buNone/>
            </a:pPr>
            <a:r>
              <a:rPr kumimoji="0" lang="en-US" altLang="en-US" i="1"/>
              <a:t>P</a:t>
            </a:r>
            <a:r>
              <a:rPr kumimoji="0" lang="en-US" altLang="en-US" i="1" baseline="-25000"/>
              <a:t>i</a:t>
            </a:r>
            <a:endParaRPr kumimoji="0" lang="en-US" altLang="en-US" i="1"/>
          </a:p>
        </p:txBody>
      </p:sp>
      <p:grpSp>
        <p:nvGrpSpPr>
          <p:cNvPr id="2" name="Group 12">
            <a:extLst>
              <a:ext uri="{FF2B5EF4-FFF2-40B4-BE49-F238E27FC236}">
                <a16:creationId xmlns:a16="http://schemas.microsoft.com/office/drawing/2014/main" id="{ABA595CE-589C-483F-AF9D-079E2242C0B5}"/>
              </a:ext>
            </a:extLst>
          </p:cNvPr>
          <p:cNvGrpSpPr>
            <a:grpSpLocks/>
          </p:cNvGrpSpPr>
          <p:nvPr/>
        </p:nvGrpSpPr>
        <p:grpSpPr bwMode="auto">
          <a:xfrm>
            <a:off x="5816177" y="2586472"/>
            <a:ext cx="438150" cy="419100"/>
            <a:chOff x="2666" y="1966"/>
            <a:chExt cx="276" cy="264"/>
          </a:xfrm>
          <a:solidFill>
            <a:srgbClr val="CCECFF"/>
          </a:solidFill>
        </p:grpSpPr>
        <p:sp>
          <p:nvSpPr>
            <p:cNvPr id="10264" name="Rectangle 7">
              <a:extLst>
                <a:ext uri="{FF2B5EF4-FFF2-40B4-BE49-F238E27FC236}">
                  <a16:creationId xmlns:a16="http://schemas.microsoft.com/office/drawing/2014/main" id="{49DFDCD5-9F26-4339-9FA9-4C6CECF1B91A}"/>
                </a:ext>
              </a:extLst>
            </p:cNvPr>
            <p:cNvSpPr>
              <a:spLocks noChangeArrowheads="1"/>
            </p:cNvSpPr>
            <p:nvPr/>
          </p:nvSpPr>
          <p:spPr bwMode="auto">
            <a:xfrm>
              <a:off x="2666" y="1966"/>
              <a:ext cx="276" cy="264"/>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65" name="Rectangle 8">
              <a:extLst>
                <a:ext uri="{FF2B5EF4-FFF2-40B4-BE49-F238E27FC236}">
                  <a16:creationId xmlns:a16="http://schemas.microsoft.com/office/drawing/2014/main" id="{474232A1-68D3-444A-ABB4-7B7DF601E24E}"/>
                </a:ext>
              </a:extLst>
            </p:cNvPr>
            <p:cNvSpPr>
              <a:spLocks noChangeArrowheads="1"/>
            </p:cNvSpPr>
            <p:nvPr/>
          </p:nvSpPr>
          <p:spPr bwMode="auto">
            <a:xfrm>
              <a:off x="2736" y="2026"/>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66" name="Rectangle 9">
              <a:extLst>
                <a:ext uri="{FF2B5EF4-FFF2-40B4-BE49-F238E27FC236}">
                  <a16:creationId xmlns:a16="http://schemas.microsoft.com/office/drawing/2014/main" id="{2FABC457-F184-4816-A9D9-3CBACA9ACAC2}"/>
                </a:ext>
              </a:extLst>
            </p:cNvPr>
            <p:cNvSpPr>
              <a:spLocks noChangeArrowheads="1"/>
            </p:cNvSpPr>
            <p:nvPr/>
          </p:nvSpPr>
          <p:spPr bwMode="auto">
            <a:xfrm>
              <a:off x="2832" y="2026"/>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67" name="Rectangle 10">
              <a:extLst>
                <a:ext uri="{FF2B5EF4-FFF2-40B4-BE49-F238E27FC236}">
                  <a16:creationId xmlns:a16="http://schemas.microsoft.com/office/drawing/2014/main" id="{1CFB18AF-AE97-4E39-A39C-C760686BCB44}"/>
                </a:ext>
              </a:extLst>
            </p:cNvPr>
            <p:cNvSpPr>
              <a:spLocks noChangeArrowheads="1"/>
            </p:cNvSpPr>
            <p:nvPr/>
          </p:nvSpPr>
          <p:spPr bwMode="auto">
            <a:xfrm>
              <a:off x="2736" y="2108"/>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68" name="Rectangle 11">
              <a:extLst>
                <a:ext uri="{FF2B5EF4-FFF2-40B4-BE49-F238E27FC236}">
                  <a16:creationId xmlns:a16="http://schemas.microsoft.com/office/drawing/2014/main" id="{338FB929-F3C1-48B5-9577-E69B3CB614FE}"/>
                </a:ext>
              </a:extLst>
            </p:cNvPr>
            <p:cNvSpPr>
              <a:spLocks noChangeArrowheads="1"/>
            </p:cNvSpPr>
            <p:nvPr/>
          </p:nvSpPr>
          <p:spPr bwMode="auto">
            <a:xfrm>
              <a:off x="2832" y="2108"/>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grpSp>
        <p:nvGrpSpPr>
          <p:cNvPr id="3" name="Group 13">
            <a:extLst>
              <a:ext uri="{FF2B5EF4-FFF2-40B4-BE49-F238E27FC236}">
                <a16:creationId xmlns:a16="http://schemas.microsoft.com/office/drawing/2014/main" id="{1C51F7CD-CA28-427B-868A-58698FB7A6B6}"/>
              </a:ext>
            </a:extLst>
          </p:cNvPr>
          <p:cNvGrpSpPr>
            <a:grpSpLocks/>
          </p:cNvGrpSpPr>
          <p:nvPr/>
        </p:nvGrpSpPr>
        <p:grpSpPr bwMode="auto">
          <a:xfrm>
            <a:off x="6181302" y="3915928"/>
            <a:ext cx="438150" cy="419100"/>
            <a:chOff x="2666" y="1966"/>
            <a:chExt cx="276" cy="264"/>
          </a:xfrm>
          <a:solidFill>
            <a:srgbClr val="CCECFF"/>
          </a:solidFill>
        </p:grpSpPr>
        <p:sp>
          <p:nvSpPr>
            <p:cNvPr id="10259" name="Rectangle 14">
              <a:extLst>
                <a:ext uri="{FF2B5EF4-FFF2-40B4-BE49-F238E27FC236}">
                  <a16:creationId xmlns:a16="http://schemas.microsoft.com/office/drawing/2014/main" id="{357B6B3E-5FA8-4A64-A34C-E096B0C53B6E}"/>
                </a:ext>
              </a:extLst>
            </p:cNvPr>
            <p:cNvSpPr>
              <a:spLocks noChangeArrowheads="1"/>
            </p:cNvSpPr>
            <p:nvPr/>
          </p:nvSpPr>
          <p:spPr bwMode="auto">
            <a:xfrm>
              <a:off x="2666" y="1966"/>
              <a:ext cx="276" cy="264"/>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60" name="Rectangle 15">
              <a:extLst>
                <a:ext uri="{FF2B5EF4-FFF2-40B4-BE49-F238E27FC236}">
                  <a16:creationId xmlns:a16="http://schemas.microsoft.com/office/drawing/2014/main" id="{37C40734-3564-425B-A8D9-9FD1E485EC61}"/>
                </a:ext>
              </a:extLst>
            </p:cNvPr>
            <p:cNvSpPr>
              <a:spLocks noChangeArrowheads="1"/>
            </p:cNvSpPr>
            <p:nvPr/>
          </p:nvSpPr>
          <p:spPr bwMode="auto">
            <a:xfrm>
              <a:off x="2736" y="2026"/>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61" name="Rectangle 16">
              <a:extLst>
                <a:ext uri="{FF2B5EF4-FFF2-40B4-BE49-F238E27FC236}">
                  <a16:creationId xmlns:a16="http://schemas.microsoft.com/office/drawing/2014/main" id="{576BB790-D781-45BF-9D7E-7ECA37544231}"/>
                </a:ext>
              </a:extLst>
            </p:cNvPr>
            <p:cNvSpPr>
              <a:spLocks noChangeArrowheads="1"/>
            </p:cNvSpPr>
            <p:nvPr/>
          </p:nvSpPr>
          <p:spPr bwMode="auto">
            <a:xfrm>
              <a:off x="2832" y="2026"/>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62" name="Rectangle 17">
              <a:extLst>
                <a:ext uri="{FF2B5EF4-FFF2-40B4-BE49-F238E27FC236}">
                  <a16:creationId xmlns:a16="http://schemas.microsoft.com/office/drawing/2014/main" id="{750BE042-9360-4DA5-A27A-9AC2B89ACBA2}"/>
                </a:ext>
              </a:extLst>
            </p:cNvPr>
            <p:cNvSpPr>
              <a:spLocks noChangeArrowheads="1"/>
            </p:cNvSpPr>
            <p:nvPr/>
          </p:nvSpPr>
          <p:spPr bwMode="auto">
            <a:xfrm>
              <a:off x="2736" y="2108"/>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63" name="Rectangle 18">
              <a:extLst>
                <a:ext uri="{FF2B5EF4-FFF2-40B4-BE49-F238E27FC236}">
                  <a16:creationId xmlns:a16="http://schemas.microsoft.com/office/drawing/2014/main" id="{3B0FCE45-AA9A-42C1-8050-63B297E3688E}"/>
                </a:ext>
              </a:extLst>
            </p:cNvPr>
            <p:cNvSpPr>
              <a:spLocks noChangeArrowheads="1"/>
            </p:cNvSpPr>
            <p:nvPr/>
          </p:nvSpPr>
          <p:spPr bwMode="auto">
            <a:xfrm>
              <a:off x="2832" y="2108"/>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19465" name="Line 19">
            <a:extLst>
              <a:ext uri="{FF2B5EF4-FFF2-40B4-BE49-F238E27FC236}">
                <a16:creationId xmlns:a16="http://schemas.microsoft.com/office/drawing/2014/main" id="{D9BC0A80-F0B7-4694-A12E-D63E0D9925DB}"/>
              </a:ext>
            </a:extLst>
          </p:cNvPr>
          <p:cNvSpPr>
            <a:spLocks noChangeShapeType="1"/>
          </p:cNvSpPr>
          <p:nvPr/>
        </p:nvSpPr>
        <p:spPr bwMode="auto">
          <a:xfrm>
            <a:off x="5854277" y="4119128"/>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6" name="Text Box 20">
            <a:extLst>
              <a:ext uri="{FF2B5EF4-FFF2-40B4-BE49-F238E27FC236}">
                <a16:creationId xmlns:a16="http://schemas.microsoft.com/office/drawing/2014/main" id="{43DC33EC-6EBA-409D-A265-7D405B6ECAC5}"/>
              </a:ext>
            </a:extLst>
          </p:cNvPr>
          <p:cNvSpPr txBox="1">
            <a:spLocks noChangeArrowheads="1"/>
          </p:cNvSpPr>
          <p:nvPr/>
        </p:nvSpPr>
        <p:spPr bwMode="auto">
          <a:xfrm>
            <a:off x="6240040" y="4331853"/>
            <a:ext cx="3413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en-US" altLang="en-US" sz="1400" i="1"/>
              <a:t>R</a:t>
            </a:r>
            <a:r>
              <a:rPr kumimoji="0" lang="en-US" altLang="en-US" sz="1400" i="1" baseline="-25000"/>
              <a:t>j</a:t>
            </a:r>
            <a:endParaRPr kumimoji="0" lang="en-US" altLang="en-US" sz="1400" i="1"/>
          </a:p>
        </p:txBody>
      </p:sp>
      <p:grpSp>
        <p:nvGrpSpPr>
          <p:cNvPr id="4" name="Group 21">
            <a:extLst>
              <a:ext uri="{FF2B5EF4-FFF2-40B4-BE49-F238E27FC236}">
                <a16:creationId xmlns:a16="http://schemas.microsoft.com/office/drawing/2014/main" id="{0CADABF4-4AA2-47F3-A88B-1DB39A0F1DB4}"/>
              </a:ext>
            </a:extLst>
          </p:cNvPr>
          <p:cNvGrpSpPr>
            <a:grpSpLocks/>
          </p:cNvGrpSpPr>
          <p:nvPr/>
        </p:nvGrpSpPr>
        <p:grpSpPr bwMode="auto">
          <a:xfrm>
            <a:off x="6143202" y="5285796"/>
            <a:ext cx="438150" cy="419100"/>
            <a:chOff x="2666" y="1966"/>
            <a:chExt cx="276" cy="264"/>
          </a:xfrm>
          <a:solidFill>
            <a:srgbClr val="CCECFF"/>
          </a:solidFill>
        </p:grpSpPr>
        <p:sp>
          <p:nvSpPr>
            <p:cNvPr id="10254" name="Rectangle 22">
              <a:extLst>
                <a:ext uri="{FF2B5EF4-FFF2-40B4-BE49-F238E27FC236}">
                  <a16:creationId xmlns:a16="http://schemas.microsoft.com/office/drawing/2014/main" id="{3D8CDFFD-02F8-43EB-AD5E-DE024BDF28A4}"/>
                </a:ext>
              </a:extLst>
            </p:cNvPr>
            <p:cNvSpPr>
              <a:spLocks noChangeArrowheads="1"/>
            </p:cNvSpPr>
            <p:nvPr/>
          </p:nvSpPr>
          <p:spPr bwMode="auto">
            <a:xfrm>
              <a:off x="2666" y="1966"/>
              <a:ext cx="276" cy="264"/>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55" name="Rectangle 23">
              <a:extLst>
                <a:ext uri="{FF2B5EF4-FFF2-40B4-BE49-F238E27FC236}">
                  <a16:creationId xmlns:a16="http://schemas.microsoft.com/office/drawing/2014/main" id="{0E1B4BE3-D794-481B-A924-E40CD42B2D7E}"/>
                </a:ext>
              </a:extLst>
            </p:cNvPr>
            <p:cNvSpPr>
              <a:spLocks noChangeArrowheads="1"/>
            </p:cNvSpPr>
            <p:nvPr/>
          </p:nvSpPr>
          <p:spPr bwMode="auto">
            <a:xfrm>
              <a:off x="2736" y="2026"/>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56" name="Rectangle 24">
              <a:extLst>
                <a:ext uri="{FF2B5EF4-FFF2-40B4-BE49-F238E27FC236}">
                  <a16:creationId xmlns:a16="http://schemas.microsoft.com/office/drawing/2014/main" id="{9B9F8E20-24F0-4323-9C05-6925E91E21B8}"/>
                </a:ext>
              </a:extLst>
            </p:cNvPr>
            <p:cNvSpPr>
              <a:spLocks noChangeArrowheads="1"/>
            </p:cNvSpPr>
            <p:nvPr/>
          </p:nvSpPr>
          <p:spPr bwMode="auto">
            <a:xfrm>
              <a:off x="2832" y="2026"/>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57" name="Rectangle 25">
              <a:extLst>
                <a:ext uri="{FF2B5EF4-FFF2-40B4-BE49-F238E27FC236}">
                  <a16:creationId xmlns:a16="http://schemas.microsoft.com/office/drawing/2014/main" id="{A8E73AFA-A7AB-4252-963F-17193D4D2093}"/>
                </a:ext>
              </a:extLst>
            </p:cNvPr>
            <p:cNvSpPr>
              <a:spLocks noChangeArrowheads="1"/>
            </p:cNvSpPr>
            <p:nvPr/>
          </p:nvSpPr>
          <p:spPr bwMode="auto">
            <a:xfrm>
              <a:off x="2736" y="2108"/>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0258" name="Rectangle 26">
              <a:extLst>
                <a:ext uri="{FF2B5EF4-FFF2-40B4-BE49-F238E27FC236}">
                  <a16:creationId xmlns:a16="http://schemas.microsoft.com/office/drawing/2014/main" id="{204F6A67-F96C-40D8-AC83-149B15A6A8EC}"/>
                </a:ext>
              </a:extLst>
            </p:cNvPr>
            <p:cNvSpPr>
              <a:spLocks noChangeArrowheads="1"/>
            </p:cNvSpPr>
            <p:nvPr/>
          </p:nvSpPr>
          <p:spPr bwMode="auto">
            <a:xfrm>
              <a:off x="2832" y="2108"/>
              <a:ext cx="47" cy="47"/>
            </a:xfrm>
            <a:prstGeom prst="rect">
              <a:avLst/>
            </a:prstGeom>
            <a:grpFill/>
            <a:ln w="9525">
              <a:solidFill>
                <a:schemeClr val="tx1"/>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19468" name="Line 27">
            <a:extLst>
              <a:ext uri="{FF2B5EF4-FFF2-40B4-BE49-F238E27FC236}">
                <a16:creationId xmlns:a16="http://schemas.microsoft.com/office/drawing/2014/main" id="{D6C43832-C2DD-4360-B7EC-97EE95358117}"/>
              </a:ext>
            </a:extLst>
          </p:cNvPr>
          <p:cNvSpPr>
            <a:spLocks noChangeShapeType="1"/>
          </p:cNvSpPr>
          <p:nvPr/>
        </p:nvSpPr>
        <p:spPr bwMode="auto">
          <a:xfrm flipH="1">
            <a:off x="5816177" y="5431846"/>
            <a:ext cx="476250" cy="1047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69" name="Text Box 28">
            <a:extLst>
              <a:ext uri="{FF2B5EF4-FFF2-40B4-BE49-F238E27FC236}">
                <a16:creationId xmlns:a16="http://schemas.microsoft.com/office/drawing/2014/main" id="{95CC008E-7CDE-4FD5-AE34-BFB494F7AD1F}"/>
              </a:ext>
            </a:extLst>
          </p:cNvPr>
          <p:cNvSpPr txBox="1">
            <a:spLocks noChangeArrowheads="1"/>
          </p:cNvSpPr>
          <p:nvPr/>
        </p:nvSpPr>
        <p:spPr bwMode="auto">
          <a:xfrm>
            <a:off x="6192415" y="5673146"/>
            <a:ext cx="3413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en-US" altLang="en-US" sz="1400" i="1"/>
              <a:t>R</a:t>
            </a:r>
            <a:r>
              <a:rPr kumimoji="0" lang="en-US" altLang="en-US" sz="1400" i="1" baseline="-25000"/>
              <a:t>j</a:t>
            </a:r>
            <a:endParaRPr kumimoji="0" lang="en-US" altLang="en-US" sz="1400" i="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026">
            <a:extLst>
              <a:ext uri="{FF2B5EF4-FFF2-40B4-BE49-F238E27FC236}">
                <a16:creationId xmlns:a16="http://schemas.microsoft.com/office/drawing/2014/main" id="{BAAE4F83-96BB-44CB-ADBB-B0B676DEEADC}"/>
              </a:ext>
            </a:extLst>
          </p:cNvPr>
          <p:cNvSpPr>
            <a:spLocks noGrp="1" noChangeArrowheads="1"/>
          </p:cNvSpPr>
          <p:nvPr>
            <p:ph type="title"/>
          </p:nvPr>
        </p:nvSpPr>
        <p:spPr>
          <a:xfrm>
            <a:off x="2314575" y="303213"/>
            <a:ext cx="8150225" cy="512762"/>
          </a:xfrm>
        </p:spPr>
        <p:txBody>
          <a:bodyPr/>
          <a:lstStyle/>
          <a:p>
            <a:pPr eaLnBrk="1" hangingPunct="1"/>
            <a:r>
              <a:rPr lang="zh-CN" altLang="en-US">
                <a:latin typeface="微软雅黑" panose="020B0503020204020204" pitchFamily="34" charset="-122"/>
                <a:ea typeface="微软雅黑" panose="020B0503020204020204" pitchFamily="34" charset="-122"/>
              </a:rPr>
              <a:t>资源分配图的例子</a:t>
            </a:r>
            <a:endParaRPr lang="en-US" altLang="en-US">
              <a:latin typeface="微软雅黑" panose="020B0503020204020204" pitchFamily="34" charset="-122"/>
              <a:ea typeface="微软雅黑" panose="020B0503020204020204" pitchFamily="34" charset="-122"/>
            </a:endParaRPr>
          </a:p>
        </p:txBody>
      </p:sp>
      <p:pic>
        <p:nvPicPr>
          <p:cNvPr id="21507" name="Picture 1032">
            <a:extLst>
              <a:ext uri="{FF2B5EF4-FFF2-40B4-BE49-F238E27FC236}">
                <a16:creationId xmlns:a16="http://schemas.microsoft.com/office/drawing/2014/main" id="{7151199A-A49A-4EDB-BCDF-355B9C870F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5287" t="926" r="25287" b="1532"/>
          <a:stretch>
            <a:fillRect/>
          </a:stretch>
        </p:blipFill>
        <p:spPr bwMode="auto">
          <a:xfrm>
            <a:off x="4465638" y="1316038"/>
            <a:ext cx="2741612" cy="405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9352B351-81F6-4C5C-94C5-129F87D45F7A}"/>
              </a:ext>
            </a:extLst>
          </p:cNvPr>
          <p:cNvSpPr>
            <a:spLocks noGrp="1" noChangeArrowheads="1"/>
          </p:cNvSpPr>
          <p:nvPr>
            <p:ph type="title"/>
          </p:nvPr>
        </p:nvSpPr>
        <p:spPr>
          <a:xfrm>
            <a:off x="2343150" y="307975"/>
            <a:ext cx="8378825" cy="469900"/>
          </a:xfrm>
        </p:spPr>
        <p:txBody>
          <a:bodyPr/>
          <a:lstStyle/>
          <a:p>
            <a:pPr eaLnBrk="1" hangingPunct="1"/>
            <a:r>
              <a:rPr lang="zh-CN" altLang="en-US">
                <a:latin typeface="微软雅黑" panose="020B0503020204020204" pitchFamily="34" charset="-122"/>
                <a:ea typeface="微软雅黑" panose="020B0503020204020204" pitchFamily="34" charset="-122"/>
              </a:rPr>
              <a:t>有死锁的资源分配图</a:t>
            </a:r>
            <a:endParaRPr lang="en-US" altLang="en-US">
              <a:latin typeface="微软雅黑" panose="020B0503020204020204" pitchFamily="34" charset="-122"/>
              <a:ea typeface="微软雅黑" panose="020B0503020204020204" pitchFamily="34" charset="-122"/>
            </a:endParaRPr>
          </a:p>
        </p:txBody>
      </p:sp>
      <p:pic>
        <p:nvPicPr>
          <p:cNvPr id="23555" name="Picture 7">
            <a:extLst>
              <a:ext uri="{FF2B5EF4-FFF2-40B4-BE49-F238E27FC236}">
                <a16:creationId xmlns:a16="http://schemas.microsoft.com/office/drawing/2014/main" id="{22360217-C943-4C11-BEB7-56BA22BADA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5350" y="1379538"/>
            <a:ext cx="2781300"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CBBB1F8B-3D09-4CF8-83FF-D4F8581303E5}"/>
              </a:ext>
            </a:extLst>
          </p:cNvPr>
          <p:cNvSpPr>
            <a:spLocks noGrp="1" noChangeArrowheads="1"/>
          </p:cNvSpPr>
          <p:nvPr>
            <p:ph type="title"/>
          </p:nvPr>
        </p:nvSpPr>
        <p:spPr>
          <a:xfrm>
            <a:off x="2754313" y="352425"/>
            <a:ext cx="7954962" cy="457200"/>
          </a:xfrm>
        </p:spPr>
        <p:txBody>
          <a:bodyPr/>
          <a:lstStyle/>
          <a:p>
            <a:pPr eaLnBrk="1" hangingPunct="1"/>
            <a:r>
              <a:rPr lang="zh-CN" altLang="en-US">
                <a:latin typeface="微软雅黑" panose="020B0503020204020204" pitchFamily="34" charset="-122"/>
                <a:ea typeface="微软雅黑" panose="020B0503020204020204" pitchFamily="34" charset="-122"/>
              </a:rPr>
              <a:t>有环但没有死锁的资源分配图</a:t>
            </a:r>
            <a:endParaRPr lang="en-US" altLang="en-US">
              <a:latin typeface="微软雅黑" panose="020B0503020204020204" pitchFamily="34" charset="-122"/>
              <a:ea typeface="微软雅黑" panose="020B0503020204020204" pitchFamily="34" charset="-122"/>
            </a:endParaRPr>
          </a:p>
        </p:txBody>
      </p:sp>
      <p:pic>
        <p:nvPicPr>
          <p:cNvPr id="25603" name="Picture 4" descr="7">
            <a:extLst>
              <a:ext uri="{FF2B5EF4-FFF2-40B4-BE49-F238E27FC236}">
                <a16:creationId xmlns:a16="http://schemas.microsoft.com/office/drawing/2014/main" id="{A6DD6267-8290-40BE-BE96-0BAD78F9D4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9625" y="1544638"/>
            <a:ext cx="2952750" cy="376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F285824A-8D15-46D9-8C17-9FFE3E1D0291}"/>
              </a:ext>
            </a:extLst>
          </p:cNvPr>
          <p:cNvSpPr>
            <a:spLocks noGrp="1" noChangeArrowheads="1"/>
          </p:cNvSpPr>
          <p:nvPr>
            <p:ph type="title"/>
          </p:nvPr>
        </p:nvSpPr>
        <p:spPr>
          <a:xfrm>
            <a:off x="1981200" y="152400"/>
            <a:ext cx="8229600" cy="576263"/>
          </a:xfrm>
        </p:spPr>
        <p:txBody>
          <a:bodyPr/>
          <a:lstStyle/>
          <a:p>
            <a:pPr eaLnBrk="1" hangingPunct="1"/>
            <a:r>
              <a:rPr lang="zh-CN" altLang="en-US">
                <a:latin typeface="微软雅黑" panose="020B0503020204020204" pitchFamily="34" charset="-122"/>
                <a:ea typeface="微软雅黑" panose="020B0503020204020204" pitchFamily="34" charset="-122"/>
              </a:rPr>
              <a:t>基本事实</a:t>
            </a:r>
            <a:endParaRPr lang="en-US" altLang="en-US">
              <a:latin typeface="微软雅黑" panose="020B0503020204020204" pitchFamily="34" charset="-122"/>
              <a:ea typeface="微软雅黑" panose="020B0503020204020204" pitchFamily="34" charset="-122"/>
            </a:endParaRPr>
          </a:p>
        </p:txBody>
      </p:sp>
      <p:sp>
        <p:nvSpPr>
          <p:cNvPr id="27651" name="Rectangle 3">
            <a:extLst>
              <a:ext uri="{FF2B5EF4-FFF2-40B4-BE49-F238E27FC236}">
                <a16:creationId xmlns:a16="http://schemas.microsoft.com/office/drawing/2014/main" id="{416CC26E-EA0E-4C3D-9A62-F46BDA3ABA07}"/>
              </a:ext>
            </a:extLst>
          </p:cNvPr>
          <p:cNvSpPr>
            <a:spLocks noGrp="1" noChangeArrowheads="1"/>
          </p:cNvSpPr>
          <p:nvPr>
            <p:ph type="body" idx="1"/>
          </p:nvPr>
        </p:nvSpPr>
        <p:spPr>
          <a:xfrm>
            <a:off x="668550" y="1093682"/>
            <a:ext cx="9972357" cy="4400550"/>
          </a:xfrm>
        </p:spPr>
        <p:txBody>
          <a:bodyPr/>
          <a:lstStyle/>
          <a:p>
            <a:pPr>
              <a:lnSpc>
                <a:spcPct val="20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如果图没有环</a:t>
            </a:r>
            <a:r>
              <a:rPr lang="en-US" altLang="en-US" dirty="0">
                <a:latin typeface="微软雅黑" panose="020B0503020204020204" pitchFamily="34" charset="-122"/>
                <a:ea typeface="微软雅黑" panose="020B0503020204020204" pitchFamily="34" charset="-122"/>
              </a:rPr>
              <a:t> </a:t>
            </a:r>
            <a:r>
              <a:rPr lang="en-US" altLang="en-US" dirty="0">
                <a:latin typeface="微软雅黑" panose="020B0503020204020204" pitchFamily="34" charset="-122"/>
                <a:ea typeface="微软雅黑" panose="020B0503020204020204" pitchFamily="34" charset="-122"/>
                <a:sym typeface="Symbol" panose="05050102010706020507" pitchFamily="18" charset="2"/>
              </a:rPr>
              <a:t> </a:t>
            </a:r>
            <a:r>
              <a:rPr lang="zh-CN" altLang="en-US" dirty="0">
                <a:latin typeface="微软雅黑" panose="020B0503020204020204" pitchFamily="34" charset="-122"/>
                <a:ea typeface="微软雅黑" panose="020B0503020204020204" pitchFamily="34" charset="-122"/>
                <a:sym typeface="Symbol" panose="05050102010706020507" pitchFamily="18" charset="2"/>
              </a:rPr>
              <a:t>没有死锁</a:t>
            </a:r>
            <a:endParaRPr lang="en-US" altLang="en-US" dirty="0">
              <a:latin typeface="微软雅黑" panose="020B0503020204020204" pitchFamily="34" charset="-122"/>
              <a:ea typeface="微软雅黑" panose="020B0503020204020204" pitchFamily="34" charset="-122"/>
              <a:sym typeface="Symbol" panose="05050102010706020507" pitchFamily="18" charset="2"/>
            </a:endParaRPr>
          </a:p>
          <a:p>
            <a:pPr>
              <a:lnSpc>
                <a:spcPct val="20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sym typeface="Symbol" panose="05050102010706020507" pitchFamily="18" charset="2"/>
              </a:rPr>
              <a:t>如果图有环</a:t>
            </a:r>
            <a:r>
              <a:rPr lang="en-US" altLang="en-US" dirty="0">
                <a:latin typeface="微软雅黑" panose="020B0503020204020204" pitchFamily="34" charset="-122"/>
                <a:ea typeface="微软雅黑" panose="020B0503020204020204" pitchFamily="34" charset="-122"/>
                <a:sym typeface="Symbol" panose="05050102010706020507" pitchFamily="18" charset="2"/>
              </a:rPr>
              <a:t></a:t>
            </a:r>
          </a:p>
          <a:p>
            <a:pPr lvl="1">
              <a:lnSpc>
                <a:spcPct val="200000"/>
              </a:lnSpc>
              <a:buFont typeface="Wingdings" panose="05000000000000000000" pitchFamily="2" charset="2"/>
              <a:buChar char="n"/>
            </a:pPr>
            <a:r>
              <a:rPr lang="zh-CN" altLang="en-US" sz="2400" dirty="0">
                <a:latin typeface="微软雅黑" panose="020B0503020204020204" pitchFamily="34" charset="-122"/>
                <a:ea typeface="微软雅黑" panose="020B0503020204020204" pitchFamily="34" charset="-122"/>
              </a:rPr>
              <a:t>如果每种资源类型只有一个实例，则死锁</a:t>
            </a:r>
            <a:endParaRPr lang="en-US" altLang="en-US" sz="2400" dirty="0">
              <a:latin typeface="微软雅黑" panose="020B0503020204020204" pitchFamily="34" charset="-122"/>
              <a:ea typeface="微软雅黑" panose="020B0503020204020204" pitchFamily="34" charset="-122"/>
              <a:sym typeface="Symbol" panose="05050102010706020507" pitchFamily="18" charset="2"/>
            </a:endParaRPr>
          </a:p>
          <a:p>
            <a:pPr lvl="1">
              <a:lnSpc>
                <a:spcPct val="200000"/>
              </a:lnSpc>
              <a:buFont typeface="Wingdings" panose="05000000000000000000" pitchFamily="2" charset="2"/>
              <a:buChar char="n"/>
            </a:pPr>
            <a:r>
              <a:rPr lang="zh-CN" altLang="en-US" sz="2400" dirty="0">
                <a:latin typeface="微软雅黑" panose="020B0503020204020204" pitchFamily="34" charset="-122"/>
                <a:ea typeface="微软雅黑" panose="020B0503020204020204" pitchFamily="34" charset="-122"/>
              </a:rPr>
              <a:t>如果每种资源类型有多个实例，则有可能出现死锁</a:t>
            </a:r>
            <a:endParaRPr lang="en-US" altLang="en-US" sz="2400" dirty="0">
              <a:latin typeface="微软雅黑" panose="020B0503020204020204" pitchFamily="34" charset="-122"/>
              <a:ea typeface="微软雅黑" panose="020B0503020204020204" pitchFamily="34" charset="-122"/>
              <a:sym typeface="Symbol" panose="05050102010706020507" pitchFamily="18" charset="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a:extLst>
              <a:ext uri="{FF2B5EF4-FFF2-40B4-BE49-F238E27FC236}">
                <a16:creationId xmlns:a16="http://schemas.microsoft.com/office/drawing/2014/main" id="{3757FC03-CB2C-478D-BF2E-E597F2667BB1}"/>
              </a:ext>
            </a:extLst>
          </p:cNvPr>
          <p:cNvSpPr>
            <a:spLocks noGrp="1" noChangeArrowheads="1"/>
          </p:cNvSpPr>
          <p:nvPr>
            <p:ph type="body" idx="1"/>
          </p:nvPr>
        </p:nvSpPr>
        <p:spPr>
          <a:xfrm>
            <a:off x="634788" y="969116"/>
            <a:ext cx="11259185" cy="5410200"/>
          </a:xfrm>
        </p:spPr>
        <p:txBody>
          <a:bodyPr/>
          <a:lstStyle/>
          <a:p>
            <a:pPr>
              <a:lnSpc>
                <a:spcPct val="150000"/>
              </a:lnSpc>
              <a:buFont typeface="Arial" panose="020B0604020202020204" pitchFamily="34" charset="0"/>
              <a:buAutoNum type="arabicPeriod"/>
            </a:pPr>
            <a:r>
              <a:rPr lang="zh-CN" altLang="en-US" dirty="0">
                <a:latin typeface="微软雅黑" panose="020B0503020204020204" pitchFamily="34" charset="-122"/>
                <a:ea typeface="微软雅黑" panose="020B0503020204020204" pitchFamily="34" charset="-122"/>
              </a:rPr>
              <a:t>确保系统</a:t>
            </a:r>
            <a:r>
              <a:rPr lang="zh-CN" altLang="en-US" b="1" i="1" dirty="0">
                <a:solidFill>
                  <a:srgbClr val="FF0066"/>
                </a:solidFill>
                <a:latin typeface="微软雅黑" panose="020B0503020204020204" pitchFamily="34" charset="-122"/>
                <a:ea typeface="微软雅黑" panose="020B0503020204020204" pitchFamily="34" charset="-122"/>
              </a:rPr>
              <a:t>永远不会 </a:t>
            </a:r>
            <a:r>
              <a:rPr lang="zh-CN" altLang="en-US" dirty="0">
                <a:latin typeface="微软雅黑" panose="020B0503020204020204" pitchFamily="34" charset="-122"/>
                <a:ea typeface="微软雅黑" panose="020B0503020204020204" pitchFamily="34" charset="-122"/>
              </a:rPr>
              <a:t>进入死锁状态：</a:t>
            </a:r>
            <a:endParaRPr lang="en-US" altLang="zh-CN"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n"/>
            </a:pPr>
            <a:r>
              <a:rPr lang="zh-CN" altLang="en-US" sz="2400" dirty="0">
                <a:latin typeface="微软雅黑" panose="020B0503020204020204" pitchFamily="34" charset="-122"/>
                <a:ea typeface="微软雅黑" panose="020B0503020204020204" pitchFamily="34" charset="-122"/>
              </a:rPr>
              <a:t>死锁预防</a:t>
            </a:r>
            <a:endParaRPr lang="en-US" altLang="en-US" sz="2400"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n"/>
            </a:pPr>
            <a:r>
              <a:rPr lang="zh-CN" altLang="en-US" sz="2400" dirty="0">
                <a:latin typeface="微软雅黑" panose="020B0503020204020204" pitchFamily="34" charset="-122"/>
                <a:ea typeface="微软雅黑" panose="020B0503020204020204" pitchFamily="34" charset="-122"/>
              </a:rPr>
              <a:t>死锁避免</a:t>
            </a:r>
            <a:endParaRPr lang="en-US" altLang="en-US" sz="24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AutoNum type="arabicPeriod"/>
            </a:pPr>
            <a:r>
              <a:rPr lang="zh-CN" altLang="en-US" dirty="0">
                <a:latin typeface="微软雅黑" panose="020B0503020204020204" pitchFamily="34" charset="-122"/>
                <a:ea typeface="微软雅黑" panose="020B0503020204020204" pitchFamily="34" charset="-122"/>
              </a:rPr>
              <a:t>允许系统进入死锁状态后恢复</a:t>
            </a:r>
            <a:endParaRPr lang="en-US" altLang="en-US"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AutoNum type="arabicPeriod"/>
            </a:pPr>
            <a:r>
              <a:rPr lang="zh-CN" altLang="en-US" dirty="0">
                <a:latin typeface="微软雅黑" panose="020B0503020204020204" pitchFamily="34" charset="-122"/>
                <a:ea typeface="微软雅黑" panose="020B0503020204020204" pitchFamily="34" charset="-122"/>
              </a:rPr>
              <a:t>忽略问题，假装系统中从未出现过死锁；这个方法被大多数操作系统使用，包括</a:t>
            </a:r>
            <a:r>
              <a:rPr lang="en-US" altLang="en-US" dirty="0">
                <a:latin typeface="微软雅黑" panose="020B0503020204020204" pitchFamily="34" charset="-122"/>
                <a:ea typeface="微软雅黑" panose="020B0503020204020204" pitchFamily="34" charset="-122"/>
              </a:rPr>
              <a:t> </a:t>
            </a:r>
            <a:r>
              <a:rPr lang="en-US" altLang="zh-CN" b="1" dirty="0">
                <a:solidFill>
                  <a:srgbClr val="0070C0"/>
                </a:solidFill>
                <a:latin typeface="微软雅黑" panose="020B0503020204020204" pitchFamily="34" charset="-122"/>
                <a:ea typeface="微软雅黑" panose="020B0503020204020204" pitchFamily="34" charset="-122"/>
              </a:rPr>
              <a:t>windows, </a:t>
            </a:r>
            <a:r>
              <a:rPr lang="en-US" altLang="zh-CN" b="1" dirty="0" err="1">
                <a:solidFill>
                  <a:srgbClr val="0070C0"/>
                </a:solidFill>
                <a:latin typeface="微软雅黑" panose="020B0503020204020204" pitchFamily="34" charset="-122"/>
                <a:ea typeface="微软雅黑" panose="020B0503020204020204" pitchFamily="34" charset="-122"/>
              </a:rPr>
              <a:t>linux</a:t>
            </a:r>
            <a:r>
              <a:rPr lang="en-US" altLang="zh-CN" b="1" dirty="0">
                <a:solidFill>
                  <a:srgbClr val="0070C0"/>
                </a:solidFill>
                <a:latin typeface="微软雅黑" panose="020B0503020204020204" pitchFamily="34" charset="-122"/>
                <a:ea typeface="微软雅黑" panose="020B0503020204020204" pitchFamily="34" charset="-122"/>
              </a:rPr>
              <a:t>, </a:t>
            </a:r>
            <a:r>
              <a:rPr lang="en-US" altLang="en-US" b="1" dirty="0">
                <a:solidFill>
                  <a:srgbClr val="0070C0"/>
                </a:solidFill>
                <a:latin typeface="微软雅黑" panose="020B0503020204020204" pitchFamily="34" charset="-122"/>
                <a:ea typeface="微软雅黑" panose="020B0503020204020204" pitchFamily="34" charset="-122"/>
              </a:rPr>
              <a:t>UNIX</a:t>
            </a:r>
          </a:p>
          <a:p>
            <a:pPr lvl="1">
              <a:lnSpc>
                <a:spcPct val="150000"/>
              </a:lnSpc>
              <a:buFont typeface="Wingdings" panose="05000000000000000000" pitchFamily="2" charset="2"/>
              <a:buChar char="n"/>
            </a:pPr>
            <a:r>
              <a:rPr lang="zh-CN" altLang="en-US" sz="2400" dirty="0">
                <a:latin typeface="微软雅黑" panose="020B0503020204020204" pitchFamily="34" charset="-122"/>
                <a:ea typeface="微软雅黑" panose="020B0503020204020204" pitchFamily="34" charset="-122"/>
              </a:rPr>
              <a:t>然后由应用程序开发人员编写处理死锁的程序</a:t>
            </a:r>
            <a:endParaRPr lang="en-US" altLang="en-US" sz="2400" dirty="0">
              <a:latin typeface="微软雅黑" panose="020B0503020204020204" pitchFamily="34" charset="-122"/>
              <a:ea typeface="微软雅黑" panose="020B0503020204020204" pitchFamily="34" charset="-122"/>
            </a:endParaRPr>
          </a:p>
        </p:txBody>
      </p:sp>
      <p:sp>
        <p:nvSpPr>
          <p:cNvPr id="29699" name="Rectangle 2">
            <a:extLst>
              <a:ext uri="{FF2B5EF4-FFF2-40B4-BE49-F238E27FC236}">
                <a16:creationId xmlns:a16="http://schemas.microsoft.com/office/drawing/2014/main" id="{FBFC3C12-B539-4B31-A558-9A4B8D10B4A2}"/>
              </a:ext>
            </a:extLst>
          </p:cNvPr>
          <p:cNvSpPr>
            <a:spLocks noGrp="1" noChangeArrowheads="1"/>
          </p:cNvSpPr>
          <p:nvPr>
            <p:ph type="title"/>
          </p:nvPr>
        </p:nvSpPr>
        <p:spPr>
          <a:xfrm>
            <a:off x="2633663" y="214313"/>
            <a:ext cx="7577137" cy="576262"/>
          </a:xfrm>
        </p:spPr>
        <p:txBody>
          <a:bodyPr/>
          <a:lstStyle/>
          <a:p>
            <a:pPr eaLnBrk="1" hangingPunct="1"/>
            <a:r>
              <a:rPr lang="en-US" altLang="zh-CN" dirty="0">
                <a:latin typeface="微软雅黑" panose="020B0503020204020204" pitchFamily="34" charset="-122"/>
                <a:ea typeface="微软雅黑" panose="020B0503020204020204" pitchFamily="34" charset="-122"/>
              </a:rPr>
              <a:t>7.3  </a:t>
            </a:r>
            <a:r>
              <a:rPr lang="zh-CN" altLang="en-US" dirty="0">
                <a:latin typeface="微软雅黑" panose="020B0503020204020204" pitchFamily="34" charset="-122"/>
                <a:ea typeface="微软雅黑" panose="020B0503020204020204" pitchFamily="34" charset="-122"/>
              </a:rPr>
              <a:t>处理死锁的方法</a:t>
            </a:r>
            <a:endParaRPr lang="en-US"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a:extLst>
              <a:ext uri="{FF2B5EF4-FFF2-40B4-BE49-F238E27FC236}">
                <a16:creationId xmlns:a16="http://schemas.microsoft.com/office/drawing/2014/main" id="{8D17D627-6D2A-46E2-AA96-9515A2746A7E}"/>
              </a:ext>
            </a:extLst>
          </p:cNvPr>
          <p:cNvSpPr>
            <a:spLocks noGrp="1" noChangeArrowheads="1"/>
          </p:cNvSpPr>
          <p:nvPr>
            <p:ph type="body" idx="1"/>
          </p:nvPr>
        </p:nvSpPr>
        <p:spPr>
          <a:xfrm>
            <a:off x="594890" y="1882985"/>
            <a:ext cx="11109430" cy="4448175"/>
          </a:xfrm>
        </p:spPr>
        <p:txBody>
          <a:bodyPr/>
          <a:lstStyle/>
          <a:p>
            <a:pPr algn="just">
              <a:lnSpc>
                <a:spcPct val="150000"/>
              </a:lnSpc>
              <a:buFont typeface="Wingdings" panose="05000000000000000000" pitchFamily="2" charset="2"/>
              <a:buChar char="p"/>
            </a:pPr>
            <a:r>
              <a:rPr lang="zh-CN" altLang="en-US" sz="2000" b="1" dirty="0">
                <a:latin typeface="微软雅黑" panose="020B0503020204020204" pitchFamily="34" charset="-122"/>
                <a:ea typeface="微软雅黑" panose="020B0503020204020204" pitchFamily="34" charset="-122"/>
              </a:rPr>
              <a:t>互斥</a:t>
            </a:r>
            <a:r>
              <a:rPr lang="en-US" altLang="en-US" sz="2000" dirty="0">
                <a:latin typeface="微软雅黑" panose="020B0503020204020204" pitchFamily="34" charset="-122"/>
                <a:ea typeface="微软雅黑" panose="020B0503020204020204" pitchFamily="34" charset="-122"/>
              </a:rPr>
              <a:t> – </a:t>
            </a:r>
            <a:r>
              <a:rPr lang="zh-CN" altLang="en-US" sz="2000" dirty="0">
                <a:latin typeface="微软雅黑" panose="020B0503020204020204" pitchFamily="34" charset="-122"/>
                <a:ea typeface="微软雅黑" panose="020B0503020204020204" pitchFamily="34" charset="-122"/>
              </a:rPr>
              <a:t>对于非共享资源必须有互斥条件；共享资源不要有互斥条件</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如：只读文件</a:t>
            </a:r>
            <a:r>
              <a:rPr lang="en-US" altLang="zh-CN" sz="2000" dirty="0">
                <a:latin typeface="微软雅黑" panose="020B0503020204020204" pitchFamily="34" charset="-122"/>
                <a:ea typeface="微软雅黑" panose="020B0503020204020204" pitchFamily="34" charset="-122"/>
              </a:rPr>
              <a:t>)</a:t>
            </a:r>
            <a:endParaRPr lang="en-US" altLang="en-US" sz="2000" dirty="0">
              <a:latin typeface="微软雅黑" panose="020B0503020204020204" pitchFamily="34" charset="-122"/>
              <a:ea typeface="微软雅黑" panose="020B0503020204020204" pitchFamily="34" charset="-122"/>
            </a:endParaRPr>
          </a:p>
          <a:p>
            <a:pPr lvl="1" algn="just">
              <a:lnSpc>
                <a:spcPct val="150000"/>
              </a:lnSpc>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共享资源不会涉及死锁，因为进程永远不需要等待可共享资源</a:t>
            </a:r>
            <a:endParaRPr lang="en-US" altLang="zh-CN" sz="2000" dirty="0">
              <a:latin typeface="微软雅黑" panose="020B0503020204020204" pitchFamily="34" charset="-122"/>
              <a:ea typeface="微软雅黑" panose="020B0503020204020204" pitchFamily="34" charset="-122"/>
            </a:endParaRPr>
          </a:p>
          <a:p>
            <a:pPr lvl="1" algn="just">
              <a:lnSpc>
                <a:spcPct val="150000"/>
              </a:lnSpc>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通常不能通过否定互斥条件来</a:t>
            </a:r>
            <a:r>
              <a:rPr lang="zh-CN" altLang="en-US" sz="2000">
                <a:latin typeface="微软雅黑" panose="020B0503020204020204" pitchFamily="34" charset="-122"/>
                <a:ea typeface="微软雅黑" panose="020B0503020204020204" pitchFamily="34" charset="-122"/>
              </a:rPr>
              <a:t>预防死锁</a:t>
            </a:r>
            <a:endParaRPr lang="en-US" altLang="zh-CN" sz="2000" b="1" dirty="0">
              <a:latin typeface="微软雅黑" panose="020B0503020204020204" pitchFamily="34" charset="-122"/>
              <a:ea typeface="微软雅黑" panose="020B0503020204020204" pitchFamily="34" charset="-122"/>
            </a:endParaRPr>
          </a:p>
          <a:p>
            <a:pPr algn="just">
              <a:lnSpc>
                <a:spcPct val="150000"/>
              </a:lnSpc>
              <a:spcBef>
                <a:spcPts val="1200"/>
              </a:spcBef>
              <a:buFont typeface="Wingdings" panose="05000000000000000000" pitchFamily="2" charset="2"/>
              <a:buChar char="p"/>
            </a:pPr>
            <a:r>
              <a:rPr lang="zh-CN" altLang="en-US" sz="2000" b="1" dirty="0">
                <a:latin typeface="微软雅黑" panose="020B0503020204020204" pitchFamily="34" charset="-122"/>
                <a:ea typeface="微软雅黑" panose="020B0503020204020204" pitchFamily="34" charset="-122"/>
              </a:rPr>
              <a:t>保持并占有</a:t>
            </a:r>
            <a:r>
              <a:rPr lang="en-US" altLang="en-US" sz="2000" dirty="0">
                <a:latin typeface="微软雅黑" panose="020B0503020204020204" pitchFamily="34" charset="-122"/>
                <a:ea typeface="微软雅黑" panose="020B0503020204020204" pitchFamily="34" charset="-122"/>
              </a:rPr>
              <a:t> – </a:t>
            </a:r>
            <a:r>
              <a:rPr lang="zh-CN" altLang="en-US" sz="2000" dirty="0">
                <a:latin typeface="微软雅黑" panose="020B0503020204020204" pitchFamily="34" charset="-122"/>
                <a:ea typeface="微软雅黑" panose="020B0503020204020204" pitchFamily="34" charset="-122"/>
              </a:rPr>
              <a:t>必须保证每当一个进程请求资源时，不持有任何其他资源</a:t>
            </a:r>
            <a:endParaRPr lang="en-US" altLang="en-US" sz="2000" dirty="0">
              <a:latin typeface="微软雅黑" panose="020B0503020204020204" pitchFamily="34" charset="-122"/>
              <a:ea typeface="微软雅黑" panose="020B0503020204020204" pitchFamily="34" charset="-122"/>
            </a:endParaRPr>
          </a:p>
          <a:p>
            <a:pPr lvl="1" algn="just">
              <a:lnSpc>
                <a:spcPct val="150000"/>
              </a:lnSpc>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要求进程在开始执行之前请求并分配其所有资源，或者仅当进程没有分配给它资源时才允许进程请求资源。</a:t>
            </a:r>
            <a:endParaRPr lang="en-US" altLang="en-US" sz="2000" dirty="0">
              <a:latin typeface="微软雅黑" panose="020B0503020204020204" pitchFamily="34" charset="-122"/>
              <a:ea typeface="微软雅黑" panose="020B0503020204020204" pitchFamily="34" charset="-122"/>
            </a:endParaRPr>
          </a:p>
          <a:p>
            <a:pPr lvl="1" algn="just">
              <a:lnSpc>
                <a:spcPct val="150000"/>
              </a:lnSpc>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资源利用率低；可能发生饥饿</a:t>
            </a:r>
            <a:endParaRPr lang="en-US" altLang="en-US" sz="2000" dirty="0">
              <a:latin typeface="微软雅黑" panose="020B0503020204020204" pitchFamily="34" charset="-122"/>
              <a:ea typeface="微软雅黑" panose="020B0503020204020204" pitchFamily="34" charset="-122"/>
            </a:endParaRPr>
          </a:p>
          <a:p>
            <a:pPr lvl="1" algn="just">
              <a:lnSpc>
                <a:spcPct val="150000"/>
              </a:lnSpc>
              <a:buFont typeface="Arial" panose="020B0604020202020204" pitchFamily="34" charset="0"/>
              <a:buChar char="•"/>
            </a:pPr>
            <a:endParaRPr lang="en-US" altLang="en-US" sz="2000" dirty="0"/>
          </a:p>
        </p:txBody>
      </p:sp>
      <p:sp>
        <p:nvSpPr>
          <p:cNvPr id="5" name="Rectangle 1026">
            <a:extLst>
              <a:ext uri="{FF2B5EF4-FFF2-40B4-BE49-F238E27FC236}">
                <a16:creationId xmlns:a16="http://schemas.microsoft.com/office/drawing/2014/main" id="{6CAF8E89-F9B5-4AF8-8F1E-9D1EC9AFC868}"/>
              </a:ext>
            </a:extLst>
          </p:cNvPr>
          <p:cNvSpPr txBox="1">
            <a:spLocks noChangeArrowheads="1"/>
          </p:cNvSpPr>
          <p:nvPr/>
        </p:nvSpPr>
        <p:spPr bwMode="auto">
          <a:xfrm>
            <a:off x="2409825" y="198438"/>
            <a:ext cx="7800975" cy="576262"/>
          </a:xfrm>
          <a:prstGeom prst="rect">
            <a:avLst/>
          </a:prstGeom>
          <a:noFill/>
          <a:ln>
            <a:noFill/>
          </a:ln>
        </p:spPr>
        <p:txBody>
          <a:bodyPr anchor="b"/>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defRPr/>
            </a:pPr>
            <a:r>
              <a:rPr lang="en-US" altLang="zh-CN" kern="0" dirty="0">
                <a:latin typeface="微软雅黑" panose="020B0503020204020204" pitchFamily="34" charset="-122"/>
                <a:ea typeface="微软雅黑" panose="020B0503020204020204" pitchFamily="34" charset="-122"/>
              </a:rPr>
              <a:t>7.4 </a:t>
            </a:r>
            <a:r>
              <a:rPr lang="zh-CN" altLang="en-US" kern="0" dirty="0">
                <a:latin typeface="微软雅黑" panose="020B0503020204020204" pitchFamily="34" charset="-122"/>
                <a:ea typeface="微软雅黑" panose="020B0503020204020204" pitchFamily="34" charset="-122"/>
              </a:rPr>
              <a:t>死锁预防</a:t>
            </a:r>
            <a:endParaRPr lang="en-US" altLang="en-US" kern="0" dirty="0">
              <a:latin typeface="微软雅黑" panose="020B0503020204020204" pitchFamily="34" charset="-122"/>
              <a:ea typeface="微软雅黑" panose="020B0503020204020204" pitchFamily="34" charset="-122"/>
            </a:endParaRPr>
          </a:p>
        </p:txBody>
      </p:sp>
      <p:sp>
        <p:nvSpPr>
          <p:cNvPr id="31748" name="Text Box 1028">
            <a:extLst>
              <a:ext uri="{FF2B5EF4-FFF2-40B4-BE49-F238E27FC236}">
                <a16:creationId xmlns:a16="http://schemas.microsoft.com/office/drawing/2014/main" id="{586B7379-32E6-4779-873A-0024EB73D5ED}"/>
              </a:ext>
            </a:extLst>
          </p:cNvPr>
          <p:cNvSpPr txBox="1">
            <a:spLocks noChangeArrowheads="1"/>
          </p:cNvSpPr>
          <p:nvPr/>
        </p:nvSpPr>
        <p:spPr bwMode="auto">
          <a:xfrm>
            <a:off x="594890" y="1070918"/>
            <a:ext cx="51090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zh-CN" altLang="en-US" sz="2400" b="1" dirty="0">
                <a:latin typeface="微软雅黑" panose="020B0503020204020204" pitchFamily="34" charset="-122"/>
                <a:ea typeface="微软雅黑" panose="020B0503020204020204" pitchFamily="34" charset="-122"/>
              </a:rPr>
              <a:t>死锁预防：</a:t>
            </a:r>
            <a:r>
              <a:rPr kumimoji="0" lang="zh-CN" altLang="en-US" sz="2400" b="1" dirty="0">
                <a:solidFill>
                  <a:srgbClr val="FF0000"/>
                </a:solidFill>
                <a:latin typeface="微软雅黑" panose="020B0503020204020204" pitchFamily="34" charset="-122"/>
                <a:ea typeface="微软雅黑" panose="020B0503020204020204" pitchFamily="34" charset="-122"/>
              </a:rPr>
              <a:t>抑制死锁发生的必要条件</a:t>
            </a:r>
            <a:endParaRPr kumimoji="0" lang="en-US" altLang="en-US" sz="24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027">
            <a:extLst>
              <a:ext uri="{FF2B5EF4-FFF2-40B4-BE49-F238E27FC236}">
                <a16:creationId xmlns:a16="http://schemas.microsoft.com/office/drawing/2014/main" id="{FD34A00B-8D6F-4F47-B4F8-856B242AE906}"/>
              </a:ext>
            </a:extLst>
          </p:cNvPr>
          <p:cNvSpPr>
            <a:spLocks noGrp="1" noChangeArrowheads="1"/>
          </p:cNvSpPr>
          <p:nvPr>
            <p:ph type="body" idx="1"/>
          </p:nvPr>
        </p:nvSpPr>
        <p:spPr>
          <a:xfrm>
            <a:off x="596583" y="945726"/>
            <a:ext cx="11096625" cy="5745586"/>
          </a:xfrm>
        </p:spPr>
        <p:txBody>
          <a:bodyPr/>
          <a:lstStyle/>
          <a:p>
            <a:pPr algn="just">
              <a:lnSpc>
                <a:spcPct val="250000"/>
              </a:lnSpc>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非抢占 </a:t>
            </a:r>
            <a:r>
              <a:rPr lang="en-US" altLang="en-US" dirty="0">
                <a:latin typeface="微软雅黑" panose="020B0503020204020204" pitchFamily="34" charset="-122"/>
                <a:ea typeface="微软雅黑" panose="020B0503020204020204" pitchFamily="34" charset="-122"/>
              </a:rPr>
              <a:t> </a:t>
            </a:r>
            <a:endParaRPr lang="en-US" altLang="en-US" dirty="0"/>
          </a:p>
          <a:p>
            <a:pPr lvl="1" algn="just">
              <a:lnSpc>
                <a:spcPct val="150000"/>
              </a:lnSpc>
              <a:buFont typeface="Wingdings" panose="05000000000000000000" pitchFamily="2" charset="2"/>
              <a:buChar char="n"/>
            </a:pPr>
            <a:r>
              <a:rPr lang="zh-CN" altLang="en-US" sz="2400" dirty="0">
                <a:latin typeface="微软雅黑" panose="020B0503020204020204" pitchFamily="34" charset="-122"/>
                <a:ea typeface="微软雅黑" panose="020B0503020204020204" pitchFamily="34" charset="-122"/>
              </a:rPr>
              <a:t>如果持有某些资源的进程请求另一个不能立即分配给它的资源，则释放当前持有的所有资源</a:t>
            </a:r>
            <a:endParaRPr lang="en-US" altLang="en-US" sz="2400" dirty="0"/>
          </a:p>
          <a:p>
            <a:pPr lvl="1" algn="just">
              <a:lnSpc>
                <a:spcPct val="150000"/>
              </a:lnSpc>
              <a:buFont typeface="Wingdings" panose="05000000000000000000" pitchFamily="2" charset="2"/>
              <a:buChar char="n"/>
            </a:pPr>
            <a:r>
              <a:rPr lang="zh-CN" altLang="en-US" sz="2400" dirty="0">
                <a:latin typeface="微软雅黑" panose="020B0503020204020204" pitchFamily="34" charset="-122"/>
                <a:ea typeface="微软雅黑" panose="020B0503020204020204" pitchFamily="34" charset="-122"/>
              </a:rPr>
              <a:t>抢占的资源被添加到进程正在等待的资源列表中</a:t>
            </a:r>
            <a:endParaRPr lang="en-US" altLang="en-US" sz="2400" dirty="0">
              <a:latin typeface="微软雅黑" panose="020B0503020204020204" pitchFamily="34" charset="-122"/>
              <a:ea typeface="微软雅黑" panose="020B0503020204020204" pitchFamily="34" charset="-122"/>
            </a:endParaRPr>
          </a:p>
          <a:p>
            <a:pPr lvl="1" algn="just">
              <a:lnSpc>
                <a:spcPct val="150000"/>
              </a:lnSpc>
              <a:buFont typeface="Wingdings" panose="05000000000000000000" pitchFamily="2" charset="2"/>
              <a:buChar char="n"/>
            </a:pPr>
            <a:r>
              <a:rPr lang="zh-CN" altLang="en-US" sz="2400" dirty="0">
                <a:latin typeface="微软雅黑" panose="020B0503020204020204" pitchFamily="34" charset="-122"/>
                <a:ea typeface="微软雅黑" panose="020B0503020204020204" pitchFamily="34" charset="-122"/>
              </a:rPr>
              <a:t>只有当进程能够重新获得它的旧资源以及它正在请求的新资源时，它才会重新启动</a:t>
            </a:r>
            <a:endParaRPr lang="en-US" altLang="en-US" sz="2400" dirty="0">
              <a:latin typeface="微软雅黑" panose="020B0503020204020204" pitchFamily="34" charset="-122"/>
              <a:ea typeface="微软雅黑" panose="020B0503020204020204" pitchFamily="34" charset="-122"/>
            </a:endParaRPr>
          </a:p>
          <a:p>
            <a:pPr lvl="1" algn="just">
              <a:lnSpc>
                <a:spcPct val="150000"/>
              </a:lnSpc>
              <a:buFont typeface="Wingdings" panose="05000000000000000000" pitchFamily="2" charset="2"/>
              <a:buChar char="n"/>
            </a:pPr>
            <a:r>
              <a:rPr lang="zh-CN" altLang="en-US" sz="2400" dirty="0">
                <a:latin typeface="微软雅黑" panose="020B0503020204020204" pitchFamily="34" charset="-122"/>
                <a:ea typeface="微软雅黑" panose="020B0503020204020204" pitchFamily="34" charset="-122"/>
              </a:rPr>
              <a:t>该协议通常应用于状态可以很容易保存和恢复的资源，例如</a:t>
            </a:r>
            <a:r>
              <a:rPr lang="en-US" altLang="zh-CN" sz="2400" dirty="0">
                <a:latin typeface="微软雅黑" panose="020B0503020204020204" pitchFamily="34" charset="-122"/>
                <a:ea typeface="微软雅黑" panose="020B0503020204020204" pitchFamily="34" charset="-122"/>
              </a:rPr>
              <a:t>CPU</a:t>
            </a:r>
            <a:r>
              <a:rPr lang="zh-CN" altLang="en-US" sz="2400" dirty="0">
                <a:latin typeface="微软雅黑" panose="020B0503020204020204" pitchFamily="34" charset="-122"/>
                <a:ea typeface="微软雅黑" panose="020B0503020204020204" pitchFamily="34" charset="-122"/>
              </a:rPr>
              <a:t>寄存器和内存空间</a:t>
            </a:r>
            <a:endParaRPr lang="en-US" altLang="en-US" sz="2400" dirty="0">
              <a:latin typeface="微软雅黑" panose="020B0503020204020204" pitchFamily="34" charset="-122"/>
              <a:ea typeface="微软雅黑" panose="020B0503020204020204" pitchFamily="34" charset="-122"/>
            </a:endParaRPr>
          </a:p>
        </p:txBody>
      </p:sp>
      <p:sp>
        <p:nvSpPr>
          <p:cNvPr id="4" name="Rectangle 1026">
            <a:extLst>
              <a:ext uri="{FF2B5EF4-FFF2-40B4-BE49-F238E27FC236}">
                <a16:creationId xmlns:a16="http://schemas.microsoft.com/office/drawing/2014/main" id="{166E9FBE-3FC1-49A7-A081-8C15865018BC}"/>
              </a:ext>
            </a:extLst>
          </p:cNvPr>
          <p:cNvSpPr txBox="1">
            <a:spLocks noChangeArrowheads="1"/>
          </p:cNvSpPr>
          <p:nvPr/>
        </p:nvSpPr>
        <p:spPr bwMode="auto">
          <a:xfrm>
            <a:off x="2527300" y="166688"/>
            <a:ext cx="7683500" cy="576262"/>
          </a:xfrm>
          <a:prstGeom prst="rect">
            <a:avLst/>
          </a:prstGeom>
          <a:noFill/>
          <a:ln>
            <a:noFill/>
          </a:ln>
        </p:spPr>
        <p:txBody>
          <a:bodyPr anchor="b"/>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defRPr/>
            </a:pPr>
            <a:r>
              <a:rPr lang="zh-CN" altLang="en-US" kern="0" dirty="0">
                <a:latin typeface="微软雅黑" panose="020B0503020204020204" pitchFamily="34" charset="-122"/>
                <a:ea typeface="微软雅黑" panose="020B0503020204020204" pitchFamily="34" charset="-122"/>
              </a:rPr>
              <a:t>死锁预防</a:t>
            </a:r>
            <a:endParaRPr lang="en-US" altLang="en-US" kern="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027">
            <a:extLst>
              <a:ext uri="{FF2B5EF4-FFF2-40B4-BE49-F238E27FC236}">
                <a16:creationId xmlns:a16="http://schemas.microsoft.com/office/drawing/2014/main" id="{853E468A-2678-4FEC-A2F8-56950BE0F6DC}"/>
              </a:ext>
            </a:extLst>
          </p:cNvPr>
          <p:cNvSpPr>
            <a:spLocks noGrp="1" noChangeArrowheads="1"/>
          </p:cNvSpPr>
          <p:nvPr>
            <p:ph type="body" idx="1"/>
          </p:nvPr>
        </p:nvSpPr>
        <p:spPr>
          <a:xfrm>
            <a:off x="575945" y="1201632"/>
            <a:ext cx="11191875" cy="3335338"/>
          </a:xfrm>
        </p:spPr>
        <p:txBody>
          <a:bodyPr/>
          <a:lstStyle/>
          <a:p>
            <a:pPr algn="just">
              <a:lnSpc>
                <a:spcPct val="150000"/>
              </a:lnSpc>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循环等待 </a:t>
            </a:r>
            <a:r>
              <a:rPr lang="en-US" altLang="en-US" dirty="0"/>
              <a:t>– </a:t>
            </a:r>
            <a:r>
              <a:rPr lang="zh-CN" altLang="en-US" dirty="0">
                <a:latin typeface="微软雅黑" panose="020B0503020204020204" pitchFamily="34" charset="-122"/>
                <a:ea typeface="微软雅黑" panose="020B0503020204020204" pitchFamily="34" charset="-122"/>
              </a:rPr>
              <a:t>强制所有资源类型的总顺序，并要求每个进程以枚举递增的顺序请求资源</a:t>
            </a:r>
            <a:endParaRPr lang="en-US" altLang="en-US" dirty="0">
              <a:latin typeface="微软雅黑" panose="020B0503020204020204" pitchFamily="34" charset="-122"/>
              <a:ea typeface="微软雅黑" panose="020B0503020204020204" pitchFamily="34" charset="-122"/>
            </a:endParaRPr>
          </a:p>
          <a:p>
            <a:pPr lvl="1" algn="just">
              <a:lnSpc>
                <a:spcPct val="150000"/>
              </a:lnSpc>
              <a:buFont typeface="Wingdings" panose="05000000000000000000" pitchFamily="2" charset="2"/>
              <a:buChar char="n"/>
            </a:pPr>
            <a:r>
              <a:rPr lang="zh-CN" altLang="en-US" sz="2400" dirty="0">
                <a:latin typeface="微软雅黑" panose="020B0503020204020204" pitchFamily="34" charset="-122"/>
                <a:ea typeface="微软雅黑" panose="020B0503020204020204" pitchFamily="34" charset="-122"/>
              </a:rPr>
              <a:t>换句话说，为了请求资源 </a:t>
            </a:r>
            <a:r>
              <a:rPr lang="en-US" altLang="zh-CN" sz="2400" b="1" i="1" dirty="0" err="1">
                <a:solidFill>
                  <a:srgbClr val="0070C0"/>
                </a:solidFill>
                <a:latin typeface="微软雅黑" panose="020B0503020204020204" pitchFamily="34" charset="-122"/>
                <a:ea typeface="微软雅黑" panose="020B0503020204020204" pitchFamily="34" charset="-122"/>
              </a:rPr>
              <a:t>R</a:t>
            </a:r>
            <a:r>
              <a:rPr lang="en-US" altLang="zh-CN" sz="2400" b="1" i="1" baseline="-25000" dirty="0" err="1">
                <a:solidFill>
                  <a:srgbClr val="0070C0"/>
                </a:solidFill>
                <a:latin typeface="微软雅黑" panose="020B0503020204020204" pitchFamily="34" charset="-122"/>
                <a:ea typeface="微软雅黑" panose="020B0503020204020204" pitchFamily="34" charset="-122"/>
              </a:rPr>
              <a:t>j</a:t>
            </a:r>
            <a:r>
              <a:rPr lang="en-US" altLang="zh-CN" sz="2400" b="1" i="1" dirty="0">
                <a:solidFill>
                  <a:srgbClr val="0070C0"/>
                </a:solidFill>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，进程必须首先释放所有的 </a:t>
            </a:r>
            <a:r>
              <a:rPr lang="en-US" altLang="zh-CN" sz="2400" b="1" i="1" dirty="0">
                <a:solidFill>
                  <a:srgbClr val="0070C0"/>
                </a:solidFill>
                <a:latin typeface="微软雅黑" panose="020B0503020204020204" pitchFamily="34" charset="-122"/>
                <a:ea typeface="微软雅黑" panose="020B0503020204020204" pitchFamily="34" charset="-122"/>
              </a:rPr>
              <a:t>R</a:t>
            </a:r>
            <a:r>
              <a:rPr lang="en-US" altLang="zh-CN" sz="2400" b="1" i="1" baseline="-25000" dirty="0">
                <a:solidFill>
                  <a:srgbClr val="0070C0"/>
                </a:solidFill>
                <a:latin typeface="微软雅黑" panose="020B0503020204020204" pitchFamily="34" charset="-122"/>
                <a:ea typeface="微软雅黑" panose="020B0503020204020204" pitchFamily="34" charset="-122"/>
              </a:rPr>
              <a:t>i</a:t>
            </a:r>
            <a:r>
              <a:rPr lang="zh-CN" altLang="en-US" sz="2400" dirty="0">
                <a:latin typeface="微软雅黑" panose="020B0503020204020204" pitchFamily="34" charset="-122"/>
                <a:ea typeface="微软雅黑" panose="020B0503020204020204" pitchFamily="34" charset="-122"/>
              </a:rPr>
              <a:t>，使得 </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 &gt;= j</a:t>
            </a:r>
            <a:endParaRPr lang="en-US" altLang="en-US" sz="2400" dirty="0">
              <a:latin typeface="微软雅黑" panose="020B0503020204020204" pitchFamily="34" charset="-122"/>
              <a:ea typeface="微软雅黑" panose="020B0503020204020204" pitchFamily="34" charset="-122"/>
            </a:endParaRPr>
          </a:p>
          <a:p>
            <a:pPr lvl="1" algn="just">
              <a:lnSpc>
                <a:spcPct val="150000"/>
              </a:lnSpc>
              <a:buFont typeface="Wingdings" panose="05000000000000000000" pitchFamily="2" charset="2"/>
              <a:buChar char="n"/>
            </a:pPr>
            <a:r>
              <a:rPr lang="zh-CN" altLang="en-US" sz="2400" dirty="0">
                <a:latin typeface="微软雅黑" panose="020B0503020204020204" pitchFamily="34" charset="-122"/>
                <a:ea typeface="微软雅黑" panose="020B0503020204020204" pitchFamily="34" charset="-122"/>
              </a:rPr>
              <a:t>要注意，如果可以动态获取锁，则强加锁顺序并不能保证防止死锁</a:t>
            </a:r>
            <a:endParaRPr lang="en-US" altLang="en-US" sz="2400" dirty="0">
              <a:latin typeface="微软雅黑" panose="020B0503020204020204" pitchFamily="34" charset="-122"/>
              <a:ea typeface="微软雅黑" panose="020B0503020204020204" pitchFamily="34" charset="-122"/>
            </a:endParaRPr>
          </a:p>
        </p:txBody>
      </p:sp>
      <p:sp>
        <p:nvSpPr>
          <p:cNvPr id="4" name="Rectangle 1026">
            <a:extLst>
              <a:ext uri="{FF2B5EF4-FFF2-40B4-BE49-F238E27FC236}">
                <a16:creationId xmlns:a16="http://schemas.microsoft.com/office/drawing/2014/main" id="{FD965801-88CE-439D-894D-C5059EBE5579}"/>
              </a:ext>
            </a:extLst>
          </p:cNvPr>
          <p:cNvSpPr txBox="1">
            <a:spLocks noChangeArrowheads="1"/>
          </p:cNvSpPr>
          <p:nvPr/>
        </p:nvSpPr>
        <p:spPr bwMode="auto">
          <a:xfrm>
            <a:off x="2527300" y="166688"/>
            <a:ext cx="7683500" cy="576262"/>
          </a:xfrm>
          <a:prstGeom prst="rect">
            <a:avLst/>
          </a:prstGeom>
          <a:noFill/>
          <a:ln>
            <a:noFill/>
          </a:ln>
        </p:spPr>
        <p:txBody>
          <a:bodyPr anchor="b"/>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defRPr/>
            </a:pPr>
            <a:r>
              <a:rPr lang="zh-CN" altLang="en-US" kern="0" dirty="0">
                <a:latin typeface="微软雅黑" panose="020B0503020204020204" pitchFamily="34" charset="-122"/>
                <a:ea typeface="微软雅黑" panose="020B0503020204020204" pitchFamily="34" charset="-122"/>
              </a:rPr>
              <a:t>死锁预防</a:t>
            </a:r>
            <a:endParaRPr lang="en-US" altLang="en-US" kern="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026">
            <a:extLst>
              <a:ext uri="{FF2B5EF4-FFF2-40B4-BE49-F238E27FC236}">
                <a16:creationId xmlns:a16="http://schemas.microsoft.com/office/drawing/2014/main" id="{23055DED-4BE7-4EEA-B502-16DEBEAFCA36}"/>
              </a:ext>
            </a:extLst>
          </p:cNvPr>
          <p:cNvSpPr>
            <a:spLocks noGrp="1" noChangeArrowheads="1"/>
          </p:cNvSpPr>
          <p:nvPr>
            <p:ph type="title"/>
          </p:nvPr>
        </p:nvSpPr>
        <p:spPr>
          <a:xfrm>
            <a:off x="1630017" y="187325"/>
            <a:ext cx="8885583" cy="576263"/>
          </a:xfrm>
        </p:spPr>
        <p:txBody>
          <a:bodyPr/>
          <a:lstStyle/>
          <a:p>
            <a:pPr eaLnBrk="1" hangingPunct="1"/>
            <a:r>
              <a:rPr lang="zh-CN" altLang="en-US">
                <a:latin typeface="微软雅黑" panose="020B0503020204020204" pitchFamily="34" charset="-122"/>
                <a:ea typeface="微软雅黑" panose="020B0503020204020204" pitchFamily="34" charset="-122"/>
              </a:rPr>
              <a:t>带锁排序的死锁</a:t>
            </a:r>
            <a:endParaRPr lang="en-US" altLang="en-US">
              <a:latin typeface="微软雅黑" panose="020B0503020204020204" pitchFamily="34" charset="-122"/>
              <a:ea typeface="微软雅黑" panose="020B0503020204020204" pitchFamily="34" charset="-122"/>
            </a:endParaRPr>
          </a:p>
        </p:txBody>
      </p:sp>
      <p:sp>
        <p:nvSpPr>
          <p:cNvPr id="37891" name="Rectangle 1027">
            <a:extLst>
              <a:ext uri="{FF2B5EF4-FFF2-40B4-BE49-F238E27FC236}">
                <a16:creationId xmlns:a16="http://schemas.microsoft.com/office/drawing/2014/main" id="{71504424-1C61-43FC-80D4-60BFAC73FBA5}"/>
              </a:ext>
            </a:extLst>
          </p:cNvPr>
          <p:cNvSpPr>
            <a:spLocks noGrp="1" noChangeArrowheads="1"/>
          </p:cNvSpPr>
          <p:nvPr>
            <p:ph type="body" idx="1"/>
          </p:nvPr>
        </p:nvSpPr>
        <p:spPr>
          <a:xfrm>
            <a:off x="2708275" y="1060450"/>
            <a:ext cx="7639050" cy="3638550"/>
          </a:xfrm>
        </p:spPr>
        <p:txBody>
          <a:bodyPr/>
          <a:lstStyle/>
          <a:p>
            <a:pPr marL="0" indent="0">
              <a:buFont typeface="Monotype Sorts" pitchFamily="-84" charset="2"/>
              <a:buNone/>
            </a:pPr>
            <a:r>
              <a:rPr lang="en-US" altLang="en-US" sz="1400" dirty="0">
                <a:latin typeface="Courier New" panose="02070309020205020404" pitchFamily="49" charset="0"/>
                <a:cs typeface="Courier New" panose="02070309020205020404" pitchFamily="49" charset="0"/>
              </a:rPr>
              <a:t>void transaction(Account from, Account to, double amount) </a:t>
            </a:r>
          </a:p>
          <a:p>
            <a:pPr marL="0" indent="0">
              <a:buFont typeface="Monotype Sorts" pitchFamily="-84" charset="2"/>
              <a:buNone/>
            </a:pPr>
            <a:r>
              <a:rPr lang="en-US" altLang="en-US" sz="1400" dirty="0">
                <a:latin typeface="Courier New" panose="02070309020205020404" pitchFamily="49" charset="0"/>
                <a:cs typeface="Courier New" panose="02070309020205020404" pitchFamily="49" charset="0"/>
              </a:rPr>
              <a:t>{ </a:t>
            </a:r>
          </a:p>
          <a:p>
            <a:pPr marL="0" indent="0">
              <a:buFont typeface="Monotype Sorts" pitchFamily="-84" charset="2"/>
              <a:buNone/>
            </a:pPr>
            <a:r>
              <a:rPr lang="en-US" altLang="en-US" sz="1400" dirty="0">
                <a:latin typeface="Courier New" panose="02070309020205020404" pitchFamily="49" charset="0"/>
                <a:cs typeface="Courier New" panose="02070309020205020404" pitchFamily="49" charset="0"/>
              </a:rPr>
              <a:t>   mutex lock1, lock2; </a:t>
            </a:r>
          </a:p>
          <a:p>
            <a:pPr marL="0" indent="0">
              <a:buFont typeface="Monotype Sorts" pitchFamily="-84" charset="2"/>
              <a:buNone/>
            </a:pPr>
            <a:r>
              <a:rPr lang="en-US" altLang="en-US" sz="1400" dirty="0">
                <a:latin typeface="Courier New" panose="02070309020205020404" pitchFamily="49" charset="0"/>
                <a:cs typeface="Courier New" panose="02070309020205020404" pitchFamily="49" charset="0"/>
              </a:rPr>
              <a:t>   lock1 = </a:t>
            </a:r>
            <a:r>
              <a:rPr lang="en-US" altLang="en-US" sz="1400" dirty="0" err="1">
                <a:latin typeface="Courier New" panose="02070309020205020404" pitchFamily="49" charset="0"/>
                <a:cs typeface="Courier New" panose="02070309020205020404" pitchFamily="49" charset="0"/>
              </a:rPr>
              <a:t>get_lock</a:t>
            </a:r>
            <a:r>
              <a:rPr lang="en-US" altLang="en-US" sz="1400" dirty="0">
                <a:latin typeface="Courier New" panose="02070309020205020404" pitchFamily="49" charset="0"/>
                <a:cs typeface="Courier New" panose="02070309020205020404" pitchFamily="49" charset="0"/>
              </a:rPr>
              <a:t>(from); </a:t>
            </a:r>
          </a:p>
          <a:p>
            <a:pPr marL="0" indent="0">
              <a:buFont typeface="Monotype Sorts" pitchFamily="-84" charset="2"/>
              <a:buNone/>
            </a:pPr>
            <a:r>
              <a:rPr lang="en-US" altLang="en-US" sz="1400" dirty="0">
                <a:latin typeface="Courier New" panose="02070309020205020404" pitchFamily="49" charset="0"/>
                <a:cs typeface="Courier New" panose="02070309020205020404" pitchFamily="49" charset="0"/>
              </a:rPr>
              <a:t>   lock2 = </a:t>
            </a:r>
            <a:r>
              <a:rPr lang="en-US" altLang="en-US" sz="1400" dirty="0" err="1">
                <a:latin typeface="Courier New" panose="02070309020205020404" pitchFamily="49" charset="0"/>
                <a:cs typeface="Courier New" panose="02070309020205020404" pitchFamily="49" charset="0"/>
              </a:rPr>
              <a:t>get_lock</a:t>
            </a:r>
            <a:r>
              <a:rPr lang="en-US" altLang="en-US" sz="1400" dirty="0">
                <a:latin typeface="Courier New" panose="02070309020205020404" pitchFamily="49" charset="0"/>
                <a:cs typeface="Courier New" panose="02070309020205020404" pitchFamily="49" charset="0"/>
              </a:rPr>
              <a:t>(to); </a:t>
            </a:r>
          </a:p>
          <a:p>
            <a:pPr marL="0" indent="0">
              <a:buFont typeface="Monotype Sorts" pitchFamily="-84" charset="2"/>
              <a:buNone/>
            </a:pPr>
            <a:r>
              <a:rPr lang="en-US" altLang="en-US" sz="1400" dirty="0">
                <a:latin typeface="Courier New" panose="02070309020205020404" pitchFamily="49" charset="0"/>
                <a:cs typeface="Courier New" panose="02070309020205020404" pitchFamily="49" charset="0"/>
              </a:rPr>
              <a:t>   acquire(lock1); </a:t>
            </a:r>
          </a:p>
          <a:p>
            <a:pPr marL="0" indent="0">
              <a:buFont typeface="Monotype Sorts" pitchFamily="-84" charset="2"/>
              <a:buNone/>
            </a:pPr>
            <a:r>
              <a:rPr lang="en-US" altLang="en-US" sz="1400" dirty="0">
                <a:latin typeface="Courier New" panose="02070309020205020404" pitchFamily="49" charset="0"/>
                <a:cs typeface="Courier New" panose="02070309020205020404" pitchFamily="49" charset="0"/>
              </a:rPr>
              <a:t>      acquire(lock2); </a:t>
            </a:r>
          </a:p>
          <a:p>
            <a:pPr marL="0" indent="0">
              <a:buFont typeface="Monotype Sorts" pitchFamily="-84" charset="2"/>
              <a:buNone/>
            </a:pPr>
            <a:r>
              <a:rPr lang="en-US" altLang="en-US" sz="1400" dirty="0">
                <a:latin typeface="Courier New" panose="02070309020205020404" pitchFamily="49" charset="0"/>
                <a:cs typeface="Courier New" panose="02070309020205020404" pitchFamily="49" charset="0"/>
              </a:rPr>
              <a:t>         withdraw(from, amount); </a:t>
            </a:r>
          </a:p>
          <a:p>
            <a:pPr marL="0" indent="0">
              <a:buFont typeface="Monotype Sorts" pitchFamily="-84" charset="2"/>
              <a:buNone/>
            </a:pPr>
            <a:r>
              <a:rPr lang="en-US" altLang="en-US" sz="1400" dirty="0">
                <a:latin typeface="Courier New" panose="02070309020205020404" pitchFamily="49" charset="0"/>
                <a:cs typeface="Courier New" panose="02070309020205020404" pitchFamily="49" charset="0"/>
              </a:rPr>
              <a:t>         deposit(to, amount); </a:t>
            </a:r>
          </a:p>
          <a:p>
            <a:pPr marL="0" indent="0">
              <a:buFont typeface="Monotype Sorts" pitchFamily="-84" charset="2"/>
              <a:buNone/>
            </a:pPr>
            <a:r>
              <a:rPr lang="en-US" altLang="en-US" sz="1400" dirty="0">
                <a:latin typeface="Courier New" panose="02070309020205020404" pitchFamily="49" charset="0"/>
                <a:cs typeface="Courier New" panose="02070309020205020404" pitchFamily="49" charset="0"/>
              </a:rPr>
              <a:t>      release(lock2); </a:t>
            </a:r>
          </a:p>
          <a:p>
            <a:pPr marL="0" indent="0">
              <a:buFont typeface="Monotype Sorts" pitchFamily="-84" charset="2"/>
              <a:buNone/>
            </a:pPr>
            <a:r>
              <a:rPr lang="en-US" altLang="en-US" sz="1400" dirty="0">
                <a:latin typeface="Courier New" panose="02070309020205020404" pitchFamily="49" charset="0"/>
                <a:cs typeface="Courier New" panose="02070309020205020404" pitchFamily="49" charset="0"/>
              </a:rPr>
              <a:t>   release(lock1); </a:t>
            </a:r>
          </a:p>
          <a:p>
            <a:pPr marL="0" indent="0">
              <a:buFont typeface="Monotype Sorts" pitchFamily="-84" charset="2"/>
              <a:buNone/>
            </a:pPr>
            <a:r>
              <a:rPr lang="en-US" altLang="en-US" sz="1400" dirty="0">
                <a:latin typeface="Courier New" panose="02070309020205020404" pitchFamily="49" charset="0"/>
                <a:cs typeface="Courier New" panose="02070309020205020404" pitchFamily="49" charset="0"/>
              </a:rPr>
              <a:t>} </a:t>
            </a:r>
          </a:p>
        </p:txBody>
      </p:sp>
      <p:sp>
        <p:nvSpPr>
          <p:cNvPr id="37892" name="Rectangle 3">
            <a:extLst>
              <a:ext uri="{FF2B5EF4-FFF2-40B4-BE49-F238E27FC236}">
                <a16:creationId xmlns:a16="http://schemas.microsoft.com/office/drawing/2014/main" id="{AEF37711-074E-4B1D-995A-F3FC9E2B3265}"/>
              </a:ext>
            </a:extLst>
          </p:cNvPr>
          <p:cNvSpPr>
            <a:spLocks noChangeArrowheads="1"/>
          </p:cNvSpPr>
          <p:nvPr/>
        </p:nvSpPr>
        <p:spPr bwMode="auto">
          <a:xfrm>
            <a:off x="448681" y="4767263"/>
            <a:ext cx="11427159"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lang="zh-CN" altLang="en-US" sz="2000" dirty="0">
                <a:solidFill>
                  <a:srgbClr val="333333"/>
                </a:solidFill>
                <a:latin typeface="微软雅黑" panose="020B0503020204020204" pitchFamily="34" charset="-122"/>
                <a:ea typeface="微软雅黑" panose="020B0503020204020204" pitchFamily="34" charset="-122"/>
              </a:rPr>
              <a:t>事务</a:t>
            </a:r>
            <a:r>
              <a:rPr lang="en-US" altLang="zh-CN" sz="2000" dirty="0">
                <a:solidFill>
                  <a:srgbClr val="333333"/>
                </a:solidFill>
                <a:latin typeface="微软雅黑" panose="020B0503020204020204" pitchFamily="34" charset="-122"/>
                <a:ea typeface="微软雅黑" panose="020B0503020204020204" pitchFamily="34" charset="-122"/>
              </a:rPr>
              <a:t>1</a:t>
            </a:r>
            <a:r>
              <a:rPr lang="zh-CN" altLang="en-US" sz="2000" dirty="0">
                <a:solidFill>
                  <a:srgbClr val="333333"/>
                </a:solidFill>
                <a:latin typeface="微软雅黑" panose="020B0503020204020204" pitchFamily="34" charset="-122"/>
                <a:ea typeface="微软雅黑" panose="020B0503020204020204" pitchFamily="34" charset="-122"/>
              </a:rPr>
              <a:t>和</a:t>
            </a:r>
            <a:r>
              <a:rPr lang="en-US" altLang="zh-CN" sz="2000" dirty="0">
                <a:solidFill>
                  <a:srgbClr val="333333"/>
                </a:solidFill>
                <a:latin typeface="微软雅黑" panose="020B0503020204020204" pitchFamily="34" charset="-122"/>
                <a:ea typeface="微软雅黑" panose="020B0503020204020204" pitchFamily="34" charset="-122"/>
              </a:rPr>
              <a:t>2</a:t>
            </a:r>
            <a:r>
              <a:rPr lang="zh-CN" altLang="en-US" sz="2000" dirty="0">
                <a:solidFill>
                  <a:srgbClr val="333333"/>
                </a:solidFill>
                <a:latin typeface="微软雅黑" panose="020B0503020204020204" pitchFamily="34" charset="-122"/>
                <a:ea typeface="微软雅黑" panose="020B0503020204020204" pitchFamily="34" charset="-122"/>
              </a:rPr>
              <a:t>并发执行。交易</a:t>
            </a:r>
            <a:r>
              <a:rPr lang="en-US" altLang="zh-CN" sz="2000" dirty="0">
                <a:solidFill>
                  <a:srgbClr val="333333"/>
                </a:solidFill>
                <a:latin typeface="微软雅黑" panose="020B0503020204020204" pitchFamily="34" charset="-122"/>
                <a:ea typeface="微软雅黑" panose="020B0503020204020204" pitchFamily="34" charset="-122"/>
              </a:rPr>
              <a:t>1</a:t>
            </a:r>
            <a:r>
              <a:rPr lang="zh-CN" altLang="en-US" sz="2000" dirty="0">
                <a:solidFill>
                  <a:srgbClr val="333333"/>
                </a:solidFill>
                <a:latin typeface="微软雅黑" panose="020B0503020204020204" pitchFamily="34" charset="-122"/>
                <a:ea typeface="微软雅黑" panose="020B0503020204020204" pitchFamily="34" charset="-122"/>
              </a:rPr>
              <a:t>从账户</a:t>
            </a:r>
            <a:r>
              <a:rPr lang="en-US" altLang="zh-CN" sz="2000" dirty="0">
                <a:solidFill>
                  <a:srgbClr val="333333"/>
                </a:solidFill>
                <a:latin typeface="微软雅黑" panose="020B0503020204020204" pitchFamily="34" charset="-122"/>
                <a:ea typeface="微软雅黑" panose="020B0503020204020204" pitchFamily="34" charset="-122"/>
              </a:rPr>
              <a:t>A</a:t>
            </a:r>
            <a:r>
              <a:rPr lang="zh-CN" altLang="en-US" sz="2000" dirty="0">
                <a:solidFill>
                  <a:srgbClr val="333333"/>
                </a:solidFill>
                <a:latin typeface="微软雅黑" panose="020B0503020204020204" pitchFamily="34" charset="-122"/>
                <a:ea typeface="微软雅黑" panose="020B0503020204020204" pitchFamily="34" charset="-122"/>
              </a:rPr>
              <a:t>向账户</a:t>
            </a:r>
            <a:r>
              <a:rPr lang="en-US" altLang="zh-CN" sz="2000" dirty="0">
                <a:solidFill>
                  <a:srgbClr val="333333"/>
                </a:solidFill>
                <a:latin typeface="微软雅黑" panose="020B0503020204020204" pitchFamily="34" charset="-122"/>
                <a:ea typeface="微软雅黑" panose="020B0503020204020204" pitchFamily="34" charset="-122"/>
              </a:rPr>
              <a:t>B</a:t>
            </a:r>
            <a:r>
              <a:rPr lang="zh-CN" altLang="en-US" sz="2000" dirty="0">
                <a:solidFill>
                  <a:srgbClr val="333333"/>
                </a:solidFill>
                <a:latin typeface="微软雅黑" panose="020B0503020204020204" pitchFamily="34" charset="-122"/>
                <a:ea typeface="微软雅黑" panose="020B0503020204020204" pitchFamily="34" charset="-122"/>
              </a:rPr>
              <a:t>转账</a:t>
            </a:r>
            <a:r>
              <a:rPr lang="en-US" altLang="zh-CN" sz="2000" dirty="0">
                <a:solidFill>
                  <a:srgbClr val="333333"/>
                </a:solidFill>
                <a:latin typeface="微软雅黑" panose="020B0503020204020204" pitchFamily="34" charset="-122"/>
                <a:ea typeface="微软雅黑" panose="020B0503020204020204" pitchFamily="34" charset="-122"/>
              </a:rPr>
              <a:t>25</a:t>
            </a:r>
            <a:r>
              <a:rPr lang="zh-CN" altLang="en-US" sz="2000" dirty="0">
                <a:solidFill>
                  <a:srgbClr val="333333"/>
                </a:solidFill>
                <a:latin typeface="微软雅黑" panose="020B0503020204020204" pitchFamily="34" charset="-122"/>
                <a:ea typeface="微软雅黑" panose="020B0503020204020204" pitchFamily="34" charset="-122"/>
              </a:rPr>
              <a:t>美元，交易</a:t>
            </a:r>
            <a:r>
              <a:rPr lang="en-US" altLang="zh-CN" sz="2000" dirty="0">
                <a:solidFill>
                  <a:srgbClr val="333333"/>
                </a:solidFill>
                <a:latin typeface="微软雅黑" panose="020B0503020204020204" pitchFamily="34" charset="-122"/>
                <a:ea typeface="微软雅黑" panose="020B0503020204020204" pitchFamily="34" charset="-122"/>
              </a:rPr>
              <a:t>2</a:t>
            </a:r>
            <a:r>
              <a:rPr lang="zh-CN" altLang="en-US" sz="2000" dirty="0">
                <a:solidFill>
                  <a:srgbClr val="333333"/>
                </a:solidFill>
                <a:latin typeface="微软雅黑" panose="020B0503020204020204" pitchFamily="34" charset="-122"/>
                <a:ea typeface="微软雅黑" panose="020B0503020204020204" pitchFamily="34" charset="-122"/>
              </a:rPr>
              <a:t>从账户</a:t>
            </a:r>
            <a:r>
              <a:rPr lang="en-US" altLang="zh-CN" sz="2000" dirty="0">
                <a:solidFill>
                  <a:srgbClr val="333333"/>
                </a:solidFill>
                <a:latin typeface="微软雅黑" panose="020B0503020204020204" pitchFamily="34" charset="-122"/>
                <a:ea typeface="微软雅黑" panose="020B0503020204020204" pitchFamily="34" charset="-122"/>
              </a:rPr>
              <a:t>B</a:t>
            </a:r>
            <a:r>
              <a:rPr lang="zh-CN" altLang="en-US" sz="2000" dirty="0">
                <a:solidFill>
                  <a:srgbClr val="333333"/>
                </a:solidFill>
                <a:latin typeface="微软雅黑" panose="020B0503020204020204" pitchFamily="34" charset="-122"/>
                <a:ea typeface="微软雅黑" panose="020B0503020204020204" pitchFamily="34" charset="-122"/>
              </a:rPr>
              <a:t>向账户</a:t>
            </a:r>
            <a:r>
              <a:rPr lang="en-US" altLang="zh-CN" sz="2000" dirty="0">
                <a:solidFill>
                  <a:srgbClr val="333333"/>
                </a:solidFill>
                <a:latin typeface="微软雅黑" panose="020B0503020204020204" pitchFamily="34" charset="-122"/>
                <a:ea typeface="微软雅黑" panose="020B0503020204020204" pitchFamily="34" charset="-122"/>
              </a:rPr>
              <a:t>A</a:t>
            </a:r>
            <a:r>
              <a:rPr lang="zh-CN" altLang="en-US" sz="2000" dirty="0">
                <a:solidFill>
                  <a:srgbClr val="333333"/>
                </a:solidFill>
                <a:latin typeface="微软雅黑" panose="020B0503020204020204" pitchFamily="34" charset="-122"/>
                <a:ea typeface="微软雅黑" panose="020B0503020204020204" pitchFamily="34" charset="-122"/>
              </a:rPr>
              <a:t>转账</a:t>
            </a:r>
            <a:r>
              <a:rPr lang="en-US" altLang="zh-CN" sz="2000" dirty="0">
                <a:solidFill>
                  <a:srgbClr val="333333"/>
                </a:solidFill>
                <a:latin typeface="微软雅黑" panose="020B0503020204020204" pitchFamily="34" charset="-122"/>
                <a:ea typeface="微软雅黑" panose="020B0503020204020204" pitchFamily="34" charset="-122"/>
              </a:rPr>
              <a:t>50</a:t>
            </a:r>
            <a:r>
              <a:rPr lang="zh-CN" altLang="en-US" sz="2000" dirty="0">
                <a:solidFill>
                  <a:srgbClr val="333333"/>
                </a:solidFill>
                <a:latin typeface="微软雅黑" panose="020B0503020204020204" pitchFamily="34" charset="-122"/>
                <a:ea typeface="微软雅黑" panose="020B0503020204020204" pitchFamily="34" charset="-122"/>
              </a:rPr>
              <a:t>美元</a:t>
            </a:r>
            <a:endParaRPr kumimoji="0" lang="en-US" altLang="zh-CN" sz="2000" dirty="0">
              <a:latin typeface="微软雅黑" panose="020B0503020204020204" pitchFamily="34" charset="-122"/>
              <a:ea typeface="微软雅黑" panose="020B0503020204020204" pitchFamily="34" charset="-122"/>
            </a:endParaRPr>
          </a:p>
          <a:p>
            <a:pPr algn="ctr">
              <a:spcBef>
                <a:spcPct val="50000"/>
              </a:spcBef>
              <a:buClrTx/>
              <a:buSzTx/>
              <a:buFontTx/>
              <a:buNone/>
            </a:pPr>
            <a:r>
              <a:rPr kumimoji="0" lang="en-US" altLang="en-US" sz="2000" dirty="0">
                <a:ea typeface="微软雅黑" panose="020B0503020204020204" pitchFamily="34" charset="-122"/>
              </a:rPr>
              <a:t>    </a:t>
            </a:r>
          </a:p>
        </p:txBody>
      </p:sp>
      <p:sp>
        <p:nvSpPr>
          <p:cNvPr id="5" name="Rectangle 3">
            <a:extLst>
              <a:ext uri="{FF2B5EF4-FFF2-40B4-BE49-F238E27FC236}">
                <a16:creationId xmlns:a16="http://schemas.microsoft.com/office/drawing/2014/main" id="{1B72A6DC-9316-4C34-8B17-E948D62D12CF}"/>
              </a:ext>
            </a:extLst>
          </p:cNvPr>
          <p:cNvSpPr>
            <a:spLocks noChangeArrowheads="1"/>
          </p:cNvSpPr>
          <p:nvPr/>
        </p:nvSpPr>
        <p:spPr bwMode="auto">
          <a:xfrm>
            <a:off x="4009812" y="5367555"/>
            <a:ext cx="409786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lang="zh-CN" altLang="en-US" sz="2000" b="1" i="1" dirty="0">
                <a:solidFill>
                  <a:srgbClr val="333333"/>
                </a:solidFill>
                <a:latin typeface="微软雅黑" panose="020B0503020204020204" pitchFamily="34" charset="-122"/>
                <a:ea typeface="微软雅黑" panose="020B0503020204020204" pitchFamily="34" charset="-122"/>
              </a:rPr>
              <a:t>交易</a:t>
            </a:r>
            <a:r>
              <a:rPr lang="en-US" altLang="zh-CN" sz="2000" b="1" i="1" dirty="0">
                <a:solidFill>
                  <a:srgbClr val="333333"/>
                </a:solidFill>
                <a:latin typeface="微软雅黑" panose="020B0503020204020204" pitchFamily="34" charset="-122"/>
                <a:ea typeface="微软雅黑" panose="020B0503020204020204" pitchFamily="34" charset="-122"/>
              </a:rPr>
              <a:t>1</a:t>
            </a:r>
            <a:r>
              <a:rPr lang="zh-CN" altLang="en-US" sz="2000" b="1" i="1" dirty="0">
                <a:solidFill>
                  <a:srgbClr val="333333"/>
                </a:solidFill>
                <a:latin typeface="微软雅黑" panose="020B0503020204020204" pitchFamily="34" charset="-122"/>
                <a:ea typeface="微软雅黑" panose="020B0503020204020204" pitchFamily="34" charset="-122"/>
              </a:rPr>
              <a:t>：</a:t>
            </a:r>
            <a:r>
              <a:rPr lang="en-US" altLang="zh-CN" sz="2000" b="1" i="1" dirty="0">
                <a:solidFill>
                  <a:srgbClr val="333333"/>
                </a:solidFill>
                <a:latin typeface="微软雅黑" panose="020B0503020204020204" pitchFamily="34" charset="-122"/>
                <a:ea typeface="微软雅黑" panose="020B0503020204020204" pitchFamily="34" charset="-122"/>
              </a:rPr>
              <a:t>lock1</a:t>
            </a:r>
            <a:r>
              <a:rPr lang="zh-CN" altLang="en-US" sz="2000" b="1" i="1" dirty="0">
                <a:solidFill>
                  <a:srgbClr val="333333"/>
                </a:solidFill>
                <a:latin typeface="微软雅黑" panose="020B0503020204020204" pitchFamily="34" charset="-122"/>
                <a:ea typeface="微软雅黑" panose="020B0503020204020204" pitchFamily="34" charset="-122"/>
              </a:rPr>
              <a:t>是</a:t>
            </a:r>
            <a:r>
              <a:rPr lang="en-US" altLang="zh-CN" sz="2000" b="1" i="1" dirty="0">
                <a:solidFill>
                  <a:srgbClr val="333333"/>
                </a:solidFill>
                <a:latin typeface="微软雅黑" panose="020B0503020204020204" pitchFamily="34" charset="-122"/>
                <a:ea typeface="微软雅黑" panose="020B0503020204020204" pitchFamily="34" charset="-122"/>
              </a:rPr>
              <a:t>A</a:t>
            </a:r>
            <a:r>
              <a:rPr lang="zh-CN" altLang="en-US" sz="2000" b="1" i="1" dirty="0">
                <a:solidFill>
                  <a:srgbClr val="333333"/>
                </a:solidFill>
                <a:latin typeface="微软雅黑" panose="020B0503020204020204" pitchFamily="34" charset="-122"/>
                <a:ea typeface="微软雅黑" panose="020B0503020204020204" pitchFamily="34" charset="-122"/>
              </a:rPr>
              <a:t>，</a:t>
            </a:r>
            <a:r>
              <a:rPr lang="en-US" altLang="zh-CN" sz="2000" b="1" i="1" dirty="0">
                <a:solidFill>
                  <a:srgbClr val="333333"/>
                </a:solidFill>
                <a:latin typeface="微软雅黑" panose="020B0503020204020204" pitchFamily="34" charset="-122"/>
                <a:ea typeface="微软雅黑" panose="020B0503020204020204" pitchFamily="34" charset="-122"/>
              </a:rPr>
              <a:t>lock2</a:t>
            </a:r>
            <a:r>
              <a:rPr lang="zh-CN" altLang="en-US" sz="2000" b="1" i="1" dirty="0">
                <a:solidFill>
                  <a:srgbClr val="333333"/>
                </a:solidFill>
                <a:latin typeface="微软雅黑" panose="020B0503020204020204" pitchFamily="34" charset="-122"/>
                <a:ea typeface="微软雅黑" panose="020B0503020204020204" pitchFamily="34" charset="-122"/>
              </a:rPr>
              <a:t>是</a:t>
            </a:r>
            <a:r>
              <a:rPr lang="en-US" altLang="zh-CN" sz="2000" b="1" i="1" dirty="0">
                <a:solidFill>
                  <a:srgbClr val="333333"/>
                </a:solidFill>
                <a:latin typeface="微软雅黑" panose="020B0503020204020204" pitchFamily="34" charset="-122"/>
                <a:ea typeface="微软雅黑" panose="020B0503020204020204" pitchFamily="34" charset="-122"/>
              </a:rPr>
              <a:t>B</a:t>
            </a:r>
          </a:p>
          <a:p>
            <a:pPr>
              <a:spcBef>
                <a:spcPct val="50000"/>
              </a:spcBef>
              <a:buClrTx/>
              <a:buSzTx/>
              <a:buFontTx/>
              <a:buNone/>
            </a:pPr>
            <a:r>
              <a:rPr lang="zh-CN" altLang="en-US" sz="2000" b="1" i="1" dirty="0">
                <a:solidFill>
                  <a:srgbClr val="333333"/>
                </a:solidFill>
                <a:latin typeface="微软雅黑" panose="020B0503020204020204" pitchFamily="34" charset="-122"/>
                <a:ea typeface="微软雅黑" panose="020B0503020204020204" pitchFamily="34" charset="-122"/>
              </a:rPr>
              <a:t>交易</a:t>
            </a:r>
            <a:r>
              <a:rPr lang="en-US" altLang="zh-CN" sz="2000" b="1" i="1" dirty="0">
                <a:solidFill>
                  <a:srgbClr val="333333"/>
                </a:solidFill>
                <a:latin typeface="微软雅黑" panose="020B0503020204020204" pitchFamily="34" charset="-122"/>
                <a:ea typeface="微软雅黑" panose="020B0503020204020204" pitchFamily="34" charset="-122"/>
              </a:rPr>
              <a:t>2</a:t>
            </a:r>
            <a:r>
              <a:rPr lang="zh-CN" altLang="en-US" sz="2000" b="1" i="1" dirty="0">
                <a:solidFill>
                  <a:srgbClr val="333333"/>
                </a:solidFill>
                <a:latin typeface="微软雅黑" panose="020B0503020204020204" pitchFamily="34" charset="-122"/>
                <a:ea typeface="微软雅黑" panose="020B0503020204020204" pitchFamily="34" charset="-122"/>
              </a:rPr>
              <a:t>：</a:t>
            </a:r>
            <a:r>
              <a:rPr lang="en-US" altLang="zh-CN" sz="2000" b="1" i="1" dirty="0">
                <a:solidFill>
                  <a:srgbClr val="333333"/>
                </a:solidFill>
                <a:latin typeface="微软雅黑" panose="020B0503020204020204" pitchFamily="34" charset="-122"/>
                <a:ea typeface="微软雅黑" panose="020B0503020204020204" pitchFamily="34" charset="-122"/>
              </a:rPr>
              <a:t>lock1</a:t>
            </a:r>
            <a:r>
              <a:rPr lang="zh-CN" altLang="en-US" sz="2000" b="1" i="1" dirty="0">
                <a:solidFill>
                  <a:srgbClr val="333333"/>
                </a:solidFill>
                <a:latin typeface="微软雅黑" panose="020B0503020204020204" pitchFamily="34" charset="-122"/>
                <a:ea typeface="微软雅黑" panose="020B0503020204020204" pitchFamily="34" charset="-122"/>
              </a:rPr>
              <a:t>是</a:t>
            </a:r>
            <a:r>
              <a:rPr lang="en-US" altLang="zh-CN" sz="2000" b="1" i="1" dirty="0">
                <a:solidFill>
                  <a:srgbClr val="333333"/>
                </a:solidFill>
                <a:latin typeface="微软雅黑" panose="020B0503020204020204" pitchFamily="34" charset="-122"/>
                <a:ea typeface="微软雅黑" panose="020B0503020204020204" pitchFamily="34" charset="-122"/>
              </a:rPr>
              <a:t>B</a:t>
            </a:r>
            <a:r>
              <a:rPr lang="zh-CN" altLang="en-US" sz="2000" b="1" i="1" dirty="0">
                <a:solidFill>
                  <a:srgbClr val="333333"/>
                </a:solidFill>
                <a:latin typeface="微软雅黑" panose="020B0503020204020204" pitchFamily="34" charset="-122"/>
                <a:ea typeface="微软雅黑" panose="020B0503020204020204" pitchFamily="34" charset="-122"/>
              </a:rPr>
              <a:t>，</a:t>
            </a:r>
            <a:r>
              <a:rPr lang="en-US" altLang="zh-CN" sz="2000" b="1" i="1" dirty="0">
                <a:solidFill>
                  <a:srgbClr val="333333"/>
                </a:solidFill>
                <a:latin typeface="微软雅黑" panose="020B0503020204020204" pitchFamily="34" charset="-122"/>
                <a:ea typeface="微软雅黑" panose="020B0503020204020204" pitchFamily="34" charset="-122"/>
              </a:rPr>
              <a:t>lock2</a:t>
            </a:r>
            <a:r>
              <a:rPr lang="zh-CN" altLang="en-US" sz="2000" b="1" i="1" dirty="0">
                <a:solidFill>
                  <a:srgbClr val="333333"/>
                </a:solidFill>
                <a:latin typeface="微软雅黑" panose="020B0503020204020204" pitchFamily="34" charset="-122"/>
                <a:ea typeface="微软雅黑" panose="020B0503020204020204" pitchFamily="34" charset="-122"/>
              </a:rPr>
              <a:t>是</a:t>
            </a:r>
            <a:r>
              <a:rPr lang="en-US" altLang="zh-CN" sz="2000" b="1" i="1" dirty="0">
                <a:solidFill>
                  <a:srgbClr val="333333"/>
                </a:solidFill>
                <a:latin typeface="微软雅黑" panose="020B0503020204020204" pitchFamily="34" charset="-122"/>
                <a:ea typeface="微软雅黑" panose="020B0503020204020204" pitchFamily="34" charset="-122"/>
              </a:rPr>
              <a:t>A</a:t>
            </a:r>
            <a:endParaRPr kumimoji="0" lang="en-US" altLang="zh-CN" sz="2000" b="1" i="1" dirty="0">
              <a:latin typeface="微软雅黑" panose="020B0503020204020204" pitchFamily="34" charset="-122"/>
              <a:ea typeface="微软雅黑" panose="020B0503020204020204" pitchFamily="34" charset="-122"/>
            </a:endParaRPr>
          </a:p>
          <a:p>
            <a:pPr algn="ctr">
              <a:spcBef>
                <a:spcPct val="50000"/>
              </a:spcBef>
              <a:buClrTx/>
              <a:buSzTx/>
              <a:buFontTx/>
              <a:buNone/>
            </a:pPr>
            <a:r>
              <a:rPr kumimoji="0" lang="en-US" altLang="en-US" sz="2000" dirty="0">
                <a:ea typeface="微软雅黑" panose="020B0503020204020204"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892"/>
                                        </p:tgtEl>
                                        <p:attrNameLst>
                                          <p:attrName>style.visibility</p:attrName>
                                        </p:attrNameLst>
                                      </p:cBhvr>
                                      <p:to>
                                        <p:strVal val="visible"/>
                                      </p:to>
                                    </p:set>
                                    <p:animEffect transition="in" filter="wipe(left)">
                                      <p:cBhvr>
                                        <p:cTn id="7" dur="500"/>
                                        <p:tgtEl>
                                          <p:spTgt spid="3789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a:extLst>
              <a:ext uri="{FF2B5EF4-FFF2-40B4-BE49-F238E27FC236}">
                <a16:creationId xmlns:a16="http://schemas.microsoft.com/office/drawing/2014/main" id="{2EB81A05-B627-42BA-87C9-76428857F2CD}"/>
              </a:ext>
            </a:extLst>
          </p:cNvPr>
          <p:cNvSpPr>
            <a:spLocks noGrp="1" noChangeArrowheads="1"/>
          </p:cNvSpPr>
          <p:nvPr>
            <p:ph type="body" idx="1"/>
          </p:nvPr>
        </p:nvSpPr>
        <p:spPr>
          <a:xfrm>
            <a:off x="1131147" y="2841838"/>
            <a:ext cx="10634133" cy="2836863"/>
          </a:xfrm>
        </p:spPr>
        <p:txBody>
          <a:bodyPr/>
          <a:lstStyle/>
          <a:p>
            <a:pPr algn="just">
              <a:lnSpc>
                <a:spcPct val="200000"/>
              </a:lnSpc>
              <a:buClr>
                <a:srgbClr val="CC6600"/>
              </a:buClr>
              <a:buFont typeface="Wingdings" panose="05000000000000000000" pitchFamily="2" charset="2"/>
              <a:buChar char="n"/>
            </a:pPr>
            <a:r>
              <a:rPr lang="zh-CN" altLang="en-US" dirty="0">
                <a:latin typeface="微软雅黑" panose="020B0503020204020204" pitchFamily="34" charset="-122"/>
                <a:ea typeface="微软雅黑" panose="020B0503020204020204" pitchFamily="34" charset="-122"/>
              </a:rPr>
              <a:t>要求每个进程声明它可能需要的每种类型的资源的</a:t>
            </a:r>
            <a:r>
              <a:rPr lang="zh-CN" altLang="en-US" b="1" dirty="0">
                <a:latin typeface="微软雅黑" panose="020B0503020204020204" pitchFamily="34" charset="-122"/>
                <a:ea typeface="微软雅黑" panose="020B0503020204020204" pitchFamily="34" charset="-122"/>
              </a:rPr>
              <a:t>最大数量</a:t>
            </a:r>
            <a:endParaRPr lang="en-US" altLang="en-US" dirty="0"/>
          </a:p>
          <a:p>
            <a:pPr algn="just">
              <a:lnSpc>
                <a:spcPct val="200000"/>
              </a:lnSpc>
              <a:buClr>
                <a:srgbClr val="CC6600"/>
              </a:buClr>
              <a:buFont typeface="Wingdings" panose="05000000000000000000" pitchFamily="2" charset="2"/>
              <a:buChar char="n"/>
            </a:pPr>
            <a:r>
              <a:rPr lang="zh-CN" altLang="en-US" dirty="0">
                <a:solidFill>
                  <a:srgbClr val="0070C0"/>
                </a:solidFill>
                <a:latin typeface="微软雅黑" panose="020B0503020204020204" pitchFamily="34" charset="-122"/>
                <a:ea typeface="微软雅黑" panose="020B0503020204020204" pitchFamily="34" charset="-122"/>
              </a:rPr>
              <a:t>死锁避免算法</a:t>
            </a:r>
            <a:r>
              <a:rPr lang="zh-CN" altLang="en-US" dirty="0">
                <a:latin typeface="微软雅黑" panose="020B0503020204020204" pitchFamily="34" charset="-122"/>
                <a:ea typeface="微软雅黑" panose="020B0503020204020204" pitchFamily="34" charset="-122"/>
              </a:rPr>
              <a:t>动态检查</a:t>
            </a:r>
            <a:r>
              <a:rPr lang="zh-CN" altLang="en-US" b="1" dirty="0">
                <a:solidFill>
                  <a:srgbClr val="0070C0"/>
                </a:solidFill>
                <a:latin typeface="微软雅黑" panose="020B0503020204020204" pitchFamily="34" charset="-122"/>
                <a:ea typeface="微软雅黑" panose="020B0503020204020204" pitchFamily="34" charset="-122"/>
              </a:rPr>
              <a:t>资源分配状态</a:t>
            </a:r>
            <a:r>
              <a:rPr lang="zh-CN" altLang="en-US" dirty="0">
                <a:latin typeface="微软雅黑" panose="020B0503020204020204" pitchFamily="34" charset="-122"/>
                <a:ea typeface="微软雅黑" panose="020B0503020204020204" pitchFamily="34" charset="-122"/>
              </a:rPr>
              <a:t>，以确保永远不会出现</a:t>
            </a:r>
            <a:r>
              <a:rPr lang="zh-CN" altLang="en-US" b="1" dirty="0">
                <a:solidFill>
                  <a:srgbClr val="FF0000"/>
                </a:solidFill>
                <a:latin typeface="微软雅黑" panose="020B0503020204020204" pitchFamily="34" charset="-122"/>
                <a:ea typeface="微软雅黑" panose="020B0503020204020204" pitchFamily="34" charset="-122"/>
              </a:rPr>
              <a:t>循环等待</a:t>
            </a:r>
            <a:r>
              <a:rPr lang="zh-CN" altLang="en-US" dirty="0">
                <a:latin typeface="微软雅黑" panose="020B0503020204020204" pitchFamily="34" charset="-122"/>
                <a:ea typeface="微软雅黑" panose="020B0503020204020204" pitchFamily="34" charset="-122"/>
              </a:rPr>
              <a:t>情况</a:t>
            </a:r>
            <a:endParaRPr lang="en-US" altLang="en-US" dirty="0">
              <a:latin typeface="微软雅黑" panose="020B0503020204020204" pitchFamily="34" charset="-122"/>
              <a:ea typeface="微软雅黑" panose="020B0503020204020204" pitchFamily="34" charset="-122"/>
            </a:endParaRPr>
          </a:p>
          <a:p>
            <a:pPr algn="just">
              <a:lnSpc>
                <a:spcPct val="200000"/>
              </a:lnSpc>
              <a:buClr>
                <a:srgbClr val="CC6600"/>
              </a:buClr>
              <a:buFont typeface="Wingdings" panose="05000000000000000000" pitchFamily="2" charset="2"/>
              <a:buChar char="n"/>
            </a:pPr>
            <a:r>
              <a:rPr lang="zh-CN" altLang="en-US" b="1" dirty="0">
                <a:solidFill>
                  <a:srgbClr val="0070C0"/>
                </a:solidFill>
                <a:latin typeface="微软雅黑" panose="020B0503020204020204" pitchFamily="34" charset="-122"/>
                <a:ea typeface="微软雅黑" panose="020B0503020204020204" pitchFamily="34" charset="-122"/>
              </a:rPr>
              <a:t>资源分配状态</a:t>
            </a:r>
            <a:r>
              <a:rPr lang="zh-CN" altLang="en-US" dirty="0">
                <a:latin typeface="微软雅黑" panose="020B0503020204020204" pitchFamily="34" charset="-122"/>
                <a:ea typeface="微软雅黑" panose="020B0503020204020204" pitchFamily="34" charset="-122"/>
              </a:rPr>
              <a:t>由可用和</a:t>
            </a:r>
            <a:r>
              <a:rPr lang="zh-CN" altLang="en-US" dirty="0">
                <a:solidFill>
                  <a:srgbClr val="0070C0"/>
                </a:solidFill>
                <a:latin typeface="微软雅黑" panose="020B0503020204020204" pitchFamily="34" charset="-122"/>
                <a:ea typeface="微软雅黑" panose="020B0503020204020204" pitchFamily="34" charset="-122"/>
              </a:rPr>
              <a:t>已分配资源的数量</a:t>
            </a:r>
            <a:r>
              <a:rPr lang="zh-CN" altLang="en-US" dirty="0">
                <a:latin typeface="微软雅黑" panose="020B0503020204020204" pitchFamily="34" charset="-122"/>
                <a:ea typeface="微软雅黑" panose="020B0503020204020204" pitchFamily="34" charset="-122"/>
              </a:rPr>
              <a:t>以及</a:t>
            </a:r>
            <a:r>
              <a:rPr lang="zh-CN" altLang="en-US" dirty="0">
                <a:solidFill>
                  <a:srgbClr val="0070C0"/>
                </a:solidFill>
                <a:latin typeface="微软雅黑" panose="020B0503020204020204" pitchFamily="34" charset="-122"/>
                <a:ea typeface="微软雅黑" panose="020B0503020204020204" pitchFamily="34" charset="-122"/>
              </a:rPr>
              <a:t>进程的最大需求</a:t>
            </a:r>
            <a:r>
              <a:rPr lang="zh-CN" altLang="en-US" dirty="0">
                <a:latin typeface="微软雅黑" panose="020B0503020204020204" pitchFamily="34" charset="-122"/>
                <a:ea typeface="微软雅黑" panose="020B0503020204020204" pitchFamily="34" charset="-122"/>
              </a:rPr>
              <a:t>来定义</a:t>
            </a:r>
            <a:endParaRPr lang="en-US" altLang="en-US" dirty="0">
              <a:latin typeface="微软雅黑" panose="020B0503020204020204" pitchFamily="34" charset="-122"/>
              <a:ea typeface="微软雅黑" panose="020B0503020204020204" pitchFamily="34" charset="-122"/>
            </a:endParaRPr>
          </a:p>
        </p:txBody>
      </p:sp>
      <p:sp>
        <p:nvSpPr>
          <p:cNvPr id="39939" name="Text Box 4">
            <a:extLst>
              <a:ext uri="{FF2B5EF4-FFF2-40B4-BE49-F238E27FC236}">
                <a16:creationId xmlns:a16="http://schemas.microsoft.com/office/drawing/2014/main" id="{B51E8815-BDB4-4017-B6AE-BF739DAB91C1}"/>
              </a:ext>
            </a:extLst>
          </p:cNvPr>
          <p:cNvSpPr txBox="1">
            <a:spLocks noChangeArrowheads="1"/>
          </p:cNvSpPr>
          <p:nvPr/>
        </p:nvSpPr>
        <p:spPr bwMode="auto">
          <a:xfrm>
            <a:off x="601663" y="1049057"/>
            <a:ext cx="8526462" cy="1642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214313" indent="-214313">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nSpc>
                <a:spcPct val="200000"/>
              </a:lnSpc>
              <a:spcBef>
                <a:spcPct val="50000"/>
              </a:spcBef>
              <a:buSzTx/>
              <a:buFont typeface="Wingdings" panose="05000000000000000000" pitchFamily="2" charset="2"/>
              <a:buChar char="p"/>
            </a:pPr>
            <a:r>
              <a:rPr kumimoji="0" lang="zh-CN" altLang="en-US" sz="2400" dirty="0">
                <a:latin typeface="微软雅黑" panose="020B0503020204020204" pitchFamily="34" charset="-122"/>
                <a:ea typeface="微软雅黑" panose="020B0503020204020204" pitchFamily="34" charset="-122"/>
              </a:rPr>
              <a:t> 死锁预防导致</a:t>
            </a:r>
            <a:r>
              <a:rPr kumimoji="0" lang="zh-CN" altLang="en-US" sz="2400" b="1" dirty="0">
                <a:solidFill>
                  <a:srgbClr val="FF0000"/>
                </a:solidFill>
                <a:latin typeface="微软雅黑" panose="020B0503020204020204" pitchFamily="34" charset="-122"/>
                <a:ea typeface="微软雅黑" panose="020B0503020204020204" pitchFamily="34" charset="-122"/>
              </a:rPr>
              <a:t>设备利用率低</a:t>
            </a:r>
            <a:r>
              <a:rPr kumimoji="0" lang="zh-CN" altLang="en-US" sz="2400" dirty="0">
                <a:latin typeface="微软雅黑" panose="020B0503020204020204" pitchFamily="34" charset="-122"/>
                <a:ea typeface="微软雅黑" panose="020B0503020204020204" pitchFamily="34" charset="-122"/>
              </a:rPr>
              <a:t>和</a:t>
            </a:r>
            <a:r>
              <a:rPr kumimoji="0" lang="zh-CN" altLang="en-US" sz="2400" b="1" dirty="0">
                <a:solidFill>
                  <a:srgbClr val="FF0000"/>
                </a:solidFill>
                <a:latin typeface="微软雅黑" panose="020B0503020204020204" pitchFamily="34" charset="-122"/>
                <a:ea typeface="微软雅黑" panose="020B0503020204020204" pitchFamily="34" charset="-122"/>
              </a:rPr>
              <a:t>系统吞吐量降低</a:t>
            </a:r>
            <a:endParaRPr kumimoji="0" lang="en-US" altLang="en-US" sz="2400" b="1" dirty="0">
              <a:solidFill>
                <a:srgbClr val="FF0000"/>
              </a:solidFill>
              <a:latin typeface="微软雅黑" panose="020B0503020204020204" pitchFamily="34" charset="-122"/>
              <a:ea typeface="微软雅黑" panose="020B0503020204020204" pitchFamily="34" charset="-122"/>
            </a:endParaRPr>
          </a:p>
          <a:p>
            <a:pPr>
              <a:lnSpc>
                <a:spcPct val="200000"/>
              </a:lnSpc>
              <a:spcBef>
                <a:spcPct val="50000"/>
              </a:spcBef>
              <a:buSzTx/>
              <a:buFont typeface="Wingdings" panose="05000000000000000000" pitchFamily="2" charset="2"/>
              <a:buChar char="p"/>
            </a:pPr>
            <a:r>
              <a:rPr kumimoji="0" lang="zh-CN" altLang="en-US" sz="2400" dirty="0">
                <a:latin typeface="微软雅黑" panose="020B0503020204020204" pitchFamily="34" charset="-122"/>
                <a:ea typeface="微软雅黑" panose="020B0503020204020204" pitchFamily="34" charset="-122"/>
              </a:rPr>
              <a:t> </a:t>
            </a:r>
            <a:r>
              <a:rPr kumimoji="0" lang="zh-CN" altLang="en-US" sz="2400" b="1" dirty="0">
                <a:latin typeface="微软雅黑" panose="020B0503020204020204" pitchFamily="34" charset="-122"/>
                <a:ea typeface="微软雅黑" panose="020B0503020204020204" pitchFamily="34" charset="-122"/>
              </a:rPr>
              <a:t>死锁避免</a:t>
            </a:r>
            <a:r>
              <a:rPr kumimoji="0" lang="zh-CN" altLang="en-US" sz="2400" dirty="0">
                <a:latin typeface="微软雅黑" panose="020B0503020204020204" pitchFamily="34" charset="-122"/>
                <a:ea typeface="微软雅黑" panose="020B0503020204020204" pitchFamily="34" charset="-122"/>
              </a:rPr>
              <a:t>要求系统有一些额外的</a:t>
            </a:r>
            <a:r>
              <a:rPr kumimoji="0" lang="zh-CN" altLang="en-US" sz="2400" b="1" dirty="0">
                <a:latin typeface="微软雅黑" panose="020B0503020204020204" pitchFamily="34" charset="-122"/>
                <a:ea typeface="微软雅黑" panose="020B0503020204020204" pitchFamily="34" charset="-122"/>
              </a:rPr>
              <a:t>先验知识 </a:t>
            </a:r>
            <a:endParaRPr kumimoji="0" lang="en-US" altLang="en-US" sz="2400" b="1" dirty="0">
              <a:latin typeface="微软雅黑" panose="020B0503020204020204" pitchFamily="34" charset="-122"/>
              <a:ea typeface="微软雅黑" panose="020B0503020204020204" pitchFamily="34" charset="-122"/>
            </a:endParaRPr>
          </a:p>
        </p:txBody>
      </p:sp>
      <p:sp>
        <p:nvSpPr>
          <p:cNvPr id="5" name="Rectangle 2">
            <a:extLst>
              <a:ext uri="{FF2B5EF4-FFF2-40B4-BE49-F238E27FC236}">
                <a16:creationId xmlns:a16="http://schemas.microsoft.com/office/drawing/2014/main" id="{963E898A-0226-4BB5-8F0D-39723E791E57}"/>
              </a:ext>
            </a:extLst>
          </p:cNvPr>
          <p:cNvSpPr txBox="1">
            <a:spLocks noChangeArrowheads="1"/>
          </p:cNvSpPr>
          <p:nvPr/>
        </p:nvSpPr>
        <p:spPr bwMode="auto">
          <a:xfrm>
            <a:off x="2447925" y="198438"/>
            <a:ext cx="7762875" cy="576262"/>
          </a:xfrm>
          <a:prstGeom prst="rect">
            <a:avLst/>
          </a:prstGeom>
          <a:noFill/>
          <a:ln>
            <a:noFill/>
          </a:ln>
        </p:spPr>
        <p:txBody>
          <a:bodyPr anchor="b"/>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defRPr/>
            </a:pPr>
            <a:r>
              <a:rPr lang="en-US" altLang="zh-CN" kern="0" dirty="0">
                <a:latin typeface="微软雅黑" panose="020B0503020204020204" pitchFamily="34" charset="-122"/>
                <a:ea typeface="微软雅黑" panose="020B0503020204020204" pitchFamily="34" charset="-122"/>
              </a:rPr>
              <a:t>7.5 </a:t>
            </a:r>
            <a:r>
              <a:rPr lang="zh-CN" altLang="en-US" kern="0" dirty="0">
                <a:latin typeface="微软雅黑" panose="020B0503020204020204" pitchFamily="34" charset="-122"/>
                <a:ea typeface="微软雅黑" panose="020B0503020204020204" pitchFamily="34" charset="-122"/>
              </a:rPr>
              <a:t>死锁避免</a:t>
            </a:r>
            <a:endParaRPr lang="en-US" altLang="en-US" kern="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1DC6545E-0391-40F9-A817-8D0B17F0DA0A}"/>
              </a:ext>
            </a:extLst>
          </p:cNvPr>
          <p:cNvSpPr>
            <a:spLocks noGrp="1" noChangeArrowheads="1"/>
          </p:cNvSpPr>
          <p:nvPr>
            <p:ph type="title"/>
          </p:nvPr>
        </p:nvSpPr>
        <p:spPr>
          <a:xfrm>
            <a:off x="1981200" y="136525"/>
            <a:ext cx="8229600" cy="576263"/>
          </a:xfrm>
        </p:spPr>
        <p:txBody>
          <a:bodyPr/>
          <a:lstStyle/>
          <a:p>
            <a:pPr eaLnBrk="1" hangingPunct="1"/>
            <a:r>
              <a:rPr lang="zh-CN" altLang="en-US">
                <a:latin typeface="微软雅黑" panose="020B0503020204020204" pitchFamily="34" charset="-122"/>
                <a:ea typeface="微软雅黑" panose="020B0503020204020204" pitchFamily="34" charset="-122"/>
              </a:rPr>
              <a:t>安全状态</a:t>
            </a:r>
            <a:endParaRPr lang="en-US" altLang="en-US">
              <a:latin typeface="微软雅黑" panose="020B0503020204020204" pitchFamily="34" charset="-122"/>
              <a:ea typeface="微软雅黑" panose="020B0503020204020204" pitchFamily="34" charset="-122"/>
            </a:endParaRPr>
          </a:p>
        </p:txBody>
      </p:sp>
      <p:sp>
        <p:nvSpPr>
          <p:cNvPr id="41987" name="Rectangle 3">
            <a:extLst>
              <a:ext uri="{FF2B5EF4-FFF2-40B4-BE49-F238E27FC236}">
                <a16:creationId xmlns:a16="http://schemas.microsoft.com/office/drawing/2014/main" id="{FB731F1A-97DE-4D47-BD90-E31B92E48ADC}"/>
              </a:ext>
            </a:extLst>
          </p:cNvPr>
          <p:cNvSpPr>
            <a:spLocks noGrp="1" noChangeArrowheads="1"/>
          </p:cNvSpPr>
          <p:nvPr>
            <p:ph type="body" idx="1"/>
          </p:nvPr>
        </p:nvSpPr>
        <p:spPr>
          <a:xfrm>
            <a:off x="698499" y="1219200"/>
            <a:ext cx="10795847" cy="4997450"/>
          </a:xfrm>
        </p:spPr>
        <p:txBody>
          <a:bodyPr/>
          <a:lstStyle/>
          <a:p>
            <a:pPr>
              <a:lnSpc>
                <a:spcPct val="150000"/>
              </a:lnSpc>
              <a:spcBef>
                <a:spcPts val="1200"/>
              </a:spcBef>
              <a:buFont typeface="Wingdings" panose="05000000000000000000" pitchFamily="2" charset="2"/>
              <a:buChar char="p"/>
            </a:pPr>
            <a:r>
              <a:rPr lang="zh-CN" altLang="en-US" sz="2000" dirty="0">
                <a:latin typeface="微软雅黑" panose="020B0503020204020204" pitchFamily="34" charset="-122"/>
                <a:ea typeface="微软雅黑" panose="020B0503020204020204" pitchFamily="34" charset="-122"/>
              </a:rPr>
              <a:t>当进程请求可用资源时，系统必须决定</a:t>
            </a:r>
            <a:r>
              <a:rPr lang="zh-CN" altLang="en-US" sz="2000" dirty="0">
                <a:solidFill>
                  <a:srgbClr val="FF0000"/>
                </a:solidFill>
                <a:latin typeface="微软雅黑" panose="020B0503020204020204" pitchFamily="34" charset="-122"/>
                <a:ea typeface="微软雅黑" panose="020B0503020204020204" pitchFamily="34" charset="-122"/>
              </a:rPr>
              <a:t>立即分配是否会使系统处于安全状态</a:t>
            </a:r>
            <a:endParaRPr lang="en-US" altLang="en-US" sz="2000" dirty="0">
              <a:solidFill>
                <a:srgbClr val="FF0000"/>
              </a:solidFill>
              <a:latin typeface="微软雅黑" panose="020B0503020204020204" pitchFamily="34" charset="-122"/>
              <a:ea typeface="微软雅黑" panose="020B0503020204020204" pitchFamily="34" charset="-122"/>
            </a:endParaRPr>
          </a:p>
          <a:p>
            <a:pPr>
              <a:lnSpc>
                <a:spcPct val="150000"/>
              </a:lnSpc>
              <a:spcBef>
                <a:spcPts val="1200"/>
              </a:spcBef>
              <a:buFont typeface="Wingdings" panose="05000000000000000000" pitchFamily="2" charset="2"/>
              <a:buChar char="p"/>
            </a:pPr>
            <a:r>
              <a:rPr lang="zh-CN" altLang="en-US" sz="2000" dirty="0">
                <a:solidFill>
                  <a:srgbClr val="333333"/>
                </a:solidFill>
                <a:latin typeface="微软雅黑" panose="020B0503020204020204" pitchFamily="34" charset="-122"/>
                <a:ea typeface="微软雅黑" panose="020B0503020204020204" pitchFamily="34" charset="-122"/>
              </a:rPr>
              <a:t>如果系统中存在所有进程的序列</a:t>
            </a:r>
            <a:r>
              <a:rPr lang="en-US" altLang="zh-CN" sz="2000" dirty="0">
                <a:solidFill>
                  <a:srgbClr val="333333"/>
                </a:solidFill>
                <a:latin typeface="微软雅黑" panose="020B0503020204020204" pitchFamily="34" charset="-122"/>
                <a:ea typeface="微软雅黑" panose="020B0503020204020204" pitchFamily="34" charset="-122"/>
              </a:rPr>
              <a:t>&lt; P</a:t>
            </a:r>
            <a:r>
              <a:rPr lang="en-US" altLang="zh-CN" sz="2000" baseline="-25000" dirty="0">
                <a:solidFill>
                  <a:srgbClr val="333333"/>
                </a:solidFill>
                <a:latin typeface="微软雅黑" panose="020B0503020204020204" pitchFamily="34" charset="-122"/>
                <a:ea typeface="微软雅黑" panose="020B0503020204020204" pitchFamily="34" charset="-122"/>
              </a:rPr>
              <a:t>1</a:t>
            </a:r>
            <a:r>
              <a:rPr lang="zh-CN" altLang="en-US" sz="2000" dirty="0">
                <a:solidFill>
                  <a:srgbClr val="333333"/>
                </a:solidFill>
                <a:latin typeface="微软雅黑" panose="020B0503020204020204" pitchFamily="34" charset="-122"/>
                <a:ea typeface="微软雅黑" panose="020B0503020204020204" pitchFamily="34" charset="-122"/>
              </a:rPr>
              <a:t>，</a:t>
            </a:r>
            <a:r>
              <a:rPr lang="en-US" altLang="zh-CN" sz="2000" dirty="0">
                <a:solidFill>
                  <a:srgbClr val="333333"/>
                </a:solidFill>
                <a:latin typeface="微软雅黑" panose="020B0503020204020204" pitchFamily="34" charset="-122"/>
                <a:ea typeface="微软雅黑" panose="020B0503020204020204" pitchFamily="34" charset="-122"/>
              </a:rPr>
              <a:t>P</a:t>
            </a:r>
            <a:r>
              <a:rPr lang="en-US" altLang="zh-CN" sz="2000" baseline="-25000" dirty="0">
                <a:solidFill>
                  <a:srgbClr val="333333"/>
                </a:solidFill>
                <a:latin typeface="微软雅黑" panose="020B0503020204020204" pitchFamily="34" charset="-122"/>
                <a:ea typeface="微软雅黑" panose="020B0503020204020204" pitchFamily="34" charset="-122"/>
              </a:rPr>
              <a:t>2</a:t>
            </a:r>
            <a:r>
              <a:rPr lang="zh-CN" altLang="en-US" sz="2000" dirty="0">
                <a:solidFill>
                  <a:srgbClr val="333333"/>
                </a:solidFill>
                <a:latin typeface="微软雅黑" panose="020B0503020204020204" pitchFamily="34" charset="-122"/>
                <a:ea typeface="微软雅黑" panose="020B0503020204020204" pitchFamily="34" charset="-122"/>
              </a:rPr>
              <a:t>，</a:t>
            </a:r>
            <a:r>
              <a:rPr lang="en-US" altLang="zh-CN" sz="2000" dirty="0">
                <a:solidFill>
                  <a:srgbClr val="333333"/>
                </a:solidFill>
                <a:latin typeface="微软雅黑" panose="020B0503020204020204" pitchFamily="34" charset="-122"/>
                <a:ea typeface="微软雅黑" panose="020B0503020204020204" pitchFamily="34" charset="-122"/>
              </a:rPr>
              <a:t>…</a:t>
            </a:r>
            <a:r>
              <a:rPr lang="zh-CN" altLang="en-US" sz="2000" dirty="0">
                <a:solidFill>
                  <a:srgbClr val="333333"/>
                </a:solidFill>
                <a:latin typeface="微软雅黑" panose="020B0503020204020204" pitchFamily="34" charset="-122"/>
                <a:ea typeface="微软雅黑" panose="020B0503020204020204" pitchFamily="34" charset="-122"/>
              </a:rPr>
              <a:t>，</a:t>
            </a:r>
            <a:r>
              <a:rPr lang="en-US" altLang="zh-CN" sz="2000" dirty="0" err="1">
                <a:solidFill>
                  <a:srgbClr val="333333"/>
                </a:solidFill>
                <a:latin typeface="微软雅黑" panose="020B0503020204020204" pitchFamily="34" charset="-122"/>
                <a:ea typeface="微软雅黑" panose="020B0503020204020204" pitchFamily="34" charset="-122"/>
              </a:rPr>
              <a:t>P</a:t>
            </a:r>
            <a:r>
              <a:rPr lang="en-US" altLang="zh-CN" sz="2000" baseline="-25000" dirty="0" err="1">
                <a:solidFill>
                  <a:srgbClr val="333333"/>
                </a:solidFill>
                <a:latin typeface="微软雅黑" panose="020B0503020204020204" pitchFamily="34" charset="-122"/>
                <a:ea typeface="微软雅黑" panose="020B0503020204020204" pitchFamily="34" charset="-122"/>
              </a:rPr>
              <a:t>n</a:t>
            </a:r>
            <a:r>
              <a:rPr lang="en-US" altLang="zh-CN" sz="2000" dirty="0">
                <a:solidFill>
                  <a:srgbClr val="333333"/>
                </a:solidFill>
                <a:latin typeface="微软雅黑" panose="020B0503020204020204" pitchFamily="34" charset="-122"/>
                <a:ea typeface="微软雅黑" panose="020B0503020204020204" pitchFamily="34" charset="-122"/>
              </a:rPr>
              <a:t> &gt;,</a:t>
            </a:r>
            <a:r>
              <a:rPr lang="zh-CN" altLang="en-US" sz="2000" dirty="0">
                <a:solidFill>
                  <a:srgbClr val="333333"/>
                </a:solidFill>
                <a:latin typeface="微软雅黑" panose="020B0503020204020204" pitchFamily="34" charset="-122"/>
                <a:ea typeface="微软雅黑" panose="020B0503020204020204" pitchFamily="34" charset="-122"/>
              </a:rPr>
              <a:t>使得对于每个</a:t>
            </a:r>
            <a:r>
              <a:rPr lang="en-US" altLang="zh-CN" sz="2000" dirty="0">
                <a:solidFill>
                  <a:srgbClr val="333333"/>
                </a:solidFill>
                <a:latin typeface="微软雅黑" panose="020B0503020204020204" pitchFamily="34" charset="-122"/>
                <a:ea typeface="微软雅黑" panose="020B0503020204020204" pitchFamily="34" charset="-122"/>
              </a:rPr>
              <a:t>P</a:t>
            </a:r>
            <a:r>
              <a:rPr lang="en-US" altLang="zh-CN" sz="2000" baseline="-25000" dirty="0">
                <a:solidFill>
                  <a:srgbClr val="333333"/>
                </a:solidFill>
                <a:latin typeface="微软雅黑" panose="020B0503020204020204" pitchFamily="34" charset="-122"/>
                <a:ea typeface="微软雅黑" panose="020B0503020204020204" pitchFamily="34" charset="-122"/>
              </a:rPr>
              <a:t>i</a:t>
            </a:r>
            <a:r>
              <a:rPr lang="zh-CN" altLang="en-US" sz="2000" dirty="0">
                <a:solidFill>
                  <a:srgbClr val="333333"/>
                </a:solidFill>
                <a:latin typeface="微软雅黑" panose="020B0503020204020204" pitchFamily="34" charset="-122"/>
                <a:ea typeface="微软雅黑" panose="020B0503020204020204" pitchFamily="34" charset="-122"/>
              </a:rPr>
              <a:t>，</a:t>
            </a:r>
            <a:r>
              <a:rPr lang="en-US" altLang="zh-CN" sz="2000" dirty="0">
                <a:solidFill>
                  <a:srgbClr val="0070C0"/>
                </a:solidFill>
                <a:latin typeface="微软雅黑" panose="020B0503020204020204" pitchFamily="34" charset="-122"/>
                <a:ea typeface="微软雅黑" panose="020B0503020204020204" pitchFamily="34" charset="-122"/>
              </a:rPr>
              <a:t>P</a:t>
            </a:r>
            <a:r>
              <a:rPr lang="en-US" altLang="zh-CN" sz="2000" baseline="-25000" dirty="0">
                <a:solidFill>
                  <a:srgbClr val="0070C0"/>
                </a:solidFill>
                <a:latin typeface="微软雅黑" panose="020B0503020204020204" pitchFamily="34" charset="-122"/>
                <a:ea typeface="微软雅黑" panose="020B0503020204020204" pitchFamily="34" charset="-122"/>
              </a:rPr>
              <a:t>i</a:t>
            </a:r>
            <a:r>
              <a:rPr lang="zh-CN" altLang="en-US" sz="2000" dirty="0">
                <a:solidFill>
                  <a:srgbClr val="0070C0"/>
                </a:solidFill>
                <a:latin typeface="微软雅黑" panose="020B0503020204020204" pitchFamily="34" charset="-122"/>
                <a:ea typeface="微软雅黑" panose="020B0503020204020204" pitchFamily="34" charset="-122"/>
              </a:rPr>
              <a:t>仍然可以请求的</a:t>
            </a:r>
            <a:r>
              <a:rPr lang="zh-CN" altLang="en-US" sz="2000" dirty="0">
                <a:latin typeface="微软雅黑" panose="020B0503020204020204" pitchFamily="34" charset="-122"/>
                <a:ea typeface="微软雅黑" panose="020B0503020204020204" pitchFamily="34" charset="-122"/>
              </a:rPr>
              <a:t>资源可以由</a:t>
            </a:r>
            <a:r>
              <a:rPr lang="zh-CN" altLang="en-US" sz="2000" dirty="0">
                <a:solidFill>
                  <a:srgbClr val="0070C0"/>
                </a:solidFill>
                <a:latin typeface="微软雅黑" panose="020B0503020204020204" pitchFamily="34" charset="-122"/>
                <a:ea typeface="微软雅黑" panose="020B0503020204020204" pitchFamily="34" charset="-122"/>
              </a:rPr>
              <a:t>当前可用资源</a:t>
            </a:r>
            <a:r>
              <a:rPr lang="en-US" altLang="zh-CN" sz="2000" dirty="0">
                <a:solidFill>
                  <a:srgbClr val="0070C0"/>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所有</a:t>
            </a:r>
            <a:r>
              <a:rPr lang="en-US" altLang="zh-CN" sz="2000" dirty="0" err="1">
                <a:solidFill>
                  <a:srgbClr val="0070C0"/>
                </a:solidFill>
                <a:latin typeface="微软雅黑" panose="020B0503020204020204" pitchFamily="34" charset="-122"/>
                <a:ea typeface="微软雅黑" panose="020B0503020204020204" pitchFamily="34" charset="-122"/>
              </a:rPr>
              <a:t>P</a:t>
            </a:r>
            <a:r>
              <a:rPr lang="en-US" altLang="zh-CN" sz="2000" baseline="-25000" dirty="0" err="1">
                <a:solidFill>
                  <a:srgbClr val="0070C0"/>
                </a:solidFill>
                <a:latin typeface="微软雅黑" panose="020B0503020204020204" pitchFamily="34" charset="-122"/>
                <a:ea typeface="微软雅黑" panose="020B0503020204020204" pitchFamily="34" charset="-122"/>
              </a:rPr>
              <a:t>j</a:t>
            </a:r>
            <a:r>
              <a:rPr lang="zh-CN" altLang="en-US" sz="2000" dirty="0">
                <a:solidFill>
                  <a:srgbClr val="0070C0"/>
                </a:solidFill>
                <a:latin typeface="微软雅黑" panose="020B0503020204020204" pitchFamily="34" charset="-122"/>
                <a:ea typeface="微软雅黑" panose="020B0503020204020204" pitchFamily="34" charset="-122"/>
              </a:rPr>
              <a:t>持有的资源</a:t>
            </a:r>
            <a:r>
              <a:rPr lang="zh-CN" altLang="en-US" sz="2000" dirty="0">
                <a:latin typeface="微软雅黑" panose="020B0503020204020204" pitchFamily="34" charset="-122"/>
                <a:ea typeface="微软雅黑" panose="020B0503020204020204" pitchFamily="34" charset="-122"/>
              </a:rPr>
              <a:t>来满足，其中</a:t>
            </a:r>
            <a:r>
              <a:rPr lang="en-US" altLang="zh-CN" sz="2000" dirty="0">
                <a:solidFill>
                  <a:srgbClr val="0070C0"/>
                </a:solidFill>
                <a:latin typeface="微软雅黑" panose="020B0503020204020204" pitchFamily="34" charset="-122"/>
                <a:ea typeface="微软雅黑" panose="020B0503020204020204" pitchFamily="34" charset="-122"/>
              </a:rPr>
              <a:t>j&lt;</a:t>
            </a:r>
            <a:r>
              <a:rPr lang="en-US" altLang="zh-CN" sz="2000" dirty="0" err="1">
                <a:solidFill>
                  <a:srgbClr val="0070C0"/>
                </a:solidFill>
                <a:latin typeface="微软雅黑" panose="020B0503020204020204" pitchFamily="34" charset="-122"/>
                <a:ea typeface="微软雅黑" panose="020B0503020204020204" pitchFamily="34" charset="-122"/>
              </a:rPr>
              <a:t>i</a:t>
            </a:r>
            <a:r>
              <a:rPr lang="zh-CN" altLang="en-US" sz="2000" dirty="0">
                <a:solidFill>
                  <a:srgbClr val="333333"/>
                </a:solidFill>
                <a:latin typeface="微软雅黑" panose="020B0503020204020204" pitchFamily="34" charset="-122"/>
                <a:ea typeface="微软雅黑" panose="020B0503020204020204" pitchFamily="34" charset="-122"/>
              </a:rPr>
              <a:t>，则系统处于</a:t>
            </a:r>
            <a:r>
              <a:rPr lang="zh-CN" altLang="en-US" sz="2000" b="1" dirty="0">
                <a:solidFill>
                  <a:srgbClr val="FF0000"/>
                </a:solidFill>
                <a:latin typeface="微软雅黑" panose="020B0503020204020204" pitchFamily="34" charset="-122"/>
                <a:ea typeface="微软雅黑" panose="020B0503020204020204" pitchFamily="34" charset="-122"/>
              </a:rPr>
              <a:t>安全状态</a:t>
            </a:r>
            <a:endParaRPr lang="en-US" altLang="en-US" sz="2000" dirty="0">
              <a:solidFill>
                <a:srgbClr val="FF0000"/>
              </a:solidFill>
              <a:latin typeface="微软雅黑" panose="020B0503020204020204" pitchFamily="34" charset="-122"/>
              <a:ea typeface="微软雅黑" panose="020B0503020204020204" pitchFamily="34" charset="-122"/>
            </a:endParaRPr>
          </a:p>
          <a:p>
            <a:pPr>
              <a:lnSpc>
                <a:spcPct val="150000"/>
              </a:lnSpc>
              <a:spcBef>
                <a:spcPts val="1200"/>
              </a:spcBef>
              <a:buFont typeface="Wingdings" panose="05000000000000000000" pitchFamily="2" charset="2"/>
              <a:buChar char="p"/>
            </a:pPr>
            <a:r>
              <a:rPr lang="zh-CN" altLang="en-US" sz="2000" dirty="0">
                <a:latin typeface="微软雅黑" panose="020B0503020204020204" pitchFamily="34" charset="-122"/>
                <a:ea typeface="微软雅黑" panose="020B0503020204020204" pitchFamily="34" charset="-122"/>
              </a:rPr>
              <a:t>即</a:t>
            </a:r>
            <a:r>
              <a:rPr lang="en-US" altLang="en-US" sz="2000" dirty="0">
                <a:latin typeface="微软雅黑" panose="020B0503020204020204" pitchFamily="34" charset="-122"/>
                <a:ea typeface="微软雅黑" panose="020B0503020204020204" pitchFamily="34" charset="-122"/>
              </a:rPr>
              <a:t>:</a:t>
            </a:r>
          </a:p>
          <a:p>
            <a:pPr lvl="1">
              <a:lnSpc>
                <a:spcPct val="150000"/>
              </a:lnSpc>
              <a:spcBef>
                <a:spcPts val="1200"/>
              </a:spcBef>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如果</a:t>
            </a:r>
            <a:r>
              <a:rPr lang="en-US" altLang="en-US" sz="2000" i="1" dirty="0">
                <a:latin typeface="微软雅黑" panose="020B0503020204020204" pitchFamily="34" charset="-122"/>
                <a:ea typeface="微软雅黑" panose="020B0503020204020204" pitchFamily="34" charset="-122"/>
              </a:rPr>
              <a:t>P</a:t>
            </a:r>
            <a:r>
              <a:rPr lang="en-US" altLang="en-US" sz="2000" i="1" baseline="-25000" dirty="0">
                <a:latin typeface="微软雅黑" panose="020B0503020204020204" pitchFamily="34" charset="-122"/>
                <a:ea typeface="微软雅黑" panose="020B0503020204020204" pitchFamily="34" charset="-122"/>
              </a:rPr>
              <a:t>i </a:t>
            </a:r>
            <a:r>
              <a:rPr lang="zh-CN" altLang="en-US" sz="2000" dirty="0">
                <a:latin typeface="微软雅黑" panose="020B0503020204020204" pitchFamily="34" charset="-122"/>
                <a:ea typeface="微软雅黑" panose="020B0503020204020204" pitchFamily="34" charset="-122"/>
              </a:rPr>
              <a:t>资源需求不是立即可用的，那么</a:t>
            </a:r>
            <a:r>
              <a:rPr lang="en-US" altLang="en-US" sz="2000" i="1" dirty="0">
                <a:latin typeface="微软雅黑" panose="020B0503020204020204" pitchFamily="34" charset="-122"/>
                <a:ea typeface="微软雅黑" panose="020B0503020204020204" pitchFamily="34" charset="-122"/>
              </a:rPr>
              <a:t>P</a:t>
            </a:r>
            <a:r>
              <a:rPr lang="en-US" altLang="en-US" sz="2000" i="1" baseline="-25000" dirty="0">
                <a:latin typeface="微软雅黑" panose="020B0503020204020204" pitchFamily="34" charset="-122"/>
                <a:ea typeface="微软雅黑" panose="020B0503020204020204" pitchFamily="34" charset="-122"/>
              </a:rPr>
              <a:t>i </a:t>
            </a:r>
            <a:r>
              <a:rPr lang="zh-CN" altLang="en-US" sz="2000" dirty="0">
                <a:latin typeface="微软雅黑" panose="020B0503020204020204" pitchFamily="34" charset="-122"/>
                <a:ea typeface="微软雅黑" panose="020B0503020204020204" pitchFamily="34" charset="-122"/>
              </a:rPr>
              <a:t>可以等待直到所有</a:t>
            </a:r>
            <a:r>
              <a:rPr lang="en-US" altLang="en-US" sz="2000" i="1" dirty="0" err="1">
                <a:latin typeface="微软雅黑" panose="020B0503020204020204" pitchFamily="34" charset="-122"/>
                <a:ea typeface="微软雅黑" panose="020B0503020204020204" pitchFamily="34" charset="-122"/>
              </a:rPr>
              <a:t>P</a:t>
            </a:r>
            <a:r>
              <a:rPr lang="en-US" altLang="en-US" sz="2000" i="1" baseline="-25000" dirty="0" err="1">
                <a:latin typeface="微软雅黑" panose="020B0503020204020204" pitchFamily="34" charset="-122"/>
                <a:ea typeface="微软雅黑" panose="020B0503020204020204" pitchFamily="34" charset="-122"/>
              </a:rPr>
              <a:t>j</a:t>
            </a:r>
            <a:r>
              <a:rPr lang="en-US" altLang="en-US" sz="2000" i="1" baseline="-25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都完成</a:t>
            </a:r>
            <a:endParaRPr lang="en-US" altLang="en-US" sz="2000" dirty="0">
              <a:latin typeface="微软雅黑" panose="020B0503020204020204" pitchFamily="34" charset="-122"/>
              <a:ea typeface="微软雅黑" panose="020B0503020204020204" pitchFamily="34" charset="-122"/>
            </a:endParaRPr>
          </a:p>
          <a:p>
            <a:pPr lvl="1">
              <a:lnSpc>
                <a:spcPct val="150000"/>
              </a:lnSpc>
              <a:spcBef>
                <a:spcPts val="1200"/>
              </a:spcBef>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当</a:t>
            </a:r>
            <a:r>
              <a:rPr lang="en-US" altLang="en-US" sz="2000" i="1" dirty="0" err="1">
                <a:latin typeface="微软雅黑" panose="020B0503020204020204" pitchFamily="34" charset="-122"/>
                <a:ea typeface="微软雅黑" panose="020B0503020204020204" pitchFamily="34" charset="-122"/>
              </a:rPr>
              <a:t>P</a:t>
            </a:r>
            <a:r>
              <a:rPr lang="en-US" altLang="en-US" sz="2000" i="1" baseline="-25000" dirty="0" err="1">
                <a:latin typeface="微软雅黑" panose="020B0503020204020204" pitchFamily="34" charset="-122"/>
                <a:ea typeface="微软雅黑" panose="020B0503020204020204" pitchFamily="34" charset="-122"/>
              </a:rPr>
              <a:t>j</a:t>
            </a:r>
            <a:r>
              <a:rPr lang="en-US" altLang="en-US" sz="2000" i="1" baseline="-25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完成时，</a:t>
            </a:r>
            <a:r>
              <a:rPr lang="en-US" altLang="en-US" sz="2000" i="1" dirty="0">
                <a:latin typeface="微软雅黑" panose="020B0503020204020204" pitchFamily="34" charset="-122"/>
                <a:ea typeface="微软雅黑" panose="020B0503020204020204" pitchFamily="34" charset="-122"/>
              </a:rPr>
              <a:t> P</a:t>
            </a:r>
            <a:r>
              <a:rPr lang="en-US" altLang="en-US" sz="2000" i="1" baseline="-25000" dirty="0">
                <a:latin typeface="微软雅黑" panose="020B0503020204020204" pitchFamily="34" charset="-122"/>
                <a:ea typeface="微软雅黑" panose="020B0503020204020204" pitchFamily="34" charset="-122"/>
              </a:rPr>
              <a:t>i </a:t>
            </a:r>
            <a:r>
              <a:rPr lang="zh-CN" altLang="en-US" sz="2000" dirty="0">
                <a:latin typeface="微软雅黑" panose="020B0503020204020204" pitchFamily="34" charset="-122"/>
                <a:ea typeface="微软雅黑" panose="020B0503020204020204" pitchFamily="34" charset="-122"/>
              </a:rPr>
              <a:t>可以获得所需的资源，执行，返回分配的资源，并终止</a:t>
            </a:r>
            <a:endParaRPr lang="en-US" altLang="en-US" sz="2000" dirty="0">
              <a:latin typeface="微软雅黑" panose="020B0503020204020204" pitchFamily="34" charset="-122"/>
              <a:ea typeface="微软雅黑" panose="020B0503020204020204" pitchFamily="34" charset="-122"/>
            </a:endParaRPr>
          </a:p>
          <a:p>
            <a:pPr lvl="1">
              <a:lnSpc>
                <a:spcPct val="150000"/>
              </a:lnSpc>
              <a:spcBef>
                <a:spcPts val="1200"/>
              </a:spcBef>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当</a:t>
            </a:r>
            <a:r>
              <a:rPr lang="en-US" altLang="en-US" sz="2000" i="1" dirty="0">
                <a:latin typeface="微软雅黑" panose="020B0503020204020204" pitchFamily="34" charset="-122"/>
                <a:ea typeface="微软雅黑" panose="020B0503020204020204" pitchFamily="34" charset="-122"/>
              </a:rPr>
              <a:t>P</a:t>
            </a:r>
            <a:r>
              <a:rPr lang="en-US" altLang="en-US" sz="2000" baseline="-25000" dirty="0">
                <a:latin typeface="微软雅黑" panose="020B0503020204020204" pitchFamily="34" charset="-122"/>
                <a:ea typeface="微软雅黑" panose="020B0503020204020204" pitchFamily="34" charset="-122"/>
              </a:rPr>
              <a:t>i </a:t>
            </a:r>
            <a:r>
              <a:rPr lang="zh-CN" altLang="en-US" sz="2000" dirty="0">
                <a:latin typeface="微软雅黑" panose="020B0503020204020204" pitchFamily="34" charset="-122"/>
                <a:ea typeface="微软雅黑" panose="020B0503020204020204" pitchFamily="34" charset="-122"/>
              </a:rPr>
              <a:t>终止时，</a:t>
            </a: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P</a:t>
            </a:r>
            <a:r>
              <a:rPr lang="en-US" altLang="en-US" sz="2000" i="1" baseline="-25000" dirty="0">
                <a:latin typeface="微软雅黑" panose="020B0503020204020204" pitchFamily="34" charset="-122"/>
                <a:ea typeface="微软雅黑" panose="020B0503020204020204" pitchFamily="34" charset="-122"/>
              </a:rPr>
              <a:t>i </a:t>
            </a:r>
            <a:r>
              <a:rPr lang="en-US" altLang="en-US" sz="2000" baseline="-25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可以获得自己需要的资源，以此类推</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4BDBA514-EBD5-4B59-A96C-E94605D4CC3A}"/>
              </a:ext>
            </a:extLst>
          </p:cNvPr>
          <p:cNvSpPr>
            <a:spLocks noGrp="1" noChangeArrowheads="1"/>
          </p:cNvSpPr>
          <p:nvPr>
            <p:ph type="title"/>
          </p:nvPr>
        </p:nvSpPr>
        <p:spPr>
          <a:xfrm>
            <a:off x="1981200" y="152400"/>
            <a:ext cx="8229600" cy="576263"/>
          </a:xfrm>
        </p:spPr>
        <p:txBody>
          <a:bodyPr/>
          <a:lstStyle/>
          <a:p>
            <a:pPr eaLnBrk="1" hangingPunct="1"/>
            <a:r>
              <a:rPr lang="zh-CN" altLang="en-US">
                <a:latin typeface="微软雅黑" panose="020B0503020204020204" pitchFamily="34" charset="-122"/>
                <a:ea typeface="微软雅黑" panose="020B0503020204020204" pitchFamily="34" charset="-122"/>
              </a:rPr>
              <a:t>基本事实</a:t>
            </a:r>
            <a:endParaRPr lang="en-US" altLang="en-US">
              <a:latin typeface="微软雅黑" panose="020B0503020204020204" pitchFamily="34" charset="-122"/>
              <a:ea typeface="微软雅黑" panose="020B0503020204020204" pitchFamily="34" charset="-122"/>
            </a:endParaRPr>
          </a:p>
        </p:txBody>
      </p:sp>
      <p:sp>
        <p:nvSpPr>
          <p:cNvPr id="44035" name="Rectangle 3">
            <a:extLst>
              <a:ext uri="{FF2B5EF4-FFF2-40B4-BE49-F238E27FC236}">
                <a16:creationId xmlns:a16="http://schemas.microsoft.com/office/drawing/2014/main" id="{489088FE-E6C1-47C1-8857-26325B2DF3BA}"/>
              </a:ext>
            </a:extLst>
          </p:cNvPr>
          <p:cNvSpPr>
            <a:spLocks noGrp="1" noChangeArrowheads="1"/>
          </p:cNvSpPr>
          <p:nvPr>
            <p:ph type="body" idx="1"/>
          </p:nvPr>
        </p:nvSpPr>
        <p:spPr>
          <a:xfrm>
            <a:off x="649288" y="1220788"/>
            <a:ext cx="6597650" cy="4416425"/>
          </a:xfrm>
        </p:spPr>
        <p:txBody>
          <a:bodyPr/>
          <a:lstStyle/>
          <a:p>
            <a:pPr>
              <a:buFont typeface="Wingdings" panose="05000000000000000000" pitchFamily="2" charset="2"/>
              <a:buChar char="p"/>
            </a:pPr>
            <a:r>
              <a:rPr lang="zh-CN" altLang="en-US" sz="2000">
                <a:latin typeface="微软雅黑" panose="020B0503020204020204" pitchFamily="34" charset="-122"/>
                <a:ea typeface="微软雅黑" panose="020B0503020204020204" pitchFamily="34" charset="-122"/>
              </a:rPr>
              <a:t>如果系统处于安全状态 </a:t>
            </a:r>
            <a:r>
              <a:rPr lang="en-US" altLang="en-US" sz="2000">
                <a:latin typeface="微软雅黑" panose="020B0503020204020204" pitchFamily="34" charset="-122"/>
                <a:ea typeface="微软雅黑" panose="020B0503020204020204" pitchFamily="34" charset="-122"/>
                <a:sym typeface="Symbol" panose="05050102010706020507" pitchFamily="18" charset="2"/>
              </a:rPr>
              <a:t> </a:t>
            </a:r>
            <a:r>
              <a:rPr lang="zh-CN" altLang="en-US" sz="2000">
                <a:latin typeface="微软雅黑" panose="020B0503020204020204" pitchFamily="34" charset="-122"/>
                <a:ea typeface="微软雅黑" panose="020B0503020204020204" pitchFamily="34" charset="-122"/>
                <a:sym typeface="Symbol" panose="05050102010706020507" pitchFamily="18" charset="2"/>
              </a:rPr>
              <a:t>不会出现</a:t>
            </a:r>
            <a:r>
              <a:rPr lang="zh-CN" altLang="en-US" sz="2000">
                <a:latin typeface="微软雅黑" panose="020B0503020204020204" pitchFamily="34" charset="-122"/>
                <a:ea typeface="微软雅黑" panose="020B0503020204020204" pitchFamily="34" charset="-122"/>
              </a:rPr>
              <a:t>死锁</a:t>
            </a:r>
            <a:br>
              <a:rPr lang="en-US" altLang="en-US" sz="2000">
                <a:latin typeface="微软雅黑" panose="020B0503020204020204" pitchFamily="34" charset="-122"/>
                <a:ea typeface="微软雅黑" panose="020B0503020204020204" pitchFamily="34" charset="-122"/>
                <a:sym typeface="Symbol" panose="05050102010706020507" pitchFamily="18" charset="2"/>
              </a:rPr>
            </a:br>
            <a:endParaRPr lang="en-US" altLang="en-US" sz="2000">
              <a:latin typeface="微软雅黑" panose="020B0503020204020204" pitchFamily="34" charset="-122"/>
              <a:ea typeface="微软雅黑" panose="020B0503020204020204" pitchFamily="34" charset="-122"/>
              <a:sym typeface="Symbol" panose="05050102010706020507" pitchFamily="18" charset="2"/>
            </a:endParaRPr>
          </a:p>
          <a:p>
            <a:pPr>
              <a:buFont typeface="Wingdings" panose="05000000000000000000" pitchFamily="2" charset="2"/>
              <a:buChar char="p"/>
            </a:pPr>
            <a:r>
              <a:rPr lang="zh-CN" altLang="en-US" sz="2000">
                <a:latin typeface="微软雅黑" panose="020B0503020204020204" pitchFamily="34" charset="-122"/>
                <a:ea typeface="微软雅黑" panose="020B0503020204020204" pitchFamily="34" charset="-122"/>
              </a:rPr>
              <a:t>如果系统处于不安全状态 </a:t>
            </a:r>
            <a:r>
              <a:rPr lang="en-US" altLang="en-US" sz="2000">
                <a:latin typeface="微软雅黑" panose="020B0503020204020204" pitchFamily="34" charset="-122"/>
                <a:ea typeface="微软雅黑" panose="020B0503020204020204" pitchFamily="34" charset="-122"/>
                <a:sym typeface="Symbol" panose="05050102010706020507" pitchFamily="18" charset="2"/>
              </a:rPr>
              <a:t> </a:t>
            </a:r>
            <a:r>
              <a:rPr lang="zh-CN" altLang="en-US" sz="2000">
                <a:latin typeface="微软雅黑" panose="020B0503020204020204" pitchFamily="34" charset="-122"/>
                <a:ea typeface="微软雅黑" panose="020B0503020204020204" pitchFamily="34" charset="-122"/>
              </a:rPr>
              <a:t>有可能出现死锁</a:t>
            </a:r>
            <a:br>
              <a:rPr lang="en-US" altLang="en-US" sz="2000">
                <a:latin typeface="微软雅黑" panose="020B0503020204020204" pitchFamily="34" charset="-122"/>
                <a:ea typeface="微软雅黑" panose="020B0503020204020204" pitchFamily="34" charset="-122"/>
                <a:sym typeface="Symbol" panose="05050102010706020507" pitchFamily="18" charset="2"/>
              </a:rPr>
            </a:br>
            <a:endParaRPr lang="en-US" altLang="en-US" sz="2000">
              <a:latin typeface="微软雅黑" panose="020B0503020204020204" pitchFamily="34" charset="-122"/>
              <a:ea typeface="微软雅黑" panose="020B0503020204020204" pitchFamily="34" charset="-122"/>
              <a:sym typeface="Symbol" panose="05050102010706020507" pitchFamily="18" charset="2"/>
            </a:endParaRPr>
          </a:p>
          <a:p>
            <a:pPr>
              <a:buFont typeface="Wingdings" panose="05000000000000000000" pitchFamily="2" charset="2"/>
              <a:buChar char="p"/>
            </a:pPr>
            <a:r>
              <a:rPr lang="zh-CN" altLang="en-US" sz="2000">
                <a:latin typeface="微软雅黑" panose="020B0503020204020204" pitchFamily="34" charset="-122"/>
                <a:ea typeface="微软雅黑" panose="020B0503020204020204" pitchFamily="34" charset="-122"/>
                <a:sym typeface="Symbol" panose="05050102010706020507" pitchFamily="18" charset="2"/>
              </a:rPr>
              <a:t>避免 </a:t>
            </a:r>
            <a:r>
              <a:rPr lang="en-US" altLang="en-US" sz="2000">
                <a:latin typeface="微软雅黑" panose="020B0503020204020204" pitchFamily="34" charset="-122"/>
                <a:ea typeface="微软雅黑" panose="020B0503020204020204" pitchFamily="34" charset="-122"/>
                <a:sym typeface="Symbol" panose="05050102010706020507" pitchFamily="18" charset="2"/>
              </a:rPr>
              <a:t> </a:t>
            </a:r>
            <a:r>
              <a:rPr lang="zh-CN" altLang="en-US" sz="2000">
                <a:latin typeface="微软雅黑" panose="020B0503020204020204" pitchFamily="34" charset="-122"/>
                <a:ea typeface="微软雅黑" panose="020B0503020204020204" pitchFamily="34" charset="-122"/>
              </a:rPr>
              <a:t>确保系统永远不会进入不安全状态 </a:t>
            </a:r>
            <a:endParaRPr lang="en-US" altLang="en-US" sz="2000">
              <a:latin typeface="微软雅黑" panose="020B0503020204020204" pitchFamily="34" charset="-122"/>
              <a:ea typeface="微软雅黑" panose="020B0503020204020204" pitchFamily="34" charset="-122"/>
              <a:sym typeface="Symbol" panose="05050102010706020507" pitchFamily="18" charset="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CEC671C0-8470-4C35-A225-ECB88DB7F44D}"/>
              </a:ext>
            </a:extLst>
          </p:cNvPr>
          <p:cNvSpPr>
            <a:spLocks noGrp="1" noChangeArrowheads="1"/>
          </p:cNvSpPr>
          <p:nvPr>
            <p:ph type="title"/>
          </p:nvPr>
        </p:nvSpPr>
        <p:spPr>
          <a:xfrm>
            <a:off x="2335213" y="209550"/>
            <a:ext cx="7840662" cy="576263"/>
          </a:xfrm>
        </p:spPr>
        <p:txBody>
          <a:bodyPr/>
          <a:lstStyle/>
          <a:p>
            <a:pPr eaLnBrk="1" hangingPunct="1"/>
            <a:r>
              <a:rPr lang="zh-CN" altLang="en-US">
                <a:latin typeface="微软雅黑" panose="020B0503020204020204" pitchFamily="34" charset="-122"/>
                <a:ea typeface="微软雅黑" panose="020B0503020204020204" pitchFamily="34" charset="-122"/>
              </a:rPr>
              <a:t>安全状态、不安全状态、死锁状态</a:t>
            </a:r>
            <a:endParaRPr lang="en-US" altLang="en-US">
              <a:latin typeface="微软雅黑" panose="020B0503020204020204" pitchFamily="34" charset="-122"/>
              <a:ea typeface="微软雅黑" panose="020B0503020204020204" pitchFamily="34" charset="-122"/>
            </a:endParaRPr>
          </a:p>
        </p:txBody>
      </p:sp>
      <p:pic>
        <p:nvPicPr>
          <p:cNvPr id="46083" name="Picture 4">
            <a:extLst>
              <a:ext uri="{FF2B5EF4-FFF2-40B4-BE49-F238E27FC236}">
                <a16:creationId xmlns:a16="http://schemas.microsoft.com/office/drawing/2014/main" id="{26CF5578-2E3B-4934-AB68-A96469B784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3437" t="1572" r="13683" b="2194"/>
          <a:stretch>
            <a:fillRect/>
          </a:stretch>
        </p:blipFill>
        <p:spPr bwMode="auto">
          <a:xfrm>
            <a:off x="3970338" y="1308100"/>
            <a:ext cx="4022725" cy="398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4571D26D-EBF4-4F33-90A6-A0D10C352A34}"/>
              </a:ext>
            </a:extLst>
          </p:cNvPr>
          <p:cNvSpPr>
            <a:spLocks noGrp="1" noChangeArrowheads="1"/>
          </p:cNvSpPr>
          <p:nvPr>
            <p:ph type="title"/>
          </p:nvPr>
        </p:nvSpPr>
        <p:spPr>
          <a:xfrm>
            <a:off x="2565400" y="166688"/>
            <a:ext cx="7645400" cy="576262"/>
          </a:xfrm>
        </p:spPr>
        <p:txBody>
          <a:bodyPr/>
          <a:lstStyle/>
          <a:p>
            <a:pPr eaLnBrk="1" hangingPunct="1"/>
            <a:r>
              <a:rPr lang="zh-CN" altLang="en-US">
                <a:latin typeface="微软雅黑" panose="020B0503020204020204" pitchFamily="34" charset="-122"/>
                <a:ea typeface="微软雅黑" panose="020B0503020204020204" pitchFamily="34" charset="-122"/>
              </a:rPr>
              <a:t>死锁避免算法</a:t>
            </a:r>
            <a:endParaRPr lang="en-US" altLang="en-US">
              <a:latin typeface="微软雅黑" panose="020B0503020204020204" pitchFamily="34" charset="-122"/>
              <a:ea typeface="微软雅黑" panose="020B0503020204020204" pitchFamily="34" charset="-122"/>
            </a:endParaRPr>
          </a:p>
        </p:txBody>
      </p:sp>
      <p:sp>
        <p:nvSpPr>
          <p:cNvPr id="48131" name="Rectangle 3">
            <a:extLst>
              <a:ext uri="{FF2B5EF4-FFF2-40B4-BE49-F238E27FC236}">
                <a16:creationId xmlns:a16="http://schemas.microsoft.com/office/drawing/2014/main" id="{0CD6FC2C-7EB6-4C80-9361-C78A5E5CD8EB}"/>
              </a:ext>
            </a:extLst>
          </p:cNvPr>
          <p:cNvSpPr>
            <a:spLocks noGrp="1" noChangeArrowheads="1"/>
          </p:cNvSpPr>
          <p:nvPr>
            <p:ph type="body" idx="1"/>
          </p:nvPr>
        </p:nvSpPr>
        <p:spPr>
          <a:xfrm>
            <a:off x="746125" y="1347788"/>
            <a:ext cx="6659563" cy="4483100"/>
          </a:xfrm>
        </p:spPr>
        <p:txBody>
          <a:bodyPr/>
          <a:lstStyle/>
          <a:p>
            <a:pPr>
              <a:buFont typeface="Wingdings" panose="05000000000000000000" pitchFamily="2" charset="2"/>
              <a:buChar char="p"/>
            </a:pPr>
            <a:r>
              <a:rPr lang="zh-CN" altLang="en-US" sz="2000">
                <a:latin typeface="微软雅黑" panose="020B0503020204020204" pitchFamily="34" charset="-122"/>
                <a:ea typeface="微软雅黑" panose="020B0503020204020204" pitchFamily="34" charset="-122"/>
              </a:rPr>
              <a:t>资源类型的单个实例</a:t>
            </a:r>
            <a:endParaRPr lang="en-US" altLang="en-US" sz="2000">
              <a:latin typeface="微软雅黑" panose="020B0503020204020204" pitchFamily="34" charset="-122"/>
              <a:ea typeface="微软雅黑" panose="020B0503020204020204" pitchFamily="34" charset="-122"/>
            </a:endParaRPr>
          </a:p>
          <a:p>
            <a:pPr lvl="1">
              <a:buFont typeface="Wingdings" panose="05000000000000000000" pitchFamily="2" charset="2"/>
              <a:buChar char="n"/>
            </a:pPr>
            <a:r>
              <a:rPr lang="zh-CN" altLang="en-US" sz="2000">
                <a:latin typeface="微软雅黑" panose="020B0503020204020204" pitchFamily="34" charset="-122"/>
                <a:ea typeface="微软雅黑" panose="020B0503020204020204" pitchFamily="34" charset="-122"/>
              </a:rPr>
              <a:t>使用</a:t>
            </a:r>
            <a:r>
              <a:rPr lang="zh-CN" altLang="en-US" sz="2000" b="1">
                <a:solidFill>
                  <a:srgbClr val="0070C0"/>
                </a:solidFill>
                <a:latin typeface="微软雅黑" panose="020B0503020204020204" pitchFamily="34" charset="-122"/>
                <a:ea typeface="微软雅黑" panose="020B0503020204020204" pitchFamily="34" charset="-122"/>
              </a:rPr>
              <a:t>资源分配图</a:t>
            </a:r>
            <a:endParaRPr lang="en-US" altLang="en-US" sz="2000" b="1">
              <a:solidFill>
                <a:srgbClr val="0070C0"/>
              </a:solidFill>
              <a:latin typeface="微软雅黑" panose="020B0503020204020204" pitchFamily="34" charset="-122"/>
              <a:ea typeface="微软雅黑" panose="020B0503020204020204" pitchFamily="34" charset="-122"/>
            </a:endParaRPr>
          </a:p>
          <a:p>
            <a:pPr lvl="1">
              <a:buFont typeface="Arial" panose="020B0604020202020204" pitchFamily="34" charset="0"/>
              <a:buChar char="•"/>
            </a:pPr>
            <a:endParaRPr lang="en-US" altLang="en-US" sz="2000">
              <a:latin typeface="微软雅黑" panose="020B0503020204020204" pitchFamily="34" charset="-122"/>
              <a:ea typeface="微软雅黑" panose="020B0503020204020204" pitchFamily="34" charset="-122"/>
            </a:endParaRPr>
          </a:p>
          <a:p>
            <a:pPr>
              <a:buFont typeface="Wingdings" panose="05000000000000000000" pitchFamily="2" charset="2"/>
              <a:buChar char="p"/>
            </a:pPr>
            <a:r>
              <a:rPr lang="zh-CN" altLang="en-US" sz="2000">
                <a:latin typeface="微软雅黑" panose="020B0503020204020204" pitchFamily="34" charset="-122"/>
                <a:ea typeface="微软雅黑" panose="020B0503020204020204" pitchFamily="34" charset="-122"/>
              </a:rPr>
              <a:t>资源类型的多个实例</a:t>
            </a:r>
            <a:endParaRPr lang="en-US" altLang="en-US" sz="2000">
              <a:latin typeface="微软雅黑" panose="020B0503020204020204" pitchFamily="34" charset="-122"/>
              <a:ea typeface="微软雅黑" panose="020B0503020204020204" pitchFamily="34" charset="-122"/>
            </a:endParaRPr>
          </a:p>
          <a:p>
            <a:pPr lvl="1">
              <a:buFont typeface="Wingdings" panose="05000000000000000000" pitchFamily="2" charset="2"/>
              <a:buChar char="n"/>
            </a:pPr>
            <a:r>
              <a:rPr lang="zh-CN" altLang="en-US" sz="2000">
                <a:latin typeface="微软雅黑" panose="020B0503020204020204" pitchFamily="34" charset="-122"/>
                <a:ea typeface="微软雅黑" panose="020B0503020204020204" pitchFamily="34" charset="-122"/>
              </a:rPr>
              <a:t>使用</a:t>
            </a:r>
            <a:r>
              <a:rPr lang="zh-CN" altLang="en-US" sz="2000" b="1">
                <a:solidFill>
                  <a:srgbClr val="0070C0"/>
                </a:solidFill>
                <a:latin typeface="微软雅黑" panose="020B0503020204020204" pitchFamily="34" charset="-122"/>
                <a:ea typeface="微软雅黑" panose="020B0503020204020204" pitchFamily="34" charset="-122"/>
              </a:rPr>
              <a:t>银行家算法</a:t>
            </a:r>
            <a:endParaRPr lang="en-US" altLang="en-US" sz="2000" b="1">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E06A4DE8-86BE-4C86-B48D-B2F347743784}"/>
              </a:ext>
            </a:extLst>
          </p:cNvPr>
          <p:cNvSpPr>
            <a:spLocks noGrp="1" noChangeArrowheads="1"/>
          </p:cNvSpPr>
          <p:nvPr>
            <p:ph type="title"/>
          </p:nvPr>
        </p:nvSpPr>
        <p:spPr>
          <a:xfrm>
            <a:off x="2382838" y="209550"/>
            <a:ext cx="7831137" cy="576263"/>
          </a:xfrm>
        </p:spPr>
        <p:txBody>
          <a:bodyPr/>
          <a:lstStyle/>
          <a:p>
            <a:pPr eaLnBrk="1" hangingPunct="1"/>
            <a:r>
              <a:rPr lang="zh-CN" altLang="en-US">
                <a:latin typeface="微软雅黑" panose="020B0503020204020204" pitchFamily="34" charset="-122"/>
                <a:ea typeface="微软雅黑" panose="020B0503020204020204" pitchFamily="34" charset="-122"/>
              </a:rPr>
              <a:t>资源分配图方案</a:t>
            </a:r>
            <a:endParaRPr lang="en-US" altLang="en-US">
              <a:latin typeface="微软雅黑" panose="020B0503020204020204" pitchFamily="34" charset="-122"/>
              <a:ea typeface="微软雅黑" panose="020B0503020204020204" pitchFamily="34" charset="-122"/>
            </a:endParaRPr>
          </a:p>
        </p:txBody>
      </p:sp>
      <p:sp>
        <p:nvSpPr>
          <p:cNvPr id="50179" name="Rectangle 3">
            <a:extLst>
              <a:ext uri="{FF2B5EF4-FFF2-40B4-BE49-F238E27FC236}">
                <a16:creationId xmlns:a16="http://schemas.microsoft.com/office/drawing/2014/main" id="{927FA2EA-3800-4C84-A12B-D368896C4438}"/>
              </a:ext>
            </a:extLst>
          </p:cNvPr>
          <p:cNvSpPr>
            <a:spLocks noGrp="1" noChangeArrowheads="1"/>
          </p:cNvSpPr>
          <p:nvPr>
            <p:ph type="body" idx="1"/>
          </p:nvPr>
        </p:nvSpPr>
        <p:spPr>
          <a:xfrm>
            <a:off x="601663" y="1187450"/>
            <a:ext cx="6989762" cy="4483100"/>
          </a:xfrm>
        </p:spPr>
        <p:txBody>
          <a:bodyPr/>
          <a:lstStyle/>
          <a:p>
            <a:pPr>
              <a:lnSpc>
                <a:spcPct val="250000"/>
              </a:lnSpc>
              <a:buFont typeface="Wingdings" panose="05000000000000000000" pitchFamily="2" charset="2"/>
              <a:buChar char="p"/>
            </a:pPr>
            <a:r>
              <a:rPr lang="zh-CN" altLang="en-US" sz="2000" b="1" dirty="0">
                <a:solidFill>
                  <a:srgbClr val="0070C0"/>
                </a:solidFill>
                <a:latin typeface="微软雅黑" panose="020B0503020204020204" pitchFamily="34" charset="-122"/>
                <a:ea typeface="微软雅黑" panose="020B0503020204020204" pitchFamily="34" charset="-122"/>
              </a:rPr>
              <a:t>声明边</a:t>
            </a:r>
            <a:r>
              <a:rPr lang="en-US" altLang="en-US" sz="2000" i="1" dirty="0">
                <a:latin typeface="微软雅黑" panose="020B0503020204020204" pitchFamily="34" charset="-122"/>
                <a:ea typeface="微软雅黑" panose="020B0503020204020204" pitchFamily="34" charset="-122"/>
              </a:rPr>
              <a:t>P</a:t>
            </a:r>
            <a:r>
              <a:rPr lang="en-US" altLang="en-US" sz="2000" i="1" baseline="-25000" dirty="0">
                <a:latin typeface="微软雅黑" panose="020B0503020204020204" pitchFamily="34" charset="-122"/>
                <a:ea typeface="微软雅黑" panose="020B0503020204020204" pitchFamily="34" charset="-122"/>
              </a:rPr>
              <a:t>i</a:t>
            </a:r>
            <a:r>
              <a:rPr lang="en-US" altLang="en-US" sz="2000" dirty="0">
                <a:latin typeface="微软雅黑" panose="020B0503020204020204" pitchFamily="34" charset="-122"/>
                <a:ea typeface="微软雅黑" panose="020B0503020204020204" pitchFamily="34" charset="-122"/>
              </a:rPr>
              <a:t> </a:t>
            </a:r>
            <a:r>
              <a:rPr lang="en-US" altLang="en-US" sz="2000"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i="1" dirty="0" err="1">
                <a:latin typeface="微软雅黑" panose="020B0503020204020204" pitchFamily="34" charset="-122"/>
                <a:ea typeface="微软雅黑" panose="020B0503020204020204" pitchFamily="34" charset="-122"/>
                <a:sym typeface="Symbol" panose="05050102010706020507" pitchFamily="18" charset="2"/>
              </a:rPr>
              <a:t>R</a:t>
            </a:r>
            <a:r>
              <a:rPr lang="en-US" altLang="en-US" sz="2000" i="1" baseline="-25000" dirty="0" err="1">
                <a:latin typeface="微软雅黑" panose="020B0503020204020204" pitchFamily="34" charset="-122"/>
                <a:ea typeface="微软雅黑" panose="020B0503020204020204" pitchFamily="34" charset="-122"/>
                <a:sym typeface="Symbol" panose="05050102010706020507" pitchFamily="18" charset="2"/>
              </a:rPr>
              <a:t>j</a:t>
            </a:r>
            <a:r>
              <a:rPr lang="en-US" altLang="en-US" sz="2000"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代表进程</a:t>
            </a:r>
            <a:r>
              <a:rPr lang="en-US" altLang="en-US" sz="2000" i="1" dirty="0" err="1">
                <a:latin typeface="微软雅黑" panose="020B0503020204020204" pitchFamily="34" charset="-122"/>
                <a:ea typeface="微软雅黑" panose="020B0503020204020204" pitchFamily="34" charset="-122"/>
                <a:sym typeface="Symbol" panose="05050102010706020507" pitchFamily="18" charset="2"/>
              </a:rPr>
              <a:t>P</a:t>
            </a:r>
            <a:r>
              <a:rPr lang="en-US" altLang="en-US" sz="2000" i="1" baseline="-25000" dirty="0" err="1">
                <a:latin typeface="微软雅黑" panose="020B0503020204020204" pitchFamily="34" charset="-122"/>
                <a:ea typeface="微软雅黑" panose="020B0503020204020204" pitchFamily="34" charset="-122"/>
                <a:sym typeface="Symbol" panose="05050102010706020507" pitchFamily="18" charset="2"/>
              </a:rPr>
              <a:t>j</a:t>
            </a:r>
            <a:r>
              <a:rPr lang="en-US" altLang="en-US" sz="2000"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可以申请资源</a:t>
            </a:r>
            <a:r>
              <a:rPr lang="en-US" altLang="en-US" sz="2000" i="1" dirty="0" err="1">
                <a:latin typeface="微软雅黑" panose="020B0503020204020204" pitchFamily="34" charset="-122"/>
                <a:ea typeface="微软雅黑" panose="020B0503020204020204" pitchFamily="34" charset="-122"/>
                <a:sym typeface="Symbol" panose="05050102010706020507" pitchFamily="18" charset="2"/>
              </a:rPr>
              <a:t>R</a:t>
            </a:r>
            <a:r>
              <a:rPr lang="en-US" altLang="en-US" sz="2000" i="1" baseline="-25000" dirty="0" err="1">
                <a:latin typeface="微软雅黑" panose="020B0503020204020204" pitchFamily="34" charset="-122"/>
                <a:ea typeface="微软雅黑" panose="020B0503020204020204" pitchFamily="34" charset="-122"/>
                <a:sym typeface="Symbol" panose="05050102010706020507" pitchFamily="18" charset="2"/>
              </a:rPr>
              <a:t>j</a:t>
            </a:r>
            <a:r>
              <a:rPr lang="en-US" altLang="en-US" sz="2000" i="1" baseline="-25000"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000" i="1" baseline="-250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用</a:t>
            </a:r>
            <a:r>
              <a:rPr lang="zh-CN" altLang="en-US" sz="2000" b="1" dirty="0">
                <a:latin typeface="微软雅黑" panose="020B0503020204020204" pitchFamily="34" charset="-122"/>
                <a:ea typeface="微软雅黑" panose="020B0503020204020204" pitchFamily="34" charset="-122"/>
                <a:sym typeface="Symbol" panose="05050102010706020507" pitchFamily="18" charset="2"/>
              </a:rPr>
              <a:t>虚线</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表示</a:t>
            </a:r>
            <a:endParaRPr lang="en-US" altLang="en-US" sz="2000" dirty="0">
              <a:latin typeface="微软雅黑" panose="020B0503020204020204" pitchFamily="34" charset="-122"/>
              <a:ea typeface="微软雅黑" panose="020B0503020204020204" pitchFamily="34" charset="-122"/>
              <a:sym typeface="Symbol" panose="05050102010706020507" pitchFamily="18" charset="2"/>
            </a:endParaRPr>
          </a:p>
          <a:p>
            <a:pPr>
              <a:lnSpc>
                <a:spcPct val="250000"/>
              </a:lnSpc>
              <a:buFont typeface="Wingdings" panose="05000000000000000000" pitchFamily="2" charset="2"/>
              <a:buChar char="p"/>
            </a:pPr>
            <a:r>
              <a:rPr lang="zh-CN" altLang="en-US" sz="2000" dirty="0">
                <a:latin typeface="微软雅黑" panose="020B0503020204020204" pitchFamily="34" charset="-122"/>
                <a:ea typeface="微软雅黑" panose="020B0503020204020204" pitchFamily="34" charset="-122"/>
              </a:rPr>
              <a:t>当进程请求资源时，</a:t>
            </a:r>
            <a:r>
              <a:rPr lang="zh-CN" altLang="en-US" sz="2000" b="1" dirty="0">
                <a:solidFill>
                  <a:srgbClr val="0070C0"/>
                </a:solidFill>
                <a:latin typeface="微软雅黑" panose="020B0503020204020204" pitchFamily="34" charset="-122"/>
                <a:ea typeface="微软雅黑" panose="020B0503020204020204" pitchFamily="34" charset="-122"/>
              </a:rPr>
              <a:t>声明边</a:t>
            </a:r>
            <a:r>
              <a:rPr lang="zh-CN" altLang="en-US" sz="2000" dirty="0">
                <a:latin typeface="微软雅黑" panose="020B0503020204020204" pitchFamily="34" charset="-122"/>
                <a:ea typeface="微软雅黑" panose="020B0503020204020204" pitchFamily="34" charset="-122"/>
              </a:rPr>
              <a:t>转换为</a:t>
            </a:r>
            <a:r>
              <a:rPr lang="zh-CN" altLang="en-US" sz="2000" b="1" dirty="0">
                <a:solidFill>
                  <a:srgbClr val="0070C0"/>
                </a:solidFill>
                <a:latin typeface="微软雅黑" panose="020B0503020204020204" pitchFamily="34" charset="-122"/>
                <a:ea typeface="微软雅黑" panose="020B0503020204020204" pitchFamily="34" charset="-122"/>
              </a:rPr>
              <a:t>请求边</a:t>
            </a:r>
            <a:endParaRPr lang="en-US" altLang="en-US" sz="2000" b="1" dirty="0">
              <a:solidFill>
                <a:srgbClr val="0070C0"/>
              </a:solidFill>
              <a:latin typeface="微软雅黑" panose="020B0503020204020204" pitchFamily="34" charset="-122"/>
              <a:ea typeface="微软雅黑" panose="020B0503020204020204" pitchFamily="34" charset="-122"/>
              <a:sym typeface="Symbol" panose="05050102010706020507" pitchFamily="18" charset="2"/>
            </a:endParaRPr>
          </a:p>
          <a:p>
            <a:pPr>
              <a:lnSpc>
                <a:spcPct val="250000"/>
              </a:lnSpc>
              <a:buFont typeface="Wingdings" panose="05000000000000000000" pitchFamily="2" charset="2"/>
              <a:buChar char="p"/>
            </a:pPr>
            <a:r>
              <a:rPr lang="zh-CN" altLang="en-US" sz="2000" dirty="0">
                <a:latin typeface="微软雅黑" panose="020B0503020204020204" pitchFamily="34" charset="-122"/>
                <a:ea typeface="微软雅黑" panose="020B0503020204020204" pitchFamily="34" charset="-122"/>
              </a:rPr>
              <a:t>当资源分配给进程时，</a:t>
            </a:r>
            <a:r>
              <a:rPr lang="zh-CN" altLang="en-US" sz="2000" b="1" dirty="0">
                <a:solidFill>
                  <a:srgbClr val="0070C0"/>
                </a:solidFill>
                <a:latin typeface="微软雅黑" panose="020B0503020204020204" pitchFamily="34" charset="-122"/>
                <a:ea typeface="微软雅黑" panose="020B0503020204020204" pitchFamily="34" charset="-122"/>
              </a:rPr>
              <a:t>请求边</a:t>
            </a:r>
            <a:r>
              <a:rPr lang="zh-CN" altLang="en-US" sz="2000" dirty="0">
                <a:latin typeface="微软雅黑" panose="020B0503020204020204" pitchFamily="34" charset="-122"/>
                <a:ea typeface="微软雅黑" panose="020B0503020204020204" pitchFamily="34" charset="-122"/>
              </a:rPr>
              <a:t>转换为</a:t>
            </a:r>
            <a:r>
              <a:rPr lang="zh-CN" altLang="en-US" sz="2000" b="1" dirty="0">
                <a:solidFill>
                  <a:srgbClr val="0070C0"/>
                </a:solidFill>
                <a:latin typeface="微软雅黑" panose="020B0503020204020204" pitchFamily="34" charset="-122"/>
                <a:ea typeface="微软雅黑" panose="020B0503020204020204" pitchFamily="34" charset="-122"/>
              </a:rPr>
              <a:t>分配边</a:t>
            </a:r>
            <a:endParaRPr lang="en-US" altLang="en-US" sz="2000" b="1" dirty="0">
              <a:latin typeface="微软雅黑" panose="020B0503020204020204" pitchFamily="34" charset="-122"/>
              <a:ea typeface="微软雅黑" panose="020B0503020204020204" pitchFamily="34" charset="-122"/>
              <a:sym typeface="Symbol" panose="05050102010706020507" pitchFamily="18" charset="2"/>
            </a:endParaRPr>
          </a:p>
          <a:p>
            <a:pPr>
              <a:lnSpc>
                <a:spcPct val="250000"/>
              </a:lnSpc>
              <a:buFont typeface="Wingdings" panose="05000000000000000000" pitchFamily="2" charset="2"/>
              <a:buChar char="p"/>
            </a:pPr>
            <a:r>
              <a:rPr lang="zh-CN" altLang="en-US" sz="2000" dirty="0">
                <a:latin typeface="微软雅黑" panose="020B0503020204020204" pitchFamily="34" charset="-122"/>
                <a:ea typeface="微软雅黑" panose="020B0503020204020204" pitchFamily="34" charset="-122"/>
              </a:rPr>
              <a:t>当资源被进程释放时，</a:t>
            </a:r>
            <a:r>
              <a:rPr lang="zh-CN" altLang="en-US" sz="2000" b="1" dirty="0">
                <a:solidFill>
                  <a:srgbClr val="0070C0"/>
                </a:solidFill>
                <a:latin typeface="微软雅黑" panose="020B0503020204020204" pitchFamily="34" charset="-122"/>
                <a:ea typeface="微软雅黑" panose="020B0503020204020204" pitchFamily="34" charset="-122"/>
              </a:rPr>
              <a:t>分配边</a:t>
            </a:r>
            <a:r>
              <a:rPr lang="zh-CN" altLang="en-US" sz="2000" dirty="0">
                <a:latin typeface="微软雅黑" panose="020B0503020204020204" pitchFamily="34" charset="-122"/>
                <a:ea typeface="微软雅黑" panose="020B0503020204020204" pitchFamily="34" charset="-122"/>
              </a:rPr>
              <a:t>重新转换为</a:t>
            </a:r>
            <a:r>
              <a:rPr lang="zh-CN" altLang="en-US" sz="2000" b="1" dirty="0">
                <a:solidFill>
                  <a:srgbClr val="0070C0"/>
                </a:solidFill>
                <a:latin typeface="微软雅黑" panose="020B0503020204020204" pitchFamily="34" charset="-122"/>
                <a:ea typeface="微软雅黑" panose="020B0503020204020204" pitchFamily="34" charset="-122"/>
              </a:rPr>
              <a:t>声明边</a:t>
            </a:r>
            <a:endParaRPr lang="en-US" altLang="en-US" sz="2000" b="1" dirty="0">
              <a:latin typeface="微软雅黑" panose="020B0503020204020204" pitchFamily="34" charset="-122"/>
              <a:ea typeface="微软雅黑" panose="020B0503020204020204" pitchFamily="34" charset="-122"/>
              <a:sym typeface="Symbol" panose="05050102010706020507" pitchFamily="18" charset="2"/>
            </a:endParaRPr>
          </a:p>
          <a:p>
            <a:pPr>
              <a:lnSpc>
                <a:spcPct val="250000"/>
              </a:lnSpc>
              <a:buFont typeface="Wingdings" panose="05000000000000000000" pitchFamily="2" charset="2"/>
              <a:buChar char="p"/>
            </a:pPr>
            <a:r>
              <a:rPr lang="zh-CN" altLang="en-US" sz="2000" dirty="0">
                <a:latin typeface="微软雅黑" panose="020B0503020204020204" pitchFamily="34" charset="-122"/>
                <a:ea typeface="微软雅黑" panose="020B0503020204020204" pitchFamily="34" charset="-122"/>
              </a:rPr>
              <a:t>资源必须</a:t>
            </a:r>
            <a:r>
              <a:rPr lang="zh-CN" altLang="en-US" sz="2000" b="1" dirty="0">
                <a:latin typeface="微软雅黑" panose="020B0503020204020204" pitchFamily="34" charset="-122"/>
                <a:ea typeface="微软雅黑" panose="020B0503020204020204" pitchFamily="34" charset="-122"/>
              </a:rPr>
              <a:t>事先</a:t>
            </a:r>
            <a:r>
              <a:rPr lang="zh-CN" altLang="en-US" sz="2000" dirty="0">
                <a:latin typeface="微软雅黑" panose="020B0503020204020204" pitchFamily="34" charset="-122"/>
                <a:ea typeface="微软雅黑" panose="020B0503020204020204" pitchFamily="34" charset="-122"/>
              </a:rPr>
              <a:t>在系统中声明</a:t>
            </a:r>
            <a:endParaRPr lang="en-US"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948A0680-F888-4A23-80A6-42561124F9FA}"/>
              </a:ext>
            </a:extLst>
          </p:cNvPr>
          <p:cNvSpPr>
            <a:spLocks noGrp="1" noChangeArrowheads="1"/>
          </p:cNvSpPr>
          <p:nvPr>
            <p:ph type="title"/>
          </p:nvPr>
        </p:nvSpPr>
        <p:spPr>
          <a:xfrm>
            <a:off x="2265363" y="280988"/>
            <a:ext cx="8224837" cy="457200"/>
          </a:xfrm>
        </p:spPr>
        <p:txBody>
          <a:bodyPr/>
          <a:lstStyle/>
          <a:p>
            <a:pPr eaLnBrk="1" hangingPunct="1"/>
            <a:r>
              <a:rPr lang="zh-CN" altLang="en-US">
                <a:latin typeface="微软雅黑" panose="020B0503020204020204" pitchFamily="34" charset="-122"/>
                <a:ea typeface="微软雅黑" panose="020B0503020204020204" pitchFamily="34" charset="-122"/>
              </a:rPr>
              <a:t>资源分配图</a:t>
            </a:r>
            <a:endParaRPr lang="en-US" altLang="en-US">
              <a:latin typeface="微软雅黑" panose="020B0503020204020204" pitchFamily="34" charset="-122"/>
              <a:ea typeface="微软雅黑" panose="020B0503020204020204" pitchFamily="34" charset="-122"/>
            </a:endParaRPr>
          </a:p>
        </p:txBody>
      </p:sp>
      <p:pic>
        <p:nvPicPr>
          <p:cNvPr id="52227" name="Picture 4" descr="7">
            <a:extLst>
              <a:ext uri="{FF2B5EF4-FFF2-40B4-BE49-F238E27FC236}">
                <a16:creationId xmlns:a16="http://schemas.microsoft.com/office/drawing/2014/main" id="{E2C80CA3-AB32-4954-AC66-5A3263F54D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2588" y="1409700"/>
            <a:ext cx="3681412" cy="373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FC6A47BB-2915-4164-A8C5-7076B403541D}"/>
              </a:ext>
            </a:extLst>
          </p:cNvPr>
          <p:cNvSpPr>
            <a:spLocks noGrp="1" noChangeArrowheads="1"/>
          </p:cNvSpPr>
          <p:nvPr>
            <p:ph type="title"/>
          </p:nvPr>
        </p:nvSpPr>
        <p:spPr>
          <a:xfrm>
            <a:off x="2655888" y="260350"/>
            <a:ext cx="8243887" cy="457200"/>
          </a:xfrm>
        </p:spPr>
        <p:txBody>
          <a:bodyPr/>
          <a:lstStyle/>
          <a:p>
            <a:pPr eaLnBrk="1" hangingPunct="1"/>
            <a:r>
              <a:rPr lang="zh-CN" altLang="en-US">
                <a:latin typeface="微软雅黑" panose="020B0503020204020204" pitchFamily="34" charset="-122"/>
                <a:ea typeface="微软雅黑" panose="020B0503020204020204" pitchFamily="34" charset="-122"/>
              </a:rPr>
              <a:t>资源分配图中的不安全状态</a:t>
            </a:r>
            <a:endParaRPr lang="en-US" altLang="en-US">
              <a:latin typeface="微软雅黑" panose="020B0503020204020204" pitchFamily="34" charset="-122"/>
              <a:ea typeface="微软雅黑" panose="020B0503020204020204" pitchFamily="34" charset="-122"/>
            </a:endParaRPr>
          </a:p>
        </p:txBody>
      </p:sp>
      <p:pic>
        <p:nvPicPr>
          <p:cNvPr id="54275" name="Picture 4" descr="7">
            <a:extLst>
              <a:ext uri="{FF2B5EF4-FFF2-40B4-BE49-F238E27FC236}">
                <a16:creationId xmlns:a16="http://schemas.microsoft.com/office/drawing/2014/main" id="{E47AD9C6-1F6A-4FC0-9A56-89681D5D16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1282700"/>
            <a:ext cx="3360738" cy="340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146F8600-CF12-410F-B3FF-D3F3D3796C93}"/>
              </a:ext>
            </a:extLst>
          </p:cNvPr>
          <p:cNvSpPr>
            <a:spLocks noGrp="1" noChangeArrowheads="1"/>
          </p:cNvSpPr>
          <p:nvPr>
            <p:ph type="title"/>
          </p:nvPr>
        </p:nvSpPr>
        <p:spPr>
          <a:xfrm>
            <a:off x="2827338" y="150813"/>
            <a:ext cx="7656512" cy="576262"/>
          </a:xfrm>
        </p:spPr>
        <p:txBody>
          <a:bodyPr/>
          <a:lstStyle/>
          <a:p>
            <a:pPr eaLnBrk="1" hangingPunct="1"/>
            <a:r>
              <a:rPr lang="zh-CN" altLang="en-US">
                <a:latin typeface="微软雅黑" panose="020B0503020204020204" pitchFamily="34" charset="-122"/>
                <a:ea typeface="微软雅黑" panose="020B0503020204020204" pitchFamily="34" charset="-122"/>
              </a:rPr>
              <a:t>资源分配图算法</a:t>
            </a:r>
            <a:endParaRPr lang="en-US" altLang="en-US">
              <a:latin typeface="微软雅黑" panose="020B0503020204020204" pitchFamily="34" charset="-122"/>
              <a:ea typeface="微软雅黑" panose="020B0503020204020204" pitchFamily="34" charset="-122"/>
            </a:endParaRPr>
          </a:p>
        </p:txBody>
      </p:sp>
      <p:sp>
        <p:nvSpPr>
          <p:cNvPr id="56323" name="Rectangle 3">
            <a:extLst>
              <a:ext uri="{FF2B5EF4-FFF2-40B4-BE49-F238E27FC236}">
                <a16:creationId xmlns:a16="http://schemas.microsoft.com/office/drawing/2014/main" id="{3CB34A98-CA52-45B2-BB64-9BC1016FA4CE}"/>
              </a:ext>
            </a:extLst>
          </p:cNvPr>
          <p:cNvSpPr>
            <a:spLocks noGrp="1" noChangeArrowheads="1"/>
          </p:cNvSpPr>
          <p:nvPr>
            <p:ph type="body" idx="1"/>
          </p:nvPr>
        </p:nvSpPr>
        <p:spPr>
          <a:xfrm>
            <a:off x="741363" y="1276350"/>
            <a:ext cx="10777537" cy="4303713"/>
          </a:xfrm>
        </p:spPr>
        <p:txBody>
          <a:bodyPr/>
          <a:lstStyle/>
          <a:p>
            <a:pPr>
              <a:lnSpc>
                <a:spcPct val="200000"/>
              </a:lnSpc>
              <a:buFont typeface="Wingdings" panose="05000000000000000000" pitchFamily="2" charset="2"/>
              <a:buChar char="p"/>
            </a:pPr>
            <a:r>
              <a:rPr lang="zh-CN" altLang="en-US">
                <a:latin typeface="微软雅黑" panose="020B0503020204020204" pitchFamily="34" charset="-122"/>
                <a:ea typeface="微软雅黑" panose="020B0503020204020204" pitchFamily="34" charset="-122"/>
              </a:rPr>
              <a:t>假设进程</a:t>
            </a:r>
            <a:r>
              <a:rPr lang="en-US" altLang="en-US" i="1">
                <a:latin typeface="微软雅黑" panose="020B0503020204020204" pitchFamily="34" charset="-122"/>
                <a:ea typeface="微软雅黑" panose="020B0503020204020204" pitchFamily="34" charset="-122"/>
              </a:rPr>
              <a:t>P</a:t>
            </a:r>
            <a:r>
              <a:rPr lang="en-US" altLang="en-US" i="1" baseline="-25000">
                <a:latin typeface="微软雅黑" panose="020B0503020204020204" pitchFamily="34" charset="-122"/>
                <a:ea typeface="微软雅黑" panose="020B0503020204020204" pitchFamily="34" charset="-122"/>
              </a:rPr>
              <a:t>i</a:t>
            </a:r>
            <a:r>
              <a:rPr lang="en-US" altLang="en-US">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请求资源</a:t>
            </a:r>
            <a:r>
              <a:rPr lang="en-US" altLang="en-US" i="1">
                <a:latin typeface="微软雅黑" panose="020B0503020204020204" pitchFamily="34" charset="-122"/>
                <a:ea typeface="微软雅黑" panose="020B0503020204020204" pitchFamily="34" charset="-122"/>
                <a:sym typeface="Symbol" panose="05050102010706020507" pitchFamily="18" charset="2"/>
              </a:rPr>
              <a:t>R</a:t>
            </a:r>
            <a:r>
              <a:rPr lang="en-US" altLang="en-US" i="1" baseline="-25000">
                <a:latin typeface="微软雅黑" panose="020B0503020204020204" pitchFamily="34" charset="-122"/>
                <a:ea typeface="微软雅黑" panose="020B0503020204020204" pitchFamily="34" charset="-122"/>
                <a:sym typeface="Symbol" panose="05050102010706020507" pitchFamily="18" charset="2"/>
              </a:rPr>
              <a:t>j</a:t>
            </a:r>
          </a:p>
          <a:p>
            <a:pPr>
              <a:lnSpc>
                <a:spcPct val="200000"/>
              </a:lnSpc>
              <a:buFont typeface="Wingdings" panose="05000000000000000000" pitchFamily="2" charset="2"/>
              <a:buChar char="p"/>
            </a:pPr>
            <a:r>
              <a:rPr lang="zh-CN" altLang="en-US">
                <a:latin typeface="微软雅黑" panose="020B0503020204020204" pitchFamily="34" charset="-122"/>
                <a:ea typeface="微软雅黑" panose="020B0503020204020204" pitchFamily="34" charset="-122"/>
              </a:rPr>
              <a:t>仅当</a:t>
            </a:r>
            <a:r>
              <a:rPr lang="zh-CN" altLang="en-US" b="1">
                <a:solidFill>
                  <a:srgbClr val="0070C0"/>
                </a:solidFill>
                <a:latin typeface="微软雅黑" panose="020B0503020204020204" pitchFamily="34" charset="-122"/>
                <a:ea typeface="微软雅黑" panose="020B0503020204020204" pitchFamily="34" charset="-122"/>
              </a:rPr>
              <a:t>将请求边转换为分配边不会导致在资源分配图中形成循环</a:t>
            </a:r>
            <a:r>
              <a:rPr lang="zh-CN" altLang="en-US">
                <a:latin typeface="微软雅黑" panose="020B0503020204020204" pitchFamily="34" charset="-122"/>
                <a:ea typeface="微软雅黑" panose="020B0503020204020204" pitchFamily="34" charset="-122"/>
              </a:rPr>
              <a:t>时，请求才能被批准</a:t>
            </a:r>
            <a:endParaRPr lang="en-US" altLang="en-US">
              <a:latin typeface="微软雅黑" panose="020B0503020204020204" pitchFamily="34" charset="-122"/>
              <a:ea typeface="微软雅黑" panose="020B0503020204020204" pitchFamily="34" charset="-122"/>
              <a:sym typeface="Symbol" panose="05050102010706020507" pitchFamily="18" charset="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498630EA-F513-495A-8413-39BB2ABB2625}"/>
              </a:ext>
            </a:extLst>
          </p:cNvPr>
          <p:cNvSpPr>
            <a:spLocks noGrp="1" noChangeArrowheads="1"/>
          </p:cNvSpPr>
          <p:nvPr>
            <p:ph type="title"/>
          </p:nvPr>
        </p:nvSpPr>
        <p:spPr>
          <a:xfrm>
            <a:off x="2438400" y="182563"/>
            <a:ext cx="7772400" cy="576262"/>
          </a:xfrm>
        </p:spPr>
        <p:txBody>
          <a:bodyPr/>
          <a:lstStyle/>
          <a:p>
            <a:pPr eaLnBrk="1" hangingPunct="1"/>
            <a:r>
              <a:rPr lang="zh-CN" altLang="en-US" dirty="0">
                <a:latin typeface="微软雅黑" panose="020B0503020204020204" pitchFamily="34" charset="-122"/>
                <a:ea typeface="微软雅黑" panose="020B0503020204020204" pitchFamily="34" charset="-122"/>
              </a:rPr>
              <a:t>银行家算法</a:t>
            </a:r>
            <a:endParaRPr lang="en-US" altLang="en-US" dirty="0">
              <a:latin typeface="微软雅黑" panose="020B0503020204020204" pitchFamily="34" charset="-122"/>
              <a:ea typeface="微软雅黑" panose="020B0503020204020204" pitchFamily="34" charset="-122"/>
            </a:endParaRPr>
          </a:p>
        </p:txBody>
      </p:sp>
      <p:sp>
        <p:nvSpPr>
          <p:cNvPr id="58371" name="Rectangle 3">
            <a:extLst>
              <a:ext uri="{FF2B5EF4-FFF2-40B4-BE49-F238E27FC236}">
                <a16:creationId xmlns:a16="http://schemas.microsoft.com/office/drawing/2014/main" id="{EB2AF6BB-6F43-4B44-B9CC-66CEC0ECABDE}"/>
              </a:ext>
            </a:extLst>
          </p:cNvPr>
          <p:cNvSpPr>
            <a:spLocks noGrp="1" noChangeArrowheads="1"/>
          </p:cNvSpPr>
          <p:nvPr>
            <p:ph type="body" idx="1"/>
          </p:nvPr>
        </p:nvSpPr>
        <p:spPr>
          <a:xfrm>
            <a:off x="811213" y="1208088"/>
            <a:ext cx="10536434" cy="4441825"/>
          </a:xfrm>
        </p:spPr>
        <p:txBody>
          <a:bodyPr/>
          <a:lstStyle/>
          <a:p>
            <a:pPr>
              <a:buFont typeface="Wingdings" panose="05000000000000000000" pitchFamily="2" charset="2"/>
              <a:buChar char="p"/>
            </a:pPr>
            <a:r>
              <a:rPr lang="zh-CN" altLang="en-US" dirty="0">
                <a:solidFill>
                  <a:srgbClr val="0070C0"/>
                </a:solidFill>
                <a:latin typeface="微软雅黑" panose="020B0503020204020204" pitchFamily="34" charset="-122"/>
                <a:ea typeface="微软雅黑" panose="020B0503020204020204" pitchFamily="34" charset="-122"/>
              </a:rPr>
              <a:t>多个实例</a:t>
            </a:r>
            <a:br>
              <a:rPr lang="en-US" altLang="en-US" dirty="0">
                <a:latin typeface="微软雅黑" panose="020B0503020204020204" pitchFamily="34" charset="-122"/>
                <a:ea typeface="微软雅黑" panose="020B0503020204020204" pitchFamily="34" charset="-122"/>
              </a:rPr>
            </a:br>
            <a:endParaRPr lang="en-US" altLang="en-US" dirty="0">
              <a:latin typeface="微软雅黑" panose="020B0503020204020204" pitchFamily="34" charset="-122"/>
              <a:ea typeface="微软雅黑" panose="020B0503020204020204" pitchFamily="34" charset="-122"/>
            </a:endParaRPr>
          </a:p>
          <a:p>
            <a:pPr>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每一进程必须能</a:t>
            </a:r>
            <a:r>
              <a:rPr lang="zh-CN" altLang="en-US" b="1" dirty="0">
                <a:latin typeface="微软雅黑" panose="020B0503020204020204" pitchFamily="34" charset="-122"/>
                <a:ea typeface="微软雅黑" panose="020B0503020204020204" pitchFamily="34" charset="-122"/>
              </a:rPr>
              <a:t>先验地</a:t>
            </a:r>
            <a:r>
              <a:rPr lang="zh-CN" altLang="en-US" dirty="0">
                <a:latin typeface="微软雅黑" panose="020B0503020204020204" pitchFamily="34" charset="-122"/>
                <a:ea typeface="微软雅黑" panose="020B0503020204020204" pitchFamily="34" charset="-122"/>
              </a:rPr>
              <a:t>推算出最大资源的需求量</a:t>
            </a:r>
            <a:br>
              <a:rPr lang="en-US" altLang="en-US" dirty="0">
                <a:latin typeface="微软雅黑" panose="020B0503020204020204" pitchFamily="34" charset="-122"/>
                <a:ea typeface="微软雅黑" panose="020B0503020204020204" pitchFamily="34" charset="-122"/>
              </a:rPr>
            </a:br>
            <a:endParaRPr lang="en-US" altLang="en-US" dirty="0">
              <a:latin typeface="微软雅黑" panose="020B0503020204020204" pitchFamily="34" charset="-122"/>
              <a:ea typeface="微软雅黑" panose="020B0503020204020204" pitchFamily="34" charset="-122"/>
            </a:endParaRPr>
          </a:p>
          <a:p>
            <a:pPr>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当一个进程申请资源时，它可能需要等待</a:t>
            </a:r>
            <a:br>
              <a:rPr lang="en-US" altLang="en-US" dirty="0">
                <a:latin typeface="微软雅黑" panose="020B0503020204020204" pitchFamily="34" charset="-122"/>
                <a:ea typeface="微软雅黑" panose="020B0503020204020204" pitchFamily="34" charset="-122"/>
              </a:rPr>
            </a:br>
            <a:endParaRPr lang="en-US" altLang="en-US" dirty="0">
              <a:latin typeface="微软雅黑" panose="020B0503020204020204" pitchFamily="34" charset="-122"/>
              <a:ea typeface="微软雅黑" panose="020B0503020204020204" pitchFamily="34" charset="-122"/>
            </a:endParaRPr>
          </a:p>
          <a:p>
            <a:pPr>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当一个进程得到其所有申请资源后，它必须在有限的时间内归还</a:t>
            </a:r>
            <a:endParaRPr lang="en-US"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28A3D5D1-C2D6-4D59-80D7-5CF80927D484}"/>
              </a:ext>
            </a:extLst>
          </p:cNvPr>
          <p:cNvSpPr>
            <a:spLocks noGrp="1" noChangeArrowheads="1"/>
          </p:cNvSpPr>
          <p:nvPr>
            <p:ph type="title"/>
          </p:nvPr>
        </p:nvSpPr>
        <p:spPr>
          <a:xfrm>
            <a:off x="2998788" y="327025"/>
            <a:ext cx="7586662" cy="431800"/>
          </a:xfrm>
        </p:spPr>
        <p:txBody>
          <a:bodyPr/>
          <a:lstStyle/>
          <a:p>
            <a:pPr eaLnBrk="1" hangingPunct="1"/>
            <a:r>
              <a:rPr lang="zh-CN" altLang="en-US">
                <a:latin typeface="微软雅黑" panose="020B0503020204020204" pitchFamily="34" charset="-122"/>
                <a:ea typeface="微软雅黑" panose="020B0503020204020204" pitchFamily="34" charset="-122"/>
              </a:rPr>
              <a:t>银行家算法的数据结构</a:t>
            </a:r>
            <a:endParaRPr lang="en-US" altLang="en-US">
              <a:latin typeface="微软雅黑" panose="020B0503020204020204" pitchFamily="34" charset="-122"/>
              <a:ea typeface="微软雅黑" panose="020B0503020204020204" pitchFamily="34" charset="-122"/>
            </a:endParaRPr>
          </a:p>
        </p:txBody>
      </p:sp>
      <p:sp>
        <p:nvSpPr>
          <p:cNvPr id="62467" name="Rectangle 3">
            <a:extLst>
              <a:ext uri="{FF2B5EF4-FFF2-40B4-BE49-F238E27FC236}">
                <a16:creationId xmlns:a16="http://schemas.microsoft.com/office/drawing/2014/main" id="{A251A3D3-5FB2-4361-B44D-093172A9EC15}"/>
              </a:ext>
            </a:extLst>
          </p:cNvPr>
          <p:cNvSpPr>
            <a:spLocks noGrp="1" noChangeArrowheads="1"/>
          </p:cNvSpPr>
          <p:nvPr>
            <p:ph type="body" idx="1"/>
          </p:nvPr>
        </p:nvSpPr>
        <p:spPr>
          <a:xfrm>
            <a:off x="655638" y="1677988"/>
            <a:ext cx="10942637" cy="4387850"/>
          </a:xfrm>
        </p:spPr>
        <p:txBody>
          <a:bodyPr/>
          <a:lstStyle/>
          <a:p>
            <a:pPr>
              <a:lnSpc>
                <a:spcPct val="150000"/>
              </a:lnSpc>
              <a:buFont typeface="Wingdings" panose="05000000000000000000" pitchFamily="2" charset="2"/>
              <a:buChar char="p"/>
              <a:defRPr/>
            </a:pPr>
            <a:r>
              <a:rPr lang="en-US" altLang="en-US" sz="2000" b="1" dirty="0">
                <a:latin typeface="微软雅黑" panose="020B0503020204020204" pitchFamily="34" charset="-122"/>
                <a:ea typeface="微软雅黑" panose="020B0503020204020204" pitchFamily="34" charset="-122"/>
              </a:rPr>
              <a:t>Available</a:t>
            </a:r>
            <a:r>
              <a:rPr lang="en-US"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长度为</a:t>
            </a:r>
            <a:r>
              <a:rPr lang="en-US" altLang="zh-CN" sz="2000" dirty="0">
                <a:latin typeface="微软雅黑" panose="020B0503020204020204" pitchFamily="34" charset="-122"/>
                <a:ea typeface="微软雅黑" panose="020B0503020204020204" pitchFamily="34" charset="-122"/>
              </a:rPr>
              <a:t>m</a:t>
            </a:r>
            <a:r>
              <a:rPr lang="zh-CN" altLang="en-US" sz="2000" dirty="0">
                <a:latin typeface="微软雅黑" panose="020B0503020204020204" pitchFamily="34" charset="-122"/>
                <a:ea typeface="微软雅黑" panose="020B0503020204020204" pitchFamily="34" charset="-122"/>
              </a:rPr>
              <a:t>的向量，如果</a:t>
            </a:r>
            <a:r>
              <a:rPr lang="en-US" altLang="en-US" sz="2000" dirty="0">
                <a:latin typeface="微软雅黑" panose="020B0503020204020204" pitchFamily="34" charset="-122"/>
                <a:ea typeface="微软雅黑" panose="020B0503020204020204" pitchFamily="34" charset="-122"/>
              </a:rPr>
              <a:t>available [</a:t>
            </a:r>
            <a:r>
              <a:rPr lang="en-US" altLang="en-US" sz="2000" i="1" dirty="0">
                <a:latin typeface="微软雅黑" panose="020B0503020204020204" pitchFamily="34" charset="-122"/>
                <a:ea typeface="微软雅黑" panose="020B0503020204020204" pitchFamily="34" charset="-122"/>
              </a:rPr>
              <a:t>j </a:t>
            </a:r>
            <a:r>
              <a:rPr lang="en-US" altLang="en-US" sz="2000" dirty="0">
                <a:latin typeface="微软雅黑" panose="020B0503020204020204" pitchFamily="34" charset="-122"/>
                <a:ea typeface="微软雅黑" panose="020B0503020204020204" pitchFamily="34" charset="-122"/>
              </a:rPr>
              <a:t>] = </a:t>
            </a:r>
            <a:r>
              <a:rPr lang="en-US" altLang="en-US" sz="2000" i="1" dirty="0">
                <a:latin typeface="微软雅黑" panose="020B0503020204020204" pitchFamily="34" charset="-122"/>
                <a:ea typeface="微软雅黑" panose="020B0503020204020204" pitchFamily="34" charset="-122"/>
              </a:rPr>
              <a:t>k</a:t>
            </a:r>
            <a:r>
              <a:rPr lang="en-US"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那么资源</a:t>
            </a:r>
            <a:r>
              <a:rPr lang="en-US" altLang="en-US" sz="2000" i="1" dirty="0" err="1">
                <a:latin typeface="微软雅黑" panose="020B0503020204020204" pitchFamily="34" charset="-122"/>
                <a:ea typeface="微软雅黑" panose="020B0503020204020204" pitchFamily="34" charset="-122"/>
              </a:rPr>
              <a:t>R</a:t>
            </a:r>
            <a:r>
              <a:rPr lang="en-US" altLang="en-US" sz="2000" i="1" baseline="-25000" dirty="0" err="1">
                <a:latin typeface="微软雅黑" panose="020B0503020204020204" pitchFamily="34" charset="-122"/>
                <a:ea typeface="微软雅黑" panose="020B0503020204020204" pitchFamily="34" charset="-122"/>
              </a:rPr>
              <a:t>j</a:t>
            </a:r>
            <a:r>
              <a:rPr lang="en-US" altLang="en-US" sz="2000" i="1" baseline="-25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有</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个实例可用</a:t>
            </a:r>
            <a:endParaRPr lang="en-US" altLang="en-US" sz="20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defRPr/>
            </a:pPr>
            <a:endParaRPr lang="en-US" altLang="en-US" sz="9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defRPr/>
            </a:pPr>
            <a:r>
              <a:rPr lang="en-US" altLang="en-US" sz="2000" b="1" dirty="0">
                <a:latin typeface="微软雅黑" panose="020B0503020204020204" pitchFamily="34" charset="-122"/>
                <a:ea typeface="微软雅黑" panose="020B0503020204020204" pitchFamily="34" charset="-122"/>
              </a:rPr>
              <a:t>Max</a:t>
            </a:r>
            <a:r>
              <a:rPr lang="zh-CN" altLang="en-US" sz="2000" dirty="0">
                <a:latin typeface="微软雅黑" panose="020B0503020204020204" pitchFamily="34" charset="-122"/>
                <a:ea typeface="微软雅黑" panose="020B0503020204020204" pitchFamily="34" charset="-122"/>
              </a:rPr>
              <a:t>：</a:t>
            </a:r>
            <a:r>
              <a:rPr lang="en-US" altLang="en-US" sz="2000" b="1" i="1" dirty="0">
                <a:solidFill>
                  <a:srgbClr val="0070C0"/>
                </a:solidFill>
                <a:latin typeface="微软雅黑" panose="020B0503020204020204" pitchFamily="34" charset="-122"/>
                <a:ea typeface="微软雅黑" panose="020B0503020204020204" pitchFamily="34" charset="-122"/>
              </a:rPr>
              <a:t>n x m</a:t>
            </a:r>
            <a:r>
              <a:rPr lang="en-US" altLang="en-US" sz="2000" b="1" dirty="0">
                <a:solidFill>
                  <a:srgbClr val="0070C0"/>
                </a:solidFill>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矩阵，如果</a:t>
            </a:r>
            <a:r>
              <a:rPr lang="en-US" altLang="en-US" sz="2000" i="1" dirty="0">
                <a:latin typeface="微软雅黑" panose="020B0503020204020204" pitchFamily="34" charset="-122"/>
                <a:ea typeface="微软雅黑" panose="020B0503020204020204" pitchFamily="34" charset="-122"/>
              </a:rPr>
              <a:t>Max </a:t>
            </a:r>
            <a:r>
              <a:rPr lang="en-US" altLang="en-US" sz="2000" dirty="0">
                <a:latin typeface="微软雅黑" panose="020B0503020204020204" pitchFamily="34" charset="-122"/>
                <a:ea typeface="微软雅黑" panose="020B0503020204020204" pitchFamily="34" charset="-122"/>
              </a:rPr>
              <a:t>[</a:t>
            </a:r>
            <a:r>
              <a:rPr lang="en-US" altLang="en-US" sz="2000" i="1" dirty="0" err="1">
                <a:latin typeface="微软雅黑" panose="020B0503020204020204" pitchFamily="34" charset="-122"/>
                <a:ea typeface="微软雅黑" panose="020B0503020204020204" pitchFamily="34" charset="-122"/>
              </a:rPr>
              <a:t>i,j</a:t>
            </a:r>
            <a:r>
              <a:rPr lang="en-US" altLang="en-US" sz="2000" i="1" dirty="0">
                <a:latin typeface="微软雅黑" panose="020B0503020204020204" pitchFamily="34" charset="-122"/>
                <a:ea typeface="微软雅黑" panose="020B0503020204020204" pitchFamily="34" charset="-122"/>
              </a:rPr>
              <a:t> </a:t>
            </a:r>
            <a:r>
              <a:rPr lang="en-US" altLang="en-US" sz="2000" dirty="0">
                <a:latin typeface="微软雅黑" panose="020B0503020204020204" pitchFamily="34" charset="-122"/>
                <a:ea typeface="微软雅黑" panose="020B0503020204020204" pitchFamily="34" charset="-122"/>
              </a:rPr>
              <a:t>] = </a:t>
            </a:r>
            <a:r>
              <a:rPr lang="en-US" altLang="en-US" sz="2000" i="1" dirty="0">
                <a:latin typeface="微软雅黑" panose="020B0503020204020204" pitchFamily="34" charset="-122"/>
                <a:ea typeface="微软雅黑" panose="020B0503020204020204" pitchFamily="34" charset="-122"/>
              </a:rPr>
              <a:t>k</a:t>
            </a:r>
            <a:r>
              <a:rPr lang="en-US"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那么进程</a:t>
            </a:r>
            <a:r>
              <a:rPr lang="en-US" altLang="en-US" sz="2000" i="1" dirty="0">
                <a:latin typeface="微软雅黑" panose="020B0503020204020204" pitchFamily="34" charset="-122"/>
                <a:ea typeface="微软雅黑" panose="020B0503020204020204" pitchFamily="34" charset="-122"/>
              </a:rPr>
              <a:t>P</a:t>
            </a:r>
            <a:r>
              <a:rPr lang="en-US" altLang="en-US" sz="2000" i="1" baseline="-25000" dirty="0">
                <a:latin typeface="微软雅黑" panose="020B0503020204020204" pitchFamily="34" charset="-122"/>
                <a:ea typeface="微软雅黑" panose="020B0503020204020204" pitchFamily="34" charset="-122"/>
              </a:rPr>
              <a:t>i</a:t>
            </a:r>
            <a:r>
              <a:rPr lang="en-US" altLang="en-US" sz="2000" i="1"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最多可以请求资源</a:t>
            </a:r>
            <a:r>
              <a:rPr lang="en-US" altLang="en-US" sz="2000" i="1" dirty="0" err="1">
                <a:latin typeface="微软雅黑" panose="020B0503020204020204" pitchFamily="34" charset="-122"/>
                <a:ea typeface="微软雅黑" panose="020B0503020204020204" pitchFamily="34" charset="-122"/>
              </a:rPr>
              <a:t>R</a:t>
            </a:r>
            <a:r>
              <a:rPr lang="en-US" altLang="en-US" sz="2000" i="1" baseline="-25000" dirty="0" err="1">
                <a:latin typeface="微软雅黑" panose="020B0503020204020204" pitchFamily="34" charset="-122"/>
                <a:ea typeface="微软雅黑" panose="020B0503020204020204" pitchFamily="34" charset="-122"/>
              </a:rPr>
              <a:t>j</a:t>
            </a:r>
            <a:r>
              <a:rPr lang="en-US" altLang="en-US" sz="2000" i="1" baseline="-25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的</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个实例</a:t>
            </a:r>
            <a:endParaRPr lang="en-US" altLang="en-US" sz="2000" i="1" baseline="-250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defRPr/>
            </a:pPr>
            <a:endParaRPr lang="en-US" altLang="en-US" sz="900" i="1" baseline="-250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defRPr/>
            </a:pPr>
            <a:r>
              <a:rPr lang="en-US" altLang="en-US" sz="2000" b="1" dirty="0">
                <a:latin typeface="微软雅黑" panose="020B0503020204020204" pitchFamily="34" charset="-122"/>
                <a:ea typeface="微软雅黑" panose="020B0503020204020204" pitchFamily="34" charset="-122"/>
              </a:rPr>
              <a:t>Allocation</a:t>
            </a:r>
            <a:r>
              <a:rPr lang="zh-CN" altLang="en-US" sz="2000" dirty="0">
                <a:latin typeface="微软雅黑" panose="020B0503020204020204" pitchFamily="34" charset="-122"/>
                <a:ea typeface="微软雅黑" panose="020B0503020204020204" pitchFamily="34" charset="-122"/>
              </a:rPr>
              <a:t>：</a:t>
            </a:r>
            <a:r>
              <a:rPr lang="en-US" altLang="en-US" sz="2000" b="1" i="1" dirty="0">
                <a:solidFill>
                  <a:srgbClr val="0070C0"/>
                </a:solidFill>
                <a:latin typeface="微软雅黑" panose="020B0503020204020204" pitchFamily="34" charset="-122"/>
                <a:ea typeface="微软雅黑" panose="020B0503020204020204" pitchFamily="34" charset="-122"/>
              </a:rPr>
              <a:t>n </a:t>
            </a:r>
            <a:r>
              <a:rPr lang="en-US" altLang="en-US" sz="2000" b="1" dirty="0">
                <a:solidFill>
                  <a:srgbClr val="0070C0"/>
                </a:solidFill>
                <a:latin typeface="微软雅黑" panose="020B0503020204020204" pitchFamily="34" charset="-122"/>
                <a:ea typeface="微软雅黑" panose="020B0503020204020204" pitchFamily="34" charset="-122"/>
              </a:rPr>
              <a:t>x</a:t>
            </a:r>
            <a:r>
              <a:rPr lang="en-US" altLang="en-US" sz="2000" b="1" i="1" dirty="0">
                <a:solidFill>
                  <a:srgbClr val="0070C0"/>
                </a:solidFill>
                <a:latin typeface="微软雅黑" panose="020B0503020204020204" pitchFamily="34" charset="-122"/>
                <a:ea typeface="微软雅黑" panose="020B0503020204020204" pitchFamily="34" charset="-122"/>
              </a:rPr>
              <a:t> m</a:t>
            </a:r>
            <a:r>
              <a:rPr lang="en-US" altLang="en-US" sz="2000" b="1" dirty="0">
                <a:solidFill>
                  <a:srgbClr val="0070C0"/>
                </a:solidFill>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矩阵</a:t>
            </a:r>
            <a:r>
              <a:rPr lang="en-US"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如果</a:t>
            </a:r>
            <a:r>
              <a:rPr lang="en-US" altLang="en-US" sz="2000" dirty="0">
                <a:latin typeface="微软雅黑" panose="020B0503020204020204" pitchFamily="34" charset="-122"/>
                <a:ea typeface="微软雅黑" panose="020B0503020204020204" pitchFamily="34" charset="-122"/>
              </a:rPr>
              <a:t>Allocation[</a:t>
            </a:r>
            <a:r>
              <a:rPr lang="en-US" altLang="en-US" sz="2000" i="1" dirty="0" err="1">
                <a:latin typeface="微软雅黑" panose="020B0503020204020204" pitchFamily="34" charset="-122"/>
                <a:ea typeface="微软雅黑" panose="020B0503020204020204" pitchFamily="34" charset="-122"/>
              </a:rPr>
              <a:t>i,j</a:t>
            </a:r>
            <a:r>
              <a:rPr lang="en-US" altLang="en-US" sz="2000" i="1" dirty="0">
                <a:latin typeface="微软雅黑" panose="020B0503020204020204" pitchFamily="34" charset="-122"/>
                <a:ea typeface="微软雅黑" panose="020B0503020204020204" pitchFamily="34" charset="-122"/>
              </a:rPr>
              <a:t> </a:t>
            </a:r>
            <a:r>
              <a:rPr lang="en-US" altLang="en-US" sz="2000" dirty="0">
                <a:latin typeface="微软雅黑" panose="020B0503020204020204" pitchFamily="34" charset="-122"/>
                <a:ea typeface="微软雅黑" panose="020B0503020204020204" pitchFamily="34" charset="-122"/>
              </a:rPr>
              <a:t>] = </a:t>
            </a:r>
            <a:r>
              <a:rPr lang="en-US" altLang="en-US" sz="2000" i="1" dirty="0">
                <a:latin typeface="微软雅黑" panose="020B0503020204020204" pitchFamily="34" charset="-122"/>
                <a:ea typeface="微软雅黑" panose="020B0503020204020204" pitchFamily="34" charset="-122"/>
              </a:rPr>
              <a:t>k</a:t>
            </a:r>
            <a:r>
              <a:rPr lang="en-US"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，那么</a:t>
            </a:r>
            <a:r>
              <a:rPr lang="en-US" altLang="en-US" sz="2000" i="1" dirty="0">
                <a:latin typeface="微软雅黑" panose="020B0503020204020204" pitchFamily="34" charset="-122"/>
                <a:ea typeface="微软雅黑" panose="020B0503020204020204" pitchFamily="34" charset="-122"/>
              </a:rPr>
              <a:t>P</a:t>
            </a:r>
            <a:r>
              <a:rPr lang="en-US" altLang="en-US" sz="2000" i="1" baseline="-25000" dirty="0">
                <a:latin typeface="微软雅黑" panose="020B0503020204020204" pitchFamily="34" charset="-122"/>
                <a:ea typeface="微软雅黑" panose="020B0503020204020204" pitchFamily="34" charset="-122"/>
              </a:rPr>
              <a:t>i </a:t>
            </a:r>
            <a:r>
              <a:rPr lang="zh-CN" altLang="en-US" sz="2000" dirty="0">
                <a:latin typeface="微软雅黑" panose="020B0503020204020204" pitchFamily="34" charset="-122"/>
                <a:ea typeface="微软雅黑" panose="020B0503020204020204" pitchFamily="34" charset="-122"/>
              </a:rPr>
              <a:t>当前被分配了</a:t>
            </a:r>
            <a:r>
              <a:rPr lang="en-US" altLang="en-US" sz="2000" i="1" dirty="0" err="1">
                <a:latin typeface="微软雅黑" panose="020B0503020204020204" pitchFamily="34" charset="-122"/>
                <a:ea typeface="微软雅黑" panose="020B0503020204020204" pitchFamily="34" charset="-122"/>
              </a:rPr>
              <a:t>R</a:t>
            </a:r>
            <a:r>
              <a:rPr lang="en-US" altLang="en-US" sz="2000" i="1" baseline="-25000" dirty="0" err="1">
                <a:latin typeface="微软雅黑" panose="020B0503020204020204" pitchFamily="34" charset="-122"/>
                <a:ea typeface="微软雅黑" panose="020B0503020204020204" pitchFamily="34" charset="-122"/>
              </a:rPr>
              <a:t>j</a:t>
            </a:r>
            <a:r>
              <a:rPr lang="en-US" altLang="en-US" sz="2000" i="1" baseline="-25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的</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个实例</a:t>
            </a:r>
            <a:endParaRPr lang="en-US" altLang="en-US" sz="2000" i="1" baseline="-250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defRPr/>
            </a:pPr>
            <a:endParaRPr lang="en-US" altLang="en-US" sz="900" i="1" baseline="-250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defRPr/>
            </a:pPr>
            <a:r>
              <a:rPr lang="en-US" altLang="en-US" sz="2000" b="1" dirty="0">
                <a:latin typeface="微软雅黑" panose="020B0503020204020204" pitchFamily="34" charset="-122"/>
                <a:ea typeface="微软雅黑" panose="020B0503020204020204" pitchFamily="34" charset="-122"/>
              </a:rPr>
              <a:t>Need</a:t>
            </a:r>
            <a:r>
              <a:rPr lang="zh-CN" altLang="en-US" sz="2000" dirty="0">
                <a:latin typeface="微软雅黑" panose="020B0503020204020204" pitchFamily="34" charset="-122"/>
                <a:ea typeface="微软雅黑" panose="020B0503020204020204" pitchFamily="34" charset="-122"/>
              </a:rPr>
              <a:t>：</a:t>
            </a:r>
            <a:r>
              <a:rPr lang="en-US" altLang="en-US" sz="2000" b="1" i="1" dirty="0">
                <a:solidFill>
                  <a:srgbClr val="0070C0"/>
                </a:solidFill>
                <a:latin typeface="微软雅黑" panose="020B0503020204020204" pitchFamily="34" charset="-122"/>
                <a:ea typeface="微软雅黑" panose="020B0503020204020204" pitchFamily="34" charset="-122"/>
              </a:rPr>
              <a:t>n </a:t>
            </a:r>
            <a:r>
              <a:rPr lang="en-US" altLang="en-US" sz="2000" b="1" dirty="0">
                <a:solidFill>
                  <a:srgbClr val="0070C0"/>
                </a:solidFill>
                <a:latin typeface="微软雅黑" panose="020B0503020204020204" pitchFamily="34" charset="-122"/>
                <a:ea typeface="微软雅黑" panose="020B0503020204020204" pitchFamily="34" charset="-122"/>
              </a:rPr>
              <a:t>x</a:t>
            </a:r>
            <a:r>
              <a:rPr lang="en-US" altLang="en-US" sz="2000" b="1" i="1" dirty="0">
                <a:solidFill>
                  <a:srgbClr val="0070C0"/>
                </a:solidFill>
                <a:latin typeface="微软雅黑" panose="020B0503020204020204" pitchFamily="34" charset="-122"/>
                <a:ea typeface="微软雅黑" panose="020B0503020204020204" pitchFamily="34" charset="-122"/>
              </a:rPr>
              <a:t> m</a:t>
            </a:r>
            <a:r>
              <a:rPr lang="en-US" altLang="en-US" sz="2000" b="1" dirty="0">
                <a:solidFill>
                  <a:srgbClr val="0070C0"/>
                </a:solidFill>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矩阵</a:t>
            </a:r>
            <a:r>
              <a:rPr lang="en-US"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如果</a:t>
            </a:r>
            <a:r>
              <a:rPr lang="en-US" altLang="en-US" sz="2000" i="1" dirty="0">
                <a:latin typeface="微软雅黑" panose="020B0503020204020204" pitchFamily="34" charset="-122"/>
                <a:ea typeface="微软雅黑" panose="020B0503020204020204" pitchFamily="34" charset="-122"/>
              </a:rPr>
              <a:t>Need</a:t>
            </a:r>
            <a:r>
              <a:rPr lang="en-US" altLang="en-US" sz="2000" dirty="0">
                <a:latin typeface="微软雅黑" panose="020B0503020204020204" pitchFamily="34" charset="-122"/>
                <a:ea typeface="微软雅黑" panose="020B0503020204020204" pitchFamily="34" charset="-122"/>
              </a:rPr>
              <a:t>[</a:t>
            </a:r>
            <a:r>
              <a:rPr lang="en-US" altLang="en-US" sz="2000" i="1" dirty="0" err="1">
                <a:latin typeface="微软雅黑" panose="020B0503020204020204" pitchFamily="34" charset="-122"/>
                <a:ea typeface="微软雅黑" panose="020B0503020204020204" pitchFamily="34" charset="-122"/>
              </a:rPr>
              <a:t>i,j</a:t>
            </a:r>
            <a:r>
              <a:rPr lang="en-US" altLang="en-US" sz="2000" i="1" dirty="0">
                <a:latin typeface="微软雅黑" panose="020B0503020204020204" pitchFamily="34" charset="-122"/>
                <a:ea typeface="微软雅黑" panose="020B0503020204020204" pitchFamily="34" charset="-122"/>
              </a:rPr>
              <a:t> </a:t>
            </a: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 k</a:t>
            </a:r>
            <a:r>
              <a:rPr lang="en-US"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那么</a:t>
            </a:r>
            <a:r>
              <a:rPr lang="en-US" altLang="en-US" sz="2000" i="1" dirty="0">
                <a:latin typeface="微软雅黑" panose="020B0503020204020204" pitchFamily="34" charset="-122"/>
                <a:ea typeface="微软雅黑" panose="020B0503020204020204" pitchFamily="34" charset="-122"/>
              </a:rPr>
              <a:t>P</a:t>
            </a:r>
            <a:r>
              <a:rPr lang="en-US" altLang="en-US" sz="2000" i="1" baseline="-25000" dirty="0">
                <a:latin typeface="微软雅黑" panose="020B0503020204020204" pitchFamily="34" charset="-122"/>
                <a:ea typeface="微软雅黑" panose="020B0503020204020204" pitchFamily="34" charset="-122"/>
              </a:rPr>
              <a:t>i </a:t>
            </a:r>
            <a:r>
              <a:rPr lang="zh-CN" altLang="en-US" sz="2000" dirty="0">
                <a:latin typeface="微软雅黑" panose="020B0503020204020204" pitchFamily="34" charset="-122"/>
                <a:ea typeface="微软雅黑" panose="020B0503020204020204" pitchFamily="34" charset="-122"/>
              </a:rPr>
              <a:t>可能还需要</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个</a:t>
            </a:r>
            <a:r>
              <a:rPr lang="en-US" altLang="en-US" sz="2000" i="1" dirty="0" err="1">
                <a:latin typeface="微软雅黑" panose="020B0503020204020204" pitchFamily="34" charset="-122"/>
                <a:ea typeface="微软雅黑" panose="020B0503020204020204" pitchFamily="34" charset="-122"/>
              </a:rPr>
              <a:t>R</a:t>
            </a:r>
            <a:r>
              <a:rPr lang="en-US" altLang="en-US" sz="2000" i="1" baseline="-25000" dirty="0" err="1">
                <a:latin typeface="微软雅黑" panose="020B0503020204020204" pitchFamily="34" charset="-122"/>
                <a:ea typeface="微软雅黑" panose="020B0503020204020204" pitchFamily="34" charset="-122"/>
              </a:rPr>
              <a:t>j</a:t>
            </a:r>
            <a:r>
              <a:rPr lang="en-US" altLang="en-US" sz="2000" baseline="-25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的实例来完成它的任务</a:t>
            </a:r>
            <a:endParaRPr lang="en-US" altLang="zh-CN" sz="2000" dirty="0">
              <a:latin typeface="微软雅黑" panose="020B0503020204020204" pitchFamily="34" charset="-122"/>
              <a:ea typeface="微软雅黑" panose="020B0503020204020204" pitchFamily="34" charset="-122"/>
            </a:endParaRPr>
          </a:p>
          <a:p>
            <a:pPr marL="0" indent="0" algn="ctr">
              <a:lnSpc>
                <a:spcPct val="150000"/>
              </a:lnSpc>
              <a:buFont typeface="Monotype Sorts" pitchFamily="-84" charset="2"/>
              <a:buNone/>
              <a:defRPr/>
            </a:pPr>
            <a:r>
              <a:rPr lang="en-US" altLang="en-US" sz="2000" b="1" i="1" dirty="0">
                <a:latin typeface="微软雅黑" panose="020B0503020204020204" pitchFamily="34" charset="-122"/>
                <a:ea typeface="微软雅黑" panose="020B0503020204020204" pitchFamily="34" charset="-122"/>
              </a:rPr>
              <a:t>Need</a:t>
            </a:r>
            <a:r>
              <a:rPr lang="en-US" altLang="en-US" sz="2000" b="1" dirty="0">
                <a:latin typeface="微软雅黑" panose="020B0503020204020204" pitchFamily="34" charset="-122"/>
                <a:ea typeface="微软雅黑" panose="020B0503020204020204" pitchFamily="34" charset="-122"/>
              </a:rPr>
              <a:t> [</a:t>
            </a:r>
            <a:r>
              <a:rPr lang="en-US" altLang="en-US" sz="2000" b="1" i="1" dirty="0" err="1">
                <a:latin typeface="微软雅黑" panose="020B0503020204020204" pitchFamily="34" charset="-122"/>
                <a:ea typeface="微软雅黑" panose="020B0503020204020204" pitchFamily="34" charset="-122"/>
              </a:rPr>
              <a:t>i,j</a:t>
            </a:r>
            <a:r>
              <a:rPr lang="en-US" altLang="en-US" sz="2000" b="1" i="1" dirty="0">
                <a:latin typeface="微软雅黑" panose="020B0503020204020204" pitchFamily="34" charset="-122"/>
                <a:ea typeface="微软雅黑" panose="020B0503020204020204" pitchFamily="34" charset="-122"/>
              </a:rPr>
              <a:t> </a:t>
            </a:r>
            <a:r>
              <a:rPr lang="en-US" altLang="en-US" sz="2000" b="1" dirty="0">
                <a:latin typeface="微软雅黑" panose="020B0503020204020204" pitchFamily="34" charset="-122"/>
                <a:ea typeface="微软雅黑" panose="020B0503020204020204" pitchFamily="34" charset="-122"/>
              </a:rPr>
              <a:t>]= </a:t>
            </a:r>
            <a:r>
              <a:rPr lang="en-US" altLang="en-US" sz="2000" b="1" i="1" dirty="0">
                <a:latin typeface="微软雅黑" panose="020B0503020204020204" pitchFamily="34" charset="-122"/>
                <a:ea typeface="微软雅黑" panose="020B0503020204020204" pitchFamily="34" charset="-122"/>
              </a:rPr>
              <a:t>Max</a:t>
            </a:r>
            <a:r>
              <a:rPr lang="en-US" altLang="en-US" sz="2000" b="1" dirty="0">
                <a:latin typeface="微软雅黑" panose="020B0503020204020204" pitchFamily="34" charset="-122"/>
                <a:ea typeface="微软雅黑" panose="020B0503020204020204" pitchFamily="34" charset="-122"/>
              </a:rPr>
              <a:t>[</a:t>
            </a:r>
            <a:r>
              <a:rPr lang="en-US" altLang="en-US" sz="2000" b="1" i="1" dirty="0" err="1">
                <a:latin typeface="微软雅黑" panose="020B0503020204020204" pitchFamily="34" charset="-122"/>
                <a:ea typeface="微软雅黑" panose="020B0503020204020204" pitchFamily="34" charset="-122"/>
              </a:rPr>
              <a:t>i,j</a:t>
            </a:r>
            <a:r>
              <a:rPr lang="en-US" altLang="en-US" sz="2000" b="1" i="1" dirty="0">
                <a:latin typeface="微软雅黑" panose="020B0503020204020204" pitchFamily="34" charset="-122"/>
                <a:ea typeface="微软雅黑" panose="020B0503020204020204" pitchFamily="34" charset="-122"/>
              </a:rPr>
              <a:t> </a:t>
            </a:r>
            <a:r>
              <a:rPr lang="en-US" altLang="en-US" sz="2000" b="1" dirty="0">
                <a:latin typeface="微软雅黑" panose="020B0503020204020204" pitchFamily="34" charset="-122"/>
                <a:ea typeface="微软雅黑" panose="020B0503020204020204" pitchFamily="34" charset="-122"/>
              </a:rPr>
              <a:t>] – </a:t>
            </a:r>
            <a:r>
              <a:rPr lang="en-US" altLang="en-US" sz="2000" b="1" i="1" dirty="0">
                <a:latin typeface="微软雅黑" panose="020B0503020204020204" pitchFamily="34" charset="-122"/>
                <a:ea typeface="微软雅黑" panose="020B0503020204020204" pitchFamily="34" charset="-122"/>
              </a:rPr>
              <a:t>Allocation</a:t>
            </a:r>
            <a:r>
              <a:rPr lang="en-US" altLang="en-US" sz="2000" b="1" dirty="0">
                <a:latin typeface="微软雅黑" panose="020B0503020204020204" pitchFamily="34" charset="-122"/>
                <a:ea typeface="微软雅黑" panose="020B0503020204020204" pitchFamily="34" charset="-122"/>
              </a:rPr>
              <a:t> [</a:t>
            </a:r>
            <a:r>
              <a:rPr lang="en-US" altLang="en-US" sz="2000" b="1" i="1" dirty="0" err="1">
                <a:latin typeface="微软雅黑" panose="020B0503020204020204" pitchFamily="34" charset="-122"/>
                <a:ea typeface="微软雅黑" panose="020B0503020204020204" pitchFamily="34" charset="-122"/>
              </a:rPr>
              <a:t>i,j</a:t>
            </a:r>
            <a:r>
              <a:rPr lang="en-US" altLang="en-US" sz="2000" b="1" i="1" dirty="0">
                <a:latin typeface="微软雅黑" panose="020B0503020204020204" pitchFamily="34" charset="-122"/>
                <a:ea typeface="微软雅黑" panose="020B0503020204020204" pitchFamily="34" charset="-122"/>
              </a:rPr>
              <a:t> </a:t>
            </a:r>
            <a:r>
              <a:rPr lang="en-US" altLang="en-US" sz="2000" b="1" dirty="0">
                <a:latin typeface="微软雅黑" panose="020B0503020204020204" pitchFamily="34" charset="-122"/>
                <a:ea typeface="微软雅黑" panose="020B0503020204020204" pitchFamily="34" charset="-122"/>
              </a:rPr>
              <a:t>]</a:t>
            </a:r>
          </a:p>
        </p:txBody>
      </p:sp>
      <p:sp>
        <p:nvSpPr>
          <p:cNvPr id="60420" name="Text Box 4">
            <a:extLst>
              <a:ext uri="{FF2B5EF4-FFF2-40B4-BE49-F238E27FC236}">
                <a16:creationId xmlns:a16="http://schemas.microsoft.com/office/drawing/2014/main" id="{E6C120C0-2068-476C-8F1C-C0B70626A28C}"/>
              </a:ext>
            </a:extLst>
          </p:cNvPr>
          <p:cNvSpPr txBox="1">
            <a:spLocks noChangeArrowheads="1"/>
          </p:cNvSpPr>
          <p:nvPr/>
        </p:nvSpPr>
        <p:spPr bwMode="auto">
          <a:xfrm>
            <a:off x="655638" y="1011238"/>
            <a:ext cx="46863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zh-CN" altLang="en-US" sz="2000">
                <a:latin typeface="微软雅黑" panose="020B0503020204020204" pitchFamily="34" charset="-122"/>
                <a:ea typeface="微软雅黑" panose="020B0503020204020204" pitchFamily="34" charset="-122"/>
              </a:rPr>
              <a:t>设</a:t>
            </a:r>
            <a:r>
              <a:rPr kumimoji="0" lang="en-US" altLang="zh-CN" sz="2000">
                <a:latin typeface="微软雅黑" panose="020B0503020204020204" pitchFamily="34" charset="-122"/>
                <a:ea typeface="微软雅黑" panose="020B0503020204020204" pitchFamily="34" charset="-122"/>
              </a:rPr>
              <a:t>n</a:t>
            </a:r>
            <a:r>
              <a:rPr kumimoji="0" lang="zh-CN" altLang="en-US" sz="2000">
                <a:latin typeface="微软雅黑" panose="020B0503020204020204" pitchFamily="34" charset="-122"/>
                <a:ea typeface="微软雅黑" panose="020B0503020204020204" pitchFamily="34" charset="-122"/>
              </a:rPr>
              <a:t>为进程的数目，</a:t>
            </a:r>
            <a:r>
              <a:rPr kumimoji="0" lang="en-US" altLang="zh-CN" sz="2000">
                <a:latin typeface="微软雅黑" panose="020B0503020204020204" pitchFamily="34" charset="-122"/>
                <a:ea typeface="微软雅黑" panose="020B0503020204020204" pitchFamily="34" charset="-122"/>
              </a:rPr>
              <a:t>m</a:t>
            </a:r>
            <a:r>
              <a:rPr kumimoji="0" lang="zh-CN" altLang="en-US" sz="2000">
                <a:latin typeface="微软雅黑" panose="020B0503020204020204" pitchFamily="34" charset="-122"/>
                <a:ea typeface="微软雅黑" panose="020B0503020204020204" pitchFamily="34" charset="-122"/>
              </a:rPr>
              <a:t>为资源类型的数目</a:t>
            </a:r>
            <a:endParaRPr kumimoji="0" lang="en-US" altLang="en-US" sz="2000">
              <a:latin typeface="微软雅黑" panose="020B0503020204020204" pitchFamily="34" charset="-122"/>
              <a:ea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929E8B01-69FA-4491-8AAD-2F490A4FBFB9}"/>
              </a:ext>
            </a:extLst>
          </p:cNvPr>
          <p:cNvSpPr>
            <a:spLocks noGrp="1" noChangeArrowheads="1"/>
          </p:cNvSpPr>
          <p:nvPr>
            <p:ph type="title"/>
          </p:nvPr>
        </p:nvSpPr>
        <p:spPr>
          <a:xfrm>
            <a:off x="1981200" y="166688"/>
            <a:ext cx="8229600" cy="576262"/>
          </a:xfrm>
        </p:spPr>
        <p:txBody>
          <a:bodyPr/>
          <a:lstStyle/>
          <a:p>
            <a:pPr eaLnBrk="1" hangingPunct="1"/>
            <a:r>
              <a:rPr lang="zh-CN" altLang="en-US">
                <a:latin typeface="微软雅黑" panose="020B0503020204020204" pitchFamily="34" charset="-122"/>
                <a:ea typeface="微软雅黑" panose="020B0503020204020204" pitchFamily="34" charset="-122"/>
              </a:rPr>
              <a:t>安全算法</a:t>
            </a:r>
            <a:endParaRPr lang="en-US" altLang="en-US">
              <a:latin typeface="微软雅黑" panose="020B0503020204020204" pitchFamily="34" charset="-122"/>
              <a:ea typeface="微软雅黑" panose="020B0503020204020204" pitchFamily="34" charset="-122"/>
            </a:endParaRPr>
          </a:p>
        </p:txBody>
      </p:sp>
      <p:sp>
        <p:nvSpPr>
          <p:cNvPr id="62467" name="Rectangle 3">
            <a:extLst>
              <a:ext uri="{FF2B5EF4-FFF2-40B4-BE49-F238E27FC236}">
                <a16:creationId xmlns:a16="http://schemas.microsoft.com/office/drawing/2014/main" id="{3C2B2279-747B-4CD4-AFBE-739B80776B44}"/>
              </a:ext>
            </a:extLst>
          </p:cNvPr>
          <p:cNvSpPr>
            <a:spLocks noGrp="1" noChangeArrowheads="1"/>
          </p:cNvSpPr>
          <p:nvPr>
            <p:ph type="body" idx="1"/>
          </p:nvPr>
        </p:nvSpPr>
        <p:spPr>
          <a:xfrm>
            <a:off x="677863" y="1004888"/>
            <a:ext cx="10450724" cy="5526087"/>
          </a:xfrm>
        </p:spPr>
        <p:txBody>
          <a:bodyPr/>
          <a:lstStyle/>
          <a:p>
            <a:pPr>
              <a:lnSpc>
                <a:spcPct val="150000"/>
              </a:lnSpc>
              <a:spcBef>
                <a:spcPts val="600"/>
              </a:spcBef>
              <a:buFont typeface="Monotype Sorts" pitchFamily="-84" charset="2"/>
              <a:buNone/>
            </a:pPr>
            <a:r>
              <a:rPr lang="en-US" altLang="en-US" sz="2000" dirty="0">
                <a:latin typeface="微软雅黑" panose="020B0503020204020204" pitchFamily="34" charset="-122"/>
                <a:ea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rPr>
              <a:t>令</a:t>
            </a:r>
            <a:r>
              <a:rPr lang="en-US" altLang="en-US" sz="2000" dirty="0">
                <a:latin typeface="微软雅黑" panose="020B0503020204020204" pitchFamily="34" charset="-122"/>
                <a:ea typeface="微软雅黑" panose="020B0503020204020204" pitchFamily="34" charset="-122"/>
              </a:rPr>
              <a:t> </a:t>
            </a:r>
            <a:r>
              <a:rPr lang="en-US" altLang="en-US" sz="2000" b="1" i="1" dirty="0">
                <a:solidFill>
                  <a:srgbClr val="000000"/>
                </a:solidFill>
                <a:latin typeface="微软雅黑" panose="020B0503020204020204" pitchFamily="34" charset="-122"/>
                <a:ea typeface="微软雅黑" panose="020B0503020204020204" pitchFamily="34" charset="-122"/>
              </a:rPr>
              <a:t>Work</a:t>
            </a:r>
            <a:r>
              <a:rPr lang="zh-CN" altLang="en-US" sz="2000" i="1" dirty="0">
                <a:solidFill>
                  <a:srgbClr val="000000"/>
                </a:solidFill>
                <a:latin typeface="微软雅黑" panose="020B0503020204020204" pitchFamily="34" charset="-122"/>
                <a:ea typeface="微软雅黑" panose="020B0503020204020204" pitchFamily="34" charset="-122"/>
              </a:rPr>
              <a:t>和</a:t>
            </a:r>
            <a:r>
              <a:rPr lang="en-US" altLang="en-US" sz="2000" b="1" i="1" dirty="0">
                <a:solidFill>
                  <a:srgbClr val="000000"/>
                </a:solidFill>
                <a:latin typeface="微软雅黑" panose="020B0503020204020204" pitchFamily="34" charset="-122"/>
                <a:ea typeface="微软雅黑" panose="020B0503020204020204" pitchFamily="34" charset="-122"/>
              </a:rPr>
              <a:t>Finish</a:t>
            </a:r>
            <a:r>
              <a:rPr lang="en-US" altLang="en-US" sz="2000" dirty="0">
                <a:solidFill>
                  <a:srgbClr val="000000"/>
                </a:solidFill>
                <a:latin typeface="微软雅黑" panose="020B0503020204020204" pitchFamily="34" charset="-122"/>
                <a:ea typeface="微软雅黑" panose="020B0503020204020204" pitchFamily="34" charset="-122"/>
              </a:rPr>
              <a:t> </a:t>
            </a:r>
            <a:r>
              <a:rPr lang="zh-CN" altLang="en-US" sz="2000" dirty="0">
                <a:solidFill>
                  <a:srgbClr val="000000"/>
                </a:solidFill>
                <a:latin typeface="微软雅黑" panose="020B0503020204020204" pitchFamily="34" charset="-122"/>
                <a:ea typeface="微软雅黑" panose="020B0503020204020204" pitchFamily="34" charset="-122"/>
              </a:rPr>
              <a:t>分别是</a:t>
            </a:r>
            <a:r>
              <a:rPr lang="zh-CN" altLang="en-US" sz="2000" dirty="0">
                <a:latin typeface="微软雅黑" panose="020B0503020204020204" pitchFamily="34" charset="-122"/>
                <a:ea typeface="微软雅黑" panose="020B0503020204020204" pitchFamily="34" charset="-122"/>
              </a:rPr>
              <a:t>长度为</a:t>
            </a:r>
            <a:r>
              <a:rPr lang="en-US" altLang="en-US" sz="2000" i="1" dirty="0">
                <a:latin typeface="微软雅黑" panose="020B0503020204020204" pitchFamily="34" charset="-122"/>
                <a:ea typeface="微软雅黑" panose="020B0503020204020204" pitchFamily="34" charset="-122"/>
              </a:rPr>
              <a:t>m</a:t>
            </a:r>
            <a:r>
              <a:rPr lang="zh-CN" altLang="en-US" sz="2000" dirty="0">
                <a:latin typeface="微软雅黑" panose="020B0503020204020204" pitchFamily="34" charset="-122"/>
                <a:ea typeface="微软雅黑" panose="020B0503020204020204" pitchFamily="34" charset="-122"/>
              </a:rPr>
              <a:t>和</a:t>
            </a:r>
            <a:r>
              <a:rPr lang="en-US" altLang="en-US" sz="2000" i="1" dirty="0">
                <a:latin typeface="微软雅黑" panose="020B0503020204020204" pitchFamily="34" charset="-122"/>
                <a:ea typeface="微软雅黑" panose="020B0503020204020204" pitchFamily="34" charset="-122"/>
              </a:rPr>
              <a:t>n</a:t>
            </a:r>
            <a:r>
              <a:rPr lang="zh-CN" altLang="en-US" sz="2000" i="1" dirty="0">
                <a:latin typeface="微软雅黑" panose="020B0503020204020204" pitchFamily="34" charset="-122"/>
                <a:ea typeface="微软雅黑" panose="020B0503020204020204" pitchFamily="34" charset="-122"/>
              </a:rPr>
              <a:t>的向量</a:t>
            </a:r>
            <a:r>
              <a:rPr lang="zh-CN" altLang="en-US" sz="2000" dirty="0">
                <a:latin typeface="微软雅黑" panose="020B0503020204020204" pitchFamily="34" charset="-122"/>
                <a:ea typeface="微软雅黑" panose="020B0503020204020204" pitchFamily="34" charset="-122"/>
              </a:rPr>
              <a:t>。初始化：</a:t>
            </a:r>
            <a:endParaRPr lang="en-US" altLang="en-US" sz="2000" dirty="0">
              <a:latin typeface="微软雅黑" panose="020B0503020204020204" pitchFamily="34" charset="-122"/>
              <a:ea typeface="微软雅黑" panose="020B0503020204020204" pitchFamily="34" charset="-122"/>
            </a:endParaRPr>
          </a:p>
          <a:p>
            <a:pPr marL="1543050" lvl="3" indent="-342900">
              <a:lnSpc>
                <a:spcPct val="150000"/>
              </a:lnSpc>
              <a:spcBef>
                <a:spcPts val="600"/>
              </a:spcBef>
              <a:buFontTx/>
              <a:buNone/>
            </a:pPr>
            <a:r>
              <a:rPr lang="en-US" altLang="en-US" sz="2000" b="1" i="1" dirty="0">
                <a:latin typeface="微软雅黑" panose="020B0503020204020204" pitchFamily="34" charset="-122"/>
                <a:ea typeface="微软雅黑" panose="020B0503020204020204" pitchFamily="34" charset="-122"/>
              </a:rPr>
              <a:t>Work </a:t>
            </a:r>
            <a:r>
              <a:rPr lang="en-US" altLang="en-US" sz="2000" b="1" dirty="0">
                <a:latin typeface="微软雅黑" panose="020B0503020204020204" pitchFamily="34" charset="-122"/>
                <a:ea typeface="微软雅黑" panose="020B0503020204020204" pitchFamily="34" charset="-122"/>
              </a:rPr>
              <a:t>= </a:t>
            </a:r>
            <a:r>
              <a:rPr lang="en-US" altLang="en-US" sz="2000" b="1" i="1" dirty="0">
                <a:latin typeface="微软雅黑" panose="020B0503020204020204" pitchFamily="34" charset="-122"/>
                <a:ea typeface="微软雅黑" panose="020B0503020204020204" pitchFamily="34" charset="-122"/>
              </a:rPr>
              <a:t>Available</a:t>
            </a:r>
          </a:p>
          <a:p>
            <a:pPr marL="1543050" lvl="3" indent="-342900">
              <a:lnSpc>
                <a:spcPct val="150000"/>
              </a:lnSpc>
              <a:spcBef>
                <a:spcPts val="600"/>
              </a:spcBef>
              <a:buFontTx/>
              <a:buNone/>
            </a:pPr>
            <a:r>
              <a:rPr lang="en-US" altLang="en-US" sz="2000" b="1" i="1" dirty="0">
                <a:latin typeface="微软雅黑" panose="020B0503020204020204" pitchFamily="34" charset="-122"/>
                <a:ea typeface="微软雅黑" panose="020B0503020204020204" pitchFamily="34" charset="-122"/>
              </a:rPr>
              <a:t>Finish </a:t>
            </a:r>
            <a:r>
              <a:rPr lang="en-US" altLang="en-US" sz="2000" b="1" dirty="0">
                <a:latin typeface="微软雅黑" panose="020B0503020204020204" pitchFamily="34" charset="-122"/>
                <a:ea typeface="微软雅黑" panose="020B0503020204020204" pitchFamily="34" charset="-122"/>
              </a:rPr>
              <a:t>[</a:t>
            </a:r>
            <a:r>
              <a:rPr lang="en-US" altLang="zh-CN" sz="2000" b="1" i="1" dirty="0" err="1">
                <a:latin typeface="微软雅黑" panose="020B0503020204020204" pitchFamily="34" charset="-122"/>
                <a:ea typeface="微软雅黑" panose="020B0503020204020204" pitchFamily="34" charset="-122"/>
              </a:rPr>
              <a:t>i</a:t>
            </a:r>
            <a:r>
              <a:rPr lang="en-US" altLang="zh-CN" sz="2000" b="1" i="1" dirty="0">
                <a:latin typeface="微软雅黑" panose="020B0503020204020204" pitchFamily="34" charset="-122"/>
                <a:ea typeface="微软雅黑" panose="020B0503020204020204" pitchFamily="34" charset="-122"/>
              </a:rPr>
              <a:t> </a:t>
            </a:r>
            <a:r>
              <a:rPr lang="en-US" altLang="en-US" sz="2000" b="1" dirty="0">
                <a:latin typeface="微软雅黑" panose="020B0503020204020204" pitchFamily="34" charset="-122"/>
                <a:ea typeface="微软雅黑" panose="020B0503020204020204" pitchFamily="34" charset="-122"/>
              </a:rPr>
              <a:t>] =</a:t>
            </a:r>
            <a:r>
              <a:rPr lang="en-US" altLang="en-US" sz="2000" b="1" i="1" dirty="0">
                <a:latin typeface="微软雅黑" panose="020B0503020204020204" pitchFamily="34" charset="-122"/>
                <a:ea typeface="微软雅黑" panose="020B0503020204020204" pitchFamily="34" charset="-122"/>
              </a:rPr>
              <a:t> false </a:t>
            </a:r>
            <a:r>
              <a:rPr lang="en-US" altLang="en-US" sz="2000" b="1" dirty="0">
                <a:latin typeface="微软雅黑" panose="020B0503020204020204" pitchFamily="34" charset="-122"/>
                <a:ea typeface="微软雅黑" panose="020B0503020204020204" pitchFamily="34" charset="-122"/>
              </a:rPr>
              <a:t>for</a:t>
            </a:r>
            <a:r>
              <a:rPr lang="en-US" altLang="en-US" sz="2000" b="1" i="1" dirty="0">
                <a:latin typeface="微软雅黑" panose="020B0503020204020204" pitchFamily="34" charset="-122"/>
                <a:ea typeface="微软雅黑" panose="020B0503020204020204" pitchFamily="34" charset="-122"/>
              </a:rPr>
              <a:t> </a:t>
            </a:r>
            <a:r>
              <a:rPr lang="en-US" altLang="en-US" sz="2000" b="1" i="1" dirty="0" err="1">
                <a:latin typeface="微软雅黑" panose="020B0503020204020204" pitchFamily="34" charset="-122"/>
                <a:ea typeface="微软雅黑" panose="020B0503020204020204" pitchFamily="34" charset="-122"/>
              </a:rPr>
              <a:t>i</a:t>
            </a:r>
            <a:r>
              <a:rPr lang="en-US" altLang="en-US" sz="2000" b="1" dirty="0">
                <a:latin typeface="微软雅黑" panose="020B0503020204020204" pitchFamily="34" charset="-122"/>
                <a:ea typeface="微软雅黑" panose="020B0503020204020204" pitchFamily="34" charset="-122"/>
              </a:rPr>
              <a:t> = 0, 1, …, </a:t>
            </a:r>
            <a:r>
              <a:rPr lang="en-US" altLang="en-US" sz="2000" b="1" i="1" dirty="0">
                <a:latin typeface="微软雅黑" panose="020B0503020204020204" pitchFamily="34" charset="-122"/>
                <a:ea typeface="微软雅黑" panose="020B0503020204020204" pitchFamily="34" charset="-122"/>
              </a:rPr>
              <a:t>n-</a:t>
            </a:r>
            <a:r>
              <a:rPr lang="en-US" altLang="en-US" sz="2000" b="1" dirty="0">
                <a:latin typeface="微软雅黑" panose="020B0503020204020204" pitchFamily="34" charset="-122"/>
                <a:ea typeface="微软雅黑" panose="020B0503020204020204" pitchFamily="34" charset="-122"/>
              </a:rPr>
              <a:t>1</a:t>
            </a:r>
          </a:p>
          <a:p>
            <a:pPr>
              <a:lnSpc>
                <a:spcPct val="150000"/>
              </a:lnSpc>
              <a:spcBef>
                <a:spcPts val="600"/>
              </a:spcBef>
              <a:buFont typeface="Monotype Sorts" pitchFamily="-84" charset="2"/>
              <a:buNone/>
            </a:pPr>
            <a:r>
              <a:rPr lang="en-US" altLang="en-US" sz="2000" dirty="0">
                <a:latin typeface="微软雅黑" panose="020B0503020204020204" pitchFamily="34" charset="-122"/>
                <a:ea typeface="微软雅黑" panose="020B0503020204020204" pitchFamily="34" charset="-122"/>
              </a:rPr>
              <a:t>2. 	</a:t>
            </a:r>
            <a:r>
              <a:rPr lang="zh-CN" altLang="en-US" sz="2000" dirty="0">
                <a:latin typeface="微软雅黑" panose="020B0503020204020204" pitchFamily="34" charset="-122"/>
                <a:ea typeface="微软雅黑" panose="020B0503020204020204" pitchFamily="34" charset="-122"/>
              </a:rPr>
              <a:t>轮询</a:t>
            </a:r>
            <a:r>
              <a:rPr lang="en-US" altLang="zh-CN" sz="2000" dirty="0">
                <a:latin typeface="微软雅黑" panose="020B0503020204020204" pitchFamily="34" charset="-122"/>
                <a:ea typeface="微软雅黑" panose="020B0503020204020204" pitchFamily="34" charset="-122"/>
              </a:rPr>
              <a:t>Finish</a:t>
            </a:r>
            <a:r>
              <a:rPr lang="zh-CN" altLang="en-US" sz="2000" dirty="0"/>
              <a:t>向量</a:t>
            </a:r>
            <a:r>
              <a:rPr lang="zh-CN" altLang="en-US" sz="2000" dirty="0">
                <a:latin typeface="微软雅黑" panose="020B0503020204020204" pitchFamily="34" charset="-122"/>
                <a:ea typeface="微软雅黑" panose="020B0503020204020204" pitchFamily="34" charset="-122"/>
              </a:rPr>
              <a:t>，找到一个</a:t>
            </a:r>
            <a:r>
              <a:rPr lang="en-US" altLang="en-US" sz="2000" b="1" i="1" dirty="0" err="1">
                <a:latin typeface="微软雅黑" panose="020B0503020204020204" pitchFamily="34" charset="-122"/>
                <a:ea typeface="微软雅黑" panose="020B0503020204020204" pitchFamily="34" charset="-122"/>
              </a:rPr>
              <a:t>i</a:t>
            </a:r>
            <a:r>
              <a:rPr lang="en-US" altLang="en-US" sz="2000" i="1"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使得两者</a:t>
            </a:r>
            <a:r>
              <a:rPr lang="en-US" altLang="en-US" sz="2000" dirty="0">
                <a:latin typeface="微软雅黑" panose="020B0503020204020204" pitchFamily="34" charset="-122"/>
                <a:ea typeface="微软雅黑" panose="020B0503020204020204" pitchFamily="34" charset="-122"/>
              </a:rPr>
              <a:t>: </a:t>
            </a:r>
          </a:p>
          <a:p>
            <a:pPr marL="800100" lvl="1" indent="-342900">
              <a:lnSpc>
                <a:spcPct val="150000"/>
              </a:lnSpc>
              <a:spcBef>
                <a:spcPts val="600"/>
              </a:spcBef>
              <a:buFont typeface="Monotype Sorts" pitchFamily="-84" charset="2"/>
              <a:buNone/>
            </a:pPr>
            <a:r>
              <a:rPr lang="en-US" altLang="en-US" sz="2000" dirty="0">
                <a:latin typeface="微软雅黑" panose="020B0503020204020204" pitchFamily="34" charset="-122"/>
                <a:ea typeface="微软雅黑" panose="020B0503020204020204" pitchFamily="34" charset="-122"/>
              </a:rPr>
              <a:t>(a) </a:t>
            </a:r>
            <a:r>
              <a:rPr lang="en-US" altLang="en-US" sz="2000" b="1" i="1" dirty="0">
                <a:latin typeface="微软雅黑" panose="020B0503020204020204" pitchFamily="34" charset="-122"/>
                <a:ea typeface="微软雅黑" panose="020B0503020204020204" pitchFamily="34" charset="-122"/>
              </a:rPr>
              <a:t>Finish</a:t>
            </a:r>
            <a:r>
              <a:rPr lang="en-US" altLang="en-US" sz="2000" b="1" dirty="0">
                <a:latin typeface="微软雅黑" panose="020B0503020204020204" pitchFamily="34" charset="-122"/>
                <a:ea typeface="微软雅黑" panose="020B0503020204020204" pitchFamily="34" charset="-122"/>
              </a:rPr>
              <a:t> [</a:t>
            </a:r>
            <a:r>
              <a:rPr lang="en-US" altLang="zh-CN" sz="2000" b="1" i="1" dirty="0" err="1">
                <a:latin typeface="微软雅黑" panose="020B0503020204020204" pitchFamily="34" charset="-122"/>
                <a:ea typeface="微软雅黑" panose="020B0503020204020204" pitchFamily="34" charset="-122"/>
              </a:rPr>
              <a:t>i</a:t>
            </a:r>
            <a:r>
              <a:rPr lang="en-US" altLang="zh-CN" sz="2000" b="1" i="1" dirty="0">
                <a:latin typeface="微软雅黑" panose="020B0503020204020204" pitchFamily="34" charset="-122"/>
                <a:ea typeface="微软雅黑" panose="020B0503020204020204" pitchFamily="34" charset="-122"/>
              </a:rPr>
              <a:t> </a:t>
            </a:r>
            <a:r>
              <a:rPr lang="en-US" altLang="en-US" sz="2000" b="1" dirty="0">
                <a:latin typeface="微软雅黑" panose="020B0503020204020204" pitchFamily="34" charset="-122"/>
                <a:ea typeface="微软雅黑" panose="020B0503020204020204" pitchFamily="34" charset="-122"/>
              </a:rPr>
              <a:t>] = </a:t>
            </a:r>
            <a:r>
              <a:rPr lang="en-US" altLang="en-US" sz="2000" b="1" i="1" dirty="0">
                <a:latin typeface="微软雅黑" panose="020B0503020204020204" pitchFamily="34" charset="-122"/>
                <a:ea typeface="微软雅黑" panose="020B0503020204020204" pitchFamily="34" charset="-122"/>
              </a:rPr>
              <a:t>false       </a:t>
            </a:r>
            <a:r>
              <a:rPr lang="en-US" altLang="en-US" sz="2000" dirty="0">
                <a:latin typeface="微软雅黑" panose="020B0503020204020204" pitchFamily="34" charset="-122"/>
                <a:ea typeface="微软雅黑" panose="020B0503020204020204" pitchFamily="34" charset="-122"/>
              </a:rPr>
              <a:t>(b) </a:t>
            </a:r>
            <a:r>
              <a:rPr lang="en-US" altLang="en-US" sz="2000" b="1" i="1" dirty="0" err="1">
                <a:latin typeface="微软雅黑" panose="020B0503020204020204" pitchFamily="34" charset="-122"/>
                <a:ea typeface="微软雅黑" panose="020B0503020204020204" pitchFamily="34" charset="-122"/>
              </a:rPr>
              <a:t>Need</a:t>
            </a:r>
            <a:r>
              <a:rPr lang="en-US" altLang="en-US" sz="2000" b="1" i="1" baseline="-25000" dirty="0" err="1">
                <a:latin typeface="微软雅黑" panose="020B0503020204020204" pitchFamily="34" charset="-122"/>
                <a:ea typeface="微软雅黑" panose="020B0503020204020204" pitchFamily="34" charset="-122"/>
              </a:rPr>
              <a:t>i</a:t>
            </a:r>
            <a:r>
              <a:rPr lang="en-US" altLang="en-US" sz="2000" b="1" dirty="0">
                <a:latin typeface="微软雅黑" panose="020B0503020204020204" pitchFamily="34" charset="-122"/>
                <a:ea typeface="微软雅黑" panose="020B0503020204020204" pitchFamily="34" charset="-122"/>
              </a:rPr>
              <a:t> </a:t>
            </a:r>
            <a:r>
              <a:rPr lang="en-US" altLang="en-US" sz="2000" b="1"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Work</a:t>
            </a:r>
          </a:p>
          <a:p>
            <a:pPr marL="800100" lvl="1" indent="-342900">
              <a:lnSpc>
                <a:spcPct val="150000"/>
              </a:lnSpc>
              <a:spcBef>
                <a:spcPts val="600"/>
              </a:spcBef>
              <a:buFont typeface="Monotype Sorts" pitchFamily="-84" charset="2"/>
              <a:buNone/>
            </a:pP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如果没有这样的</a:t>
            </a:r>
            <a:r>
              <a:rPr lang="en-US" altLang="zh-CN" sz="2000" dirty="0" err="1">
                <a:latin typeface="微软雅黑" panose="020B0503020204020204" pitchFamily="34" charset="-122"/>
                <a:ea typeface="微软雅黑" panose="020B0503020204020204" pitchFamily="34" charset="-122"/>
                <a:sym typeface="Symbol" panose="05050102010706020507" pitchFamily="18" charset="2"/>
              </a:rPr>
              <a:t>i</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存在，请转到步骤</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4</a:t>
            </a:r>
            <a:endParaRPr lang="en-US" altLang="en-US" sz="2000" dirty="0">
              <a:latin typeface="微软雅黑" panose="020B0503020204020204" pitchFamily="34" charset="-122"/>
              <a:ea typeface="微软雅黑" panose="020B0503020204020204" pitchFamily="34" charset="-122"/>
              <a:sym typeface="Symbol" panose="05050102010706020507" pitchFamily="18" charset="2"/>
            </a:endParaRPr>
          </a:p>
          <a:p>
            <a:pPr>
              <a:lnSpc>
                <a:spcPct val="150000"/>
              </a:lnSpc>
              <a:spcBef>
                <a:spcPts val="600"/>
              </a:spcBef>
              <a:buNone/>
            </a:pPr>
            <a:r>
              <a:rPr lang="en-US" altLang="en-US" sz="2000" dirty="0">
                <a:latin typeface="微软雅黑" panose="020B0503020204020204" pitchFamily="34" charset="-122"/>
                <a:ea typeface="微软雅黑" panose="020B0503020204020204" pitchFamily="34" charset="-122"/>
              </a:rPr>
              <a:t>3. </a:t>
            </a:r>
            <a:r>
              <a:rPr lang="en-US" altLang="en-US" sz="2000" b="1" i="1" dirty="0">
                <a:latin typeface="微软雅黑" panose="020B0503020204020204" pitchFamily="34" charset="-122"/>
                <a:ea typeface="微软雅黑" panose="020B0503020204020204" pitchFamily="34" charset="-122"/>
              </a:rPr>
              <a:t>Work</a:t>
            </a:r>
            <a:r>
              <a:rPr lang="en-US" altLang="en-US" sz="2000" b="1" dirty="0">
                <a:latin typeface="微软雅黑" panose="020B0503020204020204" pitchFamily="34" charset="-122"/>
                <a:ea typeface="微软雅黑" panose="020B0503020204020204" pitchFamily="34" charset="-122"/>
              </a:rPr>
              <a:t> = </a:t>
            </a:r>
            <a:r>
              <a:rPr lang="en-US" altLang="en-US" sz="2000" b="1" i="1" dirty="0">
                <a:latin typeface="微软雅黑" panose="020B0503020204020204" pitchFamily="34" charset="-122"/>
                <a:ea typeface="微软雅黑" panose="020B0503020204020204" pitchFamily="34" charset="-122"/>
              </a:rPr>
              <a:t>Work </a:t>
            </a:r>
            <a:r>
              <a:rPr lang="en-US" altLang="en-US" sz="2000" b="1" dirty="0">
                <a:latin typeface="微软雅黑" panose="020B0503020204020204" pitchFamily="34" charset="-122"/>
                <a:ea typeface="微软雅黑" panose="020B0503020204020204" pitchFamily="34" charset="-122"/>
              </a:rPr>
              <a:t>+ </a:t>
            </a:r>
            <a:r>
              <a:rPr lang="en-US" altLang="en-US" sz="2000" b="1" i="1" dirty="0" err="1">
                <a:latin typeface="微软雅黑" panose="020B0503020204020204" pitchFamily="34" charset="-122"/>
                <a:ea typeface="微软雅黑" panose="020B0503020204020204" pitchFamily="34" charset="-122"/>
              </a:rPr>
              <a:t>Allocation</a:t>
            </a:r>
            <a:r>
              <a:rPr lang="en-US" altLang="en-US" sz="2000" b="1" i="1" baseline="-25000" dirty="0" err="1">
                <a:latin typeface="微软雅黑" panose="020B0503020204020204" pitchFamily="34" charset="-122"/>
                <a:ea typeface="微软雅黑" panose="020B0503020204020204" pitchFamily="34" charset="-122"/>
              </a:rPr>
              <a:t>i</a:t>
            </a:r>
            <a:r>
              <a:rPr lang="en-US" altLang="en-US" sz="2000" b="1" i="1" baseline="-25000" dirty="0">
                <a:latin typeface="微软雅黑" panose="020B0503020204020204" pitchFamily="34" charset="-122"/>
                <a:ea typeface="微软雅黑" panose="020B0503020204020204" pitchFamily="34" charset="-122"/>
              </a:rPr>
              <a:t>   </a:t>
            </a:r>
            <a:r>
              <a:rPr lang="en-US" altLang="zh-CN" sz="2000" b="0" dirty="0">
                <a:sym typeface="Symbol" panose="05050102010706020507" pitchFamily="18" charset="2"/>
              </a:rPr>
              <a:t>//</a:t>
            </a:r>
            <a:r>
              <a:rPr lang="zh-CN" altLang="en-US" sz="2000" b="0" dirty="0">
                <a:sym typeface="Symbol" panose="05050102010706020507" pitchFamily="18" charset="2"/>
              </a:rPr>
              <a:t>表示可以分配给</a:t>
            </a:r>
            <a:r>
              <a:rPr lang="en-US" altLang="zh-CN" sz="2000" i="1" dirty="0"/>
              <a:t>P</a:t>
            </a:r>
            <a:r>
              <a:rPr lang="en-US" altLang="en-US" sz="2000" i="1" baseline="-25000" dirty="0"/>
              <a:t>i</a:t>
            </a:r>
            <a:r>
              <a:rPr lang="zh-CN" altLang="en-US" sz="2000" b="0" dirty="0">
                <a:sym typeface="Symbol" panose="05050102010706020507" pitchFamily="18" charset="2"/>
              </a:rPr>
              <a:t>，</a:t>
            </a:r>
            <a:r>
              <a:rPr lang="en-US" altLang="zh-CN" sz="2000" i="1" dirty="0"/>
              <a:t>P</a:t>
            </a:r>
            <a:r>
              <a:rPr lang="en-US" altLang="en-US" sz="2000" i="1" baseline="-25000" dirty="0"/>
              <a:t>i </a:t>
            </a:r>
            <a:r>
              <a:rPr lang="zh-CN" altLang="en-US" sz="2000" b="0" dirty="0">
                <a:sym typeface="Symbol" panose="05050102010706020507" pitchFamily="18" charset="2"/>
              </a:rPr>
              <a:t>处理完成后恢复已分配所有资源</a:t>
            </a:r>
            <a:br>
              <a:rPr lang="en-US" altLang="en-US" sz="2000" b="1" dirty="0">
                <a:latin typeface="微软雅黑" panose="020B0503020204020204" pitchFamily="34" charset="-122"/>
                <a:ea typeface="微软雅黑" panose="020B0503020204020204" pitchFamily="34" charset="-122"/>
              </a:rPr>
            </a:br>
            <a:r>
              <a:rPr lang="en-US" altLang="en-US" sz="2000" b="1" i="1" dirty="0">
                <a:latin typeface="微软雅黑" panose="020B0503020204020204" pitchFamily="34" charset="-122"/>
                <a:ea typeface="微软雅黑" panose="020B0503020204020204" pitchFamily="34" charset="-122"/>
              </a:rPr>
              <a:t>Finish</a:t>
            </a:r>
            <a:r>
              <a:rPr lang="en-US" altLang="en-US" sz="2000" b="1" dirty="0">
                <a:latin typeface="微软雅黑" panose="020B0503020204020204" pitchFamily="34" charset="-122"/>
                <a:ea typeface="微软雅黑" panose="020B0503020204020204" pitchFamily="34" charset="-122"/>
              </a:rPr>
              <a:t>[</a:t>
            </a:r>
            <a:r>
              <a:rPr lang="en-US" altLang="zh-CN" sz="2000" b="1" i="1" dirty="0" err="1">
                <a:latin typeface="微软雅黑" panose="020B0503020204020204" pitchFamily="34" charset="-122"/>
                <a:ea typeface="微软雅黑" panose="020B0503020204020204" pitchFamily="34" charset="-122"/>
              </a:rPr>
              <a:t>i</a:t>
            </a:r>
            <a:r>
              <a:rPr lang="en-US" altLang="zh-CN" sz="2000" b="1" i="1" dirty="0">
                <a:latin typeface="微软雅黑" panose="020B0503020204020204" pitchFamily="34" charset="-122"/>
                <a:ea typeface="微软雅黑" panose="020B0503020204020204" pitchFamily="34" charset="-122"/>
              </a:rPr>
              <a:t> </a:t>
            </a:r>
            <a:r>
              <a:rPr lang="en-US" altLang="en-US" sz="2000" b="1" dirty="0">
                <a:latin typeface="微软雅黑" panose="020B0503020204020204" pitchFamily="34" charset="-122"/>
                <a:ea typeface="微软雅黑" panose="020B0503020204020204" pitchFamily="34" charset="-122"/>
              </a:rPr>
              <a:t>] =</a:t>
            </a:r>
            <a:r>
              <a:rPr lang="en-US" altLang="en-US" sz="2000" b="1" i="1" dirty="0">
                <a:latin typeface="微软雅黑" panose="020B0503020204020204" pitchFamily="34" charset="-122"/>
                <a:ea typeface="微软雅黑" panose="020B0503020204020204" pitchFamily="34" charset="-122"/>
              </a:rPr>
              <a:t> true</a:t>
            </a:r>
            <a:br>
              <a:rPr lang="en-US" altLang="en-US" sz="2000" b="1" dirty="0">
                <a:latin typeface="微软雅黑" panose="020B0503020204020204" pitchFamily="34" charset="-122"/>
                <a:ea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rPr>
              <a:t>转到步骤</a:t>
            </a:r>
            <a:r>
              <a:rPr lang="en-US" altLang="zh-CN" sz="2000" dirty="0">
                <a:latin typeface="微软雅黑" panose="020B0503020204020204" pitchFamily="34" charset="-122"/>
                <a:ea typeface="微软雅黑" panose="020B0503020204020204" pitchFamily="34" charset="-122"/>
              </a:rPr>
              <a:t>2</a:t>
            </a:r>
          </a:p>
          <a:p>
            <a:pPr>
              <a:lnSpc>
                <a:spcPct val="150000"/>
              </a:lnSpc>
              <a:spcBef>
                <a:spcPts val="600"/>
              </a:spcBef>
              <a:buFont typeface="Monotype Sorts" pitchFamily="-84" charset="2"/>
              <a:buNone/>
            </a:pPr>
            <a:r>
              <a:rPr lang="en-US" altLang="en-US" sz="2000" dirty="0">
                <a:latin typeface="微软雅黑" panose="020B0503020204020204" pitchFamily="34" charset="-122"/>
                <a:ea typeface="微软雅黑" panose="020B0503020204020204" pitchFamily="34" charset="-122"/>
              </a:rPr>
              <a:t>4.	</a:t>
            </a:r>
            <a:r>
              <a:rPr lang="zh-CN" altLang="en-US" sz="2000" dirty="0">
                <a:latin typeface="微软雅黑" panose="020B0503020204020204" pitchFamily="34" charset="-122"/>
                <a:ea typeface="微软雅黑" panose="020B0503020204020204" pitchFamily="34" charset="-122"/>
              </a:rPr>
              <a:t>如果对所有</a:t>
            </a:r>
            <a:r>
              <a:rPr lang="en-US" altLang="en-US" sz="2000" dirty="0" err="1">
                <a:latin typeface="微软雅黑" panose="020B0503020204020204" pitchFamily="34" charset="-122"/>
                <a:ea typeface="微软雅黑" panose="020B0503020204020204" pitchFamily="34" charset="-122"/>
              </a:rPr>
              <a:t>i</a:t>
            </a:r>
            <a:r>
              <a:rPr lang="zh-CN" altLang="en-US" sz="2000" i="1" dirty="0">
                <a:latin typeface="微软雅黑" panose="020B0503020204020204" pitchFamily="34" charset="-122"/>
                <a:ea typeface="微软雅黑" panose="020B0503020204020204" pitchFamily="34" charset="-122"/>
              </a:rPr>
              <a:t>有</a:t>
            </a:r>
            <a:r>
              <a:rPr lang="en-US" altLang="en-US" sz="2000" b="1" i="1" dirty="0">
                <a:latin typeface="微软雅黑" panose="020B0503020204020204" pitchFamily="34" charset="-122"/>
                <a:ea typeface="微软雅黑" panose="020B0503020204020204" pitchFamily="34" charset="-122"/>
              </a:rPr>
              <a:t>Finish</a:t>
            </a:r>
            <a:r>
              <a:rPr lang="en-US" altLang="en-US" sz="2000" b="1" dirty="0">
                <a:latin typeface="微软雅黑" panose="020B0503020204020204" pitchFamily="34" charset="-122"/>
                <a:ea typeface="微软雅黑" panose="020B0503020204020204" pitchFamily="34" charset="-122"/>
              </a:rPr>
              <a:t> [</a:t>
            </a:r>
            <a:r>
              <a:rPr lang="en-US" altLang="zh-CN" sz="2000" b="1" i="1" dirty="0" err="1">
                <a:latin typeface="微软雅黑" panose="020B0503020204020204" pitchFamily="34" charset="-122"/>
                <a:ea typeface="微软雅黑" panose="020B0503020204020204" pitchFamily="34" charset="-122"/>
              </a:rPr>
              <a:t>i</a:t>
            </a:r>
            <a:r>
              <a:rPr lang="en-US" altLang="zh-CN" sz="2000" b="1" i="1" dirty="0">
                <a:latin typeface="微软雅黑" panose="020B0503020204020204" pitchFamily="34" charset="-122"/>
                <a:ea typeface="微软雅黑" panose="020B0503020204020204" pitchFamily="34" charset="-122"/>
              </a:rPr>
              <a:t> </a:t>
            </a:r>
            <a:r>
              <a:rPr lang="en-US" altLang="en-US" sz="2000" b="1" dirty="0">
                <a:latin typeface="微软雅黑" panose="020B0503020204020204" pitchFamily="34" charset="-122"/>
                <a:ea typeface="微软雅黑" panose="020B0503020204020204" pitchFamily="34" charset="-122"/>
              </a:rPr>
              <a:t>] == </a:t>
            </a:r>
            <a:r>
              <a:rPr lang="en-US" altLang="en-US" sz="2000" b="1" i="1" dirty="0">
                <a:latin typeface="微软雅黑" panose="020B0503020204020204" pitchFamily="34" charset="-122"/>
                <a:ea typeface="微软雅黑" panose="020B0503020204020204" pitchFamily="34" charset="-122"/>
              </a:rPr>
              <a:t>true</a:t>
            </a:r>
            <a:r>
              <a:rPr lang="en-US"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则系统处于安全状态</a:t>
            </a:r>
            <a:endParaRPr lang="en-US"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B302A7D8-2B5E-49DB-B1D4-BB51F3C320B7}"/>
              </a:ext>
            </a:extLst>
          </p:cNvPr>
          <p:cNvSpPr>
            <a:spLocks noGrp="1" noChangeArrowheads="1"/>
          </p:cNvSpPr>
          <p:nvPr>
            <p:ph type="title"/>
          </p:nvPr>
        </p:nvSpPr>
        <p:spPr>
          <a:xfrm>
            <a:off x="2654300" y="344488"/>
            <a:ext cx="7924800" cy="427037"/>
          </a:xfrm>
        </p:spPr>
        <p:txBody>
          <a:bodyPr/>
          <a:lstStyle/>
          <a:p>
            <a:pPr eaLnBrk="1" hangingPunct="1"/>
            <a:r>
              <a:rPr lang="zh-CN" altLang="en-US">
                <a:latin typeface="微软雅黑" panose="020B0503020204020204" pitchFamily="34" charset="-122"/>
                <a:ea typeface="微软雅黑" panose="020B0503020204020204" pitchFamily="34" charset="-122"/>
              </a:rPr>
              <a:t>进程</a:t>
            </a:r>
            <a:r>
              <a:rPr lang="en-US" altLang="en-US" i="1">
                <a:latin typeface="微软雅黑" panose="020B0503020204020204" pitchFamily="34" charset="-122"/>
                <a:ea typeface="微软雅黑" panose="020B0503020204020204" pitchFamily="34" charset="-122"/>
              </a:rPr>
              <a:t>P</a:t>
            </a:r>
            <a:r>
              <a:rPr lang="en-US" altLang="en-US" i="1" baseline="-25000">
                <a:latin typeface="微软雅黑" panose="020B0503020204020204" pitchFamily="34" charset="-122"/>
                <a:ea typeface="微软雅黑" panose="020B0503020204020204" pitchFamily="34" charset="-122"/>
              </a:rPr>
              <a:t>i </a:t>
            </a:r>
            <a:r>
              <a:rPr lang="zh-CN" altLang="en-US">
                <a:latin typeface="微软雅黑" panose="020B0503020204020204" pitchFamily="34" charset="-122"/>
                <a:ea typeface="微软雅黑" panose="020B0503020204020204" pitchFamily="34" charset="-122"/>
              </a:rPr>
              <a:t>的资源请求算法</a:t>
            </a:r>
            <a:endParaRPr lang="en-US" altLang="en-US">
              <a:latin typeface="微软雅黑" panose="020B0503020204020204" pitchFamily="34" charset="-122"/>
              <a:ea typeface="微软雅黑" panose="020B0503020204020204" pitchFamily="34" charset="-122"/>
            </a:endParaRPr>
          </a:p>
        </p:txBody>
      </p:sp>
      <p:sp>
        <p:nvSpPr>
          <p:cNvPr id="64515" name="Rectangle 3">
            <a:extLst>
              <a:ext uri="{FF2B5EF4-FFF2-40B4-BE49-F238E27FC236}">
                <a16:creationId xmlns:a16="http://schemas.microsoft.com/office/drawing/2014/main" id="{47ABE23A-C9D5-4054-BC7D-DCC13D37C94B}"/>
              </a:ext>
            </a:extLst>
          </p:cNvPr>
          <p:cNvSpPr>
            <a:spLocks noGrp="1" noChangeArrowheads="1"/>
          </p:cNvSpPr>
          <p:nvPr>
            <p:ph type="body" idx="1"/>
          </p:nvPr>
        </p:nvSpPr>
        <p:spPr>
          <a:xfrm>
            <a:off x="466725" y="984255"/>
            <a:ext cx="11356975" cy="4686300"/>
          </a:xfrm>
        </p:spPr>
        <p:txBody>
          <a:bodyPr/>
          <a:lstStyle/>
          <a:p>
            <a:pPr>
              <a:lnSpc>
                <a:spcPct val="150000"/>
              </a:lnSpc>
              <a:buFont typeface="Monotype Sorts" pitchFamily="-84" charset="2"/>
              <a:buNone/>
            </a:pPr>
            <a:r>
              <a:rPr lang="en-US" altLang="en-US" sz="2000" i="1" dirty="0"/>
              <a:t>    </a:t>
            </a:r>
            <a:r>
              <a:rPr lang="en-US" altLang="en-US" sz="2000" i="1" dirty="0">
                <a:latin typeface="微软雅黑" panose="020B0503020204020204" pitchFamily="34" charset="-122"/>
                <a:ea typeface="微软雅黑" panose="020B0503020204020204" pitchFamily="34" charset="-122"/>
              </a:rPr>
              <a:t> </a:t>
            </a:r>
            <a:r>
              <a:rPr lang="en-US" altLang="en-US" sz="2000" b="1" i="1" dirty="0" err="1">
                <a:latin typeface="微软雅黑" panose="020B0503020204020204" pitchFamily="34" charset="-122"/>
                <a:ea typeface="微软雅黑" panose="020B0503020204020204" pitchFamily="34" charset="-122"/>
              </a:rPr>
              <a:t>Request</a:t>
            </a:r>
            <a:r>
              <a:rPr lang="en-US" altLang="en-US" sz="2000" b="1" i="1" baseline="-25000" dirty="0" err="1">
                <a:latin typeface="微软雅黑" panose="020B0503020204020204" pitchFamily="34" charset="-122"/>
                <a:ea typeface="微软雅黑" panose="020B0503020204020204" pitchFamily="34" charset="-122"/>
              </a:rPr>
              <a:t>i</a:t>
            </a:r>
            <a:r>
              <a:rPr lang="en-US" altLang="en-US" sz="2000" dirty="0">
                <a:latin typeface="微软雅黑" panose="020B0503020204020204" pitchFamily="34" charset="-122"/>
                <a:ea typeface="微软雅黑" panose="020B0503020204020204" pitchFamily="34" charset="-122"/>
              </a:rPr>
              <a:t> = </a:t>
            </a:r>
            <a:r>
              <a:rPr lang="zh-CN" altLang="en-US" sz="2000" dirty="0">
                <a:latin typeface="微软雅黑" panose="020B0503020204020204" pitchFamily="34" charset="-122"/>
                <a:ea typeface="微软雅黑" panose="020B0503020204020204" pitchFamily="34" charset="-122"/>
              </a:rPr>
              <a:t>进程</a:t>
            </a:r>
            <a:r>
              <a:rPr lang="en-US" altLang="en-US" sz="2000" b="1" i="1" dirty="0">
                <a:latin typeface="微软雅黑" panose="020B0503020204020204" pitchFamily="34" charset="-122"/>
                <a:ea typeface="微软雅黑" panose="020B0503020204020204" pitchFamily="34" charset="-122"/>
              </a:rPr>
              <a:t>P</a:t>
            </a:r>
            <a:r>
              <a:rPr lang="en-US" altLang="en-US" sz="2000" b="1" i="1" baseline="-25000" dirty="0">
                <a:latin typeface="微软雅黑" panose="020B0503020204020204" pitchFamily="34" charset="-122"/>
                <a:ea typeface="微软雅黑" panose="020B0503020204020204" pitchFamily="34" charset="-122"/>
              </a:rPr>
              <a:t>i </a:t>
            </a:r>
            <a:r>
              <a:rPr lang="zh-CN" altLang="en-US" sz="2000" dirty="0">
                <a:latin typeface="微软雅黑" panose="020B0503020204020204" pitchFamily="34" charset="-122"/>
                <a:ea typeface="微软雅黑" panose="020B0503020204020204" pitchFamily="34" charset="-122"/>
              </a:rPr>
              <a:t>的请求向量。</a:t>
            </a:r>
            <a:r>
              <a:rPr lang="en-US"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如果</a:t>
            </a:r>
            <a:r>
              <a:rPr lang="en-US" altLang="en-US" sz="2000" b="1" i="1" dirty="0" err="1">
                <a:latin typeface="微软雅黑" panose="020B0503020204020204" pitchFamily="34" charset="-122"/>
                <a:ea typeface="微软雅黑" panose="020B0503020204020204" pitchFamily="34" charset="-122"/>
              </a:rPr>
              <a:t>Request</a:t>
            </a:r>
            <a:r>
              <a:rPr lang="en-US" altLang="en-US" sz="2000" b="1" i="1" baseline="-25000" dirty="0" err="1">
                <a:latin typeface="微软雅黑" panose="020B0503020204020204" pitchFamily="34" charset="-122"/>
                <a:ea typeface="微软雅黑" panose="020B0503020204020204" pitchFamily="34" charset="-122"/>
              </a:rPr>
              <a:t>i</a:t>
            </a:r>
            <a:r>
              <a:rPr lang="en-US" altLang="en-US" sz="2000" b="1" baseline="-25000" dirty="0">
                <a:latin typeface="微软雅黑" panose="020B0503020204020204" pitchFamily="34" charset="-122"/>
                <a:ea typeface="微软雅黑" panose="020B0503020204020204" pitchFamily="34" charset="-122"/>
              </a:rPr>
              <a:t> </a:t>
            </a:r>
            <a:r>
              <a:rPr lang="en-US" altLang="en-US" sz="2000" b="1" dirty="0">
                <a:latin typeface="微软雅黑" panose="020B0503020204020204" pitchFamily="34" charset="-122"/>
                <a:ea typeface="微软雅黑" panose="020B0503020204020204" pitchFamily="34" charset="-122"/>
              </a:rPr>
              <a:t>[</a:t>
            </a:r>
            <a:r>
              <a:rPr lang="en-US" altLang="en-US" sz="2000" b="1" i="1" dirty="0">
                <a:latin typeface="微软雅黑" panose="020B0503020204020204" pitchFamily="34" charset="-122"/>
                <a:ea typeface="微软雅黑" panose="020B0503020204020204" pitchFamily="34" charset="-122"/>
              </a:rPr>
              <a:t>j </a:t>
            </a:r>
            <a:r>
              <a:rPr lang="en-US" altLang="en-US" sz="2000" b="1" dirty="0">
                <a:latin typeface="微软雅黑" panose="020B0503020204020204" pitchFamily="34" charset="-122"/>
                <a:ea typeface="微软雅黑" panose="020B0503020204020204" pitchFamily="34" charset="-122"/>
              </a:rPr>
              <a:t>] = </a:t>
            </a:r>
            <a:r>
              <a:rPr lang="en-US" altLang="en-US" sz="2000" b="1" i="1" dirty="0">
                <a:latin typeface="微软雅黑" panose="020B0503020204020204" pitchFamily="34" charset="-122"/>
                <a:ea typeface="微软雅黑" panose="020B0503020204020204" pitchFamily="34" charset="-122"/>
              </a:rPr>
              <a:t>k</a:t>
            </a:r>
            <a:r>
              <a:rPr lang="en-US" altLang="en-US" sz="2000" b="1"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，那么进程</a:t>
            </a:r>
            <a:r>
              <a:rPr lang="en-US" altLang="en-US" sz="2000" b="1" i="1" dirty="0">
                <a:latin typeface="微软雅黑" panose="020B0503020204020204" pitchFamily="34" charset="-122"/>
                <a:ea typeface="微软雅黑" panose="020B0503020204020204" pitchFamily="34" charset="-122"/>
              </a:rPr>
              <a:t>P</a:t>
            </a:r>
            <a:r>
              <a:rPr lang="en-US" altLang="en-US" sz="2000" b="1" i="1" baseline="-25000" dirty="0">
                <a:latin typeface="微软雅黑" panose="020B0503020204020204" pitchFamily="34" charset="-122"/>
                <a:ea typeface="微软雅黑" panose="020B0503020204020204" pitchFamily="34" charset="-122"/>
              </a:rPr>
              <a:t>i</a:t>
            </a:r>
            <a:r>
              <a:rPr lang="en-US"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想要资源</a:t>
            </a:r>
            <a:r>
              <a:rPr lang="en-US" altLang="en-US" sz="2000" b="1" i="1" dirty="0" err="1">
                <a:latin typeface="微软雅黑" panose="020B0503020204020204" pitchFamily="34" charset="-122"/>
                <a:ea typeface="微软雅黑" panose="020B0503020204020204" pitchFamily="34" charset="-122"/>
              </a:rPr>
              <a:t>R</a:t>
            </a:r>
            <a:r>
              <a:rPr lang="en-US" altLang="en-US" sz="2000" b="1" i="1" baseline="-25000" dirty="0" err="1">
                <a:latin typeface="微软雅黑" panose="020B0503020204020204" pitchFamily="34" charset="-122"/>
                <a:ea typeface="微软雅黑" panose="020B0503020204020204" pitchFamily="34" charset="-122"/>
              </a:rPr>
              <a:t>j</a:t>
            </a:r>
            <a:r>
              <a:rPr lang="en-US" altLang="en-US" sz="2000" b="1" i="1" baseline="-25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的</a:t>
            </a:r>
            <a:r>
              <a:rPr lang="en-US" altLang="en-US" sz="2000" b="1" i="1" dirty="0">
                <a:latin typeface="微软雅黑" panose="020B0503020204020204" pitchFamily="34" charset="-122"/>
                <a:ea typeface="微软雅黑" panose="020B0503020204020204" pitchFamily="34" charset="-122"/>
              </a:rPr>
              <a:t>k</a:t>
            </a:r>
            <a:r>
              <a:rPr lang="en-US"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个实例</a:t>
            </a:r>
            <a:endParaRPr lang="en-US" altLang="en-US" sz="2000" b="1" baseline="-25000" dirty="0">
              <a:latin typeface="微软雅黑" panose="020B0503020204020204" pitchFamily="34" charset="-122"/>
              <a:ea typeface="微软雅黑" panose="020B0503020204020204" pitchFamily="34" charset="-122"/>
            </a:endParaRPr>
          </a:p>
          <a:p>
            <a:pPr lvl="1">
              <a:lnSpc>
                <a:spcPct val="150000"/>
              </a:lnSpc>
              <a:buFont typeface="Monotype Sorts" pitchFamily="-84" charset="2"/>
              <a:buNone/>
            </a:pPr>
            <a:r>
              <a:rPr lang="en-US" altLang="en-US" sz="2000" dirty="0">
                <a:latin typeface="微软雅黑" panose="020B0503020204020204" pitchFamily="34" charset="-122"/>
                <a:ea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rPr>
              <a:t>如果</a:t>
            </a:r>
            <a:r>
              <a:rPr lang="en-US" altLang="en-US" sz="2000" dirty="0">
                <a:latin typeface="微软雅黑" panose="020B0503020204020204" pitchFamily="34" charset="-122"/>
                <a:ea typeface="微软雅黑" panose="020B0503020204020204" pitchFamily="34" charset="-122"/>
              </a:rPr>
              <a:t> </a:t>
            </a:r>
            <a:r>
              <a:rPr lang="en-US" altLang="en-US" sz="2000" b="1" i="1" dirty="0" err="1">
                <a:latin typeface="微软雅黑" panose="020B0503020204020204" pitchFamily="34" charset="-122"/>
                <a:ea typeface="微软雅黑" panose="020B0503020204020204" pitchFamily="34" charset="-122"/>
              </a:rPr>
              <a:t>Request</a:t>
            </a:r>
            <a:r>
              <a:rPr lang="en-US" altLang="en-US" sz="2000" b="1" i="1" baseline="-25000" dirty="0" err="1">
                <a:latin typeface="微软雅黑" panose="020B0503020204020204" pitchFamily="34" charset="-122"/>
                <a:ea typeface="微软雅黑" panose="020B0503020204020204" pitchFamily="34" charset="-122"/>
              </a:rPr>
              <a:t>i</a:t>
            </a:r>
            <a:r>
              <a:rPr lang="en-US" altLang="en-US" sz="2000" b="1" i="1" dirty="0">
                <a:latin typeface="微软雅黑" panose="020B0503020204020204" pitchFamily="34" charset="-122"/>
                <a:ea typeface="微软雅黑" panose="020B0503020204020204" pitchFamily="34" charset="-122"/>
              </a:rPr>
              <a:t> </a:t>
            </a:r>
            <a:r>
              <a:rPr lang="en-US" altLang="en-US" sz="2000" b="1"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b="1" i="1" dirty="0" err="1">
                <a:latin typeface="微软雅黑" panose="020B0503020204020204" pitchFamily="34" charset="-122"/>
                <a:ea typeface="微软雅黑" panose="020B0503020204020204" pitchFamily="34" charset="-122"/>
                <a:sym typeface="Symbol" panose="05050102010706020507" pitchFamily="18" charset="2"/>
              </a:rPr>
              <a:t>Need</a:t>
            </a:r>
            <a:r>
              <a:rPr lang="en-US" altLang="en-US" sz="2000" b="1" i="1" baseline="-25000" dirty="0" err="1">
                <a:latin typeface="微软雅黑" panose="020B0503020204020204" pitchFamily="34" charset="-122"/>
                <a:ea typeface="微软雅黑" panose="020B0503020204020204" pitchFamily="34" charset="-122"/>
                <a:sym typeface="Symbol" panose="05050102010706020507" pitchFamily="18" charset="2"/>
              </a:rPr>
              <a:t>i</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则转到步骤</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2</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a:t>
            </a:r>
            <a:r>
              <a:rPr lang="en-US" altLang="en-US" sz="2000"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000" dirty="0">
                <a:latin typeface="微软雅黑" panose="020B0503020204020204" pitchFamily="34" charset="-122"/>
                <a:ea typeface="微软雅黑" panose="020B0503020204020204" pitchFamily="34" charset="-122"/>
              </a:rPr>
              <a:t>否则，引发错误条件，因为进程已超过其最大声明</a:t>
            </a:r>
            <a:endParaRPr lang="en-US" altLang="en-US" sz="2000" dirty="0">
              <a:latin typeface="微软雅黑" panose="020B0503020204020204" pitchFamily="34" charset="-122"/>
              <a:ea typeface="微软雅黑" panose="020B0503020204020204" pitchFamily="34" charset="-122"/>
              <a:sym typeface="Symbol" panose="05050102010706020507" pitchFamily="18" charset="2"/>
            </a:endParaRPr>
          </a:p>
          <a:p>
            <a:pPr lvl="1">
              <a:lnSpc>
                <a:spcPct val="150000"/>
              </a:lnSpc>
              <a:buFont typeface="Monotype Sorts" pitchFamily="-84" charset="2"/>
              <a:buNone/>
            </a:pPr>
            <a:r>
              <a:rPr lang="en-US" altLang="en-US" sz="2000" dirty="0">
                <a:latin typeface="微软雅黑" panose="020B0503020204020204" pitchFamily="34" charset="-122"/>
                <a:ea typeface="微软雅黑" panose="020B0503020204020204" pitchFamily="34" charset="-122"/>
                <a:sym typeface="Symbol" panose="05050102010706020507" pitchFamily="18" charset="2"/>
              </a:rPr>
              <a:t>2.	</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如果</a:t>
            </a:r>
            <a:r>
              <a:rPr lang="en-US" altLang="en-US" sz="2000" b="1" i="1" dirty="0" err="1">
                <a:latin typeface="微软雅黑" panose="020B0503020204020204" pitchFamily="34" charset="-122"/>
                <a:ea typeface="微软雅黑" panose="020B0503020204020204" pitchFamily="34" charset="-122"/>
              </a:rPr>
              <a:t>Request</a:t>
            </a:r>
            <a:r>
              <a:rPr lang="en-US" altLang="en-US" sz="2000" b="1" i="1" baseline="-25000" dirty="0" err="1">
                <a:latin typeface="微软雅黑" panose="020B0503020204020204" pitchFamily="34" charset="-122"/>
                <a:ea typeface="微软雅黑" panose="020B0503020204020204" pitchFamily="34" charset="-122"/>
              </a:rPr>
              <a:t>i</a:t>
            </a:r>
            <a:r>
              <a:rPr lang="en-US" altLang="en-US" sz="2000" b="1" dirty="0">
                <a:latin typeface="微软雅黑" panose="020B0503020204020204" pitchFamily="34" charset="-122"/>
                <a:ea typeface="微软雅黑" panose="020B0503020204020204" pitchFamily="34" charset="-122"/>
              </a:rPr>
              <a:t> </a:t>
            </a:r>
            <a:r>
              <a:rPr lang="en-US" altLang="en-US" sz="2000" b="1"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Available</a:t>
            </a:r>
            <a:r>
              <a:rPr lang="en-US" altLang="en-US" sz="20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则转到步骤</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3</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。否则</a:t>
            </a:r>
            <a:r>
              <a:rPr lang="en-US" altLang="en-US" sz="2000"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P</a:t>
            </a:r>
            <a:r>
              <a:rPr lang="en-US" altLang="en-US" sz="2000" b="1" i="1" baseline="-25000" dirty="0">
                <a:latin typeface="微软雅黑" panose="020B0503020204020204" pitchFamily="34" charset="-122"/>
                <a:ea typeface="微软雅黑" panose="020B0503020204020204" pitchFamily="34" charset="-122"/>
                <a:sym typeface="Symbol" panose="05050102010706020507" pitchFamily="18" charset="2"/>
              </a:rPr>
              <a:t>i</a:t>
            </a:r>
            <a:r>
              <a:rPr lang="en-US" altLang="en-US" sz="2000"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必须等待</a:t>
            </a:r>
            <a:r>
              <a:rPr lang="en-US" altLang="en-US" sz="2000"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因为资源不可用</a:t>
            </a:r>
            <a:endParaRPr lang="en-US" altLang="en-US" sz="2000" dirty="0">
              <a:latin typeface="微软雅黑" panose="020B0503020204020204" pitchFamily="34" charset="-122"/>
              <a:ea typeface="微软雅黑" panose="020B0503020204020204" pitchFamily="34" charset="-122"/>
              <a:sym typeface="Symbol" panose="05050102010706020507" pitchFamily="18" charset="2"/>
            </a:endParaRPr>
          </a:p>
          <a:p>
            <a:pPr lvl="1">
              <a:lnSpc>
                <a:spcPct val="150000"/>
              </a:lnSpc>
              <a:buFont typeface="Monotype Sorts" pitchFamily="-84" charset="2"/>
              <a:buNone/>
            </a:pPr>
            <a:r>
              <a:rPr lang="en-US" altLang="en-US" sz="2000" dirty="0">
                <a:latin typeface="微软雅黑" panose="020B0503020204020204" pitchFamily="34" charset="-122"/>
                <a:ea typeface="微软雅黑" panose="020B0503020204020204" pitchFamily="34" charset="-122"/>
                <a:sym typeface="Symbol" panose="05050102010706020507" pitchFamily="18" charset="2"/>
              </a:rPr>
              <a:t>3.	</a:t>
            </a:r>
            <a:r>
              <a:rPr lang="zh-CN" altLang="en-US" sz="2000" dirty="0">
                <a:latin typeface="微软雅黑" panose="020B0503020204020204" pitchFamily="34" charset="-122"/>
                <a:ea typeface="微软雅黑" panose="020B0503020204020204" pitchFamily="34" charset="-122"/>
              </a:rPr>
              <a:t>通过如下修改状态，假设将请求的资源分配给</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P</a:t>
            </a:r>
            <a:r>
              <a:rPr lang="en-US" altLang="en-US" sz="2000" b="1" i="1" baseline="-25000" dirty="0">
                <a:latin typeface="微软雅黑" panose="020B0503020204020204" pitchFamily="34" charset="-122"/>
                <a:ea typeface="微软雅黑" panose="020B0503020204020204" pitchFamily="34" charset="-122"/>
                <a:sym typeface="Symbol" panose="05050102010706020507" pitchFamily="18" charset="2"/>
              </a:rPr>
              <a:t>i</a:t>
            </a:r>
          </a:p>
          <a:p>
            <a:pPr lvl="3">
              <a:lnSpc>
                <a:spcPct val="150000"/>
              </a:lnSpc>
              <a:buFontTx/>
              <a:buNone/>
            </a:pPr>
            <a:r>
              <a:rPr lang="en-US" altLang="en-US" sz="2000"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Available</a:t>
            </a:r>
            <a:r>
              <a:rPr lang="en-US" altLang="en-US" sz="2000" b="1" dirty="0">
                <a:latin typeface="微软雅黑" panose="020B0503020204020204" pitchFamily="34" charset="-122"/>
                <a:ea typeface="微软雅黑" panose="020B0503020204020204" pitchFamily="34" charset="-122"/>
                <a:sym typeface="Symbol" panose="05050102010706020507" pitchFamily="18" charset="2"/>
              </a:rPr>
              <a:t> = </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Available  </a:t>
            </a:r>
            <a:r>
              <a:rPr lang="en-US" altLang="en-US" sz="2000" b="1" dirty="0">
                <a:latin typeface="微软雅黑" panose="020B0503020204020204" pitchFamily="34" charset="-122"/>
                <a:ea typeface="微软雅黑" panose="020B0503020204020204" pitchFamily="34" charset="-122"/>
                <a:sym typeface="Symbol" panose="05050102010706020507" pitchFamily="18" charset="2"/>
              </a:rPr>
              <a:t>–</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b="1" i="1" dirty="0" err="1">
                <a:latin typeface="微软雅黑" panose="020B0503020204020204" pitchFamily="34" charset="-122"/>
                <a:ea typeface="微软雅黑" panose="020B0503020204020204" pitchFamily="34" charset="-122"/>
                <a:sym typeface="Symbol" panose="05050102010706020507" pitchFamily="18" charset="2"/>
              </a:rPr>
              <a:t>Request</a:t>
            </a:r>
            <a:r>
              <a:rPr lang="en-US" altLang="en-US" sz="2000" b="1" i="1" baseline="-25000" dirty="0" err="1">
                <a:latin typeface="微软雅黑" panose="020B0503020204020204" pitchFamily="34" charset="-122"/>
                <a:ea typeface="微软雅黑" panose="020B0503020204020204" pitchFamily="34" charset="-122"/>
                <a:sym typeface="Symbol" panose="05050102010706020507" pitchFamily="18" charset="2"/>
              </a:rPr>
              <a:t>i</a:t>
            </a:r>
            <a:r>
              <a:rPr lang="en-US" altLang="en-US" sz="2000" b="1" i="1" baseline="-25000"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a:t>
            </a:r>
          </a:p>
          <a:p>
            <a:pPr lvl="3">
              <a:lnSpc>
                <a:spcPct val="150000"/>
              </a:lnSpc>
              <a:buFontTx/>
              <a:buNone/>
            </a:pPr>
            <a:r>
              <a:rPr lang="en-US" altLang="en-US" sz="2000" b="1"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b="1" i="1" dirty="0" err="1">
                <a:latin typeface="微软雅黑" panose="020B0503020204020204" pitchFamily="34" charset="-122"/>
                <a:ea typeface="微软雅黑" panose="020B0503020204020204" pitchFamily="34" charset="-122"/>
                <a:sym typeface="Symbol" panose="05050102010706020507" pitchFamily="18" charset="2"/>
              </a:rPr>
              <a:t>Allocation</a:t>
            </a:r>
            <a:r>
              <a:rPr lang="en-US" altLang="en-US" sz="2000" b="1" i="1" baseline="-25000" dirty="0" err="1">
                <a:latin typeface="微软雅黑" panose="020B0503020204020204" pitchFamily="34" charset="-122"/>
                <a:ea typeface="微软雅黑" panose="020B0503020204020204" pitchFamily="34" charset="-122"/>
                <a:sym typeface="Symbol" panose="05050102010706020507" pitchFamily="18" charset="2"/>
              </a:rPr>
              <a:t>i</a:t>
            </a:r>
            <a:r>
              <a:rPr lang="en-US" altLang="en-US" sz="2000" b="1" baseline="-25000"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b="1"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b="1" i="1" dirty="0" err="1">
                <a:latin typeface="微软雅黑" panose="020B0503020204020204" pitchFamily="34" charset="-122"/>
                <a:ea typeface="微软雅黑" panose="020B0503020204020204" pitchFamily="34" charset="-122"/>
                <a:sym typeface="Symbol" panose="05050102010706020507" pitchFamily="18" charset="2"/>
              </a:rPr>
              <a:t>Allocation</a:t>
            </a:r>
            <a:r>
              <a:rPr lang="en-US" altLang="en-US" sz="2000" b="1" i="1" baseline="-25000" dirty="0" err="1">
                <a:latin typeface="微软雅黑" panose="020B0503020204020204" pitchFamily="34" charset="-122"/>
                <a:ea typeface="微软雅黑" panose="020B0503020204020204" pitchFamily="34" charset="-122"/>
                <a:sym typeface="Symbol" panose="05050102010706020507" pitchFamily="18" charset="2"/>
              </a:rPr>
              <a:t>i</a:t>
            </a:r>
            <a:r>
              <a:rPr lang="en-US" altLang="en-US" sz="2000" b="1" dirty="0">
                <a:latin typeface="微软雅黑" panose="020B0503020204020204" pitchFamily="34" charset="-122"/>
                <a:ea typeface="微软雅黑" panose="020B0503020204020204" pitchFamily="34" charset="-122"/>
                <a:sym typeface="Symbol" panose="05050102010706020507" pitchFamily="18" charset="2"/>
              </a:rPr>
              <a:t> + </a:t>
            </a:r>
            <a:r>
              <a:rPr lang="en-US" altLang="en-US" sz="2000" b="1" i="1" dirty="0" err="1">
                <a:latin typeface="微软雅黑" panose="020B0503020204020204" pitchFamily="34" charset="-122"/>
                <a:ea typeface="微软雅黑" panose="020B0503020204020204" pitchFamily="34" charset="-122"/>
                <a:sym typeface="Symbol" panose="05050102010706020507" pitchFamily="18" charset="2"/>
              </a:rPr>
              <a:t>Request</a:t>
            </a:r>
            <a:r>
              <a:rPr lang="en-US" altLang="en-US" sz="2000" b="1" i="1" baseline="-25000" dirty="0" err="1">
                <a:latin typeface="微软雅黑" panose="020B0503020204020204" pitchFamily="34" charset="-122"/>
                <a:ea typeface="微软雅黑" panose="020B0503020204020204" pitchFamily="34" charset="-122"/>
                <a:sym typeface="Symbol" panose="05050102010706020507" pitchFamily="18" charset="2"/>
              </a:rPr>
              <a:t>i</a:t>
            </a:r>
            <a:r>
              <a:rPr lang="en-US" altLang="en-US" sz="2000" b="1" i="1" baseline="-25000"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b="1" dirty="0">
                <a:latin typeface="微软雅黑" panose="020B0503020204020204" pitchFamily="34" charset="-122"/>
                <a:ea typeface="微软雅黑" panose="020B0503020204020204" pitchFamily="34" charset="-122"/>
                <a:sym typeface="Symbol" panose="05050102010706020507" pitchFamily="18" charset="2"/>
              </a:rPr>
              <a:t>;</a:t>
            </a:r>
          </a:p>
          <a:p>
            <a:pPr lvl="3">
              <a:lnSpc>
                <a:spcPct val="150000"/>
              </a:lnSpc>
              <a:buFontTx/>
              <a:buNone/>
            </a:pPr>
            <a:r>
              <a:rPr lang="en-US" altLang="en-US" sz="2000" b="1"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b="1" i="1" dirty="0" err="1">
                <a:latin typeface="微软雅黑" panose="020B0503020204020204" pitchFamily="34" charset="-122"/>
                <a:ea typeface="微软雅黑" panose="020B0503020204020204" pitchFamily="34" charset="-122"/>
                <a:sym typeface="Symbol" panose="05050102010706020507" pitchFamily="18" charset="2"/>
              </a:rPr>
              <a:t>Need</a:t>
            </a:r>
            <a:r>
              <a:rPr lang="en-US" altLang="en-US" sz="2000" b="1" i="1" baseline="-25000" dirty="0" err="1">
                <a:latin typeface="微软雅黑" panose="020B0503020204020204" pitchFamily="34" charset="-122"/>
                <a:ea typeface="微软雅黑" panose="020B0503020204020204" pitchFamily="34" charset="-122"/>
                <a:sym typeface="Symbol" panose="05050102010706020507" pitchFamily="18" charset="2"/>
              </a:rPr>
              <a:t>i</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b="1" dirty="0">
                <a:latin typeface="微软雅黑" panose="020B0503020204020204" pitchFamily="34" charset="-122"/>
                <a:ea typeface="微软雅黑" panose="020B0503020204020204" pitchFamily="34" charset="-122"/>
                <a:sym typeface="Symbol" panose="05050102010706020507" pitchFamily="18" charset="2"/>
              </a:rPr>
              <a:t>=</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b="1" i="1" dirty="0" err="1">
                <a:latin typeface="微软雅黑" panose="020B0503020204020204" pitchFamily="34" charset="-122"/>
                <a:ea typeface="微软雅黑" panose="020B0503020204020204" pitchFamily="34" charset="-122"/>
                <a:sym typeface="Symbol" panose="05050102010706020507" pitchFamily="18" charset="2"/>
              </a:rPr>
              <a:t>Need</a:t>
            </a:r>
            <a:r>
              <a:rPr lang="en-US" altLang="en-US" sz="2000" b="1" i="1" baseline="-25000" dirty="0" err="1">
                <a:latin typeface="微软雅黑" panose="020B0503020204020204" pitchFamily="34" charset="-122"/>
                <a:ea typeface="微软雅黑" panose="020B0503020204020204" pitchFamily="34" charset="-122"/>
                <a:sym typeface="Symbol" panose="05050102010706020507" pitchFamily="18" charset="2"/>
              </a:rPr>
              <a:t>i</a:t>
            </a:r>
            <a:r>
              <a:rPr lang="en-US" altLang="en-US" sz="2000" b="1" dirty="0">
                <a:latin typeface="微软雅黑" panose="020B0503020204020204" pitchFamily="34" charset="-122"/>
                <a:ea typeface="微软雅黑" panose="020B0503020204020204" pitchFamily="34" charset="-122"/>
                <a:sym typeface="Symbol" panose="05050102010706020507" pitchFamily="18" charset="2"/>
              </a:rPr>
              <a:t> – </a:t>
            </a:r>
            <a:r>
              <a:rPr lang="en-US" altLang="en-US" sz="2000" b="1" i="1" dirty="0" err="1">
                <a:latin typeface="微软雅黑" panose="020B0503020204020204" pitchFamily="34" charset="-122"/>
                <a:ea typeface="微软雅黑" panose="020B0503020204020204" pitchFamily="34" charset="-122"/>
                <a:sym typeface="Symbol" panose="05050102010706020507" pitchFamily="18" charset="2"/>
              </a:rPr>
              <a:t>Request</a:t>
            </a:r>
            <a:r>
              <a:rPr lang="en-US" altLang="en-US" sz="2000" b="1" i="1" baseline="-25000" dirty="0" err="1">
                <a:latin typeface="微软雅黑" panose="020B0503020204020204" pitchFamily="34" charset="-122"/>
                <a:ea typeface="微软雅黑" panose="020B0503020204020204" pitchFamily="34" charset="-122"/>
                <a:sym typeface="Symbol" panose="05050102010706020507" pitchFamily="18" charset="2"/>
              </a:rPr>
              <a:t>i</a:t>
            </a:r>
            <a:r>
              <a:rPr lang="en-US" altLang="en-US" sz="2000" b="1" i="1" baseline="-25000"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a:t>
            </a:r>
          </a:p>
          <a:p>
            <a:pPr marL="457200" lvl="1" indent="0">
              <a:lnSpc>
                <a:spcPct val="150000"/>
              </a:lnSpc>
              <a:buNone/>
            </a:pPr>
            <a:r>
              <a:rPr lang="en-US" altLang="en-US" dirty="0">
                <a:sym typeface="Symbol" panose="05050102010706020507" pitchFamily="18" charset="2"/>
              </a:rPr>
              <a:t>4. </a:t>
            </a:r>
            <a:r>
              <a:rPr lang="zh-CN" altLang="en-US" dirty="0">
                <a:sym typeface="Symbol" panose="05050102010706020507" pitchFamily="18" charset="2"/>
              </a:rPr>
              <a:t>判断分配后是否安全</a:t>
            </a:r>
            <a:endParaRPr lang="en-US" altLang="en-US" dirty="0">
              <a:sym typeface="Symbol" panose="05050102010706020507" pitchFamily="18" charset="2"/>
            </a:endParaRPr>
          </a:p>
          <a:p>
            <a:pPr lvl="3">
              <a:lnSpc>
                <a:spcPct val="150000"/>
              </a:lnSpc>
              <a:buClr>
                <a:srgbClr val="CC6600"/>
              </a:buClr>
              <a:buSzPct val="80000"/>
              <a:buFont typeface="Monotype Sorts" pitchFamily="-84" charset="2"/>
              <a:buChar char="l"/>
            </a:pP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如果安全 </a:t>
            </a:r>
            <a:r>
              <a:rPr lang="en-US" altLang="en-US" sz="2000"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资源分配给</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P</a:t>
            </a:r>
            <a:r>
              <a:rPr lang="en-US" altLang="en-US" sz="2000" b="1" i="1" baseline="-25000" dirty="0">
                <a:latin typeface="微软雅黑" panose="020B0503020204020204" pitchFamily="34" charset="-122"/>
                <a:ea typeface="微软雅黑" panose="020B0503020204020204" pitchFamily="34" charset="-122"/>
                <a:sym typeface="Symbol" panose="05050102010706020507" pitchFamily="18" charset="2"/>
              </a:rPr>
              <a:t>i</a:t>
            </a:r>
          </a:p>
          <a:p>
            <a:pPr lvl="3">
              <a:lnSpc>
                <a:spcPct val="150000"/>
              </a:lnSpc>
              <a:buClr>
                <a:srgbClr val="CC6600"/>
              </a:buClr>
              <a:buSzPct val="80000"/>
              <a:buFont typeface="Monotype Sorts" pitchFamily="-84" charset="2"/>
              <a:buChar char="l"/>
            </a:pP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如果不安全 </a:t>
            </a:r>
            <a:r>
              <a:rPr lang="en-US" altLang="en-US" sz="2000"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P</a:t>
            </a:r>
            <a:r>
              <a:rPr lang="en-US" altLang="en-US" sz="2000" b="1" i="1" baseline="-25000" dirty="0">
                <a:latin typeface="微软雅黑" panose="020B0503020204020204" pitchFamily="34" charset="-122"/>
                <a:ea typeface="微软雅黑" panose="020B0503020204020204" pitchFamily="34" charset="-122"/>
                <a:sym typeface="Symbol" panose="05050102010706020507" pitchFamily="18" charset="2"/>
              </a:rPr>
              <a:t>i</a:t>
            </a:r>
            <a:r>
              <a:rPr lang="en-US" altLang="en-US" sz="2000"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必须等待，并且恢复旧的资源分配状态</a:t>
            </a:r>
            <a:endParaRPr lang="en-US" altLang="en-US" sz="2000" dirty="0">
              <a:latin typeface="微软雅黑" panose="020B0503020204020204" pitchFamily="34" charset="-122"/>
              <a:ea typeface="微软雅黑" panose="020B0503020204020204" pitchFamily="34" charset="-122"/>
              <a:sym typeface="Symbol" panose="05050102010706020507" pitchFamily="18" charset="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4D2F9742-4DB8-4E2D-994E-0ECC893A858F}"/>
              </a:ext>
            </a:extLst>
          </p:cNvPr>
          <p:cNvSpPr>
            <a:spLocks noGrp="1" noChangeArrowheads="1"/>
          </p:cNvSpPr>
          <p:nvPr>
            <p:ph type="title"/>
          </p:nvPr>
        </p:nvSpPr>
        <p:spPr>
          <a:xfrm>
            <a:off x="2546350" y="152400"/>
            <a:ext cx="7664450" cy="576263"/>
          </a:xfrm>
        </p:spPr>
        <p:txBody>
          <a:bodyPr/>
          <a:lstStyle/>
          <a:p>
            <a:pPr eaLnBrk="1" hangingPunct="1"/>
            <a:r>
              <a:rPr lang="zh-CN" altLang="en-US">
                <a:latin typeface="微软雅黑" panose="020B0503020204020204" pitchFamily="34" charset="-122"/>
                <a:ea typeface="微软雅黑" panose="020B0503020204020204" pitchFamily="34" charset="-122"/>
              </a:rPr>
              <a:t>银行家算法示例</a:t>
            </a:r>
            <a:endParaRPr lang="en-US" altLang="en-US">
              <a:latin typeface="微软雅黑" panose="020B0503020204020204" pitchFamily="34" charset="-122"/>
              <a:ea typeface="微软雅黑" panose="020B0503020204020204" pitchFamily="34" charset="-122"/>
            </a:endParaRPr>
          </a:p>
        </p:txBody>
      </p:sp>
      <p:sp>
        <p:nvSpPr>
          <p:cNvPr id="68611" name="Rectangle 3">
            <a:extLst>
              <a:ext uri="{FF2B5EF4-FFF2-40B4-BE49-F238E27FC236}">
                <a16:creationId xmlns:a16="http://schemas.microsoft.com/office/drawing/2014/main" id="{8BB208B3-8456-4999-831D-9F18247CBF1D}"/>
              </a:ext>
            </a:extLst>
          </p:cNvPr>
          <p:cNvSpPr>
            <a:spLocks noGrp="1" noChangeArrowheads="1"/>
          </p:cNvSpPr>
          <p:nvPr>
            <p:ph type="body" idx="1"/>
          </p:nvPr>
        </p:nvSpPr>
        <p:spPr>
          <a:xfrm>
            <a:off x="739775" y="1279525"/>
            <a:ext cx="7923213" cy="4540250"/>
          </a:xfrm>
        </p:spPr>
        <p:txBody>
          <a:bodyPr/>
          <a:lstStyle/>
          <a:p>
            <a:pPr>
              <a:buFont typeface="Wingdings" panose="05000000000000000000" pitchFamily="2" charset="2"/>
              <a:buChar char="p"/>
              <a:tabLst>
                <a:tab pos="1371600" algn="l"/>
                <a:tab pos="2395538" algn="ctr"/>
                <a:tab pos="3594100" algn="ctr"/>
                <a:tab pos="4805363" algn="ctr"/>
              </a:tabLst>
              <a:defRPr/>
            </a:pPr>
            <a:r>
              <a:rPr lang="en-US" altLang="en-US" sz="2000" dirty="0">
                <a:latin typeface="微软雅黑" panose="020B0503020204020204" pitchFamily="34" charset="-122"/>
                <a:ea typeface="微软雅黑" panose="020B0503020204020204" pitchFamily="34" charset="-122"/>
              </a:rPr>
              <a:t>5 </a:t>
            </a:r>
            <a:r>
              <a:rPr lang="zh-CN" altLang="en-US" sz="2000" dirty="0">
                <a:latin typeface="微软雅黑" panose="020B0503020204020204" pitchFamily="34" charset="-122"/>
                <a:ea typeface="微软雅黑" panose="020B0503020204020204" pitchFamily="34" charset="-122"/>
              </a:rPr>
              <a:t>个进程</a:t>
            </a:r>
            <a:r>
              <a:rPr lang="en-US" altLang="en-US" sz="2000" i="1" dirty="0">
                <a:latin typeface="微软雅黑" panose="020B0503020204020204" pitchFamily="34" charset="-122"/>
                <a:ea typeface="微软雅黑" panose="020B0503020204020204" pitchFamily="34" charset="-122"/>
              </a:rPr>
              <a:t>P</a:t>
            </a:r>
            <a:r>
              <a:rPr lang="en-US" altLang="en-US" sz="2000" baseline="-25000" dirty="0">
                <a:latin typeface="微软雅黑" panose="020B0503020204020204" pitchFamily="34" charset="-122"/>
                <a:ea typeface="微软雅黑" panose="020B0503020204020204" pitchFamily="34" charset="-122"/>
              </a:rPr>
              <a:t>0  </a:t>
            </a:r>
            <a:r>
              <a:rPr lang="zh-CN" altLang="en-US" sz="2000" dirty="0">
                <a:latin typeface="微软雅黑" panose="020B0503020204020204" pitchFamily="34" charset="-122"/>
                <a:ea typeface="微软雅黑" panose="020B0503020204020204" pitchFamily="34" charset="-122"/>
              </a:rPr>
              <a:t>到 </a:t>
            </a:r>
            <a:r>
              <a:rPr lang="en-US" altLang="en-US" sz="2000" i="1" dirty="0">
                <a:latin typeface="微软雅黑" panose="020B0503020204020204" pitchFamily="34" charset="-122"/>
                <a:ea typeface="微软雅黑" panose="020B0503020204020204" pitchFamily="34" charset="-122"/>
              </a:rPr>
              <a:t>P</a:t>
            </a:r>
            <a:r>
              <a:rPr lang="en-US" altLang="en-US" sz="2000" baseline="-25000" dirty="0">
                <a:latin typeface="微软雅黑" panose="020B0503020204020204" pitchFamily="34" charset="-122"/>
                <a:ea typeface="微软雅黑" panose="020B0503020204020204" pitchFamily="34" charset="-122"/>
              </a:rPr>
              <a:t>4 </a:t>
            </a:r>
            <a:r>
              <a:rPr lang="en-US" altLang="en-US" sz="2000" dirty="0">
                <a:latin typeface="微软雅黑" panose="020B0503020204020204" pitchFamily="34" charset="-122"/>
                <a:ea typeface="微软雅黑" panose="020B0503020204020204" pitchFamily="34" charset="-122"/>
              </a:rPr>
              <a:t>; </a:t>
            </a:r>
          </a:p>
          <a:p>
            <a:pPr marL="0" indent="0">
              <a:buFont typeface="Monotype Sorts" pitchFamily="-84" charset="2"/>
              <a:buNone/>
              <a:tabLst>
                <a:tab pos="1371600" algn="l"/>
                <a:tab pos="2395538" algn="ctr"/>
                <a:tab pos="3594100" algn="ctr"/>
                <a:tab pos="4805363" algn="ctr"/>
              </a:tabLst>
              <a:defRPr/>
            </a:pPr>
            <a:r>
              <a:rPr lang="en-US" altLang="en-US" sz="2000" dirty="0">
                <a:latin typeface="微软雅黑" panose="020B0503020204020204" pitchFamily="34" charset="-122"/>
                <a:ea typeface="微软雅黑" panose="020B0503020204020204" pitchFamily="34" charset="-122"/>
              </a:rPr>
              <a:t>     3 </a:t>
            </a:r>
            <a:r>
              <a:rPr lang="zh-CN" altLang="en-US" sz="2000" dirty="0">
                <a:latin typeface="微软雅黑" panose="020B0503020204020204" pitchFamily="34" charset="-122"/>
                <a:ea typeface="微软雅黑" panose="020B0503020204020204" pitchFamily="34" charset="-122"/>
              </a:rPr>
              <a:t>个类型的资源</a:t>
            </a:r>
            <a:r>
              <a:rPr lang="en-US" altLang="en-US" sz="2000" dirty="0">
                <a:latin typeface="微软雅黑" panose="020B0503020204020204" pitchFamily="34" charset="-122"/>
                <a:ea typeface="微软雅黑" panose="020B0503020204020204" pitchFamily="34" charset="-122"/>
              </a:rPr>
              <a:t>:</a:t>
            </a:r>
          </a:p>
          <a:p>
            <a:pPr marL="857250" lvl="2" indent="0">
              <a:buFont typeface="Webdings" panose="05030102010509060703" pitchFamily="18" charset="2"/>
              <a:buNone/>
              <a:tabLst>
                <a:tab pos="1371600" algn="l"/>
                <a:tab pos="2395538" algn="ctr"/>
                <a:tab pos="3594100" algn="ctr"/>
                <a:tab pos="4805363" algn="ctr"/>
              </a:tabLst>
              <a:defRPr/>
            </a:pP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A</a:t>
            </a:r>
            <a:r>
              <a:rPr lang="en-US" altLang="en-US" sz="2000" dirty="0">
                <a:latin typeface="微软雅黑" panose="020B0503020204020204" pitchFamily="34" charset="-122"/>
                <a:ea typeface="微软雅黑" panose="020B0503020204020204" pitchFamily="34" charset="-122"/>
              </a:rPr>
              <a:t> (10 </a:t>
            </a:r>
            <a:r>
              <a:rPr lang="zh-CN" altLang="en-US" sz="2000" dirty="0">
                <a:latin typeface="微软雅黑" panose="020B0503020204020204" pitchFamily="34" charset="-122"/>
                <a:ea typeface="微软雅黑" panose="020B0503020204020204" pitchFamily="34" charset="-122"/>
              </a:rPr>
              <a:t>个实例</a:t>
            </a: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B</a:t>
            </a:r>
            <a:r>
              <a:rPr lang="en-US" altLang="en-US" sz="2000" dirty="0">
                <a:latin typeface="微软雅黑" panose="020B0503020204020204" pitchFamily="34" charset="-122"/>
                <a:ea typeface="微软雅黑" panose="020B0503020204020204" pitchFamily="34" charset="-122"/>
              </a:rPr>
              <a:t> (5</a:t>
            </a:r>
            <a:r>
              <a:rPr lang="zh-CN" altLang="en-US" sz="2000" dirty="0">
                <a:latin typeface="微软雅黑" panose="020B0503020204020204" pitchFamily="34" charset="-122"/>
                <a:ea typeface="微软雅黑" panose="020B0503020204020204" pitchFamily="34" charset="-122"/>
              </a:rPr>
              <a:t>个实例</a:t>
            </a:r>
            <a:r>
              <a:rPr lang="en-US"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和</a:t>
            </a: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C</a:t>
            </a:r>
            <a:r>
              <a:rPr lang="en-US" altLang="en-US" sz="2000" dirty="0">
                <a:latin typeface="微软雅黑" panose="020B0503020204020204" pitchFamily="34" charset="-122"/>
                <a:ea typeface="微软雅黑" panose="020B0503020204020204" pitchFamily="34" charset="-122"/>
              </a:rPr>
              <a:t> (7</a:t>
            </a:r>
            <a:r>
              <a:rPr lang="zh-CN" altLang="en-US" sz="2000" dirty="0">
                <a:latin typeface="微软雅黑" panose="020B0503020204020204" pitchFamily="34" charset="-122"/>
                <a:ea typeface="微软雅黑" panose="020B0503020204020204" pitchFamily="34" charset="-122"/>
              </a:rPr>
              <a:t>个实例</a:t>
            </a:r>
            <a:r>
              <a:rPr lang="en-US" altLang="en-US" sz="2000" dirty="0">
                <a:latin typeface="微软雅黑" panose="020B0503020204020204" pitchFamily="34" charset="-122"/>
                <a:ea typeface="微软雅黑" panose="020B0503020204020204" pitchFamily="34" charset="-122"/>
              </a:rPr>
              <a:t>)</a:t>
            </a:r>
          </a:p>
          <a:p>
            <a:pPr>
              <a:buFont typeface="Wingdings" panose="05000000000000000000" pitchFamily="2" charset="2"/>
              <a:buChar char="p"/>
              <a:tabLst>
                <a:tab pos="1371600" algn="l"/>
                <a:tab pos="2395538" algn="ctr"/>
                <a:tab pos="3594100" algn="ctr"/>
                <a:tab pos="4805363" algn="ctr"/>
              </a:tabLst>
              <a:defRPr/>
            </a:pPr>
            <a:r>
              <a:rPr lang="en-US" altLang="en-US" sz="2000" i="1" dirty="0">
                <a:latin typeface="微软雅黑" panose="020B0503020204020204" pitchFamily="34" charset="-122"/>
                <a:ea typeface="微软雅黑" panose="020B0503020204020204" pitchFamily="34" charset="-122"/>
              </a:rPr>
              <a:t>T</a:t>
            </a:r>
            <a:r>
              <a:rPr lang="en-US" altLang="en-US" sz="2000" baseline="-25000" dirty="0">
                <a:latin typeface="微软雅黑" panose="020B0503020204020204" pitchFamily="34" charset="-122"/>
                <a:ea typeface="微软雅黑" panose="020B0503020204020204" pitchFamily="34" charset="-122"/>
              </a:rPr>
              <a:t>0</a:t>
            </a:r>
            <a:r>
              <a:rPr lang="zh-CN" altLang="en-US" sz="2000" i="1" dirty="0">
                <a:latin typeface="微软雅黑" panose="020B0503020204020204" pitchFamily="34" charset="-122"/>
                <a:ea typeface="微软雅黑" panose="020B0503020204020204" pitchFamily="34" charset="-122"/>
              </a:rPr>
              <a:t>时刻 </a:t>
            </a:r>
            <a:r>
              <a:rPr lang="en-US" altLang="en-US" sz="2000" dirty="0">
                <a:latin typeface="微软雅黑" panose="020B0503020204020204" pitchFamily="34" charset="-122"/>
                <a:ea typeface="微软雅黑" panose="020B0503020204020204" pitchFamily="34" charset="-122"/>
              </a:rPr>
              <a:t>:</a:t>
            </a:r>
          </a:p>
          <a:p>
            <a:pPr marL="0" indent="0">
              <a:buFont typeface="Monotype Sorts" pitchFamily="-84" charset="2"/>
              <a:buNone/>
              <a:tabLst>
                <a:tab pos="1371600" algn="l"/>
                <a:tab pos="2395538" algn="ctr"/>
                <a:tab pos="3594100" algn="ctr"/>
                <a:tab pos="4805363" algn="ctr"/>
              </a:tabLst>
              <a:defRPr/>
            </a:pPr>
            <a:r>
              <a:rPr lang="en-US" altLang="en-US" sz="2000" dirty="0">
                <a:latin typeface="微软雅黑" panose="020B0503020204020204" pitchFamily="34" charset="-122"/>
                <a:ea typeface="微软雅黑" panose="020B0503020204020204" pitchFamily="34" charset="-122"/>
              </a:rPr>
              <a:t>		</a:t>
            </a:r>
            <a:r>
              <a:rPr lang="en-US" altLang="en-US" sz="2000" i="1" u="sng" dirty="0">
                <a:latin typeface="微软雅黑" panose="020B0503020204020204" pitchFamily="34" charset="-122"/>
                <a:ea typeface="微软雅黑" panose="020B0503020204020204" pitchFamily="34" charset="-122"/>
              </a:rPr>
              <a:t>Allocation</a:t>
            </a:r>
            <a:r>
              <a:rPr lang="en-US" altLang="en-US" sz="2000" i="1" dirty="0">
                <a:latin typeface="微软雅黑" panose="020B0503020204020204" pitchFamily="34" charset="-122"/>
                <a:ea typeface="微软雅黑" panose="020B0503020204020204" pitchFamily="34" charset="-122"/>
              </a:rPr>
              <a:t>	      </a:t>
            </a:r>
            <a:r>
              <a:rPr lang="en-US" altLang="en-US" sz="2000" i="1" u="sng" dirty="0">
                <a:latin typeface="微软雅黑" panose="020B0503020204020204" pitchFamily="34" charset="-122"/>
                <a:ea typeface="微软雅黑" panose="020B0503020204020204" pitchFamily="34" charset="-122"/>
              </a:rPr>
              <a:t>Max</a:t>
            </a:r>
            <a:r>
              <a:rPr lang="en-US" altLang="en-US" sz="2000" i="1" dirty="0">
                <a:latin typeface="微软雅黑" panose="020B0503020204020204" pitchFamily="34" charset="-122"/>
                <a:ea typeface="微软雅黑" panose="020B0503020204020204" pitchFamily="34" charset="-122"/>
              </a:rPr>
              <a:t>	      </a:t>
            </a:r>
            <a:r>
              <a:rPr lang="en-US" altLang="en-US" sz="2000" i="1" u="sng" dirty="0">
                <a:latin typeface="微软雅黑" panose="020B0503020204020204" pitchFamily="34" charset="-122"/>
                <a:ea typeface="微软雅黑" panose="020B0503020204020204" pitchFamily="34" charset="-122"/>
              </a:rPr>
              <a:t>Available</a:t>
            </a:r>
            <a:endParaRPr lang="en-US" altLang="en-US" sz="2000" i="1" dirty="0">
              <a:latin typeface="微软雅黑" panose="020B0503020204020204" pitchFamily="34" charset="-122"/>
              <a:ea typeface="微软雅黑" panose="020B0503020204020204" pitchFamily="34" charset="-122"/>
            </a:endParaRPr>
          </a:p>
          <a:p>
            <a:pPr marL="0" indent="0">
              <a:buFont typeface="Monotype Sorts" pitchFamily="-84" charset="2"/>
              <a:buNone/>
              <a:tabLst>
                <a:tab pos="1371600" algn="l"/>
                <a:tab pos="2395538" algn="ctr"/>
                <a:tab pos="3594100" algn="ctr"/>
                <a:tab pos="4805363" algn="ctr"/>
              </a:tabLst>
              <a:defRPr/>
            </a:pPr>
            <a:r>
              <a:rPr lang="en-US" altLang="en-US" sz="2000" i="1" dirty="0">
                <a:latin typeface="微软雅黑" panose="020B0503020204020204" pitchFamily="34" charset="-122"/>
                <a:ea typeface="微软雅黑" panose="020B0503020204020204" pitchFamily="34" charset="-122"/>
              </a:rPr>
              <a:t>		A B C	       A B C 	      A B C</a:t>
            </a:r>
          </a:p>
          <a:p>
            <a:pPr>
              <a:buFont typeface="Monotype Sorts" pitchFamily="-84" charset="2"/>
              <a:buNone/>
              <a:tabLst>
                <a:tab pos="1371600" algn="l"/>
                <a:tab pos="2395538" algn="ctr"/>
                <a:tab pos="3594100" algn="ctr"/>
                <a:tab pos="4805363" algn="ctr"/>
              </a:tabLst>
              <a:defRPr/>
            </a:pP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P</a:t>
            </a:r>
            <a:r>
              <a:rPr lang="en-US" altLang="en-US" sz="2000" baseline="-25000" dirty="0">
                <a:latin typeface="微软雅黑" panose="020B0503020204020204" pitchFamily="34" charset="-122"/>
                <a:ea typeface="微软雅黑" panose="020B0503020204020204" pitchFamily="34" charset="-122"/>
              </a:rPr>
              <a:t>0	</a:t>
            </a:r>
            <a:r>
              <a:rPr lang="en-US" altLang="en-US" sz="2000" dirty="0">
                <a:latin typeface="微软雅黑" panose="020B0503020204020204" pitchFamily="34" charset="-122"/>
                <a:ea typeface="微软雅黑" panose="020B0503020204020204" pitchFamily="34" charset="-122"/>
              </a:rPr>
              <a:t>0 1 0	        7 5 3 	      3 3 2</a:t>
            </a:r>
          </a:p>
          <a:p>
            <a:pPr>
              <a:buFont typeface="Monotype Sorts" pitchFamily="-84" charset="2"/>
              <a:buNone/>
              <a:tabLst>
                <a:tab pos="1371600" algn="l"/>
                <a:tab pos="2395538" algn="ctr"/>
                <a:tab pos="3594100" algn="ctr"/>
                <a:tab pos="4805363" algn="ctr"/>
              </a:tabLst>
              <a:defRPr/>
            </a:pP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P</a:t>
            </a:r>
            <a:r>
              <a:rPr lang="en-US" altLang="en-US" sz="2000" baseline="-25000" dirty="0">
                <a:latin typeface="微软雅黑" panose="020B0503020204020204" pitchFamily="34" charset="-122"/>
                <a:ea typeface="微软雅黑" panose="020B0503020204020204" pitchFamily="34" charset="-122"/>
              </a:rPr>
              <a:t>1	</a:t>
            </a:r>
            <a:r>
              <a:rPr lang="en-US" altLang="en-US" sz="2000" dirty="0">
                <a:latin typeface="微软雅黑" panose="020B0503020204020204" pitchFamily="34" charset="-122"/>
                <a:ea typeface="微软雅黑" panose="020B0503020204020204" pitchFamily="34" charset="-122"/>
              </a:rPr>
              <a:t>2 0 0 	        3 2 2  </a:t>
            </a:r>
          </a:p>
          <a:p>
            <a:pPr>
              <a:buFont typeface="Monotype Sorts" pitchFamily="-84" charset="2"/>
              <a:buNone/>
              <a:tabLst>
                <a:tab pos="1371600" algn="l"/>
                <a:tab pos="2395538" algn="ctr"/>
                <a:tab pos="3594100" algn="ctr"/>
                <a:tab pos="4805363" algn="ctr"/>
              </a:tabLst>
              <a:defRPr/>
            </a:pP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P</a:t>
            </a:r>
            <a:r>
              <a:rPr lang="en-US" altLang="en-US" sz="2000" baseline="-25000" dirty="0">
                <a:latin typeface="微软雅黑" panose="020B0503020204020204" pitchFamily="34" charset="-122"/>
                <a:ea typeface="微软雅黑" panose="020B0503020204020204" pitchFamily="34" charset="-122"/>
              </a:rPr>
              <a:t>2</a:t>
            </a:r>
            <a:r>
              <a:rPr lang="en-US" altLang="en-US" sz="2000" dirty="0">
                <a:latin typeface="微软雅黑" panose="020B0503020204020204" pitchFamily="34" charset="-122"/>
                <a:ea typeface="微软雅黑" panose="020B0503020204020204" pitchFamily="34" charset="-122"/>
              </a:rPr>
              <a:t>	3 0 2 	        9 0 2</a:t>
            </a:r>
          </a:p>
          <a:p>
            <a:pPr>
              <a:buFont typeface="Monotype Sorts" pitchFamily="-84" charset="2"/>
              <a:buNone/>
              <a:tabLst>
                <a:tab pos="1371600" algn="l"/>
                <a:tab pos="2395538" algn="ctr"/>
                <a:tab pos="3594100" algn="ctr"/>
                <a:tab pos="4805363" algn="ctr"/>
              </a:tabLst>
              <a:defRPr/>
            </a:pP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P</a:t>
            </a:r>
            <a:r>
              <a:rPr lang="en-US" altLang="en-US" sz="2000" baseline="-25000" dirty="0">
                <a:latin typeface="微软雅黑" panose="020B0503020204020204" pitchFamily="34" charset="-122"/>
                <a:ea typeface="微软雅黑" panose="020B0503020204020204" pitchFamily="34" charset="-122"/>
              </a:rPr>
              <a:t>3</a:t>
            </a:r>
            <a:r>
              <a:rPr lang="en-US" altLang="en-US" sz="2000" dirty="0">
                <a:latin typeface="微软雅黑" panose="020B0503020204020204" pitchFamily="34" charset="-122"/>
                <a:ea typeface="微软雅黑" panose="020B0503020204020204" pitchFamily="34" charset="-122"/>
              </a:rPr>
              <a:t>	2 1 1 	        2 2 2</a:t>
            </a:r>
          </a:p>
          <a:p>
            <a:pPr>
              <a:buFont typeface="Monotype Sorts" pitchFamily="-84" charset="2"/>
              <a:buNone/>
              <a:tabLst>
                <a:tab pos="1371600" algn="l"/>
                <a:tab pos="2395538" algn="ctr"/>
                <a:tab pos="3594100" algn="ctr"/>
                <a:tab pos="4805363" algn="ctr"/>
              </a:tabLst>
              <a:defRPr/>
            </a:pP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P</a:t>
            </a:r>
            <a:r>
              <a:rPr lang="en-US" altLang="en-US" sz="2000" baseline="-25000" dirty="0">
                <a:latin typeface="微软雅黑" panose="020B0503020204020204" pitchFamily="34" charset="-122"/>
                <a:ea typeface="微软雅黑" panose="020B0503020204020204" pitchFamily="34" charset="-122"/>
              </a:rPr>
              <a:t>4</a:t>
            </a:r>
            <a:r>
              <a:rPr lang="en-US" altLang="en-US" sz="2000" dirty="0">
                <a:latin typeface="微软雅黑" panose="020B0503020204020204" pitchFamily="34" charset="-122"/>
                <a:ea typeface="微软雅黑" panose="020B0503020204020204" pitchFamily="34" charset="-122"/>
              </a:rPr>
              <a:t>	0 0 2	         4 3 3  	</a:t>
            </a:r>
            <a:r>
              <a:rPr lang="en-US" altLang="en-US" sz="2000" dirty="0"/>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01772104-6875-477E-ADA6-7948BA4AE7EB}"/>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微软雅黑" panose="020B0503020204020204" pitchFamily="34" charset="-122"/>
              </a:rPr>
              <a:t>示例</a:t>
            </a:r>
            <a:r>
              <a:rPr lang="en-US" altLang="en-US">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续</a:t>
            </a:r>
            <a:r>
              <a:rPr lang="en-US" altLang="en-US">
                <a:latin typeface="微软雅黑" panose="020B0503020204020204" pitchFamily="34" charset="-122"/>
                <a:ea typeface="微软雅黑" panose="020B0503020204020204" pitchFamily="34" charset="-122"/>
              </a:rPr>
              <a:t>)</a:t>
            </a:r>
          </a:p>
        </p:txBody>
      </p:sp>
      <p:sp>
        <p:nvSpPr>
          <p:cNvPr id="68611" name="Rectangle 3">
            <a:extLst>
              <a:ext uri="{FF2B5EF4-FFF2-40B4-BE49-F238E27FC236}">
                <a16:creationId xmlns:a16="http://schemas.microsoft.com/office/drawing/2014/main" id="{DADFEE80-6007-47E0-8C8D-F3C0F43E1ABB}"/>
              </a:ext>
            </a:extLst>
          </p:cNvPr>
          <p:cNvSpPr>
            <a:spLocks noGrp="1" noChangeArrowheads="1"/>
          </p:cNvSpPr>
          <p:nvPr>
            <p:ph type="body" idx="1"/>
          </p:nvPr>
        </p:nvSpPr>
        <p:spPr>
          <a:xfrm>
            <a:off x="771525" y="1312863"/>
            <a:ext cx="8940425" cy="4640262"/>
          </a:xfrm>
        </p:spPr>
        <p:txBody>
          <a:bodyPr/>
          <a:lstStyle/>
          <a:p>
            <a:pPr>
              <a:buFont typeface="Wingdings" panose="05000000000000000000" pitchFamily="2" charset="2"/>
              <a:buChar char="p"/>
              <a:tabLst>
                <a:tab pos="2452688" algn="l"/>
                <a:tab pos="3492500" algn="ctr"/>
              </a:tabLst>
            </a:pPr>
            <a:r>
              <a:rPr lang="zh-CN" altLang="en-US" sz="2000" dirty="0">
                <a:latin typeface="微软雅黑" panose="020B0503020204020204" pitchFamily="34" charset="-122"/>
                <a:ea typeface="微软雅黑" panose="020B0503020204020204" pitchFamily="34" charset="-122"/>
              </a:rPr>
              <a:t>矩阵</a:t>
            </a:r>
            <a:r>
              <a:rPr lang="en-US" altLang="en-US" sz="2000" b="1" i="1" dirty="0">
                <a:latin typeface="微软雅黑" panose="020B0503020204020204" pitchFamily="34" charset="-122"/>
                <a:ea typeface="微软雅黑" panose="020B0503020204020204" pitchFamily="34" charset="-122"/>
              </a:rPr>
              <a:t>Need</a:t>
            </a:r>
            <a:r>
              <a:rPr lang="en-US"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定义为</a:t>
            </a:r>
            <a:r>
              <a:rPr lang="en-US" altLang="en-US" sz="2000" b="1" i="1" dirty="0">
                <a:latin typeface="微软雅黑" panose="020B0503020204020204" pitchFamily="34" charset="-122"/>
                <a:ea typeface="微软雅黑" panose="020B0503020204020204" pitchFamily="34" charset="-122"/>
              </a:rPr>
              <a:t>Max</a:t>
            </a:r>
            <a:r>
              <a:rPr lang="en-US" altLang="en-US" sz="2000" b="1" dirty="0">
                <a:latin typeface="微软雅黑" panose="020B0503020204020204" pitchFamily="34" charset="-122"/>
                <a:ea typeface="微软雅黑" panose="020B0503020204020204" pitchFamily="34" charset="-122"/>
              </a:rPr>
              <a:t> – </a:t>
            </a:r>
            <a:r>
              <a:rPr lang="en-US" altLang="en-US" sz="2000" b="1" i="1" dirty="0">
                <a:latin typeface="微软雅黑" panose="020B0503020204020204" pitchFamily="34" charset="-122"/>
                <a:ea typeface="微软雅黑" panose="020B0503020204020204" pitchFamily="34" charset="-122"/>
              </a:rPr>
              <a:t>Allocation</a:t>
            </a:r>
            <a:endParaRPr lang="en-US" altLang="en-US" sz="2000" b="1" dirty="0">
              <a:latin typeface="微软雅黑" panose="020B0503020204020204" pitchFamily="34" charset="-122"/>
              <a:ea typeface="微软雅黑" panose="020B0503020204020204" pitchFamily="34" charset="-122"/>
            </a:endParaRPr>
          </a:p>
          <a:p>
            <a:pPr>
              <a:buFont typeface="Monotype Sorts" pitchFamily="-84" charset="2"/>
              <a:buNone/>
              <a:tabLst>
                <a:tab pos="2452688" algn="l"/>
                <a:tab pos="3492500" algn="ctr"/>
              </a:tabLst>
            </a:pPr>
            <a:endParaRPr lang="en-US" altLang="en-US" sz="2000" dirty="0">
              <a:latin typeface="微软雅黑" panose="020B0503020204020204" pitchFamily="34" charset="-122"/>
              <a:ea typeface="微软雅黑" panose="020B0503020204020204" pitchFamily="34" charset="-122"/>
            </a:endParaRPr>
          </a:p>
          <a:p>
            <a:pPr>
              <a:buFont typeface="Monotype Sorts" pitchFamily="-84" charset="2"/>
              <a:buNone/>
              <a:tabLst>
                <a:tab pos="2452688" algn="l"/>
                <a:tab pos="3492500" algn="ctr"/>
              </a:tabLst>
            </a:pPr>
            <a:r>
              <a:rPr lang="en-US" altLang="en-US" sz="2000" dirty="0">
                <a:latin typeface="微软雅黑" panose="020B0503020204020204" pitchFamily="34" charset="-122"/>
                <a:ea typeface="微软雅黑" panose="020B0503020204020204" pitchFamily="34" charset="-122"/>
              </a:rPr>
              <a:t>		</a:t>
            </a:r>
          </a:p>
          <a:p>
            <a:pPr>
              <a:buFont typeface="Monotype Sorts" pitchFamily="-84" charset="2"/>
              <a:buNone/>
              <a:tabLst>
                <a:tab pos="2452688" algn="l"/>
                <a:tab pos="3492500" algn="ctr"/>
              </a:tabLst>
            </a:pPr>
            <a:endParaRPr lang="en-US" altLang="en-US" sz="2000" dirty="0"/>
          </a:p>
          <a:p>
            <a:pPr>
              <a:buFont typeface="Monotype Sorts" pitchFamily="-84" charset="2"/>
              <a:buNone/>
              <a:tabLst>
                <a:tab pos="2452688" algn="l"/>
                <a:tab pos="3492500" algn="ctr"/>
              </a:tabLst>
            </a:pPr>
            <a:endParaRPr lang="en-US" altLang="en-US" sz="2000" dirty="0">
              <a:latin typeface="微软雅黑" panose="020B0503020204020204" pitchFamily="34" charset="-122"/>
              <a:ea typeface="微软雅黑" panose="020B0503020204020204" pitchFamily="34" charset="-122"/>
            </a:endParaRPr>
          </a:p>
          <a:p>
            <a:pPr>
              <a:buFont typeface="Monotype Sorts" pitchFamily="-84" charset="2"/>
              <a:buNone/>
              <a:tabLst>
                <a:tab pos="2452688" algn="l"/>
                <a:tab pos="3492500" algn="ctr"/>
              </a:tabLst>
            </a:pPr>
            <a:endParaRPr lang="en-US" altLang="en-US" sz="2000" dirty="0"/>
          </a:p>
          <a:p>
            <a:pPr>
              <a:buFont typeface="Monotype Sorts" pitchFamily="-84" charset="2"/>
              <a:buNone/>
              <a:tabLst>
                <a:tab pos="2452688" algn="l"/>
                <a:tab pos="3492500" algn="ctr"/>
              </a:tabLst>
            </a:pPr>
            <a:endParaRPr lang="en-US" altLang="en-US" sz="2000" dirty="0">
              <a:latin typeface="微软雅黑" panose="020B0503020204020204" pitchFamily="34" charset="-122"/>
              <a:ea typeface="微软雅黑" panose="020B0503020204020204" pitchFamily="34" charset="-122"/>
            </a:endParaRPr>
          </a:p>
          <a:p>
            <a:pPr>
              <a:buFont typeface="Monotype Sorts" pitchFamily="-84" charset="2"/>
              <a:buNone/>
              <a:tabLst>
                <a:tab pos="2452688" algn="l"/>
                <a:tab pos="3492500" algn="ctr"/>
              </a:tabLst>
            </a:pPr>
            <a:endParaRPr lang="en-US" altLang="en-US" sz="2000" dirty="0"/>
          </a:p>
          <a:p>
            <a:pPr>
              <a:buFont typeface="Monotype Sorts" pitchFamily="-84" charset="2"/>
              <a:buNone/>
              <a:tabLst>
                <a:tab pos="2452688" algn="l"/>
                <a:tab pos="3492500" algn="ctr"/>
              </a:tabLst>
            </a:pPr>
            <a:br>
              <a:rPr lang="en-US" altLang="en-US" sz="2000" dirty="0">
                <a:latin typeface="微软雅黑" panose="020B0503020204020204" pitchFamily="34" charset="-122"/>
                <a:ea typeface="微软雅黑" panose="020B0503020204020204" pitchFamily="34" charset="-122"/>
              </a:rPr>
            </a:br>
            <a:endParaRPr lang="en-US"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buChar char="p"/>
              <a:tabLst>
                <a:tab pos="2452688" algn="l"/>
                <a:tab pos="3492500" algn="ctr"/>
              </a:tabLst>
            </a:pPr>
            <a:r>
              <a:rPr lang="zh-CN" altLang="en-US" sz="2000" dirty="0">
                <a:latin typeface="微软雅黑" panose="020B0503020204020204" pitchFamily="34" charset="-122"/>
                <a:ea typeface="微软雅黑" panose="020B0503020204020204" pitchFamily="34" charset="-122"/>
              </a:rPr>
              <a:t>系统处于安全状态，因为序列</a:t>
            </a:r>
            <a:r>
              <a:rPr lang="en-US" altLang="en-US" sz="2000" dirty="0">
                <a:latin typeface="微软雅黑" panose="020B0503020204020204" pitchFamily="34" charset="-122"/>
                <a:ea typeface="微软雅黑" panose="020B0503020204020204" pitchFamily="34" charset="-122"/>
              </a:rPr>
              <a:t>&lt; </a:t>
            </a:r>
            <a:r>
              <a:rPr lang="en-US" altLang="en-US" sz="2000" i="1" dirty="0">
                <a:latin typeface="微软雅黑" panose="020B0503020204020204" pitchFamily="34" charset="-122"/>
                <a:ea typeface="微软雅黑" panose="020B0503020204020204" pitchFamily="34" charset="-122"/>
              </a:rPr>
              <a:t>P</a:t>
            </a:r>
            <a:r>
              <a:rPr lang="en-US" altLang="en-US" sz="2000" baseline="-25000" dirty="0">
                <a:latin typeface="微软雅黑" panose="020B0503020204020204" pitchFamily="34" charset="-122"/>
                <a:ea typeface="微软雅黑" panose="020B0503020204020204" pitchFamily="34" charset="-122"/>
              </a:rPr>
              <a:t>1</a:t>
            </a: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P</a:t>
            </a:r>
            <a:r>
              <a:rPr lang="en-US" altLang="en-US" sz="2000" baseline="-25000" dirty="0">
                <a:latin typeface="微软雅黑" panose="020B0503020204020204" pitchFamily="34" charset="-122"/>
                <a:ea typeface="微软雅黑" panose="020B0503020204020204" pitchFamily="34" charset="-122"/>
              </a:rPr>
              <a:t>3</a:t>
            </a: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P</a:t>
            </a:r>
            <a:r>
              <a:rPr lang="en-US" altLang="en-US" sz="2000" baseline="-25000" dirty="0">
                <a:latin typeface="微软雅黑" panose="020B0503020204020204" pitchFamily="34" charset="-122"/>
                <a:ea typeface="微软雅黑" panose="020B0503020204020204" pitchFamily="34" charset="-122"/>
              </a:rPr>
              <a:t>4</a:t>
            </a: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P</a:t>
            </a:r>
            <a:r>
              <a:rPr lang="en-US" altLang="en-US" sz="2000" baseline="-25000" dirty="0">
                <a:latin typeface="微软雅黑" panose="020B0503020204020204" pitchFamily="34" charset="-122"/>
                <a:ea typeface="微软雅黑" panose="020B0503020204020204" pitchFamily="34" charset="-122"/>
              </a:rPr>
              <a:t>2</a:t>
            </a: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P</a:t>
            </a:r>
            <a:r>
              <a:rPr lang="en-US" altLang="en-US" sz="2000" baseline="-25000" dirty="0">
                <a:latin typeface="微软雅黑" panose="020B0503020204020204" pitchFamily="34" charset="-122"/>
                <a:ea typeface="微软雅黑" panose="020B0503020204020204" pitchFamily="34" charset="-122"/>
              </a:rPr>
              <a:t>0</a:t>
            </a:r>
            <a:r>
              <a:rPr lang="en-US" altLang="en-US" sz="2000" dirty="0">
                <a:latin typeface="微软雅黑" panose="020B0503020204020204" pitchFamily="34" charset="-122"/>
                <a:ea typeface="微软雅黑" panose="020B0503020204020204" pitchFamily="34" charset="-122"/>
              </a:rPr>
              <a:t>&gt; </a:t>
            </a:r>
            <a:r>
              <a:rPr lang="zh-CN" altLang="en-US" sz="2000" dirty="0">
                <a:latin typeface="微软雅黑" panose="020B0503020204020204" pitchFamily="34" charset="-122"/>
                <a:ea typeface="微软雅黑" panose="020B0503020204020204" pitchFamily="34" charset="-122"/>
              </a:rPr>
              <a:t>满足安全标准</a:t>
            </a:r>
            <a:endParaRPr lang="en-US" altLang="en-US" sz="2000" baseline="-25000"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BB6C93EE-9E05-4930-879C-5DBDFC1992DE}"/>
              </a:ext>
            </a:extLst>
          </p:cNvPr>
          <p:cNvSpPr/>
          <p:nvPr/>
        </p:nvSpPr>
        <p:spPr>
          <a:xfrm>
            <a:off x="1423410" y="2158597"/>
            <a:ext cx="6096000" cy="2893100"/>
          </a:xfrm>
          <a:prstGeom prst="rect">
            <a:avLst/>
          </a:prstGeom>
        </p:spPr>
        <p:txBody>
          <a:bodyPr>
            <a:spAutoFit/>
          </a:bodyPr>
          <a:lstStyle/>
          <a:p>
            <a:pPr lvl="0" eaLnBrk="0" fontAlgn="base" hangingPunct="0">
              <a:spcBef>
                <a:spcPct val="35000"/>
              </a:spcBef>
              <a:spcAft>
                <a:spcPct val="0"/>
              </a:spcAft>
              <a:buClr>
                <a:srgbClr val="993300"/>
              </a:buClr>
              <a:buSzPct val="90000"/>
              <a:tabLst>
                <a:tab pos="1371600" algn="l"/>
                <a:tab pos="2395538" algn="ctr"/>
                <a:tab pos="3594100" algn="ctr"/>
                <a:tab pos="4805363" algn="ctr"/>
              </a:tabLst>
              <a:defRPr/>
            </a:pPr>
            <a:r>
              <a:rPr kumimoji="1" lang="en-US" altLang="en-US" sz="2000" b="1" kern="0" dirty="0">
                <a:solidFill>
                  <a:srgbClr val="000000"/>
                </a:solidFill>
                <a:latin typeface="微软雅黑" panose="020B0503020204020204" pitchFamily="34" charset="-122"/>
                <a:ea typeface="微软雅黑" panose="020B0503020204020204" pitchFamily="34" charset="-122"/>
              </a:rPr>
              <a:t>		</a:t>
            </a:r>
            <a:r>
              <a:rPr kumimoji="1" lang="en-US" altLang="en-US" sz="2000" b="1" i="1" u="sng" kern="0" dirty="0">
                <a:solidFill>
                  <a:srgbClr val="000000"/>
                </a:solidFill>
                <a:latin typeface="微软雅黑" panose="020B0503020204020204" pitchFamily="34" charset="-122"/>
                <a:ea typeface="微软雅黑" panose="020B0503020204020204" pitchFamily="34" charset="-122"/>
              </a:rPr>
              <a:t>Allocation</a:t>
            </a:r>
            <a:r>
              <a:rPr kumimoji="1" lang="en-US" altLang="en-US" sz="2000" b="1" i="1" kern="0" dirty="0">
                <a:solidFill>
                  <a:srgbClr val="000000"/>
                </a:solidFill>
                <a:latin typeface="微软雅黑" panose="020B0503020204020204" pitchFamily="34" charset="-122"/>
                <a:ea typeface="微软雅黑" panose="020B0503020204020204" pitchFamily="34" charset="-122"/>
              </a:rPr>
              <a:t>	      </a:t>
            </a:r>
            <a:r>
              <a:rPr kumimoji="1" lang="en-US" altLang="en-US" sz="2000" b="1" i="1" u="sng" kern="0" dirty="0">
                <a:solidFill>
                  <a:srgbClr val="000000"/>
                </a:solidFill>
                <a:latin typeface="微软雅黑" panose="020B0503020204020204" pitchFamily="34" charset="-122"/>
                <a:ea typeface="微软雅黑" panose="020B0503020204020204" pitchFamily="34" charset="-122"/>
              </a:rPr>
              <a:t>Max</a:t>
            </a:r>
            <a:r>
              <a:rPr kumimoji="1" lang="en-US" altLang="en-US" sz="2000" b="1" i="1" kern="0" dirty="0">
                <a:solidFill>
                  <a:srgbClr val="000000"/>
                </a:solidFill>
                <a:latin typeface="微软雅黑" panose="020B0503020204020204" pitchFamily="34" charset="-122"/>
                <a:ea typeface="微软雅黑" panose="020B0503020204020204" pitchFamily="34" charset="-122"/>
              </a:rPr>
              <a:t>	      </a:t>
            </a:r>
            <a:r>
              <a:rPr kumimoji="1" lang="en-US" altLang="en-US" sz="2000" b="1" i="1" u="sng" kern="0" dirty="0">
                <a:solidFill>
                  <a:srgbClr val="000000"/>
                </a:solidFill>
                <a:latin typeface="微软雅黑" panose="020B0503020204020204" pitchFamily="34" charset="-122"/>
                <a:ea typeface="微软雅黑" panose="020B0503020204020204" pitchFamily="34" charset="-122"/>
              </a:rPr>
              <a:t>N</a:t>
            </a:r>
            <a:r>
              <a:rPr kumimoji="1" lang="en-US" altLang="zh-CN" sz="2000" b="1" i="1" u="sng" kern="0" dirty="0">
                <a:solidFill>
                  <a:srgbClr val="000000"/>
                </a:solidFill>
                <a:latin typeface="微软雅黑" panose="020B0503020204020204" pitchFamily="34" charset="-122"/>
                <a:ea typeface="微软雅黑" panose="020B0503020204020204" pitchFamily="34" charset="-122"/>
              </a:rPr>
              <a:t>eed</a:t>
            </a:r>
            <a:endParaRPr kumimoji="1" lang="en-US" altLang="en-US" sz="2000" b="1" i="1" kern="0" dirty="0">
              <a:solidFill>
                <a:srgbClr val="000000"/>
              </a:solidFill>
              <a:latin typeface="微软雅黑" panose="020B0503020204020204" pitchFamily="34" charset="-122"/>
              <a:ea typeface="微软雅黑" panose="020B0503020204020204" pitchFamily="34" charset="-122"/>
            </a:endParaRPr>
          </a:p>
          <a:p>
            <a:pPr lvl="0" eaLnBrk="0" fontAlgn="base" hangingPunct="0">
              <a:spcBef>
                <a:spcPct val="35000"/>
              </a:spcBef>
              <a:spcAft>
                <a:spcPct val="0"/>
              </a:spcAft>
              <a:buClr>
                <a:srgbClr val="993300"/>
              </a:buClr>
              <a:buSzPct val="90000"/>
              <a:tabLst>
                <a:tab pos="1371600" algn="l"/>
                <a:tab pos="2395538" algn="ctr"/>
                <a:tab pos="3594100" algn="ctr"/>
                <a:tab pos="4805363" algn="ctr"/>
              </a:tabLst>
              <a:defRPr/>
            </a:pPr>
            <a:r>
              <a:rPr kumimoji="1" lang="en-US" altLang="en-US" sz="2000" b="1" i="1" kern="0" dirty="0">
                <a:solidFill>
                  <a:srgbClr val="000000"/>
                </a:solidFill>
                <a:latin typeface="微软雅黑" panose="020B0503020204020204" pitchFamily="34" charset="-122"/>
                <a:ea typeface="微软雅黑" panose="020B0503020204020204" pitchFamily="34" charset="-122"/>
              </a:rPr>
              <a:t>		A B C	       A B C 	      A B C</a:t>
            </a:r>
          </a:p>
          <a:p>
            <a:pPr marL="341313" lvl="0" indent="-341313" eaLnBrk="0" fontAlgn="base" hangingPunct="0">
              <a:spcBef>
                <a:spcPct val="35000"/>
              </a:spcBef>
              <a:spcAft>
                <a:spcPct val="0"/>
              </a:spcAft>
              <a:buClr>
                <a:srgbClr val="993300"/>
              </a:buClr>
              <a:buSzPct val="90000"/>
              <a:tabLst>
                <a:tab pos="1371600" algn="l"/>
                <a:tab pos="2395538" algn="ctr"/>
                <a:tab pos="3594100" algn="ctr"/>
                <a:tab pos="4805363" algn="ctr"/>
              </a:tabLst>
              <a:defRPr/>
            </a:pPr>
            <a:r>
              <a:rPr kumimoji="1" lang="en-US" altLang="en-US" sz="2000" b="1" kern="0" dirty="0">
                <a:solidFill>
                  <a:srgbClr val="000000"/>
                </a:solidFill>
                <a:latin typeface="微软雅黑" panose="020B0503020204020204" pitchFamily="34" charset="-122"/>
                <a:ea typeface="微软雅黑" panose="020B0503020204020204" pitchFamily="34" charset="-122"/>
              </a:rPr>
              <a:t>		</a:t>
            </a:r>
            <a:r>
              <a:rPr kumimoji="1" lang="en-US" altLang="en-US" sz="2000" b="1" i="1" kern="0" dirty="0">
                <a:solidFill>
                  <a:srgbClr val="000000"/>
                </a:solidFill>
                <a:latin typeface="微软雅黑" panose="020B0503020204020204" pitchFamily="34" charset="-122"/>
                <a:ea typeface="微软雅黑" panose="020B0503020204020204" pitchFamily="34" charset="-122"/>
              </a:rPr>
              <a:t>P</a:t>
            </a:r>
            <a:r>
              <a:rPr kumimoji="1" lang="en-US" altLang="en-US" sz="2000" b="1" kern="0" baseline="-25000" dirty="0">
                <a:solidFill>
                  <a:srgbClr val="000000"/>
                </a:solidFill>
                <a:latin typeface="微软雅黑" panose="020B0503020204020204" pitchFamily="34" charset="-122"/>
                <a:ea typeface="微软雅黑" panose="020B0503020204020204" pitchFamily="34" charset="-122"/>
              </a:rPr>
              <a:t>0	</a:t>
            </a:r>
            <a:r>
              <a:rPr kumimoji="1" lang="en-US" altLang="en-US" sz="2000" b="1" kern="0" dirty="0">
                <a:solidFill>
                  <a:srgbClr val="000000"/>
                </a:solidFill>
                <a:latin typeface="微软雅黑" panose="020B0503020204020204" pitchFamily="34" charset="-122"/>
                <a:ea typeface="微软雅黑" panose="020B0503020204020204" pitchFamily="34" charset="-122"/>
              </a:rPr>
              <a:t>0 1 0	        7 5 3 	      7 4 3</a:t>
            </a:r>
          </a:p>
          <a:p>
            <a:pPr marL="341313" lvl="0" indent="-341313" eaLnBrk="0" fontAlgn="base" hangingPunct="0">
              <a:spcBef>
                <a:spcPct val="35000"/>
              </a:spcBef>
              <a:spcAft>
                <a:spcPct val="0"/>
              </a:spcAft>
              <a:buClr>
                <a:srgbClr val="993300"/>
              </a:buClr>
              <a:buSzPct val="90000"/>
              <a:tabLst>
                <a:tab pos="1371600" algn="l"/>
                <a:tab pos="2395538" algn="ctr"/>
                <a:tab pos="3594100" algn="ctr"/>
                <a:tab pos="4805363" algn="ctr"/>
              </a:tabLst>
              <a:defRPr/>
            </a:pPr>
            <a:r>
              <a:rPr kumimoji="1" lang="en-US" altLang="en-US" sz="2000" b="1" kern="0" dirty="0">
                <a:solidFill>
                  <a:srgbClr val="000000"/>
                </a:solidFill>
                <a:latin typeface="微软雅黑" panose="020B0503020204020204" pitchFamily="34" charset="-122"/>
                <a:ea typeface="微软雅黑" panose="020B0503020204020204" pitchFamily="34" charset="-122"/>
              </a:rPr>
              <a:t>		 </a:t>
            </a:r>
            <a:r>
              <a:rPr kumimoji="1" lang="en-US" altLang="en-US" sz="2000" b="1" i="1" kern="0" dirty="0">
                <a:solidFill>
                  <a:srgbClr val="000000"/>
                </a:solidFill>
                <a:latin typeface="微软雅黑" panose="020B0503020204020204" pitchFamily="34" charset="-122"/>
                <a:ea typeface="微软雅黑" panose="020B0503020204020204" pitchFamily="34" charset="-122"/>
              </a:rPr>
              <a:t>P</a:t>
            </a:r>
            <a:r>
              <a:rPr kumimoji="1" lang="en-US" altLang="en-US" sz="2000" b="1" kern="0" baseline="-25000" dirty="0">
                <a:solidFill>
                  <a:srgbClr val="000000"/>
                </a:solidFill>
                <a:latin typeface="微软雅黑" panose="020B0503020204020204" pitchFamily="34" charset="-122"/>
                <a:ea typeface="微软雅黑" panose="020B0503020204020204" pitchFamily="34" charset="-122"/>
              </a:rPr>
              <a:t>1	</a:t>
            </a:r>
            <a:r>
              <a:rPr kumimoji="1" lang="en-US" altLang="en-US" sz="2000" b="1" kern="0" dirty="0">
                <a:solidFill>
                  <a:srgbClr val="000000"/>
                </a:solidFill>
                <a:latin typeface="微软雅黑" panose="020B0503020204020204" pitchFamily="34" charset="-122"/>
                <a:ea typeface="微软雅黑" panose="020B0503020204020204" pitchFamily="34" charset="-122"/>
              </a:rPr>
              <a:t>2 0 0 	        3 2 2	      1 2 2</a:t>
            </a:r>
          </a:p>
          <a:p>
            <a:pPr marL="341313" lvl="0" indent="-341313" eaLnBrk="0" fontAlgn="base" hangingPunct="0">
              <a:spcBef>
                <a:spcPct val="35000"/>
              </a:spcBef>
              <a:spcAft>
                <a:spcPct val="0"/>
              </a:spcAft>
              <a:buClr>
                <a:srgbClr val="993300"/>
              </a:buClr>
              <a:buSzPct val="90000"/>
              <a:tabLst>
                <a:tab pos="1371600" algn="l"/>
                <a:tab pos="2395538" algn="ctr"/>
                <a:tab pos="3594100" algn="ctr"/>
                <a:tab pos="4805363" algn="ctr"/>
              </a:tabLst>
              <a:defRPr/>
            </a:pPr>
            <a:r>
              <a:rPr kumimoji="1" lang="en-US" altLang="en-US" sz="2000" b="1" kern="0" dirty="0">
                <a:solidFill>
                  <a:srgbClr val="000000"/>
                </a:solidFill>
                <a:latin typeface="微软雅黑" panose="020B0503020204020204" pitchFamily="34" charset="-122"/>
                <a:ea typeface="微软雅黑" panose="020B0503020204020204" pitchFamily="34" charset="-122"/>
              </a:rPr>
              <a:t>		 </a:t>
            </a:r>
            <a:r>
              <a:rPr kumimoji="1" lang="en-US" altLang="en-US" sz="2000" b="1" i="1" kern="0" dirty="0">
                <a:solidFill>
                  <a:srgbClr val="000000"/>
                </a:solidFill>
                <a:latin typeface="微软雅黑" panose="020B0503020204020204" pitchFamily="34" charset="-122"/>
                <a:ea typeface="微软雅黑" panose="020B0503020204020204" pitchFamily="34" charset="-122"/>
              </a:rPr>
              <a:t>P</a:t>
            </a:r>
            <a:r>
              <a:rPr kumimoji="1" lang="en-US" altLang="en-US" sz="2000" b="1" kern="0" baseline="-25000" dirty="0">
                <a:solidFill>
                  <a:srgbClr val="000000"/>
                </a:solidFill>
                <a:latin typeface="微软雅黑" panose="020B0503020204020204" pitchFamily="34" charset="-122"/>
                <a:ea typeface="微软雅黑" panose="020B0503020204020204" pitchFamily="34" charset="-122"/>
              </a:rPr>
              <a:t>2</a:t>
            </a:r>
            <a:r>
              <a:rPr kumimoji="1" lang="en-US" altLang="en-US" sz="2000" b="1" kern="0" dirty="0">
                <a:solidFill>
                  <a:srgbClr val="000000"/>
                </a:solidFill>
                <a:latin typeface="微软雅黑" panose="020B0503020204020204" pitchFamily="34" charset="-122"/>
                <a:ea typeface="微软雅黑" panose="020B0503020204020204" pitchFamily="34" charset="-122"/>
              </a:rPr>
              <a:t>	3 0 2 	        9 0 2       	6 0 0</a:t>
            </a:r>
          </a:p>
          <a:p>
            <a:pPr marL="341313" lvl="0" indent="-341313" eaLnBrk="0" fontAlgn="base" hangingPunct="0">
              <a:spcBef>
                <a:spcPct val="35000"/>
              </a:spcBef>
              <a:spcAft>
                <a:spcPct val="0"/>
              </a:spcAft>
              <a:buClr>
                <a:srgbClr val="993300"/>
              </a:buClr>
              <a:buSzPct val="90000"/>
              <a:tabLst>
                <a:tab pos="1371600" algn="l"/>
                <a:tab pos="2395538" algn="ctr"/>
                <a:tab pos="3594100" algn="ctr"/>
                <a:tab pos="4805363" algn="ctr"/>
              </a:tabLst>
              <a:defRPr/>
            </a:pPr>
            <a:r>
              <a:rPr kumimoji="1" lang="en-US" altLang="en-US" sz="2000" b="1" kern="0" dirty="0">
                <a:solidFill>
                  <a:srgbClr val="000000"/>
                </a:solidFill>
                <a:latin typeface="微软雅黑" panose="020B0503020204020204" pitchFamily="34" charset="-122"/>
                <a:ea typeface="微软雅黑" panose="020B0503020204020204" pitchFamily="34" charset="-122"/>
              </a:rPr>
              <a:t>		 </a:t>
            </a:r>
            <a:r>
              <a:rPr kumimoji="1" lang="en-US" altLang="en-US" sz="2000" b="1" i="1" kern="0" dirty="0">
                <a:solidFill>
                  <a:srgbClr val="000000"/>
                </a:solidFill>
                <a:latin typeface="微软雅黑" panose="020B0503020204020204" pitchFamily="34" charset="-122"/>
                <a:ea typeface="微软雅黑" panose="020B0503020204020204" pitchFamily="34" charset="-122"/>
              </a:rPr>
              <a:t>P</a:t>
            </a:r>
            <a:r>
              <a:rPr kumimoji="1" lang="en-US" altLang="en-US" sz="2000" b="1" kern="0" baseline="-25000" dirty="0">
                <a:solidFill>
                  <a:srgbClr val="000000"/>
                </a:solidFill>
                <a:latin typeface="微软雅黑" panose="020B0503020204020204" pitchFamily="34" charset="-122"/>
                <a:ea typeface="微软雅黑" panose="020B0503020204020204" pitchFamily="34" charset="-122"/>
              </a:rPr>
              <a:t>3</a:t>
            </a:r>
            <a:r>
              <a:rPr kumimoji="1" lang="en-US" altLang="en-US" sz="2000" b="1" kern="0" dirty="0">
                <a:solidFill>
                  <a:srgbClr val="000000"/>
                </a:solidFill>
                <a:latin typeface="微软雅黑" panose="020B0503020204020204" pitchFamily="34" charset="-122"/>
                <a:ea typeface="微软雅黑" panose="020B0503020204020204" pitchFamily="34" charset="-122"/>
              </a:rPr>
              <a:t>	2 1 1 	        2 2 2   	    0 1 1</a:t>
            </a:r>
          </a:p>
          <a:p>
            <a:pPr marL="341313" lvl="0" indent="-341313" eaLnBrk="0" fontAlgn="base" hangingPunct="0">
              <a:spcBef>
                <a:spcPct val="35000"/>
              </a:spcBef>
              <a:spcAft>
                <a:spcPct val="0"/>
              </a:spcAft>
              <a:buClr>
                <a:srgbClr val="993300"/>
              </a:buClr>
              <a:buSzPct val="90000"/>
              <a:tabLst>
                <a:tab pos="1371600" algn="l"/>
                <a:tab pos="2395538" algn="ctr"/>
                <a:tab pos="3594100" algn="ctr"/>
                <a:tab pos="4805363" algn="ctr"/>
              </a:tabLst>
              <a:defRPr/>
            </a:pPr>
            <a:r>
              <a:rPr kumimoji="1" lang="en-US" altLang="en-US" sz="2000" b="1" kern="0" dirty="0">
                <a:solidFill>
                  <a:srgbClr val="000000"/>
                </a:solidFill>
                <a:latin typeface="微软雅黑" panose="020B0503020204020204" pitchFamily="34" charset="-122"/>
                <a:ea typeface="微软雅黑" panose="020B0503020204020204" pitchFamily="34" charset="-122"/>
              </a:rPr>
              <a:t>		 </a:t>
            </a:r>
            <a:r>
              <a:rPr kumimoji="1" lang="en-US" altLang="en-US" sz="2000" b="1" i="1" kern="0" dirty="0">
                <a:solidFill>
                  <a:srgbClr val="000000"/>
                </a:solidFill>
                <a:latin typeface="微软雅黑" panose="020B0503020204020204" pitchFamily="34" charset="-122"/>
                <a:ea typeface="微软雅黑" panose="020B0503020204020204" pitchFamily="34" charset="-122"/>
              </a:rPr>
              <a:t>P</a:t>
            </a:r>
            <a:r>
              <a:rPr kumimoji="1" lang="en-US" altLang="en-US" sz="2000" b="1" kern="0" baseline="-25000" dirty="0">
                <a:solidFill>
                  <a:srgbClr val="000000"/>
                </a:solidFill>
                <a:latin typeface="微软雅黑" panose="020B0503020204020204" pitchFamily="34" charset="-122"/>
                <a:ea typeface="微软雅黑" panose="020B0503020204020204" pitchFamily="34" charset="-122"/>
              </a:rPr>
              <a:t>4</a:t>
            </a:r>
            <a:r>
              <a:rPr kumimoji="1" lang="en-US" altLang="en-US" sz="2000" b="1" kern="0" dirty="0">
                <a:solidFill>
                  <a:srgbClr val="000000"/>
                </a:solidFill>
                <a:latin typeface="微软雅黑" panose="020B0503020204020204" pitchFamily="34" charset="-122"/>
                <a:ea typeface="微软雅黑" panose="020B0503020204020204" pitchFamily="34" charset="-122"/>
              </a:rPr>
              <a:t>	0 0 2	            4 3 3       4 3 1	</a:t>
            </a:r>
            <a:endParaRPr lang="zh-CN" altLang="en-US" dirty="0"/>
          </a:p>
        </p:txBody>
      </p:sp>
      <p:sp>
        <p:nvSpPr>
          <p:cNvPr id="6" name="矩形 5">
            <a:extLst>
              <a:ext uri="{FF2B5EF4-FFF2-40B4-BE49-F238E27FC236}">
                <a16:creationId xmlns:a16="http://schemas.microsoft.com/office/drawing/2014/main" id="{0E06362A-2453-4F8C-BB51-1C3CE85DC135}"/>
              </a:ext>
            </a:extLst>
          </p:cNvPr>
          <p:cNvSpPr/>
          <p:nvPr/>
        </p:nvSpPr>
        <p:spPr>
          <a:xfrm>
            <a:off x="7315835" y="2197894"/>
            <a:ext cx="6096000" cy="1231106"/>
          </a:xfrm>
          <a:prstGeom prst="rect">
            <a:avLst/>
          </a:prstGeom>
        </p:spPr>
        <p:txBody>
          <a:bodyPr>
            <a:spAutoFit/>
          </a:bodyPr>
          <a:lstStyle/>
          <a:p>
            <a:pPr lvl="0" eaLnBrk="0" fontAlgn="base" hangingPunct="0">
              <a:spcBef>
                <a:spcPct val="35000"/>
              </a:spcBef>
              <a:spcAft>
                <a:spcPct val="0"/>
              </a:spcAft>
              <a:buClr>
                <a:srgbClr val="993300"/>
              </a:buClr>
              <a:buSzPct val="90000"/>
              <a:tabLst>
                <a:tab pos="1371600" algn="l"/>
                <a:tab pos="2395538" algn="ctr"/>
                <a:tab pos="3594100" algn="ctr"/>
                <a:tab pos="4805363" algn="ctr"/>
              </a:tabLst>
              <a:defRPr/>
            </a:pPr>
            <a:r>
              <a:rPr kumimoji="1" lang="en-US" altLang="en-US" sz="2000" b="1" i="1" u="sng" kern="0" dirty="0">
                <a:solidFill>
                  <a:srgbClr val="000000"/>
                </a:solidFill>
                <a:latin typeface="微软雅黑" panose="020B0503020204020204" pitchFamily="34" charset="-122"/>
                <a:ea typeface="微软雅黑" panose="020B0503020204020204" pitchFamily="34" charset="-122"/>
              </a:rPr>
              <a:t>Available</a:t>
            </a:r>
            <a:endParaRPr kumimoji="1" lang="en-US" altLang="en-US" sz="2000" b="1" i="1" kern="0" dirty="0">
              <a:solidFill>
                <a:srgbClr val="000000"/>
              </a:solidFill>
              <a:latin typeface="微软雅黑" panose="020B0503020204020204" pitchFamily="34" charset="-122"/>
              <a:ea typeface="微软雅黑" panose="020B0503020204020204" pitchFamily="34" charset="-122"/>
            </a:endParaRPr>
          </a:p>
          <a:p>
            <a:pPr lvl="0" eaLnBrk="0" fontAlgn="base" hangingPunct="0">
              <a:spcBef>
                <a:spcPct val="35000"/>
              </a:spcBef>
              <a:spcAft>
                <a:spcPct val="0"/>
              </a:spcAft>
              <a:buClr>
                <a:srgbClr val="993300"/>
              </a:buClr>
              <a:buSzPct val="90000"/>
              <a:tabLst>
                <a:tab pos="1371600" algn="l"/>
                <a:tab pos="2395538" algn="ctr"/>
                <a:tab pos="3594100" algn="ctr"/>
                <a:tab pos="4805363" algn="ctr"/>
              </a:tabLst>
              <a:defRPr/>
            </a:pPr>
            <a:r>
              <a:rPr kumimoji="1" lang="en-US" altLang="en-US" sz="2000" b="1" i="1" kern="0" dirty="0">
                <a:solidFill>
                  <a:srgbClr val="000000"/>
                </a:solidFill>
                <a:latin typeface="微软雅黑" panose="020B0503020204020204" pitchFamily="34" charset="-122"/>
                <a:ea typeface="微软雅黑" panose="020B0503020204020204" pitchFamily="34" charset="-122"/>
              </a:rPr>
              <a:t>A B C</a:t>
            </a:r>
          </a:p>
          <a:p>
            <a:pPr marL="341313" lvl="0" indent="-341313" eaLnBrk="0" fontAlgn="base" hangingPunct="0">
              <a:spcBef>
                <a:spcPct val="35000"/>
              </a:spcBef>
              <a:spcAft>
                <a:spcPct val="0"/>
              </a:spcAft>
              <a:buClr>
                <a:srgbClr val="993300"/>
              </a:buClr>
              <a:buSzPct val="90000"/>
              <a:tabLst>
                <a:tab pos="1371600" algn="l"/>
                <a:tab pos="2395538" algn="ctr"/>
                <a:tab pos="3594100" algn="ctr"/>
                <a:tab pos="4805363" algn="ctr"/>
              </a:tabLst>
              <a:defRPr/>
            </a:pPr>
            <a:r>
              <a:rPr kumimoji="1" lang="en-US" altLang="en-US" sz="2000" b="1" kern="0" dirty="0">
                <a:solidFill>
                  <a:srgbClr val="000000"/>
                </a:solidFill>
                <a:latin typeface="微软雅黑" panose="020B0503020204020204" pitchFamily="34" charset="-122"/>
                <a:ea typeface="微软雅黑" panose="020B0503020204020204" pitchFamily="34" charset="-122"/>
              </a:rPr>
              <a:t>3 3 2</a:t>
            </a:r>
          </a:p>
        </p:txBody>
      </p:sp>
      <p:sp>
        <p:nvSpPr>
          <p:cNvPr id="7" name="矩形 6">
            <a:extLst>
              <a:ext uri="{FF2B5EF4-FFF2-40B4-BE49-F238E27FC236}">
                <a16:creationId xmlns:a16="http://schemas.microsoft.com/office/drawing/2014/main" id="{A5C52995-5EDD-44CD-8B72-AB1B8F6B96BC}"/>
              </a:ext>
            </a:extLst>
          </p:cNvPr>
          <p:cNvSpPr/>
          <p:nvPr/>
        </p:nvSpPr>
        <p:spPr bwMode="auto">
          <a:xfrm>
            <a:off x="6096000" y="2064944"/>
            <a:ext cx="2607733" cy="3076016"/>
          </a:xfrm>
          <a:prstGeom prst="rect">
            <a:avLst/>
          </a:prstGeom>
          <a:noFill/>
          <a:ln w="5715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Verdana"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59D05CB-32F2-42B1-979E-1805390ECC5C}"/>
              </a:ext>
            </a:extLst>
          </p:cNvPr>
          <p:cNvSpPr>
            <a:spLocks noGrp="1" noChangeArrowheads="1"/>
          </p:cNvSpPr>
          <p:nvPr>
            <p:ph type="title"/>
          </p:nvPr>
        </p:nvSpPr>
        <p:spPr>
          <a:xfrm>
            <a:off x="2341563" y="214313"/>
            <a:ext cx="7869237" cy="576262"/>
          </a:xfrm>
        </p:spPr>
        <p:txBody>
          <a:bodyPr/>
          <a:lstStyle/>
          <a:p>
            <a:pPr eaLnBrk="1" hangingPunct="1"/>
            <a:r>
              <a:rPr lang="zh-CN" altLang="en-US">
                <a:latin typeface="微软雅黑" panose="020B0503020204020204" pitchFamily="34" charset="-122"/>
                <a:ea typeface="微软雅黑" panose="020B0503020204020204" pitchFamily="34" charset="-122"/>
              </a:rPr>
              <a:t>示例</a:t>
            </a:r>
            <a:r>
              <a:rPr lang="en-US" altLang="en-US">
                <a:latin typeface="微软雅黑" panose="020B0503020204020204" pitchFamily="34" charset="-122"/>
                <a:ea typeface="微软雅黑" panose="020B0503020204020204" pitchFamily="34" charset="-122"/>
              </a:rPr>
              <a:t>:  </a:t>
            </a:r>
            <a:r>
              <a:rPr lang="en-US" altLang="en-US" i="1">
                <a:latin typeface="微软雅黑" panose="020B0503020204020204" pitchFamily="34" charset="-122"/>
                <a:ea typeface="微软雅黑" panose="020B0503020204020204" pitchFamily="34" charset="-122"/>
              </a:rPr>
              <a:t>P</a:t>
            </a:r>
            <a:r>
              <a:rPr lang="en-US" altLang="en-US" baseline="-25000">
                <a:latin typeface="微软雅黑" panose="020B0503020204020204" pitchFamily="34" charset="-122"/>
                <a:ea typeface="微软雅黑" panose="020B0503020204020204" pitchFamily="34" charset="-122"/>
              </a:rPr>
              <a:t>1</a:t>
            </a:r>
            <a:r>
              <a:rPr lang="en-US" altLang="en-US">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请求</a:t>
            </a:r>
            <a:r>
              <a:rPr lang="en-US" altLang="en-US">
                <a:latin typeface="微软雅黑" panose="020B0503020204020204" pitchFamily="34" charset="-122"/>
                <a:ea typeface="微软雅黑" panose="020B0503020204020204" pitchFamily="34" charset="-122"/>
              </a:rPr>
              <a:t>(1,0,2)</a:t>
            </a:r>
          </a:p>
        </p:txBody>
      </p:sp>
      <p:sp>
        <p:nvSpPr>
          <p:cNvPr id="70659" name="Rectangle 3">
            <a:extLst>
              <a:ext uri="{FF2B5EF4-FFF2-40B4-BE49-F238E27FC236}">
                <a16:creationId xmlns:a16="http://schemas.microsoft.com/office/drawing/2014/main" id="{CE6F1869-22B7-4E26-B8A3-E9F511DD4381}"/>
              </a:ext>
            </a:extLst>
          </p:cNvPr>
          <p:cNvSpPr>
            <a:spLocks noGrp="1" noChangeArrowheads="1"/>
          </p:cNvSpPr>
          <p:nvPr>
            <p:ph type="body" idx="1"/>
          </p:nvPr>
        </p:nvSpPr>
        <p:spPr>
          <a:xfrm>
            <a:off x="623888" y="1103313"/>
            <a:ext cx="7766050" cy="6314118"/>
          </a:xfrm>
        </p:spPr>
        <p:txBody>
          <a:bodyPr/>
          <a:lstStyle/>
          <a:p>
            <a:pPr>
              <a:lnSpc>
                <a:spcPct val="150000"/>
              </a:lnSpc>
              <a:buFont typeface="Wingdings" panose="05000000000000000000" pitchFamily="2" charset="2"/>
              <a:buChar char="p"/>
              <a:tabLst>
                <a:tab pos="1544638" algn="l"/>
                <a:tab pos="2452688" algn="ctr"/>
                <a:tab pos="3767138" algn="ctr"/>
                <a:tab pos="5022850" algn="ctr"/>
              </a:tabLst>
            </a:pPr>
            <a:r>
              <a:rPr lang="zh-CN" altLang="en-US" sz="2000" dirty="0">
                <a:latin typeface="微软雅黑" panose="020B0503020204020204" pitchFamily="34" charset="-122"/>
                <a:ea typeface="微软雅黑" panose="020B0503020204020204" pitchFamily="34" charset="-122"/>
              </a:rPr>
              <a:t>检查请求</a:t>
            </a:r>
            <a:r>
              <a:rPr lang="en-US" altLang="en-US" sz="2000" dirty="0">
                <a:latin typeface="微软雅黑" panose="020B0503020204020204" pitchFamily="34" charset="-122"/>
                <a:ea typeface="微软雅黑" panose="020B0503020204020204" pitchFamily="34" charset="-122"/>
                <a:sym typeface="Symbol" panose="05050102010706020507" pitchFamily="18" charset="2"/>
              </a:rPr>
              <a:t> Available (that is, (1,0,2)  (3,3,2)  true)</a:t>
            </a:r>
            <a:endParaRPr lang="en-US" altLang="en-US" sz="2000" i="1" dirty="0">
              <a:latin typeface="微软雅黑" panose="020B0503020204020204" pitchFamily="34" charset="-122"/>
              <a:ea typeface="微软雅黑" panose="020B0503020204020204" pitchFamily="34" charset="-122"/>
              <a:sym typeface="Symbol" panose="05050102010706020507" pitchFamily="18" charset="2"/>
            </a:endParaRPr>
          </a:p>
          <a:p>
            <a:pPr>
              <a:lnSpc>
                <a:spcPct val="150000"/>
              </a:lnSpc>
              <a:buFont typeface="Monotype Sorts" pitchFamily="-84" charset="2"/>
              <a:buNone/>
              <a:tabLst>
                <a:tab pos="1544638" algn="l"/>
                <a:tab pos="2452688" algn="ctr"/>
                <a:tab pos="3767138" algn="ctr"/>
                <a:tab pos="5022850" algn="ctr"/>
              </a:tabLst>
            </a:pPr>
            <a:r>
              <a:rPr lang="en-US" altLang="en-US" sz="2000" i="1" dirty="0">
                <a:latin typeface="微软雅黑" panose="020B0503020204020204" pitchFamily="34" charset="-122"/>
                <a:ea typeface="微软雅黑" panose="020B0503020204020204" pitchFamily="34" charset="-122"/>
              </a:rPr>
              <a:t>			</a:t>
            </a:r>
            <a:r>
              <a:rPr lang="en-US" altLang="en-US" sz="2000" i="1" u="sng" dirty="0">
                <a:latin typeface="微软雅黑" panose="020B0503020204020204" pitchFamily="34" charset="-122"/>
                <a:ea typeface="微软雅黑" panose="020B0503020204020204" pitchFamily="34" charset="-122"/>
              </a:rPr>
              <a:t>Allocation</a:t>
            </a:r>
            <a:r>
              <a:rPr lang="en-US" altLang="en-US" sz="2000" i="1" dirty="0">
                <a:latin typeface="微软雅黑" panose="020B0503020204020204" pitchFamily="34" charset="-122"/>
                <a:ea typeface="微软雅黑" panose="020B0503020204020204" pitchFamily="34" charset="-122"/>
              </a:rPr>
              <a:t>	</a:t>
            </a:r>
            <a:r>
              <a:rPr lang="en-US" altLang="en-US" sz="2000" i="1" u="sng" dirty="0">
                <a:latin typeface="微软雅黑" panose="020B0503020204020204" pitchFamily="34" charset="-122"/>
                <a:ea typeface="微软雅黑" panose="020B0503020204020204" pitchFamily="34" charset="-122"/>
              </a:rPr>
              <a:t>Need</a:t>
            </a:r>
            <a:r>
              <a:rPr lang="en-US" altLang="en-US" sz="2000" i="1" dirty="0">
                <a:latin typeface="微软雅黑" panose="020B0503020204020204" pitchFamily="34" charset="-122"/>
                <a:ea typeface="微软雅黑" panose="020B0503020204020204" pitchFamily="34" charset="-122"/>
              </a:rPr>
              <a:t>	   </a:t>
            </a:r>
            <a:r>
              <a:rPr lang="en-US" altLang="en-US" sz="2000" i="1" u="sng" dirty="0">
                <a:latin typeface="微软雅黑" panose="020B0503020204020204" pitchFamily="34" charset="-122"/>
                <a:ea typeface="微软雅黑" panose="020B0503020204020204" pitchFamily="34" charset="-122"/>
              </a:rPr>
              <a:t>Available</a:t>
            </a:r>
            <a:endParaRPr lang="en-US" altLang="en-US" sz="2000" i="1" dirty="0">
              <a:latin typeface="微软雅黑" panose="020B0503020204020204" pitchFamily="34" charset="-122"/>
              <a:ea typeface="微软雅黑" panose="020B0503020204020204" pitchFamily="34" charset="-122"/>
            </a:endParaRPr>
          </a:p>
          <a:p>
            <a:pPr>
              <a:buFont typeface="Monotype Sorts" pitchFamily="-84" charset="2"/>
              <a:buNone/>
              <a:tabLst>
                <a:tab pos="1544638" algn="l"/>
                <a:tab pos="2452688" algn="ctr"/>
                <a:tab pos="3767138" algn="ctr"/>
                <a:tab pos="5022850" algn="ctr"/>
              </a:tabLst>
            </a:pPr>
            <a:r>
              <a:rPr lang="en-US" altLang="en-US" sz="2000" i="1" dirty="0">
                <a:latin typeface="微软雅黑" panose="020B0503020204020204" pitchFamily="34" charset="-122"/>
                <a:ea typeface="微软雅黑" panose="020B0503020204020204" pitchFamily="34" charset="-122"/>
              </a:rPr>
              <a:t>			A B C	A B C	 A B C </a:t>
            </a:r>
          </a:p>
          <a:p>
            <a:pPr>
              <a:buFont typeface="Monotype Sorts" pitchFamily="-84" charset="2"/>
              <a:buNone/>
              <a:tabLst>
                <a:tab pos="1544638" algn="l"/>
                <a:tab pos="2452688" algn="ctr"/>
                <a:tab pos="3767138" algn="ctr"/>
                <a:tab pos="5022850" algn="ctr"/>
              </a:tabLst>
            </a:pP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P</a:t>
            </a:r>
            <a:r>
              <a:rPr lang="en-US" altLang="en-US" sz="2000" baseline="-25000" dirty="0">
                <a:latin typeface="微软雅黑" panose="020B0503020204020204" pitchFamily="34" charset="-122"/>
                <a:ea typeface="微软雅黑" panose="020B0503020204020204" pitchFamily="34" charset="-122"/>
              </a:rPr>
              <a:t>0</a:t>
            </a:r>
            <a:r>
              <a:rPr lang="en-US" altLang="en-US" sz="2000" dirty="0">
                <a:latin typeface="微软雅黑" panose="020B0503020204020204" pitchFamily="34" charset="-122"/>
                <a:ea typeface="微软雅黑" panose="020B0503020204020204" pitchFamily="34" charset="-122"/>
              </a:rPr>
              <a:t>	0 1 0 	7 4 3 	2 3 0</a:t>
            </a:r>
          </a:p>
          <a:p>
            <a:pPr>
              <a:buFont typeface="Monotype Sorts" pitchFamily="-84" charset="2"/>
              <a:buNone/>
              <a:tabLst>
                <a:tab pos="1544638" algn="l"/>
                <a:tab pos="2452688" algn="ctr"/>
                <a:tab pos="3767138" algn="ctr"/>
                <a:tab pos="5022850" algn="ctr"/>
              </a:tabLst>
            </a:pP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P</a:t>
            </a:r>
            <a:r>
              <a:rPr lang="en-US" altLang="en-US" sz="2000" baseline="-25000" dirty="0">
                <a:latin typeface="微软雅黑" panose="020B0503020204020204" pitchFamily="34" charset="-122"/>
                <a:ea typeface="微软雅黑" panose="020B0503020204020204" pitchFamily="34" charset="-122"/>
              </a:rPr>
              <a:t>1</a:t>
            </a:r>
            <a:r>
              <a:rPr lang="en-US" altLang="en-US" sz="2000" dirty="0">
                <a:latin typeface="微软雅黑" panose="020B0503020204020204" pitchFamily="34" charset="-122"/>
                <a:ea typeface="微软雅黑" panose="020B0503020204020204" pitchFamily="34" charset="-122"/>
              </a:rPr>
              <a:t>	    3 0 2         0 2 0 	</a:t>
            </a:r>
          </a:p>
          <a:p>
            <a:pPr>
              <a:buFont typeface="Monotype Sorts" pitchFamily="-84" charset="2"/>
              <a:buNone/>
              <a:tabLst>
                <a:tab pos="1544638" algn="l"/>
                <a:tab pos="2452688" algn="ctr"/>
                <a:tab pos="3767138" algn="ctr"/>
                <a:tab pos="5022850" algn="ctr"/>
              </a:tabLst>
            </a:pP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P</a:t>
            </a:r>
            <a:r>
              <a:rPr lang="en-US" altLang="en-US" sz="2000" baseline="-25000" dirty="0">
                <a:latin typeface="微软雅黑" panose="020B0503020204020204" pitchFamily="34" charset="-122"/>
                <a:ea typeface="微软雅黑" panose="020B0503020204020204" pitchFamily="34" charset="-122"/>
              </a:rPr>
              <a:t>2</a:t>
            </a:r>
            <a:r>
              <a:rPr lang="en-US" altLang="en-US" sz="2000" dirty="0">
                <a:latin typeface="微软雅黑" panose="020B0503020204020204" pitchFamily="34" charset="-122"/>
                <a:ea typeface="微软雅黑" panose="020B0503020204020204" pitchFamily="34" charset="-122"/>
              </a:rPr>
              <a:t>	3 0 2 	6 0 0 </a:t>
            </a:r>
          </a:p>
          <a:p>
            <a:pPr>
              <a:buFont typeface="Monotype Sorts" pitchFamily="-84" charset="2"/>
              <a:buNone/>
              <a:tabLst>
                <a:tab pos="1544638" algn="l"/>
                <a:tab pos="2452688" algn="ctr"/>
                <a:tab pos="3767138" algn="ctr"/>
                <a:tab pos="5022850" algn="ctr"/>
              </a:tabLst>
            </a:pP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P</a:t>
            </a:r>
            <a:r>
              <a:rPr lang="en-US" altLang="en-US" sz="2000" baseline="-25000" dirty="0">
                <a:latin typeface="微软雅黑" panose="020B0503020204020204" pitchFamily="34" charset="-122"/>
                <a:ea typeface="微软雅黑" panose="020B0503020204020204" pitchFamily="34" charset="-122"/>
              </a:rPr>
              <a:t>3</a:t>
            </a:r>
            <a:r>
              <a:rPr lang="en-US" altLang="en-US" sz="2000" dirty="0">
                <a:latin typeface="微软雅黑" panose="020B0503020204020204" pitchFamily="34" charset="-122"/>
                <a:ea typeface="微软雅黑" panose="020B0503020204020204" pitchFamily="34" charset="-122"/>
              </a:rPr>
              <a:t>	2 1 1 	0 1 1</a:t>
            </a:r>
          </a:p>
          <a:p>
            <a:pPr>
              <a:buFont typeface="Monotype Sorts" pitchFamily="-84" charset="2"/>
              <a:buNone/>
              <a:tabLst>
                <a:tab pos="1544638" algn="l"/>
                <a:tab pos="2452688" algn="ctr"/>
                <a:tab pos="3767138" algn="ctr"/>
                <a:tab pos="5022850" algn="ctr"/>
              </a:tabLst>
            </a:pP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P</a:t>
            </a:r>
            <a:r>
              <a:rPr lang="en-US" altLang="en-US" sz="2000" baseline="-25000" dirty="0">
                <a:latin typeface="微软雅黑" panose="020B0503020204020204" pitchFamily="34" charset="-122"/>
                <a:ea typeface="微软雅黑" panose="020B0503020204020204" pitchFamily="34" charset="-122"/>
              </a:rPr>
              <a:t>4</a:t>
            </a:r>
            <a:r>
              <a:rPr lang="en-US" altLang="en-US" sz="2000" dirty="0">
                <a:latin typeface="微软雅黑" panose="020B0503020204020204" pitchFamily="34" charset="-122"/>
                <a:ea typeface="微软雅黑" panose="020B0503020204020204" pitchFamily="34" charset="-122"/>
              </a:rPr>
              <a:t>	0 0 2 	 4 3 1 </a:t>
            </a:r>
          </a:p>
          <a:p>
            <a:pPr>
              <a:lnSpc>
                <a:spcPct val="150000"/>
              </a:lnSpc>
              <a:buFont typeface="Monotype Sorts" pitchFamily="-84" charset="2"/>
              <a:buNone/>
              <a:tabLst>
                <a:tab pos="1544638" algn="l"/>
                <a:tab pos="2452688" algn="ctr"/>
                <a:tab pos="3767138" algn="ctr"/>
                <a:tab pos="5022850" algn="ctr"/>
              </a:tabLst>
            </a:pPr>
            <a:endParaRPr lang="en-US" altLang="en-US" sz="9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tabLst>
                <a:tab pos="1544638" algn="l"/>
                <a:tab pos="2452688" algn="ctr"/>
                <a:tab pos="3767138" algn="ctr"/>
                <a:tab pos="5022850" algn="ctr"/>
              </a:tabLst>
            </a:pPr>
            <a:r>
              <a:rPr lang="zh-CN" altLang="en-US" sz="2000" dirty="0">
                <a:latin typeface="微软雅黑" panose="020B0503020204020204" pitchFamily="34" charset="-122"/>
                <a:ea typeface="微软雅黑" panose="020B0503020204020204" pitchFamily="34" charset="-122"/>
              </a:rPr>
              <a:t>执行安全算法表明</a:t>
            </a:r>
            <a:r>
              <a:rPr lang="en-US" altLang="en-US" sz="2000" dirty="0">
                <a:latin typeface="微软雅黑" panose="020B0503020204020204" pitchFamily="34" charset="-122"/>
                <a:ea typeface="微软雅黑" panose="020B0503020204020204" pitchFamily="34" charset="-122"/>
              </a:rPr>
              <a:t>&lt; </a:t>
            </a:r>
            <a:r>
              <a:rPr lang="en-US" altLang="en-US" sz="2000" b="1" i="1" dirty="0">
                <a:latin typeface="微软雅黑" panose="020B0503020204020204" pitchFamily="34" charset="-122"/>
                <a:ea typeface="微软雅黑" panose="020B0503020204020204" pitchFamily="34" charset="-122"/>
              </a:rPr>
              <a:t>P</a:t>
            </a:r>
            <a:r>
              <a:rPr lang="en-US" altLang="en-US" sz="2000" b="1" baseline="-25000" dirty="0">
                <a:latin typeface="微软雅黑" panose="020B0503020204020204" pitchFamily="34" charset="-122"/>
                <a:ea typeface="微软雅黑" panose="020B0503020204020204" pitchFamily="34" charset="-122"/>
              </a:rPr>
              <a:t>1</a:t>
            </a:r>
            <a:r>
              <a:rPr lang="en-US" altLang="en-US" sz="2000" b="1" dirty="0">
                <a:latin typeface="微软雅黑" panose="020B0503020204020204" pitchFamily="34" charset="-122"/>
                <a:ea typeface="微软雅黑" panose="020B0503020204020204" pitchFamily="34" charset="-122"/>
              </a:rPr>
              <a:t>, </a:t>
            </a:r>
            <a:r>
              <a:rPr lang="en-US" altLang="en-US" sz="2000" b="1" i="1" dirty="0">
                <a:latin typeface="微软雅黑" panose="020B0503020204020204" pitchFamily="34" charset="-122"/>
                <a:ea typeface="微软雅黑" panose="020B0503020204020204" pitchFamily="34" charset="-122"/>
              </a:rPr>
              <a:t>P</a:t>
            </a:r>
            <a:r>
              <a:rPr lang="en-US" altLang="en-US" sz="2000" b="1" baseline="-25000" dirty="0">
                <a:latin typeface="微软雅黑" panose="020B0503020204020204" pitchFamily="34" charset="-122"/>
                <a:ea typeface="微软雅黑" panose="020B0503020204020204" pitchFamily="34" charset="-122"/>
              </a:rPr>
              <a:t>3</a:t>
            </a:r>
            <a:r>
              <a:rPr lang="en-US" altLang="en-US" sz="2000" b="1" dirty="0">
                <a:latin typeface="微软雅黑" panose="020B0503020204020204" pitchFamily="34" charset="-122"/>
                <a:ea typeface="微软雅黑" panose="020B0503020204020204" pitchFamily="34" charset="-122"/>
              </a:rPr>
              <a:t>, </a:t>
            </a:r>
            <a:r>
              <a:rPr lang="en-US" altLang="en-US" sz="2000" b="1" i="1" dirty="0">
                <a:latin typeface="微软雅黑" panose="020B0503020204020204" pitchFamily="34" charset="-122"/>
                <a:ea typeface="微软雅黑" panose="020B0503020204020204" pitchFamily="34" charset="-122"/>
              </a:rPr>
              <a:t>P</a:t>
            </a:r>
            <a:r>
              <a:rPr lang="en-US" altLang="en-US" sz="2000" b="1" baseline="-25000" dirty="0">
                <a:latin typeface="微软雅黑" panose="020B0503020204020204" pitchFamily="34" charset="-122"/>
                <a:ea typeface="微软雅黑" panose="020B0503020204020204" pitchFamily="34" charset="-122"/>
              </a:rPr>
              <a:t>4</a:t>
            </a:r>
            <a:r>
              <a:rPr lang="en-US" altLang="en-US" sz="2000" b="1" dirty="0">
                <a:latin typeface="微软雅黑" panose="020B0503020204020204" pitchFamily="34" charset="-122"/>
                <a:ea typeface="微软雅黑" panose="020B0503020204020204" pitchFamily="34" charset="-122"/>
              </a:rPr>
              <a:t>, </a:t>
            </a:r>
            <a:r>
              <a:rPr lang="en-US" altLang="en-US" sz="2000" b="1" i="1" dirty="0">
                <a:latin typeface="微软雅黑" panose="020B0503020204020204" pitchFamily="34" charset="-122"/>
                <a:ea typeface="微软雅黑" panose="020B0503020204020204" pitchFamily="34" charset="-122"/>
              </a:rPr>
              <a:t>P</a:t>
            </a:r>
            <a:r>
              <a:rPr lang="en-US" altLang="en-US" sz="2000" b="1" baseline="-25000" dirty="0">
                <a:latin typeface="微软雅黑" panose="020B0503020204020204" pitchFamily="34" charset="-122"/>
                <a:ea typeface="微软雅黑" panose="020B0503020204020204" pitchFamily="34" charset="-122"/>
              </a:rPr>
              <a:t>0</a:t>
            </a:r>
            <a:r>
              <a:rPr lang="en-US" altLang="en-US" sz="2000" b="1" dirty="0">
                <a:latin typeface="微软雅黑" panose="020B0503020204020204" pitchFamily="34" charset="-122"/>
                <a:ea typeface="微软雅黑" panose="020B0503020204020204" pitchFamily="34" charset="-122"/>
              </a:rPr>
              <a:t>, </a:t>
            </a:r>
            <a:r>
              <a:rPr lang="en-US" altLang="en-US" sz="2000" b="1" i="1" dirty="0">
                <a:latin typeface="微软雅黑" panose="020B0503020204020204" pitchFamily="34" charset="-122"/>
                <a:ea typeface="微软雅黑" panose="020B0503020204020204" pitchFamily="34" charset="-122"/>
              </a:rPr>
              <a:t>P</a:t>
            </a:r>
            <a:r>
              <a:rPr lang="en-US" altLang="en-US" sz="2000" b="1" baseline="-25000" dirty="0">
                <a:latin typeface="微软雅黑" panose="020B0503020204020204" pitchFamily="34" charset="-122"/>
                <a:ea typeface="微软雅黑" panose="020B0503020204020204" pitchFamily="34" charset="-122"/>
              </a:rPr>
              <a:t>2</a:t>
            </a:r>
            <a:r>
              <a:rPr lang="en-US" altLang="en-US" sz="2000" dirty="0">
                <a:latin typeface="微软雅黑" panose="020B0503020204020204" pitchFamily="34" charset="-122"/>
                <a:ea typeface="微软雅黑" panose="020B0503020204020204" pitchFamily="34" charset="-122"/>
              </a:rPr>
              <a:t>&gt; </a:t>
            </a:r>
            <a:r>
              <a:rPr lang="zh-CN" altLang="en-US" sz="2000" dirty="0">
                <a:latin typeface="微软雅黑" panose="020B0503020204020204" pitchFamily="34" charset="-122"/>
                <a:ea typeface="微软雅黑" panose="020B0503020204020204" pitchFamily="34" charset="-122"/>
              </a:rPr>
              <a:t>满足安全要求</a:t>
            </a:r>
            <a:endParaRPr lang="en-US" altLang="en-US" sz="9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tabLst>
                <a:tab pos="1544638" algn="l"/>
                <a:tab pos="2452688" algn="ctr"/>
                <a:tab pos="3767138" algn="ctr"/>
                <a:tab pos="5022850" algn="ctr"/>
              </a:tabLst>
            </a:pPr>
            <a:r>
              <a:rPr lang="en-US" altLang="en-US" sz="2000" b="1" i="1" dirty="0">
                <a:latin typeface="微软雅黑" panose="020B0503020204020204" pitchFamily="34" charset="-122"/>
                <a:ea typeface="微软雅黑" panose="020B0503020204020204" pitchFamily="34" charset="-122"/>
              </a:rPr>
              <a:t>P</a:t>
            </a:r>
            <a:r>
              <a:rPr lang="en-US" altLang="en-US" sz="2000" b="1" baseline="-25000" dirty="0">
                <a:latin typeface="微软雅黑" panose="020B0503020204020204" pitchFamily="34" charset="-122"/>
                <a:ea typeface="微软雅黑" panose="020B0503020204020204" pitchFamily="34" charset="-122"/>
              </a:rPr>
              <a:t>4</a:t>
            </a:r>
            <a:r>
              <a:rPr lang="en-US"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对</a:t>
            </a:r>
            <a:r>
              <a:rPr lang="en-US" altLang="en-US" sz="2000" dirty="0">
                <a:latin typeface="微软雅黑" panose="020B0503020204020204" pitchFamily="34" charset="-122"/>
                <a:ea typeface="微软雅黑" panose="020B0503020204020204" pitchFamily="34" charset="-122"/>
              </a:rPr>
              <a:t>(3,3,0) </a:t>
            </a:r>
            <a:r>
              <a:rPr lang="zh-CN" altLang="en-US" sz="2000" dirty="0">
                <a:latin typeface="微软雅黑" panose="020B0503020204020204" pitchFamily="34" charset="-122"/>
                <a:ea typeface="微软雅黑" panose="020B0503020204020204" pitchFamily="34" charset="-122"/>
              </a:rPr>
              <a:t>的请求可以被批准吗？</a:t>
            </a:r>
            <a:endParaRPr lang="en-US" altLang="en-US" sz="20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tabLst>
                <a:tab pos="1544638" algn="l"/>
                <a:tab pos="2452688" algn="ctr"/>
                <a:tab pos="3767138" algn="ctr"/>
                <a:tab pos="5022850" algn="ctr"/>
              </a:tabLst>
            </a:pPr>
            <a:r>
              <a:rPr lang="en-US" altLang="en-US" sz="2000" b="1" i="1" dirty="0">
                <a:latin typeface="微软雅黑" panose="020B0503020204020204" pitchFamily="34" charset="-122"/>
                <a:ea typeface="微软雅黑" panose="020B0503020204020204" pitchFamily="34" charset="-122"/>
              </a:rPr>
              <a:t>P</a:t>
            </a:r>
            <a:r>
              <a:rPr lang="en-US" altLang="en-US" sz="2000" b="1" baseline="-25000" dirty="0">
                <a:latin typeface="微软雅黑" panose="020B0503020204020204" pitchFamily="34" charset="-122"/>
                <a:ea typeface="微软雅黑" panose="020B0503020204020204" pitchFamily="34" charset="-122"/>
              </a:rPr>
              <a:t>0</a:t>
            </a:r>
            <a:r>
              <a:rPr lang="en-US"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对</a:t>
            </a:r>
            <a:r>
              <a:rPr lang="en-US" altLang="en-US" sz="2000" dirty="0">
                <a:latin typeface="微软雅黑" panose="020B0503020204020204" pitchFamily="34" charset="-122"/>
                <a:ea typeface="微软雅黑" panose="020B0503020204020204" pitchFamily="34" charset="-122"/>
              </a:rPr>
              <a:t>(0,2,0)</a:t>
            </a:r>
            <a:r>
              <a:rPr lang="zh-CN" altLang="en-US" sz="2000" dirty="0">
                <a:latin typeface="微软雅黑" panose="020B0503020204020204" pitchFamily="34" charset="-122"/>
                <a:ea typeface="微软雅黑" panose="020B0503020204020204" pitchFamily="34" charset="-122"/>
              </a:rPr>
              <a:t>的请求可以被批准吗？</a:t>
            </a:r>
            <a:endParaRPr lang="en-US" altLang="en-US" sz="2000" dirty="0">
              <a:latin typeface="微软雅黑" panose="020B0503020204020204" pitchFamily="34" charset="-122"/>
              <a:ea typeface="微软雅黑" panose="020B0503020204020204" pitchFamily="34" charset="-122"/>
            </a:endParaRPr>
          </a:p>
          <a:p>
            <a:pPr>
              <a:lnSpc>
                <a:spcPct val="150000"/>
              </a:lnSpc>
              <a:tabLst>
                <a:tab pos="1544638" algn="l"/>
                <a:tab pos="2452688" algn="ctr"/>
                <a:tab pos="3767138" algn="ctr"/>
                <a:tab pos="5022850" algn="ctr"/>
              </a:tabLst>
            </a:pPr>
            <a:endParaRPr lang="en-US" altLang="en-US" sz="2000" dirty="0"/>
          </a:p>
          <a:p>
            <a:pPr>
              <a:lnSpc>
                <a:spcPct val="150000"/>
              </a:lnSpc>
              <a:buFont typeface="Monotype Sorts" pitchFamily="-84" charset="2"/>
              <a:buNone/>
              <a:tabLst>
                <a:tab pos="1544638" algn="l"/>
                <a:tab pos="2452688" algn="ctr"/>
                <a:tab pos="3767138" algn="ctr"/>
                <a:tab pos="5022850" algn="ctr"/>
              </a:tabLst>
            </a:pPr>
            <a:endParaRPr lang="en-US" alt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787AA16D-CEE9-4785-AC6C-F1D42C55408B}"/>
              </a:ext>
            </a:extLst>
          </p:cNvPr>
          <p:cNvSpPr>
            <a:spLocks noGrp="1" noChangeArrowheads="1"/>
          </p:cNvSpPr>
          <p:nvPr>
            <p:ph type="title"/>
          </p:nvPr>
        </p:nvSpPr>
        <p:spPr>
          <a:xfrm>
            <a:off x="2665413" y="198438"/>
            <a:ext cx="7421562" cy="576262"/>
          </a:xfrm>
        </p:spPr>
        <p:txBody>
          <a:bodyPr/>
          <a:lstStyle/>
          <a:p>
            <a:pPr eaLnBrk="1" hangingPunct="1"/>
            <a:r>
              <a:rPr lang="en-US" altLang="zh-CN" dirty="0">
                <a:latin typeface="微软雅黑" panose="020B0503020204020204" pitchFamily="34" charset="-122"/>
                <a:ea typeface="微软雅黑" panose="020B0503020204020204" pitchFamily="34" charset="-122"/>
              </a:rPr>
              <a:t>7.6 </a:t>
            </a:r>
            <a:r>
              <a:rPr lang="zh-CN" altLang="en-US" dirty="0">
                <a:latin typeface="微软雅黑" panose="020B0503020204020204" pitchFamily="34" charset="-122"/>
                <a:ea typeface="微软雅黑" panose="020B0503020204020204" pitchFamily="34" charset="-122"/>
              </a:rPr>
              <a:t>死锁检测</a:t>
            </a:r>
            <a:endParaRPr lang="en-US" altLang="en-US" dirty="0">
              <a:latin typeface="微软雅黑" panose="020B0503020204020204" pitchFamily="34" charset="-122"/>
              <a:ea typeface="微软雅黑" panose="020B0503020204020204" pitchFamily="34" charset="-122"/>
            </a:endParaRPr>
          </a:p>
        </p:txBody>
      </p:sp>
      <p:sp>
        <p:nvSpPr>
          <p:cNvPr id="72707" name="Rectangle 3">
            <a:extLst>
              <a:ext uri="{FF2B5EF4-FFF2-40B4-BE49-F238E27FC236}">
                <a16:creationId xmlns:a16="http://schemas.microsoft.com/office/drawing/2014/main" id="{620BD140-756C-4EE9-95BF-49DAA9619011}"/>
              </a:ext>
            </a:extLst>
          </p:cNvPr>
          <p:cNvSpPr>
            <a:spLocks noGrp="1" noChangeArrowheads="1"/>
          </p:cNvSpPr>
          <p:nvPr>
            <p:ph type="body" idx="1"/>
          </p:nvPr>
        </p:nvSpPr>
        <p:spPr>
          <a:xfrm>
            <a:off x="998538" y="1393825"/>
            <a:ext cx="7391400" cy="4530725"/>
          </a:xfrm>
        </p:spPr>
        <p:txBody>
          <a:bodyPr/>
          <a:lstStyle/>
          <a:p>
            <a:pPr>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允许系统进入死锁状态</a:t>
            </a:r>
            <a:br>
              <a:rPr lang="en-US" altLang="en-US" dirty="0">
                <a:latin typeface="微软雅黑" panose="020B0503020204020204" pitchFamily="34" charset="-122"/>
                <a:ea typeface="微软雅黑" panose="020B0503020204020204" pitchFamily="34" charset="-122"/>
              </a:rPr>
            </a:br>
            <a:endParaRPr lang="en-US" altLang="en-US" dirty="0">
              <a:latin typeface="微软雅黑" panose="020B0503020204020204" pitchFamily="34" charset="-122"/>
              <a:ea typeface="微软雅黑" panose="020B0503020204020204" pitchFamily="34" charset="-122"/>
            </a:endParaRPr>
          </a:p>
          <a:p>
            <a:pPr>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检测算法</a:t>
            </a:r>
            <a:br>
              <a:rPr lang="en-US" altLang="en-US" dirty="0">
                <a:latin typeface="微软雅黑" panose="020B0503020204020204" pitchFamily="34" charset="-122"/>
                <a:ea typeface="微软雅黑" panose="020B0503020204020204" pitchFamily="34" charset="-122"/>
              </a:rPr>
            </a:br>
            <a:endParaRPr lang="en-US" altLang="en-US" dirty="0">
              <a:latin typeface="微软雅黑" panose="020B0503020204020204" pitchFamily="34" charset="-122"/>
              <a:ea typeface="微软雅黑" panose="020B0503020204020204" pitchFamily="34" charset="-122"/>
            </a:endParaRPr>
          </a:p>
          <a:p>
            <a:pPr>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恢复方案</a:t>
            </a:r>
            <a:endParaRPr lang="en-US"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F87AAC24-F7CF-420B-AED8-6B0585727DB5}"/>
              </a:ext>
            </a:extLst>
          </p:cNvPr>
          <p:cNvSpPr>
            <a:spLocks noGrp="1" noChangeArrowheads="1"/>
          </p:cNvSpPr>
          <p:nvPr>
            <p:ph type="title"/>
          </p:nvPr>
        </p:nvSpPr>
        <p:spPr>
          <a:xfrm>
            <a:off x="2667000" y="-141288"/>
            <a:ext cx="7772400" cy="844551"/>
          </a:xfrm>
        </p:spPr>
        <p:txBody>
          <a:bodyPr/>
          <a:lstStyle/>
          <a:p>
            <a:pPr eaLnBrk="1" hangingPunct="1"/>
            <a:r>
              <a:rPr lang="zh-CN" altLang="en-US" sz="2800">
                <a:latin typeface="微软雅黑" panose="020B0503020204020204" pitchFamily="34" charset="-122"/>
                <a:ea typeface="微软雅黑" panose="020B0503020204020204" pitchFamily="34" charset="-122"/>
              </a:rPr>
              <a:t>每种资源的单个实例</a:t>
            </a:r>
            <a:endParaRPr lang="en-US" altLang="en-US" sz="2800">
              <a:latin typeface="微软雅黑" panose="020B0503020204020204" pitchFamily="34" charset="-122"/>
              <a:ea typeface="微软雅黑" panose="020B0503020204020204" pitchFamily="34" charset="-122"/>
            </a:endParaRPr>
          </a:p>
        </p:txBody>
      </p:sp>
      <p:sp>
        <p:nvSpPr>
          <p:cNvPr id="74755" name="Rectangle 3">
            <a:extLst>
              <a:ext uri="{FF2B5EF4-FFF2-40B4-BE49-F238E27FC236}">
                <a16:creationId xmlns:a16="http://schemas.microsoft.com/office/drawing/2014/main" id="{CC2F0C24-3ACD-4E40-BD6B-83D4C18C2167}"/>
              </a:ext>
            </a:extLst>
          </p:cNvPr>
          <p:cNvSpPr>
            <a:spLocks noGrp="1" noChangeArrowheads="1"/>
          </p:cNvSpPr>
          <p:nvPr>
            <p:ph type="body" idx="1"/>
          </p:nvPr>
        </p:nvSpPr>
        <p:spPr>
          <a:xfrm>
            <a:off x="860425" y="1173163"/>
            <a:ext cx="10941582" cy="4511675"/>
          </a:xfrm>
        </p:spPr>
        <p:txBody>
          <a:bodyPr/>
          <a:lstStyle/>
          <a:p>
            <a:pPr>
              <a:lnSpc>
                <a:spcPct val="15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维护</a:t>
            </a:r>
            <a:r>
              <a:rPr lang="zh-CN" altLang="en-US" b="1" dirty="0">
                <a:solidFill>
                  <a:srgbClr val="0070C0"/>
                </a:solidFill>
                <a:latin typeface="微软雅黑" panose="020B0503020204020204" pitchFamily="34" charset="-122"/>
                <a:ea typeface="微软雅黑" panose="020B0503020204020204" pitchFamily="34" charset="-122"/>
              </a:rPr>
              <a:t>等待图</a:t>
            </a:r>
            <a:endParaRPr lang="en-US" altLang="en-US" b="1" dirty="0">
              <a:solidFill>
                <a:srgbClr val="0070C0"/>
              </a:solidFill>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n"/>
            </a:pPr>
            <a:r>
              <a:rPr lang="zh-CN" altLang="en-US" sz="2400" dirty="0">
                <a:latin typeface="微软雅黑" panose="020B0503020204020204" pitchFamily="34" charset="-122"/>
                <a:ea typeface="微软雅黑" panose="020B0503020204020204" pitchFamily="34" charset="-122"/>
              </a:rPr>
              <a:t>节点是进程</a:t>
            </a:r>
            <a:endParaRPr lang="en-US" altLang="en-US" sz="2400"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n"/>
            </a:pPr>
            <a:r>
              <a:rPr lang="en-US" altLang="en-US" sz="2400" b="1" i="1" dirty="0">
                <a:latin typeface="微软雅黑" panose="020B0503020204020204" pitchFamily="34" charset="-122"/>
                <a:ea typeface="微软雅黑" panose="020B0503020204020204" pitchFamily="34" charset="-122"/>
              </a:rPr>
              <a:t>P</a:t>
            </a:r>
            <a:r>
              <a:rPr lang="en-US" altLang="en-US" sz="2400" b="1" i="1" baseline="-25000" dirty="0">
                <a:latin typeface="微软雅黑" panose="020B0503020204020204" pitchFamily="34" charset="-122"/>
                <a:ea typeface="微软雅黑" panose="020B0503020204020204" pitchFamily="34" charset="-122"/>
              </a:rPr>
              <a:t>i</a:t>
            </a:r>
            <a:r>
              <a:rPr lang="en-US" altLang="en-US" sz="2400" b="1" dirty="0">
                <a:latin typeface="微软雅黑" panose="020B0503020204020204" pitchFamily="34" charset="-122"/>
                <a:ea typeface="微软雅黑" panose="020B0503020204020204" pitchFamily="34" charset="-122"/>
              </a:rPr>
              <a:t> </a:t>
            </a:r>
            <a:r>
              <a:rPr lang="en-US" altLang="en-US" sz="2400" b="1"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400" b="1" i="1" dirty="0" err="1">
                <a:latin typeface="微软雅黑" panose="020B0503020204020204" pitchFamily="34" charset="-122"/>
                <a:ea typeface="微软雅黑" panose="020B0503020204020204" pitchFamily="34" charset="-122"/>
                <a:sym typeface="Symbol" panose="05050102010706020507" pitchFamily="18" charset="2"/>
              </a:rPr>
              <a:t>P</a:t>
            </a:r>
            <a:r>
              <a:rPr lang="en-US" altLang="en-US" sz="2400" b="1" i="1" baseline="-25000" dirty="0" err="1">
                <a:latin typeface="微软雅黑" panose="020B0503020204020204" pitchFamily="34" charset="-122"/>
                <a:ea typeface="微软雅黑" panose="020B0503020204020204" pitchFamily="34" charset="-122"/>
                <a:sym typeface="Symbol" panose="05050102010706020507" pitchFamily="18" charset="2"/>
              </a:rPr>
              <a:t>j</a:t>
            </a:r>
            <a:r>
              <a:rPr lang="en-US" altLang="en-US" sz="2400" b="1" i="1" baseline="-25000"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表明</a:t>
            </a:r>
            <a:r>
              <a:rPr lang="en-US" altLang="en-US" sz="2400"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400" b="1" i="1" dirty="0">
                <a:latin typeface="微软雅黑" panose="020B0503020204020204" pitchFamily="34" charset="-122"/>
                <a:ea typeface="微软雅黑" panose="020B0503020204020204" pitchFamily="34" charset="-122"/>
                <a:sym typeface="Symbol" panose="05050102010706020507" pitchFamily="18" charset="2"/>
              </a:rPr>
              <a:t>P</a:t>
            </a:r>
            <a:r>
              <a:rPr lang="en-US" altLang="en-US" sz="2400" b="1" i="1" baseline="-25000" dirty="0">
                <a:latin typeface="微软雅黑" panose="020B0503020204020204" pitchFamily="34" charset="-122"/>
                <a:ea typeface="微软雅黑" panose="020B0503020204020204" pitchFamily="34" charset="-122"/>
                <a:sym typeface="Symbol" panose="05050102010706020507" pitchFamily="18" charset="2"/>
              </a:rPr>
              <a:t>i</a:t>
            </a:r>
            <a:r>
              <a:rPr lang="en-US" altLang="en-US" sz="2400" i="1"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在等待</a:t>
            </a:r>
            <a:r>
              <a:rPr lang="en-US" altLang="en-US" sz="2400" b="1" i="1" dirty="0" err="1">
                <a:latin typeface="微软雅黑" panose="020B0503020204020204" pitchFamily="34" charset="-122"/>
                <a:ea typeface="微软雅黑" panose="020B0503020204020204" pitchFamily="34" charset="-122"/>
                <a:sym typeface="Symbol" panose="05050102010706020507" pitchFamily="18" charset="2"/>
              </a:rPr>
              <a:t>P</a:t>
            </a:r>
            <a:r>
              <a:rPr lang="en-US" altLang="en-US" sz="2400" b="1" i="1" baseline="-25000" dirty="0" err="1">
                <a:latin typeface="微软雅黑" panose="020B0503020204020204" pitchFamily="34" charset="-122"/>
                <a:ea typeface="微软雅黑" panose="020B0503020204020204" pitchFamily="34" charset="-122"/>
                <a:sym typeface="Symbol" panose="05050102010706020507" pitchFamily="18" charset="2"/>
              </a:rPr>
              <a:t>j</a:t>
            </a:r>
            <a:br>
              <a:rPr lang="en-US" altLang="en-US" sz="2400" b="1" i="1" dirty="0">
                <a:latin typeface="微软雅黑" panose="020B0503020204020204" pitchFamily="34" charset="-122"/>
                <a:ea typeface="微软雅黑" panose="020B0503020204020204" pitchFamily="34" charset="-122"/>
                <a:sym typeface="Symbol" panose="05050102010706020507" pitchFamily="18" charset="2"/>
              </a:rPr>
            </a:br>
            <a:endParaRPr lang="en-US" altLang="en-US" sz="2400" b="1" i="1" dirty="0">
              <a:latin typeface="微软雅黑" panose="020B0503020204020204" pitchFamily="34" charset="-122"/>
              <a:ea typeface="微软雅黑" panose="020B0503020204020204" pitchFamily="34" charset="-122"/>
              <a:sym typeface="Symbol" panose="05050102010706020507" pitchFamily="18" charset="2"/>
            </a:endParaRPr>
          </a:p>
          <a:p>
            <a:pPr>
              <a:lnSpc>
                <a:spcPct val="15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定期调用算法在图中搜索循环的算法。如果有循环，则存在死锁</a:t>
            </a:r>
            <a:endParaRPr lang="en-US" altLang="en-US"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pPr>
            <a:endParaRPr lang="en-US" altLang="en-US"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检测图中循环的算法需要</a:t>
            </a:r>
            <a:r>
              <a:rPr lang="en-US" altLang="en-US" b="1" i="1" dirty="0">
                <a:latin typeface="微软雅黑" panose="020B0503020204020204" pitchFamily="34" charset="-122"/>
                <a:ea typeface="微软雅黑" panose="020B0503020204020204" pitchFamily="34" charset="-122"/>
              </a:rPr>
              <a:t>n</a:t>
            </a:r>
            <a:r>
              <a:rPr lang="en-US" altLang="en-US" b="1" baseline="30000"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次运算，其中</a:t>
            </a:r>
            <a:r>
              <a:rPr lang="en-US" altLang="zh-CN" b="1" i="1" dirty="0">
                <a:latin typeface="微软雅黑" panose="020B0503020204020204" pitchFamily="34" charset="-122"/>
                <a:ea typeface="微软雅黑" panose="020B0503020204020204" pitchFamily="34" charset="-122"/>
              </a:rPr>
              <a:t>n </a:t>
            </a:r>
            <a:r>
              <a:rPr lang="zh-CN" altLang="en-US" dirty="0">
                <a:latin typeface="微软雅黑" panose="020B0503020204020204" pitchFamily="34" charset="-122"/>
                <a:ea typeface="微软雅黑" panose="020B0503020204020204" pitchFamily="34" charset="-122"/>
              </a:rPr>
              <a:t>是图中顶点的数量</a:t>
            </a:r>
            <a:endParaRPr lang="en-US"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79E63A63-DEC1-4678-9F1A-A31E6CC52CDD}"/>
              </a:ext>
            </a:extLst>
          </p:cNvPr>
          <p:cNvSpPr>
            <a:spLocks noGrp="1" noChangeArrowheads="1"/>
          </p:cNvSpPr>
          <p:nvPr>
            <p:ph type="title"/>
          </p:nvPr>
        </p:nvSpPr>
        <p:spPr>
          <a:xfrm>
            <a:off x="2760663" y="266700"/>
            <a:ext cx="7751762" cy="457200"/>
          </a:xfrm>
        </p:spPr>
        <p:txBody>
          <a:bodyPr/>
          <a:lstStyle/>
          <a:p>
            <a:pPr eaLnBrk="1" hangingPunct="1"/>
            <a:r>
              <a:rPr lang="zh-CN" altLang="en-US">
                <a:latin typeface="微软雅黑" panose="020B0503020204020204" pitchFamily="34" charset="-122"/>
                <a:ea typeface="微软雅黑" panose="020B0503020204020204" pitchFamily="34" charset="-122"/>
              </a:rPr>
              <a:t>资源分配图和等待图</a:t>
            </a:r>
            <a:endParaRPr lang="en-US" altLang="en-US">
              <a:latin typeface="微软雅黑" panose="020B0503020204020204" pitchFamily="34" charset="-122"/>
              <a:ea typeface="微软雅黑" panose="020B0503020204020204" pitchFamily="34" charset="-122"/>
            </a:endParaRPr>
          </a:p>
        </p:txBody>
      </p:sp>
      <p:sp>
        <p:nvSpPr>
          <p:cNvPr id="76803" name="Text Box 5">
            <a:extLst>
              <a:ext uri="{FF2B5EF4-FFF2-40B4-BE49-F238E27FC236}">
                <a16:creationId xmlns:a16="http://schemas.microsoft.com/office/drawing/2014/main" id="{A212BA1D-4AC2-4147-844B-C31DDB35C196}"/>
              </a:ext>
            </a:extLst>
          </p:cNvPr>
          <p:cNvSpPr txBox="1">
            <a:spLocks noChangeArrowheads="1"/>
          </p:cNvSpPr>
          <p:nvPr/>
        </p:nvSpPr>
        <p:spPr bwMode="auto">
          <a:xfrm>
            <a:off x="4227513" y="5292725"/>
            <a:ext cx="1339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zh-CN" altLang="en-US">
                <a:latin typeface="微软雅黑" panose="020B0503020204020204" pitchFamily="34" charset="-122"/>
                <a:ea typeface="微软雅黑" panose="020B0503020204020204" pitchFamily="34" charset="-122"/>
              </a:rPr>
              <a:t>资源分配图</a:t>
            </a:r>
            <a:endParaRPr kumimoji="0" lang="en-US" altLang="en-US">
              <a:latin typeface="微软雅黑" panose="020B0503020204020204" pitchFamily="34" charset="-122"/>
              <a:ea typeface="微软雅黑" panose="020B0503020204020204" pitchFamily="34" charset="-122"/>
            </a:endParaRPr>
          </a:p>
        </p:txBody>
      </p:sp>
      <p:sp>
        <p:nvSpPr>
          <p:cNvPr id="76804" name="Text Box 6">
            <a:extLst>
              <a:ext uri="{FF2B5EF4-FFF2-40B4-BE49-F238E27FC236}">
                <a16:creationId xmlns:a16="http://schemas.microsoft.com/office/drawing/2014/main" id="{4780FFA0-24B1-4CD7-933D-396EDC3069DD}"/>
              </a:ext>
            </a:extLst>
          </p:cNvPr>
          <p:cNvSpPr txBox="1">
            <a:spLocks noChangeArrowheads="1"/>
          </p:cNvSpPr>
          <p:nvPr/>
        </p:nvSpPr>
        <p:spPr bwMode="auto">
          <a:xfrm>
            <a:off x="7561263" y="5292725"/>
            <a:ext cx="1568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gn="ctr">
              <a:spcBef>
                <a:spcPct val="50000"/>
              </a:spcBef>
              <a:buClrTx/>
              <a:buSzTx/>
              <a:buFontTx/>
              <a:buNone/>
            </a:pPr>
            <a:r>
              <a:rPr kumimoji="0" lang="zh-CN" altLang="en-US">
                <a:latin typeface="微软雅黑" panose="020B0503020204020204" pitchFamily="34" charset="-122"/>
                <a:ea typeface="微软雅黑" panose="020B0503020204020204" pitchFamily="34" charset="-122"/>
              </a:rPr>
              <a:t>对应的等待图</a:t>
            </a:r>
            <a:endParaRPr kumimoji="0" lang="en-US" altLang="en-US">
              <a:latin typeface="微软雅黑" panose="020B0503020204020204" pitchFamily="34" charset="-122"/>
              <a:ea typeface="微软雅黑" panose="020B0503020204020204" pitchFamily="34" charset="-122"/>
            </a:endParaRPr>
          </a:p>
        </p:txBody>
      </p:sp>
      <p:pic>
        <p:nvPicPr>
          <p:cNvPr id="76805" name="Picture 6" descr="7">
            <a:extLst>
              <a:ext uri="{FF2B5EF4-FFF2-40B4-BE49-F238E27FC236}">
                <a16:creationId xmlns:a16="http://schemas.microsoft.com/office/drawing/2014/main" id="{42C53D9A-0038-42FF-A72E-6D47C11DAA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0425" y="1257300"/>
            <a:ext cx="5937250" cy="383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E8F3847A-FFDE-426C-BB6F-B903C244CF79}"/>
              </a:ext>
            </a:extLst>
          </p:cNvPr>
          <p:cNvSpPr>
            <a:spLocks noGrp="1" noChangeArrowheads="1"/>
          </p:cNvSpPr>
          <p:nvPr>
            <p:ph type="title"/>
          </p:nvPr>
        </p:nvSpPr>
        <p:spPr>
          <a:xfrm>
            <a:off x="2952750" y="161925"/>
            <a:ext cx="6724650" cy="628650"/>
          </a:xfrm>
        </p:spPr>
        <p:txBody>
          <a:bodyPr/>
          <a:lstStyle/>
          <a:p>
            <a:pPr eaLnBrk="1" hangingPunct="1"/>
            <a:r>
              <a:rPr lang="zh-CN" altLang="en-US">
                <a:latin typeface="微软雅黑" panose="020B0503020204020204" pitchFamily="34" charset="-122"/>
                <a:ea typeface="微软雅黑" panose="020B0503020204020204" pitchFamily="34" charset="-122"/>
              </a:rPr>
              <a:t>一种资源的几个实例</a:t>
            </a:r>
            <a:endParaRPr lang="en-US" altLang="en-US">
              <a:latin typeface="微软雅黑" panose="020B0503020204020204" pitchFamily="34" charset="-122"/>
              <a:ea typeface="微软雅黑" panose="020B0503020204020204" pitchFamily="34" charset="-122"/>
            </a:endParaRPr>
          </a:p>
        </p:txBody>
      </p:sp>
      <p:sp>
        <p:nvSpPr>
          <p:cNvPr id="78851" name="Rectangle 3">
            <a:extLst>
              <a:ext uri="{FF2B5EF4-FFF2-40B4-BE49-F238E27FC236}">
                <a16:creationId xmlns:a16="http://schemas.microsoft.com/office/drawing/2014/main" id="{8408B12A-858F-42DE-B02B-280D59290B39}"/>
              </a:ext>
            </a:extLst>
          </p:cNvPr>
          <p:cNvSpPr>
            <a:spLocks noGrp="1" noChangeArrowheads="1"/>
          </p:cNvSpPr>
          <p:nvPr>
            <p:ph type="body" idx="1"/>
          </p:nvPr>
        </p:nvSpPr>
        <p:spPr>
          <a:xfrm>
            <a:off x="754063" y="1250950"/>
            <a:ext cx="10812462" cy="3851275"/>
          </a:xfrm>
        </p:spPr>
        <p:txBody>
          <a:bodyPr/>
          <a:lstStyle/>
          <a:p>
            <a:pPr>
              <a:lnSpc>
                <a:spcPct val="200000"/>
              </a:lnSpc>
              <a:buFont typeface="Wingdings" panose="05000000000000000000" pitchFamily="2" charset="2"/>
              <a:buChar char="p"/>
            </a:pPr>
            <a:r>
              <a:rPr lang="en-US" altLang="en-US" sz="2000" b="1">
                <a:latin typeface="微软雅黑" panose="020B0503020204020204" pitchFamily="34" charset="-122"/>
                <a:ea typeface="微软雅黑" panose="020B0503020204020204" pitchFamily="34" charset="-122"/>
              </a:rPr>
              <a:t>Available</a:t>
            </a:r>
            <a:r>
              <a:rPr lang="en-US" altLang="en-US" sz="2000" i="1">
                <a:latin typeface="微软雅黑" panose="020B0503020204020204" pitchFamily="34" charset="-122"/>
                <a:ea typeface="微软雅黑" panose="020B0503020204020204" pitchFamily="34" charset="-122"/>
              </a:rPr>
              <a:t>:</a:t>
            </a:r>
            <a:r>
              <a:rPr lang="en-US" altLang="en-US" sz="2000">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长度为</a:t>
            </a:r>
            <a:r>
              <a:rPr lang="en-US" altLang="en-US" sz="2000" b="1" i="1">
                <a:latin typeface="微软雅黑" panose="020B0503020204020204" pitchFamily="34" charset="-122"/>
                <a:ea typeface="微软雅黑" panose="020B0503020204020204" pitchFamily="34" charset="-122"/>
              </a:rPr>
              <a:t>m </a:t>
            </a:r>
            <a:r>
              <a:rPr lang="zh-CN" altLang="en-US" sz="2000">
                <a:latin typeface="微软雅黑" panose="020B0503020204020204" pitchFamily="34" charset="-122"/>
                <a:ea typeface="微软雅黑" panose="020B0503020204020204" pitchFamily="34" charset="-122"/>
              </a:rPr>
              <a:t>的向量表示每种类型的可用资源数量</a:t>
            </a:r>
            <a:endParaRPr lang="en-US" altLang="en-US" sz="200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p"/>
            </a:pPr>
            <a:r>
              <a:rPr lang="en-US" altLang="en-US" sz="2000" b="1">
                <a:latin typeface="微软雅黑" panose="020B0503020204020204" pitchFamily="34" charset="-122"/>
                <a:ea typeface="微软雅黑" panose="020B0503020204020204" pitchFamily="34" charset="-122"/>
              </a:rPr>
              <a:t>Allocation</a:t>
            </a:r>
            <a:r>
              <a:rPr lang="en-US" altLang="en-US" sz="2000" i="1">
                <a:latin typeface="微软雅黑" panose="020B0503020204020204" pitchFamily="34" charset="-122"/>
                <a:ea typeface="微软雅黑" panose="020B0503020204020204" pitchFamily="34" charset="-122"/>
              </a:rPr>
              <a:t>:</a:t>
            </a:r>
            <a:r>
              <a:rPr lang="en-US" altLang="en-US" sz="2000">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一个</a:t>
            </a:r>
            <a:r>
              <a:rPr lang="en-US" altLang="en-US" sz="2000" b="1" i="1">
                <a:latin typeface="微软雅黑" panose="020B0503020204020204" pitchFamily="34" charset="-122"/>
                <a:ea typeface="微软雅黑" panose="020B0503020204020204" pitchFamily="34" charset="-122"/>
              </a:rPr>
              <a:t>n </a:t>
            </a:r>
            <a:r>
              <a:rPr lang="en-US" altLang="en-US" sz="2000" b="1">
                <a:latin typeface="微软雅黑" panose="020B0503020204020204" pitchFamily="34" charset="-122"/>
                <a:ea typeface="微软雅黑" panose="020B0503020204020204" pitchFamily="34" charset="-122"/>
              </a:rPr>
              <a:t>x</a:t>
            </a:r>
            <a:r>
              <a:rPr lang="en-US" altLang="en-US" sz="2000" b="1" i="1">
                <a:latin typeface="微软雅黑" panose="020B0503020204020204" pitchFamily="34" charset="-122"/>
                <a:ea typeface="微软雅黑" panose="020B0503020204020204" pitchFamily="34" charset="-122"/>
              </a:rPr>
              <a:t> m </a:t>
            </a:r>
            <a:r>
              <a:rPr lang="zh-CN" altLang="en-US" sz="2000">
                <a:latin typeface="微软雅黑" panose="020B0503020204020204" pitchFamily="34" charset="-122"/>
                <a:ea typeface="微软雅黑" panose="020B0503020204020204" pitchFamily="34" charset="-122"/>
              </a:rPr>
              <a:t>矩阵定义了当前分配给每个进程的每种类型的资源数量</a:t>
            </a:r>
            <a:endParaRPr lang="en-US" altLang="en-US" sz="200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p"/>
            </a:pPr>
            <a:r>
              <a:rPr lang="en-US" altLang="en-US" sz="2000" b="1">
                <a:latin typeface="微软雅黑" panose="020B0503020204020204" pitchFamily="34" charset="-122"/>
                <a:ea typeface="微软雅黑" panose="020B0503020204020204" pitchFamily="34" charset="-122"/>
              </a:rPr>
              <a:t>Request</a:t>
            </a:r>
            <a:r>
              <a:rPr lang="en-US" altLang="en-US" sz="2000" i="1">
                <a:latin typeface="微软雅黑" panose="020B0503020204020204" pitchFamily="34" charset="-122"/>
                <a:ea typeface="微软雅黑" panose="020B0503020204020204" pitchFamily="34" charset="-122"/>
              </a:rPr>
              <a:t>:</a:t>
            </a:r>
            <a:r>
              <a:rPr lang="en-US" altLang="en-US" sz="2000">
                <a:latin typeface="微软雅黑" panose="020B0503020204020204" pitchFamily="34" charset="-122"/>
                <a:ea typeface="微软雅黑" panose="020B0503020204020204" pitchFamily="34" charset="-122"/>
              </a:rPr>
              <a:t>  </a:t>
            </a:r>
            <a:r>
              <a:rPr lang="en-US" altLang="en-US" sz="2000" b="1" i="1">
                <a:latin typeface="微软雅黑" panose="020B0503020204020204" pitchFamily="34" charset="-122"/>
                <a:ea typeface="微软雅黑" panose="020B0503020204020204" pitchFamily="34" charset="-122"/>
              </a:rPr>
              <a:t>n </a:t>
            </a:r>
            <a:r>
              <a:rPr lang="en-US" altLang="en-US" sz="2000" b="1">
                <a:latin typeface="微软雅黑" panose="020B0503020204020204" pitchFamily="34" charset="-122"/>
                <a:ea typeface="微软雅黑" panose="020B0503020204020204" pitchFamily="34" charset="-122"/>
              </a:rPr>
              <a:t>x</a:t>
            </a:r>
            <a:r>
              <a:rPr lang="en-US" altLang="en-US" sz="2000" b="1" i="1">
                <a:latin typeface="微软雅黑" panose="020B0503020204020204" pitchFamily="34" charset="-122"/>
                <a:ea typeface="微软雅黑" panose="020B0503020204020204" pitchFamily="34" charset="-122"/>
              </a:rPr>
              <a:t> m </a:t>
            </a:r>
            <a:r>
              <a:rPr lang="zh-CN" altLang="en-US" sz="2000">
                <a:latin typeface="微软雅黑" panose="020B0503020204020204" pitchFamily="34" charset="-122"/>
                <a:ea typeface="微软雅黑" panose="020B0503020204020204" pitchFamily="34" charset="-122"/>
              </a:rPr>
              <a:t>矩阵表示每个进程的当前请求。如果</a:t>
            </a:r>
            <a:r>
              <a:rPr lang="en-US" altLang="en-US" sz="2000" b="1" i="1">
                <a:latin typeface="微软雅黑" panose="020B0503020204020204" pitchFamily="34" charset="-122"/>
                <a:ea typeface="微软雅黑" panose="020B0503020204020204" pitchFamily="34" charset="-122"/>
              </a:rPr>
              <a:t>Request </a:t>
            </a:r>
            <a:r>
              <a:rPr lang="en-US" altLang="en-US" sz="2000" b="1">
                <a:latin typeface="微软雅黑" panose="020B0503020204020204" pitchFamily="34" charset="-122"/>
                <a:ea typeface="微软雅黑" panose="020B0503020204020204" pitchFamily="34" charset="-122"/>
              </a:rPr>
              <a:t>[</a:t>
            </a:r>
            <a:r>
              <a:rPr lang="en-US" altLang="en-US" sz="2000" b="1" i="1">
                <a:latin typeface="微软雅黑" panose="020B0503020204020204" pitchFamily="34" charset="-122"/>
                <a:ea typeface="微软雅黑" panose="020B0503020204020204" pitchFamily="34" charset="-122"/>
              </a:rPr>
              <a:t>i </a:t>
            </a:r>
            <a:r>
              <a:rPr lang="en-US" altLang="en-US" sz="2000" b="1">
                <a:latin typeface="微软雅黑" panose="020B0503020204020204" pitchFamily="34" charset="-122"/>
                <a:ea typeface="微软雅黑" panose="020B0503020204020204" pitchFamily="34" charset="-122"/>
              </a:rPr>
              <a:t>][</a:t>
            </a:r>
            <a:r>
              <a:rPr lang="en-US" altLang="en-US" sz="2000" b="1" i="1">
                <a:latin typeface="微软雅黑" panose="020B0503020204020204" pitchFamily="34" charset="-122"/>
                <a:ea typeface="微软雅黑" panose="020B0503020204020204" pitchFamily="34" charset="-122"/>
              </a:rPr>
              <a:t>j </a:t>
            </a:r>
            <a:r>
              <a:rPr lang="en-US" altLang="en-US" sz="2000" b="1">
                <a:latin typeface="微软雅黑" panose="020B0503020204020204" pitchFamily="34" charset="-122"/>
                <a:ea typeface="微软雅黑" panose="020B0503020204020204" pitchFamily="34" charset="-122"/>
              </a:rPr>
              <a:t>] = </a:t>
            </a:r>
            <a:r>
              <a:rPr lang="en-US" altLang="en-US" sz="2000" b="1" i="1">
                <a:latin typeface="微软雅黑" panose="020B0503020204020204" pitchFamily="34" charset="-122"/>
                <a:ea typeface="微软雅黑" panose="020B0503020204020204" pitchFamily="34" charset="-122"/>
              </a:rPr>
              <a:t>k</a:t>
            </a:r>
            <a:r>
              <a:rPr lang="en-US" altLang="en-US" sz="2000">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那么进程</a:t>
            </a:r>
            <a:r>
              <a:rPr lang="en-US" altLang="en-US" sz="2000" b="1" i="1">
                <a:latin typeface="微软雅黑" panose="020B0503020204020204" pitchFamily="34" charset="-122"/>
                <a:ea typeface="微软雅黑" panose="020B0503020204020204" pitchFamily="34" charset="-122"/>
              </a:rPr>
              <a:t>P</a:t>
            </a:r>
            <a:r>
              <a:rPr lang="en-US" altLang="en-US" sz="2000" b="1" i="1" baseline="-25000">
                <a:latin typeface="微软雅黑" panose="020B0503020204020204" pitchFamily="34" charset="-122"/>
                <a:ea typeface="微软雅黑" panose="020B0503020204020204" pitchFamily="34" charset="-122"/>
              </a:rPr>
              <a:t>i </a:t>
            </a:r>
            <a:r>
              <a:rPr lang="zh-CN" altLang="en-US" sz="2000">
                <a:latin typeface="微软雅黑" panose="020B0503020204020204" pitchFamily="34" charset="-122"/>
                <a:ea typeface="微软雅黑" panose="020B0503020204020204" pitchFamily="34" charset="-122"/>
              </a:rPr>
              <a:t>正在请求资源</a:t>
            </a:r>
            <a:r>
              <a:rPr lang="en-US" altLang="en-US" sz="2000" b="1" i="1">
                <a:latin typeface="微软雅黑" panose="020B0503020204020204" pitchFamily="34" charset="-122"/>
                <a:ea typeface="微软雅黑" panose="020B0503020204020204" pitchFamily="34" charset="-122"/>
              </a:rPr>
              <a:t>R</a:t>
            </a:r>
            <a:r>
              <a:rPr lang="en-US" altLang="en-US" sz="2000" b="1" i="1" baseline="-25000">
                <a:latin typeface="微软雅黑" panose="020B0503020204020204" pitchFamily="34" charset="-122"/>
                <a:ea typeface="微软雅黑" panose="020B0503020204020204" pitchFamily="34" charset="-122"/>
              </a:rPr>
              <a:t>j </a:t>
            </a:r>
            <a:r>
              <a:rPr lang="zh-CN" altLang="en-US" sz="2000">
                <a:latin typeface="微软雅黑" panose="020B0503020204020204" pitchFamily="34" charset="-122"/>
                <a:ea typeface="微软雅黑" panose="020B0503020204020204" pitchFamily="34" charset="-122"/>
              </a:rPr>
              <a:t>的</a:t>
            </a:r>
            <a:r>
              <a:rPr lang="en-US" altLang="en-US" sz="2000" b="1" i="1">
                <a:latin typeface="微软雅黑" panose="020B0503020204020204" pitchFamily="34" charset="-122"/>
                <a:ea typeface="微软雅黑" panose="020B0503020204020204" pitchFamily="34" charset="-122"/>
              </a:rPr>
              <a:t>k </a:t>
            </a:r>
            <a:r>
              <a:rPr lang="zh-CN" altLang="en-US" sz="2000">
                <a:latin typeface="微软雅黑" panose="020B0503020204020204" pitchFamily="34" charset="-122"/>
                <a:ea typeface="微软雅黑" panose="020B0503020204020204" pitchFamily="34" charset="-122"/>
              </a:rPr>
              <a:t>个实例</a:t>
            </a:r>
            <a:endParaRPr lang="en-US" altLang="en-US" sz="2000">
              <a:latin typeface="微软雅黑" panose="020B0503020204020204" pitchFamily="34" charset="-122"/>
              <a:ea typeface="微软雅黑" panose="020B0503020204020204" pitchFamily="3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B658DFC9-BE18-4030-A0B1-8537BCB01586}"/>
              </a:ext>
            </a:extLst>
          </p:cNvPr>
          <p:cNvSpPr>
            <a:spLocks noGrp="1" noChangeArrowheads="1"/>
          </p:cNvSpPr>
          <p:nvPr>
            <p:ph type="title"/>
          </p:nvPr>
        </p:nvSpPr>
        <p:spPr>
          <a:xfrm>
            <a:off x="2311400" y="152400"/>
            <a:ext cx="7899400" cy="576263"/>
          </a:xfrm>
        </p:spPr>
        <p:txBody>
          <a:bodyPr/>
          <a:lstStyle/>
          <a:p>
            <a:pPr eaLnBrk="1" hangingPunct="1"/>
            <a:r>
              <a:rPr lang="zh-CN" altLang="en-US">
                <a:latin typeface="微软雅黑" panose="020B0503020204020204" pitchFamily="34" charset="-122"/>
                <a:ea typeface="微软雅黑" panose="020B0503020204020204" pitchFamily="34" charset="-122"/>
              </a:rPr>
              <a:t>检测算法</a:t>
            </a:r>
            <a:endParaRPr lang="en-US" altLang="en-US">
              <a:latin typeface="微软雅黑" panose="020B0503020204020204" pitchFamily="34" charset="-122"/>
              <a:ea typeface="微软雅黑" panose="020B0503020204020204" pitchFamily="34" charset="-122"/>
            </a:endParaRPr>
          </a:p>
        </p:txBody>
      </p:sp>
      <p:sp>
        <p:nvSpPr>
          <p:cNvPr id="80899" name="Rectangle 3">
            <a:extLst>
              <a:ext uri="{FF2B5EF4-FFF2-40B4-BE49-F238E27FC236}">
                <a16:creationId xmlns:a16="http://schemas.microsoft.com/office/drawing/2014/main" id="{79F009BC-4673-46F2-9A23-43F3CB77B0BF}"/>
              </a:ext>
            </a:extLst>
          </p:cNvPr>
          <p:cNvSpPr>
            <a:spLocks noGrp="1" noChangeArrowheads="1"/>
          </p:cNvSpPr>
          <p:nvPr>
            <p:ph type="body" idx="1"/>
          </p:nvPr>
        </p:nvSpPr>
        <p:spPr>
          <a:xfrm>
            <a:off x="596348" y="1233488"/>
            <a:ext cx="9676365" cy="4530725"/>
          </a:xfrm>
        </p:spPr>
        <p:txBody>
          <a:bodyPr/>
          <a:lstStyle/>
          <a:p>
            <a:pPr>
              <a:lnSpc>
                <a:spcPct val="150000"/>
              </a:lnSpc>
              <a:buFont typeface="Monotype Sorts" pitchFamily="-84" charset="2"/>
              <a:buNone/>
            </a:pPr>
            <a:r>
              <a:rPr lang="en-US" altLang="en-US" sz="2000" dirty="0">
                <a:latin typeface="微软雅黑" panose="020B0503020204020204" pitchFamily="34" charset="-122"/>
                <a:ea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rPr>
              <a:t>令</a:t>
            </a:r>
            <a:r>
              <a:rPr lang="en-US" altLang="en-US" sz="2000" b="1" i="1" dirty="0">
                <a:latin typeface="微软雅黑" panose="020B0503020204020204" pitchFamily="34" charset="-122"/>
                <a:ea typeface="微软雅黑" panose="020B0503020204020204" pitchFamily="34" charset="-122"/>
              </a:rPr>
              <a:t>Work</a:t>
            </a:r>
            <a:r>
              <a:rPr lang="en-US"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和</a:t>
            </a:r>
            <a:r>
              <a:rPr lang="en-US" altLang="en-US" sz="2000" b="1" i="1" dirty="0">
                <a:latin typeface="微软雅黑" panose="020B0503020204020204" pitchFamily="34" charset="-122"/>
                <a:ea typeface="微软雅黑" panose="020B0503020204020204" pitchFamily="34" charset="-122"/>
              </a:rPr>
              <a:t>Finish</a:t>
            </a:r>
            <a:r>
              <a:rPr lang="en-US"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分别为长度为</a:t>
            </a:r>
            <a:r>
              <a:rPr lang="en-US" altLang="en-US" sz="2000" b="1" i="1" dirty="0">
                <a:latin typeface="微软雅黑" panose="020B0503020204020204" pitchFamily="34" charset="-122"/>
                <a:ea typeface="微软雅黑" panose="020B0503020204020204" pitchFamily="34" charset="-122"/>
              </a:rPr>
              <a:t>m</a:t>
            </a:r>
            <a:r>
              <a:rPr lang="en-US"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和</a:t>
            </a:r>
            <a:r>
              <a:rPr lang="en-US" altLang="en-US" sz="2000" b="1" i="1" dirty="0">
                <a:latin typeface="微软雅黑" panose="020B0503020204020204" pitchFamily="34" charset="-122"/>
                <a:ea typeface="微软雅黑" panose="020B0503020204020204" pitchFamily="34" charset="-122"/>
              </a:rPr>
              <a:t>n </a:t>
            </a:r>
            <a:r>
              <a:rPr lang="zh-CN" altLang="en-US" sz="2000" dirty="0">
                <a:latin typeface="微软雅黑" panose="020B0503020204020204" pitchFamily="34" charset="-122"/>
                <a:ea typeface="微软雅黑" panose="020B0503020204020204" pitchFamily="34" charset="-122"/>
              </a:rPr>
              <a:t>的向量</a:t>
            </a:r>
            <a:r>
              <a:rPr lang="en-US" altLang="en-US" sz="2000" dirty="0">
                <a:latin typeface="微软雅黑" panose="020B0503020204020204" pitchFamily="34" charset="-122"/>
                <a:ea typeface="微软雅黑" panose="020B0503020204020204" pitchFamily="34" charset="-122"/>
              </a:rPr>
              <a:t> , </a:t>
            </a:r>
            <a:r>
              <a:rPr lang="zh-CN" altLang="en-US" sz="2000" dirty="0">
                <a:latin typeface="微软雅黑" panose="020B0503020204020204" pitchFamily="34" charset="-122"/>
                <a:ea typeface="微软雅黑" panose="020B0503020204020204" pitchFamily="34" charset="-122"/>
              </a:rPr>
              <a:t>初始化：</a:t>
            </a:r>
            <a:endParaRPr lang="en-US" altLang="en-US" sz="2000" dirty="0">
              <a:latin typeface="微软雅黑" panose="020B0503020204020204" pitchFamily="34" charset="-122"/>
              <a:ea typeface="微软雅黑" panose="020B0503020204020204" pitchFamily="34" charset="-122"/>
            </a:endParaRPr>
          </a:p>
          <a:p>
            <a:pPr marL="850900" lvl="1" indent="-393700">
              <a:lnSpc>
                <a:spcPct val="150000"/>
              </a:lnSpc>
              <a:buFont typeface="Monotype Sorts" pitchFamily="-84" charset="2"/>
              <a:buNone/>
            </a:pPr>
            <a:r>
              <a:rPr lang="en-US" altLang="en-US" sz="2000" dirty="0">
                <a:latin typeface="微软雅黑" panose="020B0503020204020204" pitchFamily="34" charset="-122"/>
                <a:ea typeface="微软雅黑" panose="020B0503020204020204" pitchFamily="34" charset="-122"/>
              </a:rPr>
              <a:t>(a) </a:t>
            </a:r>
            <a:r>
              <a:rPr lang="en-US" altLang="en-US" sz="2000" b="1" i="1" dirty="0">
                <a:latin typeface="微软雅黑" panose="020B0503020204020204" pitchFamily="34" charset="-122"/>
                <a:ea typeface="微软雅黑" panose="020B0503020204020204" pitchFamily="34" charset="-122"/>
              </a:rPr>
              <a:t>Work</a:t>
            </a:r>
            <a:r>
              <a:rPr lang="en-US" altLang="en-US" sz="2000" b="1" dirty="0">
                <a:latin typeface="微软雅黑" panose="020B0503020204020204" pitchFamily="34" charset="-122"/>
                <a:ea typeface="微软雅黑" panose="020B0503020204020204" pitchFamily="34" charset="-122"/>
              </a:rPr>
              <a:t> = </a:t>
            </a:r>
            <a:r>
              <a:rPr lang="en-US" altLang="en-US" sz="2000" b="1" i="1" dirty="0">
                <a:latin typeface="微软雅黑" panose="020B0503020204020204" pitchFamily="34" charset="-122"/>
                <a:ea typeface="微软雅黑" panose="020B0503020204020204" pitchFamily="34" charset="-122"/>
              </a:rPr>
              <a:t>Available</a:t>
            </a:r>
            <a:endParaRPr lang="en-US" altLang="en-US" sz="2000" b="1" dirty="0">
              <a:latin typeface="微软雅黑" panose="020B0503020204020204" pitchFamily="34" charset="-122"/>
              <a:ea typeface="微软雅黑" panose="020B0503020204020204" pitchFamily="34" charset="-122"/>
            </a:endParaRPr>
          </a:p>
          <a:p>
            <a:pPr marL="850900" lvl="1" indent="-393700">
              <a:lnSpc>
                <a:spcPct val="150000"/>
              </a:lnSpc>
              <a:buFont typeface="Monotype Sorts" pitchFamily="-84" charset="2"/>
              <a:buNone/>
            </a:pPr>
            <a:r>
              <a:rPr lang="en-US" altLang="en-US" sz="2000" dirty="0">
                <a:latin typeface="微软雅黑" panose="020B0503020204020204" pitchFamily="34" charset="-122"/>
                <a:ea typeface="微软雅黑" panose="020B0503020204020204" pitchFamily="34" charset="-122"/>
              </a:rPr>
              <a:t>(b)	For </a:t>
            </a:r>
            <a:r>
              <a:rPr lang="en-US" altLang="en-US" sz="2000" b="1" i="1" dirty="0" err="1">
                <a:latin typeface="微软雅黑" panose="020B0503020204020204" pitchFamily="34" charset="-122"/>
                <a:ea typeface="微软雅黑" panose="020B0503020204020204" pitchFamily="34" charset="-122"/>
              </a:rPr>
              <a:t>i</a:t>
            </a:r>
            <a:r>
              <a:rPr lang="en-US" altLang="en-US" sz="2000" b="1" dirty="0">
                <a:latin typeface="微软雅黑" panose="020B0503020204020204" pitchFamily="34" charset="-122"/>
                <a:ea typeface="微软雅黑" panose="020B0503020204020204" pitchFamily="34" charset="-122"/>
              </a:rPr>
              <a:t> = 1,2, …,</a:t>
            </a:r>
            <a:r>
              <a:rPr lang="en-US" altLang="en-US" sz="2000" b="1" i="1" dirty="0">
                <a:latin typeface="微软雅黑" panose="020B0503020204020204" pitchFamily="34" charset="-122"/>
                <a:ea typeface="微软雅黑" panose="020B0503020204020204" pitchFamily="34" charset="-122"/>
              </a:rPr>
              <a:t> n</a:t>
            </a:r>
            <a:r>
              <a:rPr lang="en-US"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如果</a:t>
            </a:r>
            <a:r>
              <a:rPr lang="en-US" altLang="en-US" sz="2000" b="1" i="1" dirty="0" err="1">
                <a:latin typeface="微软雅黑" panose="020B0503020204020204" pitchFamily="34" charset="-122"/>
                <a:ea typeface="微软雅黑" panose="020B0503020204020204" pitchFamily="34" charset="-122"/>
              </a:rPr>
              <a:t>Allocation</a:t>
            </a:r>
            <a:r>
              <a:rPr lang="en-US" altLang="en-US" sz="2000" b="1" i="1" baseline="-25000" dirty="0" err="1">
                <a:latin typeface="微软雅黑" panose="020B0503020204020204" pitchFamily="34" charset="-122"/>
                <a:ea typeface="微软雅黑" panose="020B0503020204020204" pitchFamily="34" charset="-122"/>
              </a:rPr>
              <a:t>i</a:t>
            </a:r>
            <a:r>
              <a:rPr lang="en-US" altLang="en-US" sz="2000" b="1" dirty="0">
                <a:latin typeface="微软雅黑" panose="020B0503020204020204" pitchFamily="34" charset="-122"/>
                <a:ea typeface="微软雅黑" panose="020B0503020204020204" pitchFamily="34" charset="-122"/>
              </a:rPr>
              <a:t> </a:t>
            </a:r>
            <a:r>
              <a:rPr lang="en-US" altLang="en-US" sz="2000" b="1" dirty="0">
                <a:latin typeface="微软雅黑" panose="020B0503020204020204" pitchFamily="34" charset="-122"/>
                <a:ea typeface="微软雅黑" panose="020B0503020204020204" pitchFamily="34" charset="-122"/>
                <a:sym typeface="Symbol" panose="05050102010706020507" pitchFamily="18" charset="2"/>
              </a:rPr>
              <a:t> 0</a:t>
            </a:r>
            <a:r>
              <a:rPr lang="en-US" altLang="en-US" sz="2000"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则</a:t>
            </a:r>
            <a:br>
              <a:rPr lang="en-US" altLang="en-US" sz="2000" dirty="0">
                <a:latin typeface="微软雅黑" panose="020B0503020204020204" pitchFamily="34" charset="-122"/>
                <a:ea typeface="微软雅黑" panose="020B0503020204020204" pitchFamily="34" charset="-122"/>
                <a:sym typeface="Symbol" panose="05050102010706020507" pitchFamily="18" charset="2"/>
              </a:rPr>
            </a:b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Finish</a:t>
            </a:r>
            <a:r>
              <a:rPr lang="en-US" altLang="en-US" sz="2000" b="1" dirty="0">
                <a:latin typeface="微软雅黑" panose="020B0503020204020204" pitchFamily="34" charset="-122"/>
                <a:ea typeface="微软雅黑" panose="020B0503020204020204" pitchFamily="34" charset="-122"/>
                <a:sym typeface="Symbol" panose="05050102010706020507" pitchFamily="18" charset="2"/>
              </a:rPr>
              <a:t>[</a:t>
            </a:r>
            <a:r>
              <a:rPr lang="en-US" altLang="en-US" sz="2000" b="1" dirty="0" err="1">
                <a:latin typeface="微软雅黑" panose="020B0503020204020204" pitchFamily="34" charset="-122"/>
                <a:ea typeface="微软雅黑" panose="020B0503020204020204" pitchFamily="34" charset="-122"/>
                <a:sym typeface="Symbol" panose="05050102010706020507" pitchFamily="18" charset="2"/>
              </a:rPr>
              <a:t>i</a:t>
            </a:r>
            <a:r>
              <a:rPr lang="en-US" altLang="en-US" sz="2000" b="1"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 false </a:t>
            </a:r>
            <a:r>
              <a:rPr lang="en-US" altLang="en-US" sz="2000"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否则</a:t>
            </a:r>
            <a:r>
              <a:rPr lang="en-US" altLang="en-US" sz="2000"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Finish</a:t>
            </a:r>
            <a:r>
              <a:rPr lang="en-US" altLang="en-US" sz="2000" b="1" dirty="0">
                <a:latin typeface="微软雅黑" panose="020B0503020204020204" pitchFamily="34" charset="-122"/>
                <a:ea typeface="微软雅黑" panose="020B0503020204020204" pitchFamily="34" charset="-122"/>
                <a:sym typeface="Symbol" panose="05050102010706020507" pitchFamily="18" charset="2"/>
              </a:rPr>
              <a:t>[</a:t>
            </a:r>
            <a:r>
              <a:rPr lang="en-US" altLang="en-US" sz="2000" b="1" dirty="0" err="1">
                <a:latin typeface="微软雅黑" panose="020B0503020204020204" pitchFamily="34" charset="-122"/>
                <a:ea typeface="微软雅黑" panose="020B0503020204020204" pitchFamily="34" charset="-122"/>
                <a:sym typeface="Symbol" panose="05050102010706020507" pitchFamily="18" charset="2"/>
              </a:rPr>
              <a:t>i</a:t>
            </a:r>
            <a:r>
              <a:rPr lang="en-US" altLang="en-US" sz="2000" b="1" dirty="0">
                <a:latin typeface="微软雅黑" panose="020B0503020204020204" pitchFamily="34" charset="-122"/>
                <a:ea typeface="微软雅黑" panose="020B0503020204020204" pitchFamily="34" charset="-122"/>
                <a:sym typeface="Symbol" panose="05050102010706020507" pitchFamily="18" charset="2"/>
              </a:rPr>
              <a:t>] = </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true</a:t>
            </a:r>
          </a:p>
          <a:p>
            <a:pPr marL="850900" lvl="1" indent="-393700">
              <a:lnSpc>
                <a:spcPct val="150000"/>
              </a:lnSpc>
              <a:buFont typeface="Monotype Sorts" pitchFamily="-84" charset="2"/>
              <a:buNone/>
            </a:pPr>
            <a:endParaRPr lang="en-US" altLang="en-US" sz="2000" dirty="0">
              <a:latin typeface="微软雅黑" panose="020B0503020204020204" pitchFamily="34" charset="-122"/>
              <a:ea typeface="微软雅黑" panose="020B0503020204020204" pitchFamily="34" charset="-122"/>
              <a:sym typeface="Symbol" panose="05050102010706020507" pitchFamily="18" charset="2"/>
            </a:endParaRPr>
          </a:p>
          <a:p>
            <a:pPr>
              <a:lnSpc>
                <a:spcPct val="150000"/>
              </a:lnSpc>
              <a:buFont typeface="Monotype Sorts" pitchFamily="-84" charset="2"/>
              <a:buNone/>
            </a:pPr>
            <a:r>
              <a:rPr lang="en-US" altLang="en-US" sz="2000" dirty="0">
                <a:latin typeface="微软雅黑" panose="020B0503020204020204" pitchFamily="34" charset="-122"/>
                <a:ea typeface="微软雅黑" panose="020B0503020204020204" pitchFamily="34" charset="-122"/>
              </a:rPr>
              <a:t>2.	</a:t>
            </a:r>
            <a:r>
              <a:rPr lang="zh-CN" altLang="en-US" sz="2000" dirty="0">
                <a:latin typeface="微软雅黑" panose="020B0503020204020204" pitchFamily="34" charset="-122"/>
                <a:ea typeface="微软雅黑" panose="020B0503020204020204" pitchFamily="34" charset="-122"/>
              </a:rPr>
              <a:t>找到一个索引</a:t>
            </a:r>
            <a:r>
              <a:rPr lang="en-US" altLang="en-US" sz="2000" b="1" i="1" dirty="0" err="1">
                <a:latin typeface="微软雅黑" panose="020B0503020204020204" pitchFamily="34" charset="-122"/>
                <a:ea typeface="微软雅黑" panose="020B0503020204020204" pitchFamily="34" charset="-122"/>
              </a:rPr>
              <a:t>i</a:t>
            </a:r>
            <a:r>
              <a:rPr lang="en-US" altLang="en-US" sz="2000" i="1"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使得</a:t>
            </a:r>
            <a:r>
              <a:rPr lang="en-US" altLang="en-US" sz="2000" dirty="0">
                <a:latin typeface="微软雅黑" panose="020B0503020204020204" pitchFamily="34" charset="-122"/>
                <a:ea typeface="微软雅黑" panose="020B0503020204020204" pitchFamily="34" charset="-122"/>
              </a:rPr>
              <a:t>:</a:t>
            </a:r>
          </a:p>
          <a:p>
            <a:pPr marL="850900" lvl="1" indent="-393700">
              <a:lnSpc>
                <a:spcPct val="150000"/>
              </a:lnSpc>
              <a:buFont typeface="Monotype Sorts" pitchFamily="-84" charset="2"/>
              <a:buNone/>
            </a:pPr>
            <a:r>
              <a:rPr lang="en-US" altLang="en-US" sz="2000" dirty="0">
                <a:latin typeface="微软雅黑" panose="020B0503020204020204" pitchFamily="34" charset="-122"/>
                <a:ea typeface="微软雅黑" panose="020B0503020204020204" pitchFamily="34" charset="-122"/>
              </a:rPr>
              <a:t>(a)	</a:t>
            </a:r>
            <a:r>
              <a:rPr lang="en-US" altLang="en-US" sz="2000" b="1" i="1" dirty="0">
                <a:latin typeface="微软雅黑" panose="020B0503020204020204" pitchFamily="34" charset="-122"/>
                <a:ea typeface="微软雅黑" panose="020B0503020204020204" pitchFamily="34" charset="-122"/>
              </a:rPr>
              <a:t>Finish</a:t>
            </a:r>
            <a:r>
              <a:rPr lang="en-US" altLang="en-US" sz="2000" b="1" dirty="0">
                <a:latin typeface="微软雅黑" panose="020B0503020204020204" pitchFamily="34" charset="-122"/>
                <a:ea typeface="微软雅黑" panose="020B0503020204020204" pitchFamily="34" charset="-122"/>
              </a:rPr>
              <a:t>[</a:t>
            </a:r>
            <a:r>
              <a:rPr lang="en-US" altLang="en-US" sz="2000" b="1" i="1" dirty="0" err="1">
                <a:latin typeface="微软雅黑" panose="020B0503020204020204" pitchFamily="34" charset="-122"/>
                <a:ea typeface="微软雅黑" panose="020B0503020204020204" pitchFamily="34" charset="-122"/>
              </a:rPr>
              <a:t>i</a:t>
            </a:r>
            <a:r>
              <a:rPr lang="en-US" altLang="en-US" sz="2000" b="1" i="1" dirty="0">
                <a:latin typeface="微软雅黑" panose="020B0503020204020204" pitchFamily="34" charset="-122"/>
                <a:ea typeface="微软雅黑" panose="020B0503020204020204" pitchFamily="34" charset="-122"/>
              </a:rPr>
              <a:t> </a:t>
            </a:r>
            <a:r>
              <a:rPr lang="en-US" altLang="en-US" sz="2000" b="1" dirty="0">
                <a:latin typeface="微软雅黑" panose="020B0503020204020204" pitchFamily="34" charset="-122"/>
                <a:ea typeface="微软雅黑" panose="020B0503020204020204" pitchFamily="34" charset="-122"/>
              </a:rPr>
              <a:t>] == </a:t>
            </a:r>
            <a:r>
              <a:rPr lang="en-US" altLang="en-US" sz="2000" b="1" i="1" dirty="0">
                <a:latin typeface="微软雅黑" panose="020B0503020204020204" pitchFamily="34" charset="-122"/>
                <a:ea typeface="微软雅黑" panose="020B0503020204020204" pitchFamily="34" charset="-122"/>
              </a:rPr>
              <a:t>false</a:t>
            </a:r>
            <a:endParaRPr lang="en-US" altLang="en-US" sz="2000" b="1" dirty="0">
              <a:latin typeface="微软雅黑" panose="020B0503020204020204" pitchFamily="34" charset="-122"/>
              <a:ea typeface="微软雅黑" panose="020B0503020204020204" pitchFamily="34" charset="-122"/>
            </a:endParaRPr>
          </a:p>
          <a:p>
            <a:pPr marL="850900" lvl="1" indent="-393700">
              <a:lnSpc>
                <a:spcPct val="150000"/>
              </a:lnSpc>
              <a:buFont typeface="Monotype Sorts" pitchFamily="-84" charset="2"/>
              <a:buNone/>
            </a:pPr>
            <a:r>
              <a:rPr lang="en-US" altLang="en-US" sz="2000" dirty="0">
                <a:latin typeface="微软雅黑" panose="020B0503020204020204" pitchFamily="34" charset="-122"/>
                <a:ea typeface="微软雅黑" panose="020B0503020204020204" pitchFamily="34" charset="-122"/>
              </a:rPr>
              <a:t>(b)	</a:t>
            </a:r>
            <a:r>
              <a:rPr lang="en-US" altLang="en-US" sz="2000" b="1" i="1" dirty="0" err="1">
                <a:latin typeface="微软雅黑" panose="020B0503020204020204" pitchFamily="34" charset="-122"/>
                <a:ea typeface="微软雅黑" panose="020B0503020204020204" pitchFamily="34" charset="-122"/>
              </a:rPr>
              <a:t>Request</a:t>
            </a:r>
            <a:r>
              <a:rPr lang="en-US" altLang="en-US" sz="2000" b="1" i="1" baseline="-25000" dirty="0" err="1">
                <a:latin typeface="微软雅黑" panose="020B0503020204020204" pitchFamily="34" charset="-122"/>
                <a:ea typeface="微软雅黑" panose="020B0503020204020204" pitchFamily="34" charset="-122"/>
              </a:rPr>
              <a:t>i</a:t>
            </a:r>
            <a:r>
              <a:rPr lang="en-US" altLang="en-US" sz="2000" b="1" dirty="0">
                <a:latin typeface="微软雅黑" panose="020B0503020204020204" pitchFamily="34" charset="-122"/>
                <a:ea typeface="微软雅黑" panose="020B0503020204020204" pitchFamily="34" charset="-122"/>
              </a:rPr>
              <a:t> </a:t>
            </a:r>
            <a:r>
              <a:rPr lang="en-US" altLang="en-US" sz="2000" b="1"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Work</a:t>
            </a:r>
            <a:b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br>
            <a:endParaRPr lang="en-US" altLang="en-US" sz="2000" b="1" dirty="0">
              <a:latin typeface="微软雅黑" panose="020B0503020204020204" pitchFamily="34" charset="-122"/>
              <a:ea typeface="微软雅黑" panose="020B0503020204020204" pitchFamily="34" charset="-122"/>
              <a:sym typeface="Symbol" panose="05050102010706020507" pitchFamily="18" charset="2"/>
            </a:endParaRPr>
          </a:p>
          <a:p>
            <a:pPr marL="850900" lvl="1" indent="-393700">
              <a:lnSpc>
                <a:spcPct val="150000"/>
              </a:lnSpc>
              <a:buFont typeface="Monotype Sorts" pitchFamily="-84" charset="2"/>
              <a:buNone/>
            </a:pP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如果没有这样的 </a:t>
            </a:r>
            <a:r>
              <a:rPr lang="en-US" altLang="en-US" sz="2000" b="1" i="1" dirty="0" err="1">
                <a:latin typeface="微软雅黑" panose="020B0503020204020204" pitchFamily="34" charset="-122"/>
                <a:ea typeface="微软雅黑" panose="020B0503020204020204" pitchFamily="34" charset="-122"/>
                <a:sym typeface="Symbol" panose="05050102010706020507" pitchFamily="18" charset="2"/>
              </a:rPr>
              <a:t>i</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存在，则转到步骤</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4</a:t>
            </a:r>
            <a:endParaRPr lang="en-US" altLang="en-US" sz="2000" dirty="0">
              <a:latin typeface="微软雅黑" panose="020B0503020204020204" pitchFamily="34" charset="-122"/>
              <a:ea typeface="微软雅黑" panose="020B0503020204020204" pitchFamily="34" charset="-122"/>
            </a:endParaRPr>
          </a:p>
          <a:p>
            <a:pPr marL="850900" lvl="1" indent="-393700">
              <a:lnSpc>
                <a:spcPct val="150000"/>
              </a:lnSpc>
              <a:buFont typeface="Monotype Sorts" pitchFamily="-84" charset="2"/>
              <a:buNone/>
            </a:pPr>
            <a:endParaRPr lang="en-US" alt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BAAB6568-EEE2-40F9-BE94-71DFADDC8492}"/>
              </a:ext>
            </a:extLst>
          </p:cNvPr>
          <p:cNvSpPr>
            <a:spLocks noGrp="1" noChangeArrowheads="1"/>
          </p:cNvSpPr>
          <p:nvPr>
            <p:ph type="title"/>
          </p:nvPr>
        </p:nvSpPr>
        <p:spPr>
          <a:xfrm>
            <a:off x="2652713" y="214313"/>
            <a:ext cx="7558087" cy="576262"/>
          </a:xfrm>
        </p:spPr>
        <p:txBody>
          <a:bodyPr/>
          <a:lstStyle/>
          <a:p>
            <a:pPr eaLnBrk="1" hangingPunct="1"/>
            <a:r>
              <a:rPr lang="zh-CN" altLang="en-US" dirty="0">
                <a:latin typeface="微软雅黑" panose="020B0503020204020204" pitchFamily="34" charset="-122"/>
                <a:ea typeface="微软雅黑" panose="020B0503020204020204" pitchFamily="34" charset="-122"/>
              </a:rPr>
              <a:t>检测算法</a:t>
            </a:r>
            <a:endParaRPr lang="en-US" altLang="en-US" dirty="0">
              <a:latin typeface="微软雅黑" panose="020B0503020204020204" pitchFamily="34" charset="-122"/>
              <a:ea typeface="微软雅黑" panose="020B0503020204020204" pitchFamily="34" charset="-122"/>
            </a:endParaRPr>
          </a:p>
        </p:txBody>
      </p:sp>
      <p:sp>
        <p:nvSpPr>
          <p:cNvPr id="82947" name="Rectangle 3">
            <a:extLst>
              <a:ext uri="{FF2B5EF4-FFF2-40B4-BE49-F238E27FC236}">
                <a16:creationId xmlns:a16="http://schemas.microsoft.com/office/drawing/2014/main" id="{AB036066-ED81-41E9-813F-91B83AFA954D}"/>
              </a:ext>
            </a:extLst>
          </p:cNvPr>
          <p:cNvSpPr>
            <a:spLocks noGrp="1" noChangeArrowheads="1"/>
          </p:cNvSpPr>
          <p:nvPr>
            <p:ph type="body" idx="1"/>
          </p:nvPr>
        </p:nvSpPr>
        <p:spPr>
          <a:xfrm>
            <a:off x="596348" y="1171575"/>
            <a:ext cx="10921684" cy="2297113"/>
          </a:xfrm>
        </p:spPr>
        <p:txBody>
          <a:bodyPr/>
          <a:lstStyle/>
          <a:p>
            <a:pPr>
              <a:lnSpc>
                <a:spcPct val="150000"/>
              </a:lnSpc>
              <a:buFont typeface="Monotype Sorts" pitchFamily="-84" charset="2"/>
              <a:buNone/>
            </a:pPr>
            <a:r>
              <a:rPr lang="en-US" altLang="en-US" sz="2000" dirty="0">
                <a:latin typeface="微软雅黑" panose="020B0503020204020204" pitchFamily="34" charset="-122"/>
                <a:ea typeface="微软雅黑" panose="020B0503020204020204" pitchFamily="34" charset="-122"/>
              </a:rPr>
              <a:t>3.	</a:t>
            </a:r>
            <a:r>
              <a:rPr lang="en-US" altLang="en-US" sz="2000" b="1" i="1" dirty="0">
                <a:latin typeface="微软雅黑" panose="020B0503020204020204" pitchFamily="34" charset="-122"/>
                <a:ea typeface="微软雅黑" panose="020B0503020204020204" pitchFamily="34" charset="-122"/>
              </a:rPr>
              <a:t>Work</a:t>
            </a:r>
            <a:r>
              <a:rPr lang="en-US" altLang="en-US" sz="2000" b="1" dirty="0">
                <a:latin typeface="微软雅黑" panose="020B0503020204020204" pitchFamily="34" charset="-122"/>
                <a:ea typeface="微软雅黑" panose="020B0503020204020204" pitchFamily="34" charset="-122"/>
              </a:rPr>
              <a:t> = </a:t>
            </a:r>
            <a:r>
              <a:rPr lang="en-US" altLang="en-US" sz="2000" b="1" i="1" dirty="0">
                <a:latin typeface="微软雅黑" panose="020B0503020204020204" pitchFamily="34" charset="-122"/>
                <a:ea typeface="微软雅黑" panose="020B0503020204020204" pitchFamily="34" charset="-122"/>
              </a:rPr>
              <a:t>Work</a:t>
            </a:r>
            <a:r>
              <a:rPr lang="en-US" altLang="en-US" sz="2000" b="1" dirty="0">
                <a:latin typeface="微软雅黑" panose="020B0503020204020204" pitchFamily="34" charset="-122"/>
                <a:ea typeface="微软雅黑" panose="020B0503020204020204" pitchFamily="34" charset="-122"/>
              </a:rPr>
              <a:t> + </a:t>
            </a:r>
            <a:r>
              <a:rPr lang="en-US" altLang="en-US" sz="2000" b="1" i="1" dirty="0" err="1">
                <a:latin typeface="微软雅黑" panose="020B0503020204020204" pitchFamily="34" charset="-122"/>
                <a:ea typeface="微软雅黑" panose="020B0503020204020204" pitchFamily="34" charset="-122"/>
              </a:rPr>
              <a:t>Allocation</a:t>
            </a:r>
            <a:r>
              <a:rPr lang="en-US" altLang="en-US" sz="2000" b="1" i="1" baseline="-25000" dirty="0" err="1">
                <a:latin typeface="微软雅黑" panose="020B0503020204020204" pitchFamily="34" charset="-122"/>
                <a:ea typeface="微软雅黑" panose="020B0503020204020204" pitchFamily="34" charset="-122"/>
              </a:rPr>
              <a:t>i</a:t>
            </a:r>
            <a:br>
              <a:rPr lang="en-US" altLang="en-US" sz="2000" b="1" dirty="0">
                <a:latin typeface="微软雅黑" panose="020B0503020204020204" pitchFamily="34" charset="-122"/>
                <a:ea typeface="微软雅黑" panose="020B0503020204020204" pitchFamily="34" charset="-122"/>
              </a:rPr>
            </a:br>
            <a:r>
              <a:rPr lang="en-US" altLang="en-US" sz="2000" b="1" i="1" dirty="0">
                <a:latin typeface="微软雅黑" panose="020B0503020204020204" pitchFamily="34" charset="-122"/>
                <a:ea typeface="微软雅黑" panose="020B0503020204020204" pitchFamily="34" charset="-122"/>
              </a:rPr>
              <a:t>Finish</a:t>
            </a:r>
            <a:r>
              <a:rPr lang="en-US" altLang="en-US" sz="2000" b="1" dirty="0">
                <a:latin typeface="微软雅黑" panose="020B0503020204020204" pitchFamily="34" charset="-122"/>
                <a:ea typeface="微软雅黑" panose="020B0503020204020204" pitchFamily="34" charset="-122"/>
              </a:rPr>
              <a:t>[</a:t>
            </a:r>
            <a:r>
              <a:rPr lang="en-US" altLang="en-US" sz="2000" b="1" i="1" dirty="0" err="1">
                <a:latin typeface="微软雅黑" panose="020B0503020204020204" pitchFamily="34" charset="-122"/>
                <a:ea typeface="微软雅黑" panose="020B0503020204020204" pitchFamily="34" charset="-122"/>
              </a:rPr>
              <a:t>i</a:t>
            </a:r>
            <a:r>
              <a:rPr lang="en-US" altLang="en-US" sz="2000" b="1" i="1" dirty="0">
                <a:latin typeface="微软雅黑" panose="020B0503020204020204" pitchFamily="34" charset="-122"/>
                <a:ea typeface="微软雅黑" panose="020B0503020204020204" pitchFamily="34" charset="-122"/>
              </a:rPr>
              <a:t> </a:t>
            </a:r>
            <a:r>
              <a:rPr lang="en-US" altLang="en-US" sz="2000" b="1" dirty="0">
                <a:latin typeface="微软雅黑" panose="020B0503020204020204" pitchFamily="34" charset="-122"/>
                <a:ea typeface="微软雅黑" panose="020B0503020204020204" pitchFamily="34" charset="-122"/>
              </a:rPr>
              <a:t>] = </a:t>
            </a:r>
            <a:r>
              <a:rPr lang="en-US" altLang="en-US" sz="2000" b="1" i="1" dirty="0">
                <a:latin typeface="微软雅黑" panose="020B0503020204020204" pitchFamily="34" charset="-122"/>
                <a:ea typeface="微软雅黑" panose="020B0503020204020204" pitchFamily="34" charset="-122"/>
              </a:rPr>
              <a:t>true</a:t>
            </a:r>
            <a:br>
              <a:rPr lang="en-US" altLang="en-US" sz="2000" b="1" dirty="0">
                <a:latin typeface="微软雅黑" panose="020B0503020204020204" pitchFamily="34" charset="-122"/>
                <a:ea typeface="微软雅黑" panose="020B0503020204020204" pitchFamily="34" charset="-122"/>
              </a:rPr>
            </a:br>
            <a:r>
              <a:rPr lang="zh-CN" altLang="en-US" sz="2000" dirty="0">
                <a:latin typeface="微软雅黑" panose="020B0503020204020204" pitchFamily="34" charset="-122"/>
                <a:ea typeface="微软雅黑" panose="020B0503020204020204" pitchFamily="34" charset="-122"/>
              </a:rPr>
              <a:t>则转到步骤</a:t>
            </a:r>
            <a:r>
              <a:rPr lang="en-US" altLang="zh-CN" sz="2000" dirty="0">
                <a:latin typeface="微软雅黑" panose="020B0503020204020204" pitchFamily="34" charset="-122"/>
                <a:ea typeface="微软雅黑" panose="020B0503020204020204" pitchFamily="34" charset="-122"/>
              </a:rPr>
              <a:t>2</a:t>
            </a:r>
            <a:br>
              <a:rPr lang="en-US" altLang="en-US" sz="2000" dirty="0">
                <a:latin typeface="微软雅黑" panose="020B0503020204020204" pitchFamily="34" charset="-122"/>
                <a:ea typeface="微软雅黑" panose="020B0503020204020204" pitchFamily="34" charset="-122"/>
              </a:rPr>
            </a:br>
            <a:endParaRPr lang="en-US" altLang="en-US" sz="2000" dirty="0">
              <a:latin typeface="微软雅黑" panose="020B0503020204020204" pitchFamily="34" charset="-122"/>
              <a:ea typeface="微软雅黑" panose="020B0503020204020204" pitchFamily="34" charset="-122"/>
            </a:endParaRPr>
          </a:p>
          <a:p>
            <a:pPr>
              <a:lnSpc>
                <a:spcPct val="150000"/>
              </a:lnSpc>
              <a:buFont typeface="Monotype Sorts" pitchFamily="-84" charset="2"/>
              <a:buNone/>
            </a:pPr>
            <a:r>
              <a:rPr lang="en-US" altLang="en-US" sz="2000" dirty="0">
                <a:latin typeface="微软雅黑" panose="020B0503020204020204" pitchFamily="34" charset="-122"/>
                <a:ea typeface="微软雅黑" panose="020B0503020204020204" pitchFamily="34" charset="-122"/>
              </a:rPr>
              <a:t>4.	</a:t>
            </a:r>
            <a:r>
              <a:rPr lang="zh-CN" altLang="en-US" sz="2000" dirty="0">
                <a:latin typeface="微软雅黑" panose="020B0503020204020204" pitchFamily="34" charset="-122"/>
                <a:ea typeface="微软雅黑" panose="020B0503020204020204" pitchFamily="34" charset="-122"/>
              </a:rPr>
              <a:t>如果</a:t>
            </a:r>
            <a:r>
              <a:rPr lang="en-US" altLang="en-US" sz="2000" dirty="0">
                <a:latin typeface="微软雅黑" panose="020B0503020204020204" pitchFamily="34" charset="-122"/>
                <a:ea typeface="微软雅黑" panose="020B0503020204020204" pitchFamily="34" charset="-122"/>
              </a:rPr>
              <a:t> </a:t>
            </a:r>
            <a:r>
              <a:rPr lang="en-US" altLang="en-US" sz="2000" b="1" i="1" dirty="0">
                <a:latin typeface="微软雅黑" panose="020B0503020204020204" pitchFamily="34" charset="-122"/>
                <a:ea typeface="微软雅黑" panose="020B0503020204020204" pitchFamily="34" charset="-122"/>
              </a:rPr>
              <a:t>Finish[</a:t>
            </a:r>
            <a:r>
              <a:rPr lang="en-US" altLang="en-US" sz="2000" b="1" i="1" dirty="0" err="1">
                <a:latin typeface="微软雅黑" panose="020B0503020204020204" pitchFamily="34" charset="-122"/>
                <a:ea typeface="微软雅黑" panose="020B0503020204020204" pitchFamily="34" charset="-122"/>
              </a:rPr>
              <a:t>i</a:t>
            </a:r>
            <a:r>
              <a:rPr lang="en-US" altLang="en-US" sz="2000" b="1" i="1" dirty="0">
                <a:latin typeface="微软雅黑" panose="020B0503020204020204" pitchFamily="34" charset="-122"/>
                <a:ea typeface="微软雅黑" panose="020B0503020204020204" pitchFamily="34" charset="-122"/>
              </a:rPr>
              <a:t>] == false</a:t>
            </a:r>
            <a:r>
              <a:rPr lang="zh-CN" altLang="en-US" sz="2000" dirty="0">
                <a:latin typeface="微软雅黑" panose="020B0503020204020204" pitchFamily="34" charset="-122"/>
                <a:ea typeface="微软雅黑" panose="020B0503020204020204" pitchFamily="34" charset="-122"/>
              </a:rPr>
              <a:t>，对于某些</a:t>
            </a:r>
            <a:r>
              <a:rPr lang="en-US" altLang="en-US" sz="2000" b="1" i="1" dirty="0" err="1">
                <a:latin typeface="微软雅黑" panose="020B0503020204020204" pitchFamily="34" charset="-122"/>
                <a:ea typeface="微软雅黑" panose="020B0503020204020204" pitchFamily="34" charset="-122"/>
              </a:rPr>
              <a:t>i</a:t>
            </a:r>
            <a:r>
              <a:rPr lang="zh-CN" altLang="en-US" sz="2000" b="1" i="1" dirty="0">
                <a:latin typeface="微软雅黑" panose="020B0503020204020204" pitchFamily="34" charset="-122"/>
                <a:ea typeface="微软雅黑" panose="020B0503020204020204" pitchFamily="34" charset="-122"/>
              </a:rPr>
              <a:t>，</a:t>
            </a:r>
            <a:r>
              <a:rPr lang="en-US" altLang="en-US" sz="2000" dirty="0">
                <a:latin typeface="微软雅黑" panose="020B0503020204020204" pitchFamily="34" charset="-122"/>
                <a:ea typeface="微软雅黑" panose="020B0503020204020204" pitchFamily="34" charset="-122"/>
              </a:rPr>
              <a:t>1 </a:t>
            </a:r>
            <a:r>
              <a:rPr lang="en-US" altLang="en-US" sz="2000" i="1"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b="1" i="1" dirty="0" err="1">
                <a:latin typeface="微软雅黑" panose="020B0503020204020204" pitchFamily="34" charset="-122"/>
                <a:ea typeface="微软雅黑" panose="020B0503020204020204" pitchFamily="34" charset="-122"/>
                <a:sym typeface="Symbol" panose="05050102010706020507" pitchFamily="18" charset="2"/>
              </a:rPr>
              <a:t>i</a:t>
            </a:r>
            <a:r>
              <a:rPr lang="en-US" altLang="en-US" sz="2000" i="1"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n</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，则系统处于死锁状态。</a:t>
            </a:r>
            <a:r>
              <a:rPr lang="en-US" altLang="en-US" sz="2000"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000" dirty="0">
                <a:sym typeface="Symbol" panose="05050102010706020507" pitchFamily="18" charset="2"/>
              </a:rPr>
              <a:t>并且</a:t>
            </a:r>
            <a:r>
              <a:rPr lang="en-US" altLang="en-US" sz="2000"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如果</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Finish</a:t>
            </a:r>
            <a:r>
              <a:rPr lang="en-US" altLang="en-US" sz="2000" b="1" dirty="0">
                <a:latin typeface="微软雅黑" panose="020B0503020204020204" pitchFamily="34" charset="-122"/>
                <a:ea typeface="微软雅黑" panose="020B0503020204020204" pitchFamily="34" charset="-122"/>
                <a:sym typeface="Symbol" panose="05050102010706020507" pitchFamily="18" charset="2"/>
              </a:rPr>
              <a:t>[</a:t>
            </a:r>
            <a:r>
              <a:rPr lang="en-US" altLang="en-US" sz="2000" b="1" i="1" dirty="0" err="1">
                <a:latin typeface="微软雅黑" panose="020B0503020204020204" pitchFamily="34" charset="-122"/>
                <a:ea typeface="微软雅黑" panose="020B0503020204020204" pitchFamily="34" charset="-122"/>
                <a:sym typeface="Symbol" panose="05050102010706020507" pitchFamily="18" charset="2"/>
              </a:rPr>
              <a:t>i</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b="1" dirty="0">
                <a:latin typeface="微软雅黑" panose="020B0503020204020204" pitchFamily="34" charset="-122"/>
                <a:ea typeface="微软雅黑" panose="020B0503020204020204" pitchFamily="34" charset="-122"/>
                <a:sym typeface="Symbol" panose="05050102010706020507" pitchFamily="18" charset="2"/>
              </a:rPr>
              <a:t>] == </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false</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a:t>
            </a:r>
            <a:r>
              <a:rPr lang="en-US" altLang="en-US" sz="2000"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则</a:t>
            </a:r>
            <a:r>
              <a:rPr lang="en-US" altLang="en-US" sz="2000" dirty="0">
                <a:latin typeface="微软雅黑" panose="020B0503020204020204" pitchFamily="34" charset="-122"/>
                <a:ea typeface="微软雅黑" panose="020B0503020204020204" pitchFamily="34" charset="-122"/>
                <a:sym typeface="Symbol" panose="05050102010706020507" pitchFamily="18" charset="2"/>
              </a:rPr>
              <a:t> </a:t>
            </a:r>
            <a:r>
              <a:rPr lang="en-US" altLang="en-US" sz="2000" b="1" i="1" dirty="0">
                <a:latin typeface="微软雅黑" panose="020B0503020204020204" pitchFamily="34" charset="-122"/>
                <a:ea typeface="微软雅黑" panose="020B0503020204020204" pitchFamily="34" charset="-122"/>
                <a:sym typeface="Symbol" panose="05050102010706020507" pitchFamily="18" charset="2"/>
              </a:rPr>
              <a:t>P</a:t>
            </a:r>
            <a:r>
              <a:rPr lang="en-US" altLang="en-US" sz="2000" b="1" i="1" baseline="-25000" dirty="0">
                <a:latin typeface="微软雅黑" panose="020B0503020204020204" pitchFamily="34" charset="-122"/>
                <a:ea typeface="微软雅黑" panose="020B0503020204020204" pitchFamily="34" charset="-122"/>
                <a:sym typeface="Symbol" panose="05050102010706020507" pitchFamily="18" charset="2"/>
              </a:rPr>
              <a:t>i</a:t>
            </a:r>
            <a:r>
              <a:rPr lang="en-US" altLang="en-US" sz="2000"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死锁</a:t>
            </a:r>
            <a:r>
              <a:rPr lang="en-US" altLang="en-US" sz="2000" dirty="0">
                <a:sym typeface="Symbol" panose="05050102010706020507" pitchFamily="18" charset="2"/>
              </a:rPr>
              <a:t>	</a:t>
            </a:r>
            <a:endParaRPr lang="en-US" altLang="en-US" sz="2000" dirty="0"/>
          </a:p>
        </p:txBody>
      </p:sp>
      <p:sp>
        <p:nvSpPr>
          <p:cNvPr id="82948" name="Text Box 4">
            <a:extLst>
              <a:ext uri="{FF2B5EF4-FFF2-40B4-BE49-F238E27FC236}">
                <a16:creationId xmlns:a16="http://schemas.microsoft.com/office/drawing/2014/main" id="{4EC44EEF-BF5A-4B88-B3C6-92206BD3ED13}"/>
              </a:ext>
            </a:extLst>
          </p:cNvPr>
          <p:cNvSpPr txBox="1">
            <a:spLocks noChangeArrowheads="1"/>
          </p:cNvSpPr>
          <p:nvPr/>
        </p:nvSpPr>
        <p:spPr bwMode="auto">
          <a:xfrm>
            <a:off x="2652713" y="5044040"/>
            <a:ext cx="7694612"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zh-CN" altLang="en-US" sz="2000" b="1" dirty="0">
                <a:solidFill>
                  <a:srgbClr val="FF0066"/>
                </a:solidFill>
                <a:latin typeface="微软雅黑" panose="020B0503020204020204" pitchFamily="34" charset="-122"/>
                <a:ea typeface="微软雅黑" panose="020B0503020204020204" pitchFamily="34" charset="-122"/>
              </a:rPr>
              <a:t>算法需要</a:t>
            </a:r>
            <a:r>
              <a:rPr kumimoji="0" lang="en-US" altLang="en-US" sz="2000" b="1" dirty="0">
                <a:solidFill>
                  <a:srgbClr val="FF0066"/>
                </a:solidFill>
                <a:latin typeface="微软雅黑" panose="020B0503020204020204" pitchFamily="34" charset="-122"/>
                <a:ea typeface="微软雅黑" panose="020B0503020204020204" pitchFamily="34" charset="-122"/>
                <a:sym typeface="Symbol" panose="05050102010706020507" pitchFamily="18" charset="2"/>
              </a:rPr>
              <a:t>O(</a:t>
            </a:r>
            <a:r>
              <a:rPr kumimoji="0" lang="en-US" altLang="en-US" sz="2000" b="1" i="1" dirty="0">
                <a:solidFill>
                  <a:srgbClr val="FF0066"/>
                </a:solidFill>
                <a:latin typeface="微软雅黑" panose="020B0503020204020204" pitchFamily="34" charset="-122"/>
                <a:ea typeface="微软雅黑" panose="020B0503020204020204" pitchFamily="34" charset="-122"/>
                <a:sym typeface="Symbol" panose="05050102010706020507" pitchFamily="18" charset="2"/>
              </a:rPr>
              <a:t>m </a:t>
            </a:r>
            <a:r>
              <a:rPr kumimoji="0" lang="en-US" altLang="en-US" sz="2000" b="1" dirty="0">
                <a:solidFill>
                  <a:srgbClr val="FF0066"/>
                </a:solidFill>
                <a:latin typeface="微软雅黑" panose="020B0503020204020204" pitchFamily="34" charset="-122"/>
                <a:ea typeface="微软雅黑" panose="020B0503020204020204" pitchFamily="34" charset="-122"/>
                <a:sym typeface="Symbol" panose="05050102010706020507" pitchFamily="18" charset="2"/>
              </a:rPr>
              <a:t>x</a:t>
            </a:r>
            <a:r>
              <a:rPr kumimoji="0" lang="en-US" altLang="en-US" sz="2000" b="1" i="1" dirty="0">
                <a:solidFill>
                  <a:srgbClr val="FF0066"/>
                </a:solidFill>
                <a:latin typeface="微软雅黑" panose="020B0503020204020204" pitchFamily="34" charset="-122"/>
                <a:ea typeface="微软雅黑" panose="020B0503020204020204" pitchFamily="34" charset="-122"/>
                <a:sym typeface="Symbol" panose="05050102010706020507" pitchFamily="18" charset="2"/>
              </a:rPr>
              <a:t> n</a:t>
            </a:r>
            <a:r>
              <a:rPr kumimoji="0" lang="en-US" altLang="en-US" sz="2000" b="1" baseline="30000" dirty="0">
                <a:solidFill>
                  <a:srgbClr val="FF0066"/>
                </a:solidFill>
                <a:latin typeface="微软雅黑" panose="020B0503020204020204" pitchFamily="34" charset="-122"/>
                <a:ea typeface="微软雅黑" panose="020B0503020204020204" pitchFamily="34" charset="-122"/>
                <a:sym typeface="Symbol" panose="05050102010706020507" pitchFamily="18" charset="2"/>
              </a:rPr>
              <a:t>2</a:t>
            </a:r>
            <a:r>
              <a:rPr kumimoji="0" lang="en-US" altLang="en-US" sz="2000" b="1" dirty="0">
                <a:solidFill>
                  <a:srgbClr val="FF0066"/>
                </a:solidFill>
                <a:latin typeface="微软雅黑" panose="020B0503020204020204" pitchFamily="34" charset="-122"/>
                <a:ea typeface="微软雅黑" panose="020B0503020204020204" pitchFamily="34" charset="-122"/>
                <a:sym typeface="Symbol" panose="05050102010706020507" pitchFamily="18" charset="2"/>
              </a:rPr>
              <a:t>) </a:t>
            </a:r>
            <a:r>
              <a:rPr kumimoji="0" lang="zh-CN" altLang="en-US" sz="2000" b="1" dirty="0">
                <a:solidFill>
                  <a:srgbClr val="FF0066"/>
                </a:solidFill>
                <a:latin typeface="微软雅黑" panose="020B0503020204020204" pitchFamily="34" charset="-122"/>
                <a:ea typeface="微软雅黑" panose="020B0503020204020204" pitchFamily="34" charset="-122"/>
                <a:sym typeface="Symbol" panose="05050102010706020507" pitchFamily="18" charset="2"/>
              </a:rPr>
              <a:t>次</a:t>
            </a:r>
            <a:r>
              <a:rPr kumimoji="0" lang="zh-CN" altLang="en-US" sz="2000" b="1" dirty="0">
                <a:solidFill>
                  <a:srgbClr val="FF0066"/>
                </a:solidFill>
                <a:latin typeface="微软雅黑" panose="020B0503020204020204" pitchFamily="34" charset="-122"/>
                <a:ea typeface="微软雅黑" panose="020B0503020204020204" pitchFamily="34" charset="-122"/>
              </a:rPr>
              <a:t>操作来检测系统是否处于死锁状态</a:t>
            </a:r>
            <a:endParaRPr kumimoji="0" lang="en-US" altLang="en-US" sz="2000" b="1" dirty="0">
              <a:solidFill>
                <a:srgbClr val="FF0066"/>
              </a:solidFill>
              <a:latin typeface="微软雅黑" panose="020B0503020204020204" pitchFamily="34" charset="-122"/>
              <a:ea typeface="微软雅黑" panose="020B0503020204020204" pitchFamily="34" charset="-122"/>
            </a:endParaRPr>
          </a:p>
          <a:p>
            <a:pPr>
              <a:spcBef>
                <a:spcPct val="50000"/>
              </a:spcBef>
              <a:buClrTx/>
              <a:buSzTx/>
              <a:buFontTx/>
              <a:buNone/>
            </a:pPr>
            <a:endParaRPr kumimoji="0" lang="en-US" altLang="en-US" sz="2000" dirty="0">
              <a:solidFill>
                <a:srgbClr val="FF0066"/>
              </a:solidFill>
              <a:ea typeface="微软雅黑" panose="020B0503020204020204" pitchFamily="3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EC493743-67D9-44F7-842E-16104B31822C}"/>
              </a:ext>
            </a:extLst>
          </p:cNvPr>
          <p:cNvSpPr>
            <a:spLocks noGrp="1" noChangeArrowheads="1"/>
          </p:cNvSpPr>
          <p:nvPr>
            <p:ph type="title"/>
          </p:nvPr>
        </p:nvSpPr>
        <p:spPr>
          <a:xfrm>
            <a:off x="2546350" y="214313"/>
            <a:ext cx="7664450" cy="576262"/>
          </a:xfrm>
        </p:spPr>
        <p:txBody>
          <a:bodyPr/>
          <a:lstStyle/>
          <a:p>
            <a:pPr eaLnBrk="1" hangingPunct="1"/>
            <a:r>
              <a:rPr lang="zh-CN" altLang="en-US">
                <a:latin typeface="微软雅黑" panose="020B0503020204020204" pitchFamily="34" charset="-122"/>
                <a:ea typeface="微软雅黑" panose="020B0503020204020204" pitchFamily="34" charset="-122"/>
              </a:rPr>
              <a:t>检测算法示例</a:t>
            </a:r>
            <a:endParaRPr lang="en-US" altLang="en-US">
              <a:latin typeface="微软雅黑" panose="020B0503020204020204" pitchFamily="34" charset="-122"/>
              <a:ea typeface="微软雅黑" panose="020B0503020204020204" pitchFamily="34" charset="-122"/>
            </a:endParaRPr>
          </a:p>
        </p:txBody>
      </p:sp>
      <p:sp>
        <p:nvSpPr>
          <p:cNvPr id="84995" name="Rectangle 3">
            <a:extLst>
              <a:ext uri="{FF2B5EF4-FFF2-40B4-BE49-F238E27FC236}">
                <a16:creationId xmlns:a16="http://schemas.microsoft.com/office/drawing/2014/main" id="{611BEE43-49F3-4A14-99F5-2311681DE41C}"/>
              </a:ext>
            </a:extLst>
          </p:cNvPr>
          <p:cNvSpPr>
            <a:spLocks noGrp="1" noChangeArrowheads="1"/>
          </p:cNvSpPr>
          <p:nvPr>
            <p:ph type="body" idx="1"/>
          </p:nvPr>
        </p:nvSpPr>
        <p:spPr>
          <a:xfrm>
            <a:off x="857250" y="1184275"/>
            <a:ext cx="8037513" cy="5121275"/>
          </a:xfrm>
        </p:spPr>
        <p:txBody>
          <a:bodyPr/>
          <a:lstStyle/>
          <a:p>
            <a:pPr>
              <a:buFont typeface="Wingdings" panose="05000000000000000000" pitchFamily="2" charset="2"/>
              <a:buChar char="p"/>
              <a:tabLst>
                <a:tab pos="1428750" algn="l"/>
                <a:tab pos="2338388" algn="ctr"/>
                <a:tab pos="3594100" algn="ctr"/>
                <a:tab pos="4921250" algn="ctr"/>
              </a:tabLst>
            </a:pPr>
            <a:r>
              <a:rPr lang="en-US" altLang="en-US" sz="2000" b="0" dirty="0">
                <a:latin typeface="微软雅黑" panose="020B0503020204020204" pitchFamily="34" charset="-122"/>
                <a:ea typeface="微软雅黑" panose="020B0503020204020204" pitchFamily="34" charset="-122"/>
              </a:rPr>
              <a:t>5</a:t>
            </a:r>
            <a:r>
              <a:rPr lang="zh-CN" altLang="en-US" sz="2000" b="0" dirty="0">
                <a:latin typeface="微软雅黑" panose="020B0503020204020204" pitchFamily="34" charset="-122"/>
                <a:ea typeface="微软雅黑" panose="020B0503020204020204" pitchFamily="34" charset="-122"/>
              </a:rPr>
              <a:t>个进程</a:t>
            </a:r>
            <a:r>
              <a:rPr lang="en-US" altLang="zh-CN" sz="2000" b="0" dirty="0"/>
              <a:t> </a:t>
            </a:r>
            <a:r>
              <a:rPr lang="en-US" altLang="en-US" sz="2000" b="0" i="1" dirty="0">
                <a:latin typeface="微软雅黑" panose="020B0503020204020204" pitchFamily="34" charset="-122"/>
                <a:ea typeface="微软雅黑" panose="020B0503020204020204" pitchFamily="34" charset="-122"/>
              </a:rPr>
              <a:t>P</a:t>
            </a:r>
            <a:r>
              <a:rPr lang="en-US" altLang="en-US" sz="2000" b="0" baseline="-25000" dirty="0">
                <a:latin typeface="微软雅黑" panose="020B0503020204020204" pitchFamily="34" charset="-122"/>
                <a:ea typeface="微软雅黑" panose="020B0503020204020204" pitchFamily="34" charset="-122"/>
              </a:rPr>
              <a:t>0</a:t>
            </a:r>
            <a:r>
              <a:rPr lang="en-US" altLang="en-US"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至</a:t>
            </a:r>
            <a:r>
              <a:rPr lang="en-US" altLang="en-US" sz="2000" b="0" dirty="0">
                <a:latin typeface="微软雅黑" panose="020B0503020204020204" pitchFamily="34" charset="-122"/>
                <a:ea typeface="微软雅黑" panose="020B0503020204020204" pitchFamily="34" charset="-122"/>
              </a:rPr>
              <a:t> </a:t>
            </a:r>
            <a:r>
              <a:rPr lang="en-US" altLang="en-US" sz="2000" b="0" i="1" dirty="0">
                <a:latin typeface="微软雅黑" panose="020B0503020204020204" pitchFamily="34" charset="-122"/>
                <a:ea typeface="微软雅黑" panose="020B0503020204020204" pitchFamily="34" charset="-122"/>
              </a:rPr>
              <a:t>P</a:t>
            </a:r>
            <a:r>
              <a:rPr lang="en-US" altLang="en-US" sz="2000" b="0" baseline="-25000" dirty="0">
                <a:latin typeface="微软雅黑" panose="020B0503020204020204" pitchFamily="34" charset="-122"/>
                <a:ea typeface="微软雅黑" panose="020B0503020204020204" pitchFamily="34" charset="-122"/>
              </a:rPr>
              <a:t>4</a:t>
            </a:r>
            <a:r>
              <a:rPr lang="zh-CN" altLang="en-US" sz="2000" b="0" baseline="-25000" dirty="0">
                <a:latin typeface="微软雅黑" panose="020B0503020204020204" pitchFamily="34" charset="-122"/>
                <a:ea typeface="微软雅黑" panose="020B0503020204020204" pitchFamily="34" charset="-122"/>
              </a:rPr>
              <a:t>；</a:t>
            </a:r>
            <a:r>
              <a:rPr lang="en-US" altLang="en-US" sz="2000" b="0" baseline="-25000" dirty="0">
                <a:latin typeface="微软雅黑" panose="020B0503020204020204" pitchFamily="34" charset="-122"/>
                <a:ea typeface="微软雅黑" panose="020B0503020204020204" pitchFamily="34" charset="-122"/>
              </a:rPr>
              <a:t> </a:t>
            </a:r>
            <a:r>
              <a:rPr lang="en-US" altLang="en-US" sz="2000" b="0" dirty="0">
                <a:latin typeface="微软雅黑" panose="020B0503020204020204" pitchFamily="34" charset="-122"/>
                <a:ea typeface="微软雅黑" panose="020B0503020204020204" pitchFamily="34" charset="-122"/>
              </a:rPr>
              <a:t>3</a:t>
            </a:r>
            <a:r>
              <a:rPr lang="zh-CN" altLang="en-US" sz="2000" b="0" dirty="0">
                <a:latin typeface="微软雅黑" panose="020B0503020204020204" pitchFamily="34" charset="-122"/>
                <a:ea typeface="微软雅黑" panose="020B0503020204020204" pitchFamily="34" charset="-122"/>
              </a:rPr>
              <a:t>种资源</a:t>
            </a:r>
            <a:endParaRPr lang="en-US" altLang="zh-CN" sz="2000" b="0" dirty="0"/>
          </a:p>
          <a:p>
            <a:pPr marL="457200" lvl="1" indent="0">
              <a:lnSpc>
                <a:spcPct val="150000"/>
              </a:lnSpc>
              <a:buNone/>
              <a:tabLst>
                <a:tab pos="1428750" algn="l"/>
                <a:tab pos="2338388" algn="ctr"/>
                <a:tab pos="3594100" algn="ctr"/>
                <a:tab pos="4921250" algn="ctr"/>
              </a:tabLst>
            </a:pPr>
            <a:r>
              <a:rPr lang="en-US" altLang="en-US" sz="1800" b="1" dirty="0">
                <a:latin typeface="微软雅黑" panose="020B0503020204020204" pitchFamily="34" charset="-122"/>
                <a:ea typeface="微软雅黑" panose="020B0503020204020204" pitchFamily="34" charset="-122"/>
              </a:rPr>
              <a:t>A (7 </a:t>
            </a:r>
            <a:r>
              <a:rPr lang="zh-CN" altLang="en-US" sz="1800" b="1" dirty="0">
                <a:latin typeface="微软雅黑" panose="020B0503020204020204" pitchFamily="34" charset="-122"/>
                <a:ea typeface="微软雅黑" panose="020B0503020204020204" pitchFamily="34" charset="-122"/>
              </a:rPr>
              <a:t>个实例</a:t>
            </a:r>
            <a:r>
              <a:rPr lang="en-US" altLang="en-US" sz="1800" b="1" dirty="0">
                <a:latin typeface="微软雅黑" panose="020B0503020204020204" pitchFamily="34" charset="-122"/>
                <a:ea typeface="微软雅黑" panose="020B0503020204020204" pitchFamily="34" charset="-122"/>
              </a:rPr>
              <a:t>), </a:t>
            </a:r>
            <a:r>
              <a:rPr lang="en-US" altLang="en-US" sz="1800" b="1" i="1" dirty="0">
                <a:latin typeface="微软雅黑" panose="020B0503020204020204" pitchFamily="34" charset="-122"/>
                <a:ea typeface="微软雅黑" panose="020B0503020204020204" pitchFamily="34" charset="-122"/>
              </a:rPr>
              <a:t>B </a:t>
            </a:r>
            <a:r>
              <a:rPr lang="en-US" altLang="en-US" sz="1800" b="1" dirty="0">
                <a:latin typeface="微软雅黑" panose="020B0503020204020204" pitchFamily="34" charset="-122"/>
                <a:ea typeface="微软雅黑" panose="020B0503020204020204" pitchFamily="34" charset="-122"/>
              </a:rPr>
              <a:t>(2</a:t>
            </a:r>
            <a:r>
              <a:rPr lang="zh-CN" altLang="en-US" sz="1800" b="1" dirty="0">
                <a:latin typeface="微软雅黑" panose="020B0503020204020204" pitchFamily="34" charset="-122"/>
                <a:ea typeface="微软雅黑" panose="020B0503020204020204" pitchFamily="34" charset="-122"/>
              </a:rPr>
              <a:t>个实例</a:t>
            </a:r>
            <a:r>
              <a:rPr lang="en-US" altLang="en-US" sz="1800" b="1" dirty="0">
                <a:latin typeface="微软雅黑" panose="020B0503020204020204" pitchFamily="34" charset="-122"/>
                <a:ea typeface="微软雅黑" panose="020B0503020204020204" pitchFamily="34" charset="-122"/>
              </a:rPr>
              <a:t>), </a:t>
            </a:r>
            <a:r>
              <a:rPr lang="zh-CN" altLang="en-US" sz="1800" b="1" dirty="0">
                <a:latin typeface="微软雅黑" panose="020B0503020204020204" pitchFamily="34" charset="-122"/>
                <a:ea typeface="微软雅黑" panose="020B0503020204020204" pitchFamily="34" charset="-122"/>
              </a:rPr>
              <a:t>和</a:t>
            </a:r>
            <a:r>
              <a:rPr lang="en-US" altLang="en-US" sz="1800" b="1" dirty="0">
                <a:latin typeface="微软雅黑" panose="020B0503020204020204" pitchFamily="34" charset="-122"/>
                <a:ea typeface="微软雅黑" panose="020B0503020204020204" pitchFamily="34" charset="-122"/>
              </a:rPr>
              <a:t> </a:t>
            </a:r>
            <a:r>
              <a:rPr lang="en-US" altLang="en-US" sz="1800" b="1" i="1" dirty="0">
                <a:latin typeface="微软雅黑" panose="020B0503020204020204" pitchFamily="34" charset="-122"/>
                <a:ea typeface="微软雅黑" panose="020B0503020204020204" pitchFamily="34" charset="-122"/>
              </a:rPr>
              <a:t>C</a:t>
            </a:r>
            <a:r>
              <a:rPr lang="en-US" altLang="en-US" sz="1800" b="1" dirty="0">
                <a:latin typeface="微软雅黑" panose="020B0503020204020204" pitchFamily="34" charset="-122"/>
                <a:ea typeface="微软雅黑" panose="020B0503020204020204" pitchFamily="34" charset="-122"/>
              </a:rPr>
              <a:t> (6</a:t>
            </a:r>
            <a:r>
              <a:rPr lang="zh-CN" altLang="en-US" sz="1800" b="1" dirty="0">
                <a:latin typeface="微软雅黑" panose="020B0503020204020204" pitchFamily="34" charset="-122"/>
                <a:ea typeface="微软雅黑" panose="020B0503020204020204" pitchFamily="34" charset="-122"/>
              </a:rPr>
              <a:t>个实例</a:t>
            </a:r>
            <a:r>
              <a:rPr lang="en-US" altLang="en-US" sz="1800" b="1" dirty="0">
                <a:latin typeface="微软雅黑" panose="020B0503020204020204" pitchFamily="34" charset="-122"/>
                <a:ea typeface="微软雅黑" panose="020B0503020204020204" pitchFamily="34" charset="-122"/>
              </a:rPr>
              <a:t>)</a:t>
            </a:r>
            <a:endParaRPr lang="en-US" altLang="en-US" sz="2000" b="1" dirty="0">
              <a:latin typeface="微软雅黑" panose="020B0503020204020204" pitchFamily="34" charset="-122"/>
              <a:ea typeface="微软雅黑" panose="020B0503020204020204" pitchFamily="34" charset="-122"/>
            </a:endParaRPr>
          </a:p>
          <a:p>
            <a:pPr>
              <a:buFont typeface="Wingdings" panose="05000000000000000000" pitchFamily="2" charset="2"/>
              <a:buChar char="p"/>
              <a:tabLst>
                <a:tab pos="1428750" algn="l"/>
                <a:tab pos="2338388" algn="ctr"/>
                <a:tab pos="3594100" algn="ctr"/>
                <a:tab pos="4921250" algn="ctr"/>
              </a:tabLst>
            </a:pPr>
            <a:r>
              <a:rPr lang="en-US" altLang="en-US" sz="2000" b="0" i="1" dirty="0">
                <a:latin typeface="微软雅黑" panose="020B0503020204020204" pitchFamily="34" charset="-122"/>
                <a:ea typeface="微软雅黑" panose="020B0503020204020204" pitchFamily="34" charset="-122"/>
              </a:rPr>
              <a:t>T</a:t>
            </a:r>
            <a:r>
              <a:rPr lang="en-US" altLang="en-US" sz="2000" b="0" baseline="-25000" dirty="0">
                <a:latin typeface="微软雅黑" panose="020B0503020204020204" pitchFamily="34" charset="-122"/>
                <a:ea typeface="微软雅黑" panose="020B0503020204020204" pitchFamily="34" charset="-122"/>
              </a:rPr>
              <a:t>0</a:t>
            </a:r>
            <a:r>
              <a:rPr lang="zh-CN" altLang="en-US" sz="2000" b="0" dirty="0">
                <a:latin typeface="微软雅黑" panose="020B0503020204020204" pitchFamily="34" charset="-122"/>
                <a:ea typeface="微软雅黑" panose="020B0503020204020204" pitchFamily="34" charset="-122"/>
              </a:rPr>
              <a:t>时刻</a:t>
            </a:r>
            <a:r>
              <a:rPr lang="en-US" altLang="en-US" sz="2000" b="0" dirty="0">
                <a:latin typeface="微软雅黑" panose="020B0503020204020204" pitchFamily="34" charset="-122"/>
                <a:ea typeface="微软雅黑" panose="020B0503020204020204" pitchFamily="34" charset="-122"/>
              </a:rPr>
              <a:t>:</a:t>
            </a:r>
          </a:p>
          <a:p>
            <a:pPr>
              <a:buFont typeface="Monotype Sorts" pitchFamily="-84" charset="2"/>
              <a:buNone/>
              <a:tabLst>
                <a:tab pos="1428750" algn="l"/>
                <a:tab pos="2338388" algn="ctr"/>
                <a:tab pos="3594100" algn="ctr"/>
                <a:tab pos="4921250" algn="ctr"/>
              </a:tabLst>
            </a:pPr>
            <a:r>
              <a:rPr lang="en-US" altLang="en-US" sz="2000" dirty="0">
                <a:latin typeface="微软雅黑" panose="020B0503020204020204" pitchFamily="34" charset="-122"/>
                <a:ea typeface="微软雅黑" panose="020B0503020204020204" pitchFamily="34" charset="-122"/>
              </a:rPr>
              <a:t>			 </a:t>
            </a:r>
            <a:r>
              <a:rPr lang="en-US" altLang="en-US" sz="2000" i="1" u="sng" dirty="0">
                <a:latin typeface="微软雅黑" panose="020B0503020204020204" pitchFamily="34" charset="-122"/>
                <a:ea typeface="微软雅黑" panose="020B0503020204020204" pitchFamily="34" charset="-122"/>
              </a:rPr>
              <a:t>Allocation</a:t>
            </a:r>
            <a:r>
              <a:rPr lang="en-US" altLang="en-US" sz="2000" i="1" dirty="0">
                <a:latin typeface="微软雅黑" panose="020B0503020204020204" pitchFamily="34" charset="-122"/>
                <a:ea typeface="微软雅黑" panose="020B0503020204020204" pitchFamily="34" charset="-122"/>
              </a:rPr>
              <a:t>	</a:t>
            </a:r>
            <a:r>
              <a:rPr lang="en-US" altLang="en-US" sz="2000" i="1" u="sng" dirty="0">
                <a:latin typeface="微软雅黑" panose="020B0503020204020204" pitchFamily="34" charset="-122"/>
                <a:ea typeface="微软雅黑" panose="020B0503020204020204" pitchFamily="34" charset="-122"/>
              </a:rPr>
              <a:t>Request</a:t>
            </a:r>
            <a:r>
              <a:rPr lang="en-US" altLang="en-US" sz="2000" i="1" dirty="0">
                <a:latin typeface="微软雅黑" panose="020B0503020204020204" pitchFamily="34" charset="-122"/>
                <a:ea typeface="微软雅黑" panose="020B0503020204020204" pitchFamily="34" charset="-122"/>
              </a:rPr>
              <a:t>	</a:t>
            </a:r>
            <a:r>
              <a:rPr lang="en-US" altLang="en-US" sz="2000" i="1" u="sng" dirty="0">
                <a:latin typeface="微软雅黑" panose="020B0503020204020204" pitchFamily="34" charset="-122"/>
                <a:ea typeface="微软雅黑" panose="020B0503020204020204" pitchFamily="34" charset="-122"/>
              </a:rPr>
              <a:t>Available</a:t>
            </a:r>
          </a:p>
          <a:p>
            <a:pPr>
              <a:buFont typeface="Monotype Sorts" pitchFamily="-84" charset="2"/>
              <a:buNone/>
              <a:tabLst>
                <a:tab pos="1428750" algn="l"/>
                <a:tab pos="2338388" algn="ctr"/>
                <a:tab pos="3594100" algn="ctr"/>
                <a:tab pos="4921250" algn="ctr"/>
              </a:tabLst>
            </a:pP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A B C 	  A B C 	A B C</a:t>
            </a:r>
          </a:p>
          <a:p>
            <a:pPr>
              <a:buFont typeface="Monotype Sorts" pitchFamily="-84" charset="2"/>
              <a:buNone/>
              <a:tabLst>
                <a:tab pos="1428750" algn="l"/>
                <a:tab pos="2338388" algn="ctr"/>
                <a:tab pos="3594100" algn="ctr"/>
                <a:tab pos="4921250" algn="ctr"/>
              </a:tabLst>
            </a:pP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P</a:t>
            </a:r>
            <a:r>
              <a:rPr lang="en-US" altLang="en-US" sz="2000" baseline="-25000" dirty="0">
                <a:latin typeface="微软雅黑" panose="020B0503020204020204" pitchFamily="34" charset="-122"/>
                <a:ea typeface="微软雅黑" panose="020B0503020204020204" pitchFamily="34" charset="-122"/>
              </a:rPr>
              <a:t>0</a:t>
            </a:r>
            <a:r>
              <a:rPr lang="en-US" altLang="en-US" sz="2000" dirty="0">
                <a:latin typeface="微软雅黑" panose="020B0503020204020204" pitchFamily="34" charset="-122"/>
                <a:ea typeface="微软雅黑" panose="020B0503020204020204" pitchFamily="34" charset="-122"/>
              </a:rPr>
              <a:t>	       0 1 0          0 0 0 	0 0 0</a:t>
            </a:r>
          </a:p>
          <a:p>
            <a:pPr>
              <a:buFont typeface="Monotype Sorts" pitchFamily="-84" charset="2"/>
              <a:buNone/>
              <a:tabLst>
                <a:tab pos="1428750" algn="l"/>
                <a:tab pos="2338388" algn="ctr"/>
                <a:tab pos="3594100" algn="ctr"/>
                <a:tab pos="4921250" algn="ctr"/>
              </a:tabLst>
            </a:pPr>
            <a:r>
              <a:rPr lang="en-US" altLang="en-US" sz="2000" i="1" dirty="0">
                <a:latin typeface="微软雅黑" panose="020B0503020204020204" pitchFamily="34" charset="-122"/>
                <a:ea typeface="微软雅黑" panose="020B0503020204020204" pitchFamily="34" charset="-122"/>
              </a:rPr>
              <a:t>             P</a:t>
            </a:r>
            <a:r>
              <a:rPr lang="en-US" altLang="en-US" sz="2000" baseline="-25000" dirty="0">
                <a:latin typeface="微软雅黑" panose="020B0503020204020204" pitchFamily="34" charset="-122"/>
                <a:ea typeface="微软雅黑" panose="020B0503020204020204" pitchFamily="34" charset="-122"/>
              </a:rPr>
              <a:t>1</a:t>
            </a:r>
            <a:r>
              <a:rPr lang="en-US" altLang="en-US" sz="2000" dirty="0">
                <a:latin typeface="微软雅黑" panose="020B0503020204020204" pitchFamily="34" charset="-122"/>
                <a:ea typeface="微软雅黑" panose="020B0503020204020204" pitchFamily="34" charset="-122"/>
              </a:rPr>
              <a:t>	       2 0 0 	  2 0 2</a:t>
            </a:r>
          </a:p>
          <a:p>
            <a:pPr>
              <a:buFont typeface="Monotype Sorts" pitchFamily="-84" charset="2"/>
              <a:buNone/>
              <a:tabLst>
                <a:tab pos="1428750" algn="l"/>
                <a:tab pos="2338388" algn="ctr"/>
                <a:tab pos="3594100" algn="ctr"/>
                <a:tab pos="4921250" algn="ctr"/>
              </a:tabLst>
            </a:pPr>
            <a:r>
              <a:rPr lang="en-US" altLang="en-US" sz="2000" i="1" dirty="0">
                <a:latin typeface="微软雅黑" panose="020B0503020204020204" pitchFamily="34" charset="-122"/>
                <a:ea typeface="微软雅黑" panose="020B0503020204020204" pitchFamily="34" charset="-122"/>
              </a:rPr>
              <a:t>             P</a:t>
            </a:r>
            <a:r>
              <a:rPr lang="en-US" altLang="en-US" sz="2000" baseline="-25000" dirty="0">
                <a:latin typeface="微软雅黑" panose="020B0503020204020204" pitchFamily="34" charset="-122"/>
                <a:ea typeface="微软雅黑" panose="020B0503020204020204" pitchFamily="34" charset="-122"/>
              </a:rPr>
              <a:t>2</a:t>
            </a:r>
            <a:r>
              <a:rPr lang="en-US" altLang="en-US" sz="2000" dirty="0">
                <a:latin typeface="微软雅黑" panose="020B0503020204020204" pitchFamily="34" charset="-122"/>
                <a:ea typeface="微软雅黑" panose="020B0503020204020204" pitchFamily="34" charset="-122"/>
              </a:rPr>
              <a:t>		       3 0 3          0 0 0 </a:t>
            </a:r>
          </a:p>
          <a:p>
            <a:pPr>
              <a:buFont typeface="Monotype Sorts" pitchFamily="-84" charset="2"/>
              <a:buNone/>
              <a:tabLst>
                <a:tab pos="1428750" algn="l"/>
                <a:tab pos="2338388" algn="ctr"/>
                <a:tab pos="3594100" algn="ctr"/>
                <a:tab pos="4921250" algn="ctr"/>
              </a:tabLst>
            </a:pPr>
            <a:r>
              <a:rPr lang="en-US" altLang="en-US" sz="2000" i="1" dirty="0">
                <a:latin typeface="微软雅黑" panose="020B0503020204020204" pitchFamily="34" charset="-122"/>
                <a:ea typeface="微软雅黑" panose="020B0503020204020204" pitchFamily="34" charset="-122"/>
              </a:rPr>
              <a:t>             P</a:t>
            </a:r>
            <a:r>
              <a:rPr lang="en-US" altLang="en-US" sz="2000" baseline="-25000" dirty="0">
                <a:latin typeface="微软雅黑" panose="020B0503020204020204" pitchFamily="34" charset="-122"/>
                <a:ea typeface="微软雅黑" panose="020B0503020204020204" pitchFamily="34" charset="-122"/>
              </a:rPr>
              <a:t>3</a:t>
            </a:r>
            <a:r>
              <a:rPr lang="en-US" altLang="en-US" sz="2000" dirty="0">
                <a:latin typeface="微软雅黑" panose="020B0503020204020204" pitchFamily="34" charset="-122"/>
                <a:ea typeface="微软雅黑" panose="020B0503020204020204" pitchFamily="34" charset="-122"/>
              </a:rPr>
              <a:t>	       2 1 1 	  1 0 0 </a:t>
            </a:r>
          </a:p>
          <a:p>
            <a:pPr>
              <a:buFont typeface="Monotype Sorts" pitchFamily="-84" charset="2"/>
              <a:buNone/>
              <a:tabLst>
                <a:tab pos="1428750" algn="l"/>
                <a:tab pos="2338388" algn="ctr"/>
                <a:tab pos="3594100" algn="ctr"/>
                <a:tab pos="4921250" algn="ctr"/>
              </a:tabLst>
            </a:pP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P</a:t>
            </a:r>
            <a:r>
              <a:rPr lang="en-US" altLang="en-US" sz="2000" baseline="-25000" dirty="0">
                <a:latin typeface="微软雅黑" panose="020B0503020204020204" pitchFamily="34" charset="-122"/>
                <a:ea typeface="微软雅黑" panose="020B0503020204020204" pitchFamily="34" charset="-122"/>
              </a:rPr>
              <a:t>4	</a:t>
            </a:r>
            <a:r>
              <a:rPr lang="en-US" altLang="en-US" sz="2000" baseline="-25000" dirty="0"/>
              <a:t>          </a:t>
            </a:r>
            <a:r>
              <a:rPr lang="en-US" altLang="en-US" sz="2000" dirty="0">
                <a:latin typeface="微软雅黑" panose="020B0503020204020204" pitchFamily="34" charset="-122"/>
                <a:ea typeface="微软雅黑" panose="020B0503020204020204" pitchFamily="34" charset="-122"/>
              </a:rPr>
              <a:t>0 0 2 	  0 0 2</a:t>
            </a:r>
          </a:p>
          <a:p>
            <a:pPr>
              <a:buFont typeface="Monotype Sorts" pitchFamily="-84" charset="2"/>
              <a:buNone/>
              <a:tabLst>
                <a:tab pos="1428750" algn="l"/>
                <a:tab pos="2338388" algn="ctr"/>
                <a:tab pos="3594100" algn="ctr"/>
                <a:tab pos="4921250" algn="ctr"/>
              </a:tabLst>
            </a:pPr>
            <a:endParaRPr lang="en-US" altLang="en-US" sz="2000" dirty="0">
              <a:latin typeface="微软雅黑" panose="020B0503020204020204" pitchFamily="34" charset="-122"/>
              <a:ea typeface="微软雅黑" panose="020B0503020204020204" pitchFamily="34" charset="-122"/>
            </a:endParaRPr>
          </a:p>
          <a:p>
            <a:pPr>
              <a:buFont typeface="Wingdings" panose="05000000000000000000" pitchFamily="2" charset="2"/>
              <a:buChar char="p"/>
              <a:tabLst>
                <a:tab pos="1428750" algn="l"/>
                <a:tab pos="2338388" algn="ctr"/>
                <a:tab pos="3594100" algn="ctr"/>
                <a:tab pos="4921250" algn="ctr"/>
              </a:tabLst>
            </a:pPr>
            <a:r>
              <a:rPr lang="zh-CN" altLang="en-US" sz="2000" dirty="0">
                <a:latin typeface="微软雅黑" panose="020B0503020204020204" pitchFamily="34" charset="-122"/>
                <a:ea typeface="微软雅黑" panose="020B0503020204020204" pitchFamily="34" charset="-122"/>
              </a:rPr>
              <a:t>序列</a:t>
            </a:r>
            <a:r>
              <a:rPr lang="en-US" altLang="en-US" sz="2000" dirty="0">
                <a:latin typeface="微软雅黑" panose="020B0503020204020204" pitchFamily="34" charset="-122"/>
                <a:ea typeface="微软雅黑" panose="020B0503020204020204" pitchFamily="34" charset="-122"/>
              </a:rPr>
              <a:t>&lt;</a:t>
            </a:r>
            <a:r>
              <a:rPr lang="en-US" altLang="en-US" sz="2000" b="1" i="1" dirty="0">
                <a:latin typeface="微软雅黑" panose="020B0503020204020204" pitchFamily="34" charset="-122"/>
                <a:ea typeface="微软雅黑" panose="020B0503020204020204" pitchFamily="34" charset="-122"/>
              </a:rPr>
              <a:t>P</a:t>
            </a:r>
            <a:r>
              <a:rPr lang="en-US" altLang="en-US" sz="2000" b="1" i="1" baseline="-25000" dirty="0">
                <a:latin typeface="微软雅黑" panose="020B0503020204020204" pitchFamily="34" charset="-122"/>
                <a:ea typeface="微软雅黑" panose="020B0503020204020204" pitchFamily="34" charset="-122"/>
              </a:rPr>
              <a:t>0 </a:t>
            </a:r>
            <a:r>
              <a:rPr lang="en-US" altLang="en-US" sz="2000" b="1" i="1" dirty="0">
                <a:latin typeface="微软雅黑" panose="020B0503020204020204" pitchFamily="34" charset="-122"/>
                <a:ea typeface="微软雅黑" panose="020B0503020204020204" pitchFamily="34" charset="-122"/>
              </a:rPr>
              <a:t>, P</a:t>
            </a:r>
            <a:r>
              <a:rPr lang="en-US" altLang="en-US" sz="2000" b="1" i="1" baseline="-25000" dirty="0">
                <a:latin typeface="微软雅黑" panose="020B0503020204020204" pitchFamily="34" charset="-122"/>
                <a:ea typeface="微软雅黑" panose="020B0503020204020204" pitchFamily="34" charset="-122"/>
              </a:rPr>
              <a:t>2 </a:t>
            </a:r>
            <a:r>
              <a:rPr lang="en-US" altLang="en-US" sz="2000" b="1" i="1" dirty="0">
                <a:latin typeface="微软雅黑" panose="020B0503020204020204" pitchFamily="34" charset="-122"/>
                <a:ea typeface="微软雅黑" panose="020B0503020204020204" pitchFamily="34" charset="-122"/>
              </a:rPr>
              <a:t>, P</a:t>
            </a:r>
            <a:r>
              <a:rPr lang="en-US" altLang="en-US" sz="2000" b="1" i="1" baseline="-25000" dirty="0">
                <a:latin typeface="微软雅黑" panose="020B0503020204020204" pitchFamily="34" charset="-122"/>
                <a:ea typeface="微软雅黑" panose="020B0503020204020204" pitchFamily="34" charset="-122"/>
              </a:rPr>
              <a:t>3 </a:t>
            </a:r>
            <a:r>
              <a:rPr lang="en-US" altLang="en-US" sz="2000" b="1" i="1" dirty="0">
                <a:latin typeface="微软雅黑" panose="020B0503020204020204" pitchFamily="34" charset="-122"/>
                <a:ea typeface="微软雅黑" panose="020B0503020204020204" pitchFamily="34" charset="-122"/>
              </a:rPr>
              <a:t>, P</a:t>
            </a:r>
            <a:r>
              <a:rPr lang="en-US" altLang="en-US" sz="2000" b="1" i="1" baseline="-25000" dirty="0">
                <a:latin typeface="微软雅黑" panose="020B0503020204020204" pitchFamily="34" charset="-122"/>
                <a:ea typeface="微软雅黑" panose="020B0503020204020204" pitchFamily="34" charset="-122"/>
              </a:rPr>
              <a:t>1 </a:t>
            </a:r>
            <a:r>
              <a:rPr lang="en-US" altLang="en-US" sz="2000" b="1" i="1" dirty="0">
                <a:latin typeface="微软雅黑" panose="020B0503020204020204" pitchFamily="34" charset="-122"/>
                <a:ea typeface="微软雅黑" panose="020B0503020204020204" pitchFamily="34" charset="-122"/>
              </a:rPr>
              <a:t>, P</a:t>
            </a:r>
            <a:r>
              <a:rPr lang="en-US" altLang="en-US" sz="2000" b="1" i="1" baseline="-25000" dirty="0">
                <a:latin typeface="微软雅黑" panose="020B0503020204020204" pitchFamily="34" charset="-122"/>
                <a:ea typeface="微软雅黑" panose="020B0503020204020204" pitchFamily="34" charset="-122"/>
              </a:rPr>
              <a:t>4</a:t>
            </a:r>
            <a:r>
              <a:rPr lang="en-US" altLang="en-US" sz="2000" dirty="0">
                <a:latin typeface="微软雅黑" panose="020B0503020204020204" pitchFamily="34" charset="-122"/>
                <a:ea typeface="微软雅黑" panose="020B0503020204020204" pitchFamily="34" charset="-122"/>
              </a:rPr>
              <a:t>&gt; </a:t>
            </a:r>
            <a:r>
              <a:rPr lang="zh-CN" altLang="en-US" sz="2000" dirty="0">
                <a:latin typeface="微软雅黑" panose="020B0503020204020204" pitchFamily="34" charset="-122"/>
                <a:ea typeface="微软雅黑" panose="020B0503020204020204" pitchFamily="34" charset="-122"/>
              </a:rPr>
              <a:t>将导致对于所有的</a:t>
            </a:r>
            <a:r>
              <a:rPr lang="en-US" altLang="en-US" sz="2000" b="1" i="1" dirty="0" err="1">
                <a:latin typeface="微软雅黑" panose="020B0503020204020204" pitchFamily="34" charset="-122"/>
                <a:ea typeface="微软雅黑" panose="020B0503020204020204" pitchFamily="34" charset="-122"/>
              </a:rPr>
              <a:t>i</a:t>
            </a:r>
            <a:r>
              <a:rPr lang="en-US" altLang="en-US" sz="2000" b="1" i="1"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有</a:t>
            </a:r>
            <a:r>
              <a:rPr lang="en-US" altLang="en-US" sz="2000" b="1" i="1" dirty="0">
                <a:solidFill>
                  <a:srgbClr val="0070C0"/>
                </a:solidFill>
                <a:latin typeface="微软雅黑" panose="020B0503020204020204" pitchFamily="34" charset="-122"/>
                <a:ea typeface="微软雅黑" panose="020B0503020204020204" pitchFamily="34" charset="-122"/>
              </a:rPr>
              <a:t>Finish[</a:t>
            </a:r>
            <a:r>
              <a:rPr lang="en-US" altLang="en-US" sz="2000" b="1" i="1" dirty="0" err="1">
                <a:solidFill>
                  <a:srgbClr val="0070C0"/>
                </a:solidFill>
                <a:latin typeface="微软雅黑" panose="020B0503020204020204" pitchFamily="34" charset="-122"/>
                <a:ea typeface="微软雅黑" panose="020B0503020204020204" pitchFamily="34" charset="-122"/>
              </a:rPr>
              <a:t>i</a:t>
            </a:r>
            <a:r>
              <a:rPr lang="en-US" altLang="en-US" sz="2000" b="1" i="1" dirty="0">
                <a:solidFill>
                  <a:srgbClr val="0070C0"/>
                </a:solidFill>
                <a:latin typeface="微软雅黑" panose="020B0503020204020204" pitchFamily="34" charset="-122"/>
                <a:ea typeface="微软雅黑" panose="020B0503020204020204" pitchFamily="34" charset="-122"/>
              </a:rPr>
              <a:t>] = true</a:t>
            </a:r>
            <a:endParaRPr lang="en-US" altLang="en-US" sz="2000"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D44AB0D4-6D26-473A-9107-0508548A3ACE}"/>
              </a:ext>
            </a:extLst>
          </p:cNvPr>
          <p:cNvSpPr>
            <a:spLocks noGrp="1" noChangeArrowheads="1"/>
          </p:cNvSpPr>
          <p:nvPr>
            <p:ph type="title"/>
          </p:nvPr>
        </p:nvSpPr>
        <p:spPr>
          <a:xfrm>
            <a:off x="1981200" y="214313"/>
            <a:ext cx="8229600" cy="576262"/>
          </a:xfrm>
        </p:spPr>
        <p:txBody>
          <a:bodyPr/>
          <a:lstStyle/>
          <a:p>
            <a:pPr eaLnBrk="1" hangingPunct="1"/>
            <a:r>
              <a:rPr lang="zh-CN" altLang="en-US" dirty="0">
                <a:latin typeface="微软雅黑" panose="020B0503020204020204" pitchFamily="34" charset="-122"/>
                <a:ea typeface="微软雅黑" panose="020B0503020204020204" pitchFamily="34" charset="-122"/>
              </a:rPr>
              <a:t>示例</a:t>
            </a:r>
            <a:endParaRPr lang="en-US" altLang="en-US" dirty="0">
              <a:latin typeface="微软雅黑" panose="020B0503020204020204" pitchFamily="34" charset="-122"/>
              <a:ea typeface="微软雅黑" panose="020B0503020204020204" pitchFamily="34" charset="-122"/>
            </a:endParaRPr>
          </a:p>
        </p:txBody>
      </p:sp>
      <p:sp>
        <p:nvSpPr>
          <p:cNvPr id="87043" name="Rectangle 3">
            <a:extLst>
              <a:ext uri="{FF2B5EF4-FFF2-40B4-BE49-F238E27FC236}">
                <a16:creationId xmlns:a16="http://schemas.microsoft.com/office/drawing/2014/main" id="{6CE4382B-BCE7-463C-8856-48B3E92761BC}"/>
              </a:ext>
            </a:extLst>
          </p:cNvPr>
          <p:cNvSpPr>
            <a:spLocks noGrp="1" noChangeArrowheads="1"/>
          </p:cNvSpPr>
          <p:nvPr>
            <p:ph type="body" idx="1"/>
          </p:nvPr>
        </p:nvSpPr>
        <p:spPr>
          <a:xfrm>
            <a:off x="1014413" y="1296988"/>
            <a:ext cx="7954962" cy="5037137"/>
          </a:xfrm>
        </p:spPr>
        <p:txBody>
          <a:bodyPr/>
          <a:lstStyle/>
          <a:p>
            <a:pPr>
              <a:buFont typeface="Wingdings" panose="05000000000000000000" pitchFamily="2" charset="2"/>
              <a:buChar char="p"/>
              <a:tabLst>
                <a:tab pos="2800350" algn="l"/>
                <a:tab pos="3708400" algn="ctr"/>
              </a:tabLst>
            </a:pPr>
            <a:r>
              <a:rPr lang="en-US" altLang="en-US" sz="2000" b="1" i="1" dirty="0">
                <a:latin typeface="微软雅黑" panose="020B0503020204020204" pitchFamily="34" charset="-122"/>
                <a:ea typeface="微软雅黑" panose="020B0503020204020204" pitchFamily="34" charset="-122"/>
              </a:rPr>
              <a:t>P</a:t>
            </a:r>
            <a:r>
              <a:rPr lang="en-US" altLang="en-US" sz="2000" b="1" baseline="-25000" dirty="0">
                <a:latin typeface="微软雅黑" panose="020B0503020204020204" pitchFamily="34" charset="-122"/>
                <a:ea typeface="微软雅黑" panose="020B0503020204020204" pitchFamily="34" charset="-122"/>
              </a:rPr>
              <a:t>2</a:t>
            </a:r>
            <a:r>
              <a:rPr lang="en-US"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还需要请求额外的</a:t>
            </a:r>
            <a:r>
              <a:rPr lang="en-US" altLang="en-US" sz="2000" b="1" i="1" dirty="0">
                <a:latin typeface="微软雅黑" panose="020B0503020204020204" pitchFamily="34" charset="-122"/>
                <a:ea typeface="微软雅黑" panose="020B0503020204020204" pitchFamily="34" charset="-122"/>
              </a:rPr>
              <a:t>C </a:t>
            </a:r>
            <a:r>
              <a:rPr lang="zh-CN" altLang="en-US" sz="2000" dirty="0">
                <a:latin typeface="微软雅黑" panose="020B0503020204020204" pitchFamily="34" charset="-122"/>
                <a:ea typeface="微软雅黑" panose="020B0503020204020204" pitchFamily="34" charset="-122"/>
              </a:rPr>
              <a:t>类型实例</a:t>
            </a:r>
            <a:endParaRPr lang="en-US" altLang="en-US" sz="2000" b="1" dirty="0">
              <a:latin typeface="微软雅黑" panose="020B0503020204020204" pitchFamily="34" charset="-122"/>
              <a:ea typeface="微软雅黑" panose="020B0503020204020204" pitchFamily="34" charset="-122"/>
            </a:endParaRPr>
          </a:p>
          <a:p>
            <a:pPr>
              <a:buFont typeface="Monotype Sorts" pitchFamily="-84" charset="2"/>
              <a:buNone/>
              <a:tabLst>
                <a:tab pos="1428750" algn="l"/>
                <a:tab pos="2338388" algn="ctr"/>
                <a:tab pos="3594100" algn="ctr"/>
                <a:tab pos="4921250" algn="ctr"/>
              </a:tabLst>
            </a:pPr>
            <a:r>
              <a:rPr lang="en-US" altLang="en-US" sz="2000" dirty="0">
                <a:latin typeface="微软雅黑" panose="020B0503020204020204" pitchFamily="34" charset="-122"/>
                <a:ea typeface="微软雅黑" panose="020B0503020204020204" pitchFamily="34" charset="-122"/>
              </a:rPr>
              <a:t>			</a:t>
            </a:r>
            <a:r>
              <a:rPr lang="en-US" altLang="en-US" sz="2000" i="1" u="sng" dirty="0">
                <a:latin typeface="微软雅黑" panose="020B0503020204020204" pitchFamily="34" charset="-122"/>
                <a:ea typeface="微软雅黑" panose="020B0503020204020204" pitchFamily="34" charset="-122"/>
              </a:rPr>
              <a:t>Allocation</a:t>
            </a:r>
            <a:r>
              <a:rPr lang="en-US" altLang="en-US" sz="2000" i="1" dirty="0">
                <a:latin typeface="微软雅黑" panose="020B0503020204020204" pitchFamily="34" charset="-122"/>
                <a:ea typeface="微软雅黑" panose="020B0503020204020204" pitchFamily="34" charset="-122"/>
              </a:rPr>
              <a:t>	</a:t>
            </a:r>
            <a:r>
              <a:rPr lang="en-US" altLang="en-US" sz="2000" i="1" u="sng" dirty="0">
                <a:latin typeface="微软雅黑" panose="020B0503020204020204" pitchFamily="34" charset="-122"/>
                <a:ea typeface="微软雅黑" panose="020B0503020204020204" pitchFamily="34" charset="-122"/>
              </a:rPr>
              <a:t>Request</a:t>
            </a:r>
            <a:r>
              <a:rPr lang="en-US" altLang="en-US" sz="2000" i="1" dirty="0">
                <a:latin typeface="微软雅黑" panose="020B0503020204020204" pitchFamily="34" charset="-122"/>
                <a:ea typeface="微软雅黑" panose="020B0503020204020204" pitchFamily="34" charset="-122"/>
              </a:rPr>
              <a:t>	</a:t>
            </a:r>
            <a:r>
              <a:rPr lang="en-US" altLang="en-US" sz="2000" i="1" u="sng" dirty="0">
                <a:latin typeface="微软雅黑" panose="020B0503020204020204" pitchFamily="34" charset="-122"/>
                <a:ea typeface="微软雅黑" panose="020B0503020204020204" pitchFamily="34" charset="-122"/>
              </a:rPr>
              <a:t>Available</a:t>
            </a:r>
          </a:p>
          <a:p>
            <a:pPr>
              <a:buFont typeface="Monotype Sorts" pitchFamily="-84" charset="2"/>
              <a:buNone/>
              <a:tabLst>
                <a:tab pos="1428750" algn="l"/>
                <a:tab pos="2338388" algn="ctr"/>
                <a:tab pos="3594100" algn="ctr"/>
                <a:tab pos="4921250" algn="ctr"/>
              </a:tabLst>
            </a:pP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A B C 	  A B C 	A B C</a:t>
            </a:r>
          </a:p>
          <a:p>
            <a:pPr>
              <a:buFont typeface="Monotype Sorts" pitchFamily="-84" charset="2"/>
              <a:buNone/>
              <a:tabLst>
                <a:tab pos="1428750" algn="l"/>
                <a:tab pos="2338388" algn="ctr"/>
                <a:tab pos="3594100" algn="ctr"/>
                <a:tab pos="4921250" algn="ctr"/>
              </a:tabLst>
            </a:pP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P</a:t>
            </a:r>
            <a:r>
              <a:rPr lang="en-US" altLang="en-US" sz="2000" baseline="-25000" dirty="0">
                <a:latin typeface="微软雅黑" panose="020B0503020204020204" pitchFamily="34" charset="-122"/>
                <a:ea typeface="微软雅黑" panose="020B0503020204020204" pitchFamily="34" charset="-122"/>
              </a:rPr>
              <a:t>0</a:t>
            </a:r>
            <a:r>
              <a:rPr lang="en-US" altLang="en-US" sz="2000" dirty="0">
                <a:latin typeface="微软雅黑" panose="020B0503020204020204" pitchFamily="34" charset="-122"/>
                <a:ea typeface="微软雅黑" panose="020B0503020204020204" pitchFamily="34" charset="-122"/>
              </a:rPr>
              <a:t>	       0 1 0          0 0 0 	0 0 0</a:t>
            </a:r>
          </a:p>
          <a:p>
            <a:pPr>
              <a:buFont typeface="Monotype Sorts" pitchFamily="-84" charset="2"/>
              <a:buNone/>
              <a:tabLst>
                <a:tab pos="1428750" algn="l"/>
                <a:tab pos="2338388" algn="ctr"/>
                <a:tab pos="3594100" algn="ctr"/>
                <a:tab pos="4921250" algn="ctr"/>
              </a:tabLst>
            </a:pPr>
            <a:r>
              <a:rPr lang="en-US" altLang="en-US" sz="2000" i="1" dirty="0">
                <a:latin typeface="微软雅黑" panose="020B0503020204020204" pitchFamily="34" charset="-122"/>
                <a:ea typeface="微软雅黑" panose="020B0503020204020204" pitchFamily="34" charset="-122"/>
              </a:rPr>
              <a:t>             P</a:t>
            </a:r>
            <a:r>
              <a:rPr lang="en-US" altLang="en-US" sz="2000" baseline="-25000" dirty="0">
                <a:latin typeface="微软雅黑" panose="020B0503020204020204" pitchFamily="34" charset="-122"/>
                <a:ea typeface="微软雅黑" panose="020B0503020204020204" pitchFamily="34" charset="-122"/>
              </a:rPr>
              <a:t>1</a:t>
            </a:r>
            <a:r>
              <a:rPr lang="en-US" altLang="en-US" sz="2000" dirty="0">
                <a:latin typeface="微软雅黑" panose="020B0503020204020204" pitchFamily="34" charset="-122"/>
                <a:ea typeface="微软雅黑" panose="020B0503020204020204" pitchFamily="34" charset="-122"/>
              </a:rPr>
              <a:t>	       2 0 0 	  2 0 2</a:t>
            </a:r>
          </a:p>
          <a:p>
            <a:pPr>
              <a:buFont typeface="Monotype Sorts" pitchFamily="-84" charset="2"/>
              <a:buNone/>
              <a:tabLst>
                <a:tab pos="1428750" algn="l"/>
                <a:tab pos="2338388" algn="ctr"/>
                <a:tab pos="3594100" algn="ctr"/>
                <a:tab pos="4921250" algn="ctr"/>
              </a:tabLst>
            </a:pPr>
            <a:r>
              <a:rPr lang="en-US" altLang="en-US" sz="2000" i="1" dirty="0">
                <a:latin typeface="微软雅黑" panose="020B0503020204020204" pitchFamily="34" charset="-122"/>
                <a:ea typeface="微软雅黑" panose="020B0503020204020204" pitchFamily="34" charset="-122"/>
              </a:rPr>
              <a:t>             P</a:t>
            </a:r>
            <a:r>
              <a:rPr lang="en-US" altLang="en-US" sz="2000" baseline="-25000" dirty="0">
                <a:latin typeface="微软雅黑" panose="020B0503020204020204" pitchFamily="34" charset="-122"/>
                <a:ea typeface="微软雅黑" panose="020B0503020204020204" pitchFamily="34" charset="-122"/>
              </a:rPr>
              <a:t>2</a:t>
            </a:r>
            <a:r>
              <a:rPr lang="en-US" altLang="en-US" sz="2000" dirty="0">
                <a:latin typeface="微软雅黑" panose="020B0503020204020204" pitchFamily="34" charset="-122"/>
                <a:ea typeface="微软雅黑" panose="020B0503020204020204" pitchFamily="34" charset="-122"/>
              </a:rPr>
              <a:t>		       3 0 3          </a:t>
            </a:r>
            <a:r>
              <a:rPr lang="en-US" altLang="en-US" sz="2000" dirty="0">
                <a:solidFill>
                  <a:srgbClr val="C00000"/>
                </a:solidFill>
                <a:latin typeface="微软雅黑" panose="020B0503020204020204" pitchFamily="34" charset="-122"/>
                <a:ea typeface="微软雅黑" panose="020B0503020204020204" pitchFamily="34" charset="-122"/>
              </a:rPr>
              <a:t>0 0 1</a:t>
            </a:r>
            <a:r>
              <a:rPr lang="en-US" altLang="en-US" sz="2000" dirty="0">
                <a:latin typeface="微软雅黑" panose="020B0503020204020204" pitchFamily="34" charset="-122"/>
                <a:ea typeface="微软雅黑" panose="020B0503020204020204" pitchFamily="34" charset="-122"/>
              </a:rPr>
              <a:t> </a:t>
            </a:r>
          </a:p>
          <a:p>
            <a:pPr>
              <a:buFont typeface="Monotype Sorts" pitchFamily="-84" charset="2"/>
              <a:buNone/>
              <a:tabLst>
                <a:tab pos="1428750" algn="l"/>
                <a:tab pos="2338388" algn="ctr"/>
                <a:tab pos="3594100" algn="ctr"/>
                <a:tab pos="4921250" algn="ctr"/>
              </a:tabLst>
            </a:pPr>
            <a:r>
              <a:rPr lang="en-US" altLang="en-US" sz="2000" i="1" dirty="0">
                <a:latin typeface="微软雅黑" panose="020B0503020204020204" pitchFamily="34" charset="-122"/>
                <a:ea typeface="微软雅黑" panose="020B0503020204020204" pitchFamily="34" charset="-122"/>
              </a:rPr>
              <a:t>             P</a:t>
            </a:r>
            <a:r>
              <a:rPr lang="en-US" altLang="en-US" sz="2000" baseline="-25000" dirty="0">
                <a:latin typeface="微软雅黑" panose="020B0503020204020204" pitchFamily="34" charset="-122"/>
                <a:ea typeface="微软雅黑" panose="020B0503020204020204" pitchFamily="34" charset="-122"/>
              </a:rPr>
              <a:t>3</a:t>
            </a:r>
            <a:r>
              <a:rPr lang="en-US" altLang="en-US" sz="2000" dirty="0">
                <a:latin typeface="微软雅黑" panose="020B0503020204020204" pitchFamily="34" charset="-122"/>
                <a:ea typeface="微软雅黑" panose="020B0503020204020204" pitchFamily="34" charset="-122"/>
              </a:rPr>
              <a:t>	       2 1 1 	  1 0 0 </a:t>
            </a:r>
          </a:p>
          <a:p>
            <a:pPr>
              <a:buFont typeface="Monotype Sorts" pitchFamily="-84" charset="2"/>
              <a:buNone/>
              <a:tabLst>
                <a:tab pos="1428750" algn="l"/>
                <a:tab pos="2338388" algn="ctr"/>
                <a:tab pos="3594100" algn="ctr"/>
                <a:tab pos="4921250" algn="ctr"/>
              </a:tabLst>
            </a:pPr>
            <a:r>
              <a:rPr lang="en-US" altLang="en-US" sz="2000" dirty="0">
                <a:latin typeface="微软雅黑" panose="020B0503020204020204" pitchFamily="34" charset="-122"/>
                <a:ea typeface="微软雅黑" panose="020B0503020204020204" pitchFamily="34" charset="-122"/>
              </a:rPr>
              <a:t>	        </a:t>
            </a:r>
            <a:r>
              <a:rPr lang="en-US" altLang="en-US" sz="2000" i="1" dirty="0">
                <a:latin typeface="微软雅黑" panose="020B0503020204020204" pitchFamily="34" charset="-122"/>
                <a:ea typeface="微软雅黑" panose="020B0503020204020204" pitchFamily="34" charset="-122"/>
              </a:rPr>
              <a:t>P</a:t>
            </a:r>
            <a:r>
              <a:rPr lang="en-US" altLang="en-US" sz="2000" baseline="-25000" dirty="0">
                <a:latin typeface="微软雅黑" panose="020B0503020204020204" pitchFamily="34" charset="-122"/>
                <a:ea typeface="微软雅黑" panose="020B0503020204020204" pitchFamily="34" charset="-122"/>
              </a:rPr>
              <a:t>4	</a:t>
            </a:r>
            <a:r>
              <a:rPr lang="en-US" altLang="en-US" sz="2000" baseline="-25000" dirty="0"/>
              <a:t>          </a:t>
            </a:r>
            <a:r>
              <a:rPr lang="en-US" altLang="en-US" sz="2000" dirty="0">
                <a:latin typeface="微软雅黑" panose="020B0503020204020204" pitchFamily="34" charset="-122"/>
                <a:ea typeface="微软雅黑" panose="020B0503020204020204" pitchFamily="34" charset="-122"/>
              </a:rPr>
              <a:t>0 0 2 	  0 0 2</a:t>
            </a:r>
          </a:p>
          <a:p>
            <a:pPr>
              <a:buFont typeface="Monotype Sorts" pitchFamily="-84" charset="2"/>
              <a:buNone/>
              <a:tabLst>
                <a:tab pos="2800350" algn="l"/>
                <a:tab pos="3708400" algn="ctr"/>
              </a:tabLst>
            </a:pPr>
            <a:endParaRPr lang="en-US" altLang="en-US" sz="900" dirty="0">
              <a:latin typeface="微软雅黑" panose="020B0503020204020204" pitchFamily="34" charset="-122"/>
              <a:ea typeface="微软雅黑" panose="020B0503020204020204" pitchFamily="34" charset="-122"/>
            </a:endParaRPr>
          </a:p>
          <a:p>
            <a:pPr>
              <a:buFont typeface="Wingdings" panose="05000000000000000000" pitchFamily="2" charset="2"/>
              <a:buChar char="p"/>
              <a:tabLst>
                <a:tab pos="2800350" algn="l"/>
                <a:tab pos="3708400" algn="ctr"/>
              </a:tabLst>
            </a:pPr>
            <a:r>
              <a:rPr lang="zh-CN" altLang="en-US" sz="2000" dirty="0">
                <a:latin typeface="微软雅黑" panose="020B0503020204020204" pitchFamily="34" charset="-122"/>
                <a:ea typeface="微软雅黑" panose="020B0503020204020204" pitchFamily="34" charset="-122"/>
              </a:rPr>
              <a:t>系统状态？</a:t>
            </a:r>
            <a:endParaRPr lang="en-US" altLang="en-US" sz="2000" dirty="0">
              <a:latin typeface="微软雅黑" panose="020B0503020204020204" pitchFamily="34" charset="-122"/>
              <a:ea typeface="微软雅黑" panose="020B0503020204020204" pitchFamily="34" charset="-122"/>
            </a:endParaRPr>
          </a:p>
          <a:p>
            <a:pPr lvl="1">
              <a:buFont typeface="Wingdings" panose="05000000000000000000" pitchFamily="2" charset="2"/>
              <a:buChar char="n"/>
              <a:tabLst>
                <a:tab pos="2800350" algn="l"/>
                <a:tab pos="3708400" algn="ctr"/>
              </a:tabLst>
            </a:pPr>
            <a:r>
              <a:rPr lang="zh-CN" altLang="en-US" sz="2000" dirty="0">
                <a:latin typeface="微软雅黑" panose="020B0503020204020204" pitchFamily="34" charset="-122"/>
                <a:ea typeface="微软雅黑" panose="020B0503020204020204" pitchFamily="34" charset="-122"/>
              </a:rPr>
              <a:t>可以回收进程</a:t>
            </a:r>
            <a:r>
              <a:rPr lang="en-US" altLang="en-US" sz="2000" b="1" i="1" dirty="0">
                <a:latin typeface="微软雅黑" panose="020B0503020204020204" pitchFamily="34" charset="-122"/>
                <a:ea typeface="微软雅黑" panose="020B0503020204020204" pitchFamily="34" charset="-122"/>
              </a:rPr>
              <a:t>P</a:t>
            </a:r>
            <a:r>
              <a:rPr lang="en-US" altLang="en-US" sz="2000" b="1" baseline="-25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持有的资源，但资源不足以完成其他进程请求</a:t>
            </a:r>
            <a:endParaRPr lang="en-US" altLang="en-US" sz="2000" dirty="0">
              <a:latin typeface="微软雅黑" panose="020B0503020204020204" pitchFamily="34" charset="-122"/>
              <a:ea typeface="微软雅黑" panose="020B0503020204020204" pitchFamily="34" charset="-122"/>
            </a:endParaRPr>
          </a:p>
          <a:p>
            <a:pPr lvl="1">
              <a:buFont typeface="Wingdings" panose="05000000000000000000" pitchFamily="2" charset="2"/>
              <a:buChar char="n"/>
              <a:tabLst>
                <a:tab pos="2800350" algn="l"/>
                <a:tab pos="3708400" algn="ctr"/>
              </a:tabLst>
            </a:pPr>
            <a:r>
              <a:rPr lang="zh-CN" altLang="en-US" sz="2000" dirty="0">
                <a:latin typeface="微软雅黑" panose="020B0503020204020204" pitchFamily="34" charset="-122"/>
                <a:ea typeface="微软雅黑" panose="020B0503020204020204" pitchFamily="34" charset="-122"/>
              </a:rPr>
              <a:t>存在由进程</a:t>
            </a:r>
            <a:r>
              <a:rPr lang="en-US" altLang="en-US" sz="2000" b="1" i="1" dirty="0">
                <a:latin typeface="微软雅黑" panose="020B0503020204020204" pitchFamily="34" charset="-122"/>
                <a:ea typeface="微软雅黑" panose="020B0503020204020204" pitchFamily="34" charset="-122"/>
              </a:rPr>
              <a:t>P</a:t>
            </a:r>
            <a:r>
              <a:rPr lang="en-US" altLang="en-US" sz="2000" b="1" baseline="-25000" dirty="0">
                <a:latin typeface="微软雅黑" panose="020B0503020204020204" pitchFamily="34" charset="-122"/>
                <a:ea typeface="微软雅黑" panose="020B0503020204020204" pitchFamily="34" charset="-122"/>
              </a:rPr>
              <a:t>1</a:t>
            </a:r>
            <a:r>
              <a:rPr lang="en-US" altLang="en-US" sz="2000" b="1" dirty="0">
                <a:latin typeface="微软雅黑" panose="020B0503020204020204" pitchFamily="34" charset="-122"/>
                <a:ea typeface="微软雅黑" panose="020B0503020204020204" pitchFamily="34" charset="-122"/>
              </a:rPr>
              <a:t>, </a:t>
            </a:r>
            <a:r>
              <a:rPr lang="en-US" altLang="en-US" sz="2000" b="1" baseline="-25000" dirty="0">
                <a:latin typeface="微软雅黑" panose="020B0503020204020204" pitchFamily="34" charset="-122"/>
                <a:ea typeface="微软雅黑" panose="020B0503020204020204" pitchFamily="34" charset="-122"/>
              </a:rPr>
              <a:t> </a:t>
            </a:r>
            <a:r>
              <a:rPr lang="en-US" altLang="en-US" sz="2000" b="1" i="1" dirty="0">
                <a:latin typeface="微软雅黑" panose="020B0503020204020204" pitchFamily="34" charset="-122"/>
                <a:ea typeface="微软雅黑" panose="020B0503020204020204" pitchFamily="34" charset="-122"/>
              </a:rPr>
              <a:t>P</a:t>
            </a:r>
            <a:r>
              <a:rPr lang="en-US" altLang="en-US" sz="2000" b="1" baseline="-25000" dirty="0">
                <a:latin typeface="微软雅黑" panose="020B0503020204020204" pitchFamily="34" charset="-122"/>
                <a:ea typeface="微软雅黑" panose="020B0503020204020204" pitchFamily="34" charset="-122"/>
              </a:rPr>
              <a:t>2</a:t>
            </a:r>
            <a:r>
              <a:rPr lang="en-US" altLang="en-US" sz="2000" b="1" dirty="0">
                <a:latin typeface="微软雅黑" panose="020B0503020204020204" pitchFamily="34" charset="-122"/>
                <a:ea typeface="微软雅黑" panose="020B0503020204020204" pitchFamily="34" charset="-122"/>
              </a:rPr>
              <a:t>, </a:t>
            </a:r>
            <a:r>
              <a:rPr lang="en-US" altLang="en-US" sz="2000" b="1" i="1" dirty="0">
                <a:latin typeface="微软雅黑" panose="020B0503020204020204" pitchFamily="34" charset="-122"/>
                <a:ea typeface="微软雅黑" panose="020B0503020204020204" pitchFamily="34" charset="-122"/>
              </a:rPr>
              <a:t>P</a:t>
            </a:r>
            <a:r>
              <a:rPr lang="en-US" altLang="en-US" sz="2000" b="1" baseline="-25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和</a:t>
            </a:r>
            <a:r>
              <a:rPr lang="en-US" altLang="en-US" sz="2000" b="1" i="1" dirty="0">
                <a:latin typeface="微软雅黑" panose="020B0503020204020204" pitchFamily="34" charset="-122"/>
                <a:ea typeface="微软雅黑" panose="020B0503020204020204" pitchFamily="34" charset="-122"/>
              </a:rPr>
              <a:t>P</a:t>
            </a:r>
            <a:r>
              <a:rPr lang="en-US" altLang="en-US" sz="2000" b="1" baseline="-25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组成的死锁</a:t>
            </a:r>
            <a:endParaRPr lang="en-US" altLang="en-US" sz="20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E6A4FF70-B7C6-42C9-B6B2-83B137F0D4BF}"/>
              </a:ext>
            </a:extLst>
          </p:cNvPr>
          <p:cNvSpPr>
            <a:spLocks noGrp="1" noChangeArrowheads="1"/>
          </p:cNvSpPr>
          <p:nvPr>
            <p:ph type="title"/>
          </p:nvPr>
        </p:nvSpPr>
        <p:spPr>
          <a:xfrm>
            <a:off x="2624138" y="230188"/>
            <a:ext cx="7586662" cy="576262"/>
          </a:xfrm>
        </p:spPr>
        <p:txBody>
          <a:bodyPr/>
          <a:lstStyle/>
          <a:p>
            <a:pPr eaLnBrk="1" hangingPunct="1"/>
            <a:r>
              <a:rPr lang="zh-CN" altLang="en-US">
                <a:latin typeface="微软雅黑" panose="020B0503020204020204" pitchFamily="34" charset="-122"/>
                <a:ea typeface="微软雅黑" panose="020B0503020204020204" pitchFamily="34" charset="-122"/>
              </a:rPr>
              <a:t>检测算法使用</a:t>
            </a:r>
            <a:endParaRPr lang="en-US" altLang="en-US">
              <a:latin typeface="微软雅黑" panose="020B0503020204020204" pitchFamily="34" charset="-122"/>
              <a:ea typeface="微软雅黑" panose="020B0503020204020204" pitchFamily="34" charset="-122"/>
            </a:endParaRPr>
          </a:p>
        </p:txBody>
      </p:sp>
      <p:sp>
        <p:nvSpPr>
          <p:cNvPr id="89091" name="Rectangle 3">
            <a:extLst>
              <a:ext uri="{FF2B5EF4-FFF2-40B4-BE49-F238E27FC236}">
                <a16:creationId xmlns:a16="http://schemas.microsoft.com/office/drawing/2014/main" id="{8969C5E6-5AFD-4F83-BD6A-6CBBC939EE07}"/>
              </a:ext>
            </a:extLst>
          </p:cNvPr>
          <p:cNvSpPr>
            <a:spLocks noGrp="1" noChangeArrowheads="1"/>
          </p:cNvSpPr>
          <p:nvPr>
            <p:ph type="body" idx="1"/>
          </p:nvPr>
        </p:nvSpPr>
        <p:spPr>
          <a:xfrm>
            <a:off x="609718" y="1101163"/>
            <a:ext cx="11067340" cy="4530725"/>
          </a:xfrm>
        </p:spPr>
        <p:txBody>
          <a:bodyPr/>
          <a:lstStyle/>
          <a:p>
            <a:pPr>
              <a:lnSpc>
                <a:spcPct val="150000"/>
              </a:lnSpc>
              <a:buFont typeface="Wingdings" panose="05000000000000000000" pitchFamily="2" charset="2"/>
              <a:buChar char="p"/>
            </a:pPr>
            <a:r>
              <a:rPr lang="zh-CN" altLang="en-US" sz="2000" dirty="0">
                <a:latin typeface="微软雅黑" panose="020B0503020204020204" pitchFamily="34" charset="-122"/>
                <a:ea typeface="微软雅黑" panose="020B0503020204020204" pitchFamily="34" charset="-122"/>
              </a:rPr>
              <a:t>调用的时间和频率取决于：</a:t>
            </a:r>
            <a:endParaRPr lang="en-US" altLang="en-US" sz="2000"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多久可能发生一次死锁？</a:t>
            </a:r>
            <a:endParaRPr lang="en-US" altLang="zh-CN" sz="2000"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当死锁发生时，有多少进程会受到影响？</a:t>
            </a:r>
            <a:endParaRPr lang="en-US" altLang="zh-CN" sz="20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pPr>
            <a:r>
              <a:rPr lang="zh-CN" altLang="en-US" sz="2000" dirty="0">
                <a:solidFill>
                  <a:srgbClr val="000000"/>
                </a:solidFill>
                <a:latin typeface="微软雅黑" panose="020B0503020204020204" pitchFamily="34" charset="-122"/>
                <a:ea typeface="微软雅黑" panose="020B0503020204020204" pitchFamily="34" charset="-122"/>
              </a:rPr>
              <a:t>为每个资源请求调用死锁检测算法</a:t>
            </a:r>
            <a:endParaRPr lang="en-US" altLang="en-US" sz="2000" dirty="0">
              <a:solidFill>
                <a:srgbClr val="000000"/>
              </a:solidFill>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开销</a:t>
            </a:r>
            <a:r>
              <a:rPr lang="zh-CN" altLang="en-US" dirty="0"/>
              <a:t>很大</a:t>
            </a:r>
            <a:endParaRPr lang="en-US" altLang="zh-CN" sz="2000"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n"/>
            </a:pPr>
            <a:r>
              <a:rPr lang="zh-CN" altLang="en-US" sz="2000" dirty="0">
                <a:solidFill>
                  <a:srgbClr val="000000"/>
                </a:solidFill>
                <a:latin typeface="微软雅黑" panose="020B0503020204020204" pitchFamily="34" charset="-122"/>
                <a:ea typeface="微软雅黑" panose="020B0503020204020204" pitchFamily="34" charset="-122"/>
              </a:rPr>
              <a:t>告诉死锁进程中的哪一个“导致”了死锁。</a:t>
            </a:r>
            <a:endParaRPr lang="en-US" altLang="en-US" sz="20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pPr>
            <a:r>
              <a:rPr lang="zh-CN" altLang="en-US" sz="2000" dirty="0">
                <a:solidFill>
                  <a:srgbClr val="000000"/>
                </a:solidFill>
                <a:latin typeface="微软雅黑" panose="020B0503020204020204" pitchFamily="34" charset="-122"/>
                <a:ea typeface="微软雅黑" panose="020B0503020204020204" pitchFamily="34" charset="-122"/>
              </a:rPr>
              <a:t>以定义的时间间隔调用算法</a:t>
            </a:r>
            <a:endParaRPr lang="en-US" altLang="en-US" sz="2000" dirty="0">
              <a:solidFill>
                <a:srgbClr val="000000"/>
              </a:solidFill>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n"/>
            </a:pPr>
            <a:r>
              <a:rPr lang="zh-CN" altLang="en-US" sz="2000" dirty="0">
                <a:latin typeface="微软雅黑" panose="020B0503020204020204" pitchFamily="34" charset="-122"/>
                <a:ea typeface="微软雅黑" panose="020B0503020204020204" pitchFamily="34" charset="-122"/>
              </a:rPr>
              <a:t>如果任意调用检测算法，资源图中可能会有许多循环，因此我们无法判断死锁进程中的哪一个“导致”了死锁。</a:t>
            </a:r>
            <a:endParaRPr lang="en-US" altLang="en-US" sz="2000"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n"/>
            </a:pPr>
            <a:endParaRPr lang="en-US" altLang="zh-CN" sz="2000" dirty="0">
              <a:solidFill>
                <a:srgbClr val="000000"/>
              </a:solidFill>
              <a:latin typeface="微软雅黑" panose="020B0503020204020204" pitchFamily="34" charset="-122"/>
              <a:ea typeface="微软雅黑" panose="020B0503020204020204" pitchFamily="34" charset="-122"/>
            </a:endParaRPr>
          </a:p>
          <a:p>
            <a:pPr marL="857250" lvl="2" indent="0">
              <a:lnSpc>
                <a:spcPct val="150000"/>
              </a:lnSpc>
              <a:buFont typeface="Webdings" panose="05030102010509060703" pitchFamily="18" charset="2"/>
              <a:buNone/>
            </a:pPr>
            <a:endParaRPr lang="en-US"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DB2828A8-4653-447D-83D0-D867D4E20F23}"/>
              </a:ext>
            </a:extLst>
          </p:cNvPr>
          <p:cNvSpPr>
            <a:spLocks noGrp="1" noChangeArrowheads="1"/>
          </p:cNvSpPr>
          <p:nvPr>
            <p:ph type="title"/>
          </p:nvPr>
        </p:nvSpPr>
        <p:spPr>
          <a:xfrm>
            <a:off x="2079625" y="323850"/>
            <a:ext cx="8588375" cy="457200"/>
          </a:xfrm>
        </p:spPr>
        <p:txBody>
          <a:bodyPr/>
          <a:lstStyle/>
          <a:p>
            <a:pPr eaLnBrk="1" hangingPunct="1"/>
            <a:r>
              <a:rPr lang="en-US" altLang="zh-CN" dirty="0">
                <a:latin typeface="微软雅黑" panose="020B0503020204020204" pitchFamily="34" charset="-122"/>
                <a:ea typeface="微软雅黑" panose="020B0503020204020204" pitchFamily="34" charset="-122"/>
              </a:rPr>
              <a:t>7.7  </a:t>
            </a:r>
            <a:r>
              <a:rPr lang="zh-CN" altLang="en-US" dirty="0">
                <a:latin typeface="微软雅黑" panose="020B0503020204020204" pitchFamily="34" charset="-122"/>
                <a:ea typeface="微软雅黑" panose="020B0503020204020204" pitchFamily="34" charset="-122"/>
              </a:rPr>
              <a:t>死锁恢复</a:t>
            </a:r>
            <a:r>
              <a:rPr lang="en-US" altLang="en-US"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进程终止</a:t>
            </a:r>
            <a:endParaRPr lang="en-US" altLang="en-US" dirty="0">
              <a:latin typeface="微软雅黑" panose="020B0503020204020204" pitchFamily="34" charset="-122"/>
              <a:ea typeface="微软雅黑" panose="020B0503020204020204" pitchFamily="34" charset="-122"/>
            </a:endParaRPr>
          </a:p>
        </p:txBody>
      </p:sp>
      <p:sp>
        <p:nvSpPr>
          <p:cNvPr id="93187" name="Rectangle 3">
            <a:extLst>
              <a:ext uri="{FF2B5EF4-FFF2-40B4-BE49-F238E27FC236}">
                <a16:creationId xmlns:a16="http://schemas.microsoft.com/office/drawing/2014/main" id="{4E3FD227-D550-4869-A216-46EF96B8C3FF}"/>
              </a:ext>
            </a:extLst>
          </p:cNvPr>
          <p:cNvSpPr>
            <a:spLocks noGrp="1" noChangeArrowheads="1"/>
          </p:cNvSpPr>
          <p:nvPr>
            <p:ph type="body" idx="1"/>
          </p:nvPr>
        </p:nvSpPr>
        <p:spPr>
          <a:xfrm>
            <a:off x="579309" y="1163638"/>
            <a:ext cx="11222698" cy="4530725"/>
          </a:xfrm>
        </p:spPr>
        <p:txBody>
          <a:bodyPr/>
          <a:lstStyle/>
          <a:p>
            <a:pPr>
              <a:lnSpc>
                <a:spcPct val="150000"/>
              </a:lnSpc>
              <a:buFont typeface="Wingdings" panose="05000000000000000000" pitchFamily="2" charset="2"/>
              <a:buChar char="p"/>
              <a:defRPr/>
            </a:pPr>
            <a:r>
              <a:rPr lang="zh-CN" altLang="en-US" sz="2000" dirty="0">
                <a:latin typeface="微软雅黑" panose="020B0503020204020204" pitchFamily="34" charset="-122"/>
                <a:ea typeface="微软雅黑" panose="020B0503020204020204" pitchFamily="34" charset="-122"/>
              </a:rPr>
              <a:t>中止所有死锁进程</a:t>
            </a:r>
            <a:endParaRPr lang="en-US" altLang="en-US" sz="20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defRPr/>
            </a:pPr>
            <a:r>
              <a:rPr lang="zh-CN" altLang="en-US" sz="2000" dirty="0">
                <a:latin typeface="微软雅黑" panose="020B0503020204020204" pitchFamily="34" charset="-122"/>
                <a:ea typeface="微软雅黑" panose="020B0503020204020204" pitchFamily="34" charset="-122"/>
              </a:rPr>
              <a:t>一次中止一个进程，直到死锁循环被消除</a:t>
            </a:r>
            <a:endParaRPr lang="en-US" altLang="zh-CN" sz="2000"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n"/>
              <a:defRPr/>
            </a:pPr>
            <a:r>
              <a:rPr lang="zh-CN" altLang="en-US" sz="2000" dirty="0">
                <a:solidFill>
                  <a:srgbClr val="000000"/>
                </a:solidFill>
                <a:latin typeface="微软雅黑" panose="020B0503020204020204" pitchFamily="34" charset="-122"/>
                <a:ea typeface="微软雅黑" panose="020B0503020204020204" pitchFamily="34" charset="-122"/>
              </a:rPr>
              <a:t>必须调用死锁检测算法来确定是否有任何进程仍处于死锁状态</a:t>
            </a:r>
            <a:endParaRPr lang="en-US" altLang="en-US" sz="20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defRPr/>
            </a:pPr>
            <a:r>
              <a:rPr lang="zh-CN" altLang="en-US" sz="2000" dirty="0">
                <a:latin typeface="微软雅黑" panose="020B0503020204020204" pitchFamily="34" charset="-122"/>
                <a:ea typeface="微软雅黑" panose="020B0503020204020204" pitchFamily="34" charset="-122"/>
              </a:rPr>
              <a:t>应该按哪个顺序选择中止？</a:t>
            </a:r>
            <a:endParaRPr lang="en-US" altLang="en-US" sz="2000" dirty="0">
              <a:latin typeface="微软雅黑" panose="020B0503020204020204" pitchFamily="34" charset="-122"/>
              <a:ea typeface="微软雅黑" panose="020B0503020204020204" pitchFamily="34" charset="-122"/>
            </a:endParaRPr>
          </a:p>
          <a:p>
            <a:pPr marL="800100" lvl="1" indent="-342900">
              <a:lnSpc>
                <a:spcPct val="150000"/>
              </a:lnSpc>
              <a:spcBef>
                <a:spcPts val="0"/>
              </a:spcBef>
              <a:buFont typeface="Arial" panose="020B0604020202020204" pitchFamily="34" charset="0"/>
              <a:buAutoNum type="arabicPeriod"/>
              <a:defRPr/>
            </a:pPr>
            <a:r>
              <a:rPr lang="zh-CN" altLang="en-US" sz="2000" dirty="0">
                <a:latin typeface="微软雅黑" panose="020B0503020204020204" pitchFamily="34" charset="-122"/>
                <a:ea typeface="微软雅黑" panose="020B0503020204020204" pitchFamily="34" charset="-122"/>
              </a:rPr>
              <a:t>进程的优先级</a:t>
            </a:r>
            <a:endParaRPr lang="en-US" altLang="en-US" sz="2000" dirty="0">
              <a:latin typeface="微软雅黑" panose="020B0503020204020204" pitchFamily="34" charset="-122"/>
              <a:ea typeface="微软雅黑" panose="020B0503020204020204" pitchFamily="34" charset="-122"/>
            </a:endParaRPr>
          </a:p>
          <a:p>
            <a:pPr marL="800100" lvl="1" indent="-342900">
              <a:lnSpc>
                <a:spcPct val="150000"/>
              </a:lnSpc>
              <a:spcBef>
                <a:spcPts val="0"/>
              </a:spcBef>
              <a:buFont typeface="Arial" panose="020B0604020202020204" pitchFamily="34" charset="0"/>
              <a:buAutoNum type="arabicPeriod"/>
              <a:defRPr/>
            </a:pPr>
            <a:r>
              <a:rPr lang="zh-CN" altLang="en-US" sz="2000" dirty="0">
                <a:latin typeface="微软雅黑" panose="020B0503020204020204" pitchFamily="34" charset="-122"/>
                <a:ea typeface="微软雅黑" panose="020B0503020204020204" pitchFamily="34" charset="-122"/>
              </a:rPr>
              <a:t>计算进程需要多长时间，还有多长时间才能完成</a:t>
            </a:r>
            <a:endParaRPr lang="en-US" altLang="en-US" sz="2000" dirty="0">
              <a:latin typeface="微软雅黑" panose="020B0503020204020204" pitchFamily="34" charset="-122"/>
              <a:ea typeface="微软雅黑" panose="020B0503020204020204" pitchFamily="34" charset="-122"/>
            </a:endParaRPr>
          </a:p>
          <a:p>
            <a:pPr marL="800100" lvl="1" indent="-342900">
              <a:lnSpc>
                <a:spcPct val="150000"/>
              </a:lnSpc>
              <a:spcBef>
                <a:spcPts val="0"/>
              </a:spcBef>
              <a:buFont typeface="Arial" panose="020B0604020202020204" pitchFamily="34" charset="0"/>
              <a:buAutoNum type="arabicPeriod"/>
              <a:defRPr/>
            </a:pPr>
            <a:r>
              <a:rPr lang="zh-CN" altLang="en-US" sz="2000" dirty="0">
                <a:latin typeface="微软雅黑" panose="020B0503020204020204" pitchFamily="34" charset="-122"/>
                <a:ea typeface="微软雅黑" panose="020B0503020204020204" pitchFamily="34" charset="-122"/>
              </a:rPr>
              <a:t>进程使用的资源</a:t>
            </a:r>
            <a:endParaRPr lang="en-US" altLang="en-US" sz="2000" dirty="0">
              <a:latin typeface="微软雅黑" panose="020B0503020204020204" pitchFamily="34" charset="-122"/>
              <a:ea typeface="微软雅黑" panose="020B0503020204020204" pitchFamily="34" charset="-122"/>
            </a:endParaRPr>
          </a:p>
          <a:p>
            <a:pPr marL="800100" lvl="1" indent="-342900">
              <a:lnSpc>
                <a:spcPct val="150000"/>
              </a:lnSpc>
              <a:spcBef>
                <a:spcPts val="0"/>
              </a:spcBef>
              <a:buFont typeface="Arial" panose="020B0604020202020204" pitchFamily="34" charset="0"/>
              <a:buAutoNum type="arabicPeriod"/>
              <a:defRPr/>
            </a:pPr>
            <a:r>
              <a:rPr lang="zh-CN" altLang="en-US" sz="2000" dirty="0">
                <a:latin typeface="微软雅黑" panose="020B0503020204020204" pitchFamily="34" charset="-122"/>
                <a:ea typeface="微软雅黑" panose="020B0503020204020204" pitchFamily="34" charset="-122"/>
              </a:rPr>
              <a:t>进程完成还需要多少资源</a:t>
            </a:r>
            <a:endParaRPr lang="en-US" altLang="en-US" sz="2000" dirty="0">
              <a:latin typeface="微软雅黑" panose="020B0503020204020204" pitchFamily="34" charset="-122"/>
              <a:ea typeface="微软雅黑" panose="020B0503020204020204" pitchFamily="34" charset="-122"/>
            </a:endParaRPr>
          </a:p>
          <a:p>
            <a:pPr marL="800100" lvl="1" indent="-342900">
              <a:lnSpc>
                <a:spcPct val="150000"/>
              </a:lnSpc>
              <a:spcBef>
                <a:spcPts val="0"/>
              </a:spcBef>
              <a:buFont typeface="Arial" panose="020B0604020202020204" pitchFamily="34" charset="0"/>
              <a:buAutoNum type="arabicPeriod"/>
              <a:defRPr/>
            </a:pPr>
            <a:r>
              <a:rPr lang="zh-CN" altLang="en-US" sz="2000" dirty="0">
                <a:latin typeface="微软雅黑" panose="020B0503020204020204" pitchFamily="34" charset="-122"/>
                <a:ea typeface="微软雅黑" panose="020B0503020204020204" pitchFamily="34" charset="-122"/>
              </a:rPr>
              <a:t>需要终止多少个进程</a:t>
            </a:r>
            <a:endParaRPr lang="en-US" altLang="en-US" sz="2000" dirty="0">
              <a:latin typeface="微软雅黑" panose="020B0503020204020204" pitchFamily="34" charset="-122"/>
              <a:ea typeface="微软雅黑" panose="020B0503020204020204" pitchFamily="34" charset="-122"/>
            </a:endParaRPr>
          </a:p>
          <a:p>
            <a:pPr marL="800100" lvl="1" indent="-342900">
              <a:lnSpc>
                <a:spcPct val="150000"/>
              </a:lnSpc>
              <a:spcBef>
                <a:spcPts val="0"/>
              </a:spcBef>
              <a:buFont typeface="Arial" panose="020B0604020202020204" pitchFamily="34" charset="0"/>
              <a:buAutoNum type="arabicPeriod"/>
              <a:defRPr/>
            </a:pPr>
            <a:r>
              <a:rPr lang="zh-CN" altLang="en-US" sz="2000" dirty="0">
                <a:latin typeface="微软雅黑" panose="020B0503020204020204" pitchFamily="34" charset="-122"/>
                <a:ea typeface="微软雅黑" panose="020B0503020204020204" pitchFamily="34" charset="-122"/>
              </a:rPr>
              <a:t>进程是交互的还是批处理的？</a:t>
            </a:r>
            <a:endParaRPr lang="en-US"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12FB8E13-C59E-4AB2-BFA9-F1FC976AAE51}"/>
              </a:ext>
            </a:extLst>
          </p:cNvPr>
          <p:cNvSpPr>
            <a:spLocks noGrp="1" noChangeArrowheads="1"/>
          </p:cNvSpPr>
          <p:nvPr>
            <p:ph type="title"/>
          </p:nvPr>
        </p:nvSpPr>
        <p:spPr>
          <a:xfrm>
            <a:off x="2671763" y="255588"/>
            <a:ext cx="8020050" cy="457200"/>
          </a:xfrm>
        </p:spPr>
        <p:txBody>
          <a:bodyPr/>
          <a:lstStyle/>
          <a:p>
            <a:pPr eaLnBrk="1" hangingPunct="1"/>
            <a:r>
              <a:rPr lang="zh-CN" altLang="en-US">
                <a:latin typeface="微软雅黑" panose="020B0503020204020204" pitchFamily="34" charset="-122"/>
                <a:ea typeface="微软雅黑" panose="020B0503020204020204" pitchFamily="34" charset="-122"/>
              </a:rPr>
              <a:t>死锁恢复</a:t>
            </a:r>
            <a:r>
              <a:rPr lang="en-US" altLang="en-US">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资源优先级</a:t>
            </a:r>
            <a:endParaRPr lang="en-US" altLang="en-US">
              <a:latin typeface="微软雅黑" panose="020B0503020204020204" pitchFamily="34" charset="-122"/>
              <a:ea typeface="微软雅黑" panose="020B0503020204020204" pitchFamily="34" charset="-122"/>
            </a:endParaRPr>
          </a:p>
        </p:txBody>
      </p:sp>
      <p:sp>
        <p:nvSpPr>
          <p:cNvPr id="93187" name="Rectangle 3">
            <a:extLst>
              <a:ext uri="{FF2B5EF4-FFF2-40B4-BE49-F238E27FC236}">
                <a16:creationId xmlns:a16="http://schemas.microsoft.com/office/drawing/2014/main" id="{E1E4B561-CCC2-4FE6-8F2B-E16CB680B322}"/>
              </a:ext>
            </a:extLst>
          </p:cNvPr>
          <p:cNvSpPr>
            <a:spLocks noGrp="1" noChangeArrowheads="1"/>
          </p:cNvSpPr>
          <p:nvPr>
            <p:ph type="body" idx="1"/>
          </p:nvPr>
        </p:nvSpPr>
        <p:spPr>
          <a:xfrm>
            <a:off x="754063" y="1187450"/>
            <a:ext cx="10644700" cy="4483100"/>
          </a:xfrm>
        </p:spPr>
        <p:txBody>
          <a:bodyPr/>
          <a:lstStyle/>
          <a:p>
            <a:pPr>
              <a:lnSpc>
                <a:spcPct val="150000"/>
              </a:lnSpc>
              <a:buFont typeface="Wingdings" panose="05000000000000000000" pitchFamily="2" charset="2"/>
              <a:buChar char="p"/>
            </a:pPr>
            <a:r>
              <a:rPr lang="zh-CN" altLang="en-US" sz="2000" b="1" dirty="0">
                <a:latin typeface="微软雅黑" panose="020B0503020204020204" pitchFamily="34" charset="-122"/>
                <a:ea typeface="微软雅黑" panose="020B0503020204020204" pitchFamily="34" charset="-122"/>
              </a:rPr>
              <a:t>选择一个</a:t>
            </a:r>
            <a:r>
              <a:rPr lang="zh-CN" altLang="en-US" sz="2000" b="1" dirty="0">
                <a:solidFill>
                  <a:srgbClr val="333333"/>
                </a:solidFill>
                <a:latin typeface="微软雅黑" panose="020B0503020204020204" pitchFamily="34" charset="-122"/>
                <a:ea typeface="微软雅黑" panose="020B0503020204020204" pitchFamily="34" charset="-122"/>
              </a:rPr>
              <a:t>受害者 </a:t>
            </a:r>
            <a:r>
              <a:rPr lang="en-US" altLang="en-US"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最小代价化</a:t>
            </a:r>
            <a:endParaRPr lang="en-US" altLang="zh-CN" sz="2000"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n"/>
            </a:pPr>
            <a:r>
              <a:rPr lang="zh-CN" altLang="en-US" sz="2000" dirty="0">
                <a:solidFill>
                  <a:srgbClr val="000000"/>
                </a:solidFill>
                <a:latin typeface="微软雅黑" panose="020B0503020204020204" pitchFamily="34" charset="-122"/>
                <a:ea typeface="微软雅黑" panose="020B0503020204020204" pitchFamily="34" charset="-122"/>
              </a:rPr>
              <a:t>死锁进程持有的资源数量以及该进程迄今为止消耗的时间</a:t>
            </a:r>
            <a:br>
              <a:rPr lang="en-US" altLang="en-US" sz="2000" dirty="0">
                <a:solidFill>
                  <a:srgbClr val="000000"/>
                </a:solidFill>
                <a:latin typeface="微软雅黑" panose="020B0503020204020204" pitchFamily="34" charset="-122"/>
                <a:ea typeface="微软雅黑" panose="020B0503020204020204" pitchFamily="34" charset="-122"/>
              </a:rPr>
            </a:br>
            <a:endParaRPr lang="en-US" altLang="en-US" sz="200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pPr>
            <a:r>
              <a:rPr lang="zh-CN" altLang="en-US" sz="2000" b="1" dirty="0">
                <a:latin typeface="微软雅黑" panose="020B0503020204020204" pitchFamily="34" charset="-122"/>
                <a:ea typeface="微软雅黑" panose="020B0503020204020204" pitchFamily="34" charset="-122"/>
              </a:rPr>
              <a:t>回滚</a:t>
            </a:r>
            <a:r>
              <a:rPr lang="en-US" altLang="en-US" sz="2000" dirty="0">
                <a:latin typeface="微软雅黑" panose="020B0503020204020204" pitchFamily="34" charset="-122"/>
                <a:ea typeface="微软雅黑" panose="020B0503020204020204" pitchFamily="34" charset="-122"/>
              </a:rPr>
              <a:t> – </a:t>
            </a:r>
            <a:r>
              <a:rPr lang="zh-CN" altLang="en-US" sz="2000" dirty="0">
                <a:latin typeface="微软雅黑" panose="020B0503020204020204" pitchFamily="34" charset="-122"/>
                <a:ea typeface="微软雅黑" panose="020B0503020204020204" pitchFamily="34" charset="-122"/>
              </a:rPr>
              <a:t>返回某个安全状态，重新启动该状态的进程</a:t>
            </a:r>
            <a:endParaRPr lang="en-US" altLang="zh-CN" sz="2000" dirty="0">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n"/>
            </a:pPr>
            <a:r>
              <a:rPr lang="zh-CN" altLang="en-US" sz="2000" dirty="0">
                <a:solidFill>
                  <a:srgbClr val="000000"/>
                </a:solidFill>
                <a:latin typeface="微软雅黑" panose="020B0503020204020204" pitchFamily="34" charset="-122"/>
                <a:ea typeface="微软雅黑" panose="020B0503020204020204" pitchFamily="34" charset="-122"/>
              </a:rPr>
              <a:t>完全回滚：中止进程，然后重新启动</a:t>
            </a:r>
            <a:endParaRPr lang="en-US" altLang="zh-CN" sz="2000" dirty="0">
              <a:solidFill>
                <a:srgbClr val="000000"/>
              </a:solidFill>
              <a:latin typeface="微软雅黑" panose="020B0503020204020204" pitchFamily="34" charset="-122"/>
              <a:ea typeface="微软雅黑" panose="020B0503020204020204" pitchFamily="34" charset="-122"/>
            </a:endParaRPr>
          </a:p>
          <a:p>
            <a:pPr lvl="1">
              <a:lnSpc>
                <a:spcPct val="150000"/>
              </a:lnSpc>
              <a:buFont typeface="Wingdings" panose="05000000000000000000" pitchFamily="2" charset="2"/>
              <a:buChar char="n"/>
            </a:pPr>
            <a:r>
              <a:rPr lang="zh-CN" altLang="en-US" sz="2000" dirty="0">
                <a:solidFill>
                  <a:srgbClr val="000000"/>
                </a:solidFill>
                <a:latin typeface="微软雅黑" panose="020B0503020204020204" pitchFamily="34" charset="-122"/>
                <a:ea typeface="微软雅黑" panose="020B0503020204020204" pitchFamily="34" charset="-122"/>
              </a:rPr>
              <a:t>尽管仅在必要时回滚进程以打破死锁更有效，但这种方法要求系统保留所有相关的正在运行的进程状态的更多信息</a:t>
            </a:r>
            <a:br>
              <a:rPr lang="en-US" altLang="en-US" sz="2000" dirty="0">
                <a:solidFill>
                  <a:srgbClr val="000000"/>
                </a:solidFill>
                <a:latin typeface="微软雅黑" panose="020B0503020204020204" pitchFamily="34" charset="-122"/>
                <a:ea typeface="微软雅黑" panose="020B0503020204020204" pitchFamily="34" charset="-122"/>
              </a:rPr>
            </a:br>
            <a:endParaRPr lang="en-US" altLang="en-US" sz="2000" dirty="0">
              <a:solidFill>
                <a:srgbClr val="000000"/>
              </a:solidFill>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p"/>
            </a:pPr>
            <a:r>
              <a:rPr lang="zh-CN" altLang="en-US" sz="2000" b="1" dirty="0">
                <a:latin typeface="微软雅黑" panose="020B0503020204020204" pitchFamily="34" charset="-122"/>
                <a:ea typeface="微软雅黑" panose="020B0503020204020204" pitchFamily="34" charset="-122"/>
              </a:rPr>
              <a:t>饥饿</a:t>
            </a:r>
            <a:r>
              <a:rPr lang="en-US" altLang="en-US" sz="2000" dirty="0">
                <a:latin typeface="微软雅黑" panose="020B0503020204020204" pitchFamily="34" charset="-122"/>
                <a:ea typeface="微软雅黑" panose="020B0503020204020204" pitchFamily="34" charset="-122"/>
              </a:rPr>
              <a:t> – </a:t>
            </a:r>
            <a:r>
              <a:rPr lang="zh-CN" altLang="en-US" sz="2000" dirty="0">
                <a:solidFill>
                  <a:srgbClr val="333333"/>
                </a:solidFill>
                <a:latin typeface="微软雅黑" panose="020B0503020204020204" pitchFamily="34" charset="-122"/>
                <a:ea typeface="微软雅黑" panose="020B0503020204020204" pitchFamily="34" charset="-122"/>
              </a:rPr>
              <a:t>相同的进程可能总是被选为受害者</a:t>
            </a:r>
            <a:endParaRPr lang="en-US"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Exercise</a:t>
            </a:r>
            <a:endParaRPr lang="zh-CN" altLang="en-US" dirty="0"/>
          </a:p>
        </p:txBody>
      </p:sp>
      <p:sp>
        <p:nvSpPr>
          <p:cNvPr id="3" name="内容占位符 2"/>
          <p:cNvSpPr>
            <a:spLocks noGrp="1"/>
          </p:cNvSpPr>
          <p:nvPr>
            <p:ph idx="1"/>
          </p:nvPr>
        </p:nvSpPr>
        <p:spPr/>
        <p:txBody>
          <a:bodyPr/>
          <a:lstStyle/>
          <a:p>
            <a:pPr>
              <a:lnSpc>
                <a:spcPct val="200000"/>
              </a:lnSpc>
            </a:pPr>
            <a:r>
              <a:rPr lang="en-US" altLang="zh-CN" sz="2800" dirty="0"/>
              <a:t>7.1, 7.3, 7.10</a:t>
            </a:r>
          </a:p>
          <a:p>
            <a:pPr>
              <a:lnSpc>
                <a:spcPct val="200000"/>
              </a:lnSpc>
            </a:pPr>
            <a:r>
              <a:rPr lang="en-US" altLang="zh-CN" sz="2800" dirty="0"/>
              <a:t>7.17, 7.18, 7.22, 7.25, 7.26</a:t>
            </a:r>
          </a:p>
          <a:p>
            <a:pPr>
              <a:lnSpc>
                <a:spcPct val="200000"/>
              </a:lnSpc>
            </a:pPr>
            <a:endParaRPr lang="en-US" altLang="zh-CN" sz="2800" dirty="0"/>
          </a:p>
        </p:txBody>
      </p:sp>
    </p:spTree>
    <p:extLst>
      <p:ext uri="{BB962C8B-B14F-4D97-AF65-F5344CB8AC3E}">
        <p14:creationId xmlns:p14="http://schemas.microsoft.com/office/powerpoint/2010/main" val="2942615256"/>
      </p:ext>
    </p:extLst>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5701</TotalTime>
  <Words>3129</Words>
  <Application>Microsoft Office PowerPoint</Application>
  <PresentationFormat>宽屏</PresentationFormat>
  <Paragraphs>351</Paragraphs>
  <Slides>45</Slides>
  <Notes>44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45</vt:i4>
      </vt:variant>
    </vt:vector>
  </HeadingPairs>
  <TitlesOfParts>
    <vt:vector size="56" baseType="lpstr">
      <vt:lpstr>Monotype Sorts</vt:lpstr>
      <vt:lpstr>等线</vt:lpstr>
      <vt:lpstr>微软雅黑</vt:lpstr>
      <vt:lpstr>Arial</vt:lpstr>
      <vt:lpstr>Courier New</vt:lpstr>
      <vt:lpstr>Helvetica</vt:lpstr>
      <vt:lpstr>Times New Roman</vt:lpstr>
      <vt:lpstr>Verdana</vt:lpstr>
      <vt:lpstr>Webdings</vt:lpstr>
      <vt:lpstr>Wingdings</vt:lpstr>
      <vt:lpstr>os-8</vt:lpstr>
      <vt:lpstr>第7章:  死锁</vt:lpstr>
      <vt:lpstr>第7章:  死锁</vt:lpstr>
      <vt:lpstr>7.1  系统模型</vt:lpstr>
      <vt:lpstr>PowerPoint 演示文稿</vt:lpstr>
      <vt:lpstr>7.2  死锁特征</vt:lpstr>
      <vt:lpstr>PowerPoint 演示文稿</vt:lpstr>
      <vt:lpstr>资源分配图</vt:lpstr>
      <vt:lpstr>资源分配图(续)</vt:lpstr>
      <vt:lpstr>资源分配图的例子</vt:lpstr>
      <vt:lpstr>有死锁的资源分配图</vt:lpstr>
      <vt:lpstr>有环但没有死锁的资源分配图</vt:lpstr>
      <vt:lpstr>基本事实</vt:lpstr>
      <vt:lpstr>7.3  处理死锁的方法</vt:lpstr>
      <vt:lpstr>PowerPoint 演示文稿</vt:lpstr>
      <vt:lpstr>PowerPoint 演示文稿</vt:lpstr>
      <vt:lpstr>PowerPoint 演示文稿</vt:lpstr>
      <vt:lpstr>带锁排序的死锁</vt:lpstr>
      <vt:lpstr>PowerPoint 演示文稿</vt:lpstr>
      <vt:lpstr>安全状态</vt:lpstr>
      <vt:lpstr>基本事实</vt:lpstr>
      <vt:lpstr>安全状态、不安全状态、死锁状态</vt:lpstr>
      <vt:lpstr>死锁避免算法</vt:lpstr>
      <vt:lpstr>资源分配图方案</vt:lpstr>
      <vt:lpstr>资源分配图</vt:lpstr>
      <vt:lpstr>资源分配图中的不安全状态</vt:lpstr>
      <vt:lpstr>资源分配图算法</vt:lpstr>
      <vt:lpstr>银行家算法</vt:lpstr>
      <vt:lpstr>银行家算法的数据结构</vt:lpstr>
      <vt:lpstr>安全算法</vt:lpstr>
      <vt:lpstr>进程Pi 的资源请求算法</vt:lpstr>
      <vt:lpstr>银行家算法示例</vt:lpstr>
      <vt:lpstr>示例 (续)</vt:lpstr>
      <vt:lpstr>示例:  P1 请求(1,0,2)</vt:lpstr>
      <vt:lpstr>7.6 死锁检测</vt:lpstr>
      <vt:lpstr>每种资源的单个实例</vt:lpstr>
      <vt:lpstr>资源分配图和等待图</vt:lpstr>
      <vt:lpstr>一种资源的几个实例</vt:lpstr>
      <vt:lpstr>检测算法</vt:lpstr>
      <vt:lpstr>检测算法</vt:lpstr>
      <vt:lpstr>检测算法示例</vt:lpstr>
      <vt:lpstr>示例</vt:lpstr>
      <vt:lpstr>检测算法使用</vt:lpstr>
      <vt:lpstr>7.7  死锁恢复:  进程终止</vt:lpstr>
      <vt:lpstr>死锁恢复:  资源优先级</vt:lpstr>
      <vt:lpstr>Exercise</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Operating-System Structures</dc:title>
  <dc:creator>surd</dc:creator>
  <cp:lastModifiedBy>祥宇</cp:lastModifiedBy>
  <cp:revision>300</cp:revision>
  <dcterms:created xsi:type="dcterms:W3CDTF">2017-09-07T08:55:48Z</dcterms:created>
  <dcterms:modified xsi:type="dcterms:W3CDTF">2026-03-29T11:13:12Z</dcterms:modified>
</cp:coreProperties>
</file>