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43"/>
  </p:notesMasterIdLst>
  <p:handoutMasterIdLst>
    <p:handoutMasterId r:id="rId44"/>
  </p:handoutMasterIdLst>
  <p:sldIdLst>
    <p:sldId id="331" r:id="rId2"/>
    <p:sldId id="332" r:id="rId3"/>
    <p:sldId id="407" r:id="rId4"/>
    <p:sldId id="334" r:id="rId5"/>
    <p:sldId id="335" r:id="rId6"/>
    <p:sldId id="336" r:id="rId7"/>
    <p:sldId id="408" r:id="rId8"/>
    <p:sldId id="337" r:id="rId9"/>
    <p:sldId id="339" r:id="rId10"/>
    <p:sldId id="340" r:id="rId11"/>
    <p:sldId id="341" r:id="rId12"/>
    <p:sldId id="394" r:id="rId13"/>
    <p:sldId id="342" r:id="rId14"/>
    <p:sldId id="346" r:id="rId15"/>
    <p:sldId id="343" r:id="rId16"/>
    <p:sldId id="344" r:id="rId17"/>
    <p:sldId id="345" r:id="rId18"/>
    <p:sldId id="347" r:id="rId19"/>
    <p:sldId id="374" r:id="rId20"/>
    <p:sldId id="409" r:id="rId21"/>
    <p:sldId id="348" r:id="rId22"/>
    <p:sldId id="349" r:id="rId23"/>
    <p:sldId id="350" r:id="rId24"/>
    <p:sldId id="352" r:id="rId25"/>
    <p:sldId id="353" r:id="rId26"/>
    <p:sldId id="354" r:id="rId27"/>
    <p:sldId id="355" r:id="rId28"/>
    <p:sldId id="356" r:id="rId29"/>
    <p:sldId id="376" r:id="rId30"/>
    <p:sldId id="396" r:id="rId31"/>
    <p:sldId id="377" r:id="rId32"/>
    <p:sldId id="391" r:id="rId33"/>
    <p:sldId id="397" r:id="rId34"/>
    <p:sldId id="378" r:id="rId35"/>
    <p:sldId id="398" r:id="rId36"/>
    <p:sldId id="392" r:id="rId37"/>
    <p:sldId id="399" r:id="rId38"/>
    <p:sldId id="381" r:id="rId39"/>
    <p:sldId id="393" r:id="rId40"/>
    <p:sldId id="294" r:id="rId41"/>
    <p:sldId id="406" r:id="rId42"/>
  </p:sldIdLst>
  <p:sldSz cx="12192000" cy="6858000"/>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58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71" autoAdjust="0"/>
    <p:restoredTop sz="94660"/>
  </p:normalViewPr>
  <p:slideViewPr>
    <p:cSldViewPr snapToGrid="0">
      <p:cViewPr varScale="1">
        <p:scale>
          <a:sx n="113" d="100"/>
          <a:sy n="113" d="100"/>
        </p:scale>
        <p:origin x="811" y="96"/>
      </p:cViewPr>
      <p:guideLst>
        <p:guide orient="horz" pos="816"/>
        <p:guide pos="587"/>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0" d="100"/>
          <a:sy n="80" d="100"/>
        </p:scale>
        <p:origin x="3236"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_rels/viewProps.xml.rels><?xml version="1.0" encoding="UTF-8" standalone="yes"?>
<Relationships xmlns="http://schemas.openxmlformats.org/package/2006/relationships"><Relationship Id="rId1" Type="http://schemas.openxmlformats.org/officeDocument/2006/relationships/slide" Target="slides/slide4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3D7118C-A527-1428-59BB-18E4AAC6B775}"/>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2650">
              <a:defRPr sz="1100">
                <a:latin typeface="Helvetica" panose="020B0604020202020204" pitchFamily="34" charset="0"/>
              </a:defRPr>
            </a:lvl1pPr>
          </a:lstStyle>
          <a:p>
            <a:pPr>
              <a:defRPr/>
            </a:pPr>
            <a:endParaRPr lang="zh-CN" altLang="zh-CN"/>
          </a:p>
        </p:txBody>
      </p:sp>
      <p:sp>
        <p:nvSpPr>
          <p:cNvPr id="46083" name="Rectangle 3">
            <a:extLst>
              <a:ext uri="{FF2B5EF4-FFF2-40B4-BE49-F238E27FC236}">
                <a16:creationId xmlns:a16="http://schemas.microsoft.com/office/drawing/2014/main" id="{18577189-9C18-DEC8-B214-C6619459C3DC}"/>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2650">
              <a:defRPr sz="1100">
                <a:latin typeface="Helvetica" panose="020B0604020202020204" pitchFamily="34" charset="0"/>
              </a:defRPr>
            </a:lvl1pPr>
          </a:lstStyle>
          <a:p>
            <a:pPr>
              <a:defRPr/>
            </a:pPr>
            <a:endParaRPr lang="zh-CN" altLang="zh-CN"/>
          </a:p>
        </p:txBody>
      </p:sp>
      <p:sp>
        <p:nvSpPr>
          <p:cNvPr id="46084" name="Rectangle 4">
            <a:extLst>
              <a:ext uri="{FF2B5EF4-FFF2-40B4-BE49-F238E27FC236}">
                <a16:creationId xmlns:a16="http://schemas.microsoft.com/office/drawing/2014/main" id="{CF533992-FD1F-433D-C9A7-891784900FC3}"/>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2650">
              <a:defRPr sz="1100">
                <a:latin typeface="Helvetica" panose="020B0604020202020204" pitchFamily="34" charset="0"/>
              </a:defRPr>
            </a:lvl1pPr>
          </a:lstStyle>
          <a:p>
            <a:pPr>
              <a:defRPr/>
            </a:pPr>
            <a:endParaRPr lang="zh-CN" altLang="zh-CN"/>
          </a:p>
        </p:txBody>
      </p:sp>
      <p:sp>
        <p:nvSpPr>
          <p:cNvPr id="46085" name="Rectangle 5">
            <a:extLst>
              <a:ext uri="{FF2B5EF4-FFF2-40B4-BE49-F238E27FC236}">
                <a16:creationId xmlns:a16="http://schemas.microsoft.com/office/drawing/2014/main" id="{3151C778-5B33-EA0E-ECD8-20653B839E8E}"/>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a:latin typeface="Helvetica" panose="020B0604020202020204" pitchFamily="34" charset="0"/>
              </a:defRPr>
            </a:lvl1pPr>
          </a:lstStyle>
          <a:p>
            <a:pPr>
              <a:defRPr/>
            </a:pPr>
            <a:fld id="{76BAFE7B-A7F7-4719-8C54-EF6DED07D99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1BC7DD0-6A74-2E1E-CECF-1974CB755A54}"/>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0275">
              <a:defRPr sz="1200">
                <a:latin typeface="Times New Roman" panose="02020603050405020304" pitchFamily="18" charset="0"/>
              </a:defRPr>
            </a:lvl1pPr>
          </a:lstStyle>
          <a:p>
            <a:pPr>
              <a:defRPr/>
            </a:pPr>
            <a:endParaRPr lang="zh-CN" altLang="zh-CN"/>
          </a:p>
        </p:txBody>
      </p:sp>
      <p:sp>
        <p:nvSpPr>
          <p:cNvPr id="6147" name="Rectangle 3">
            <a:extLst>
              <a:ext uri="{FF2B5EF4-FFF2-40B4-BE49-F238E27FC236}">
                <a16:creationId xmlns:a16="http://schemas.microsoft.com/office/drawing/2014/main" id="{B55501F0-5ACF-C82B-EBE5-F7346915A215}"/>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0275">
              <a:defRPr sz="1200">
                <a:latin typeface="Times New Roman" panose="02020603050405020304" pitchFamily="18" charset="0"/>
              </a:defRPr>
            </a:lvl1pPr>
          </a:lstStyle>
          <a:p>
            <a:pPr>
              <a:defRPr/>
            </a:pPr>
            <a:endParaRPr lang="zh-CN" altLang="zh-CN"/>
          </a:p>
        </p:txBody>
      </p:sp>
      <p:sp>
        <p:nvSpPr>
          <p:cNvPr id="3076" name="Rectangle 4">
            <a:extLst>
              <a:ext uri="{FF2B5EF4-FFF2-40B4-BE49-F238E27FC236}">
                <a16:creationId xmlns:a16="http://schemas.microsoft.com/office/drawing/2014/main" id="{0380811E-101E-E4D8-6E85-B290A59B6637}"/>
              </a:ext>
            </a:extLst>
          </p:cNvPr>
          <p:cNvSpPr>
            <a:spLocks noChangeArrowheads="1" noTextEdit="1"/>
          </p:cNvSpPr>
          <p:nvPr>
            <p:ph type="sldImg" idx="2"/>
          </p:nvPr>
        </p:nvSpPr>
        <p:spPr bwMode="auto">
          <a:xfrm>
            <a:off x="407988" y="698500"/>
            <a:ext cx="61960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F5315DC7-7640-457D-7673-853C1588F9E3}"/>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45D5CBDF-8152-3936-C416-49949C045D40}"/>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0275">
              <a:defRPr sz="1200">
                <a:latin typeface="Times New Roman" panose="02020603050405020304" pitchFamily="18" charset="0"/>
              </a:defRPr>
            </a:lvl1pPr>
          </a:lstStyle>
          <a:p>
            <a:pPr>
              <a:defRPr/>
            </a:pPr>
            <a:endParaRPr lang="zh-CN" altLang="zh-CN"/>
          </a:p>
        </p:txBody>
      </p:sp>
      <p:sp>
        <p:nvSpPr>
          <p:cNvPr id="6151" name="Rectangle 7">
            <a:extLst>
              <a:ext uri="{FF2B5EF4-FFF2-40B4-BE49-F238E27FC236}">
                <a16:creationId xmlns:a16="http://schemas.microsoft.com/office/drawing/2014/main" id="{B4FF55F4-CB7B-2393-CD47-E164E18B38B5}"/>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a:latin typeface="Times New Roman" panose="02020603050405020304" pitchFamily="18" charset="0"/>
              </a:defRPr>
            </a:lvl1pPr>
          </a:lstStyle>
          <a:p>
            <a:pPr>
              <a:defRPr/>
            </a:pPr>
            <a:fld id="{DEF63A27-614C-4C33-860F-F92C48E3F15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C8490AE2-E91C-6E50-E3A0-E9A8E0FC0B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6FADA56-A4DD-43EF-A89D-5D576F692604}"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9DFF8EF4-0F8D-D3E2-AC1D-43E348441B49}"/>
              </a:ext>
            </a:extLst>
          </p:cNvPr>
          <p:cNvSpPr>
            <a:spLocks noRot="1" noChangeArrowheads="1" noTextEdit="1"/>
          </p:cNvSpPr>
          <p:nvPr>
            <p:ph type="sldImg"/>
          </p:nvPr>
        </p:nvSpPr>
        <p:spPr>
          <a:ln/>
        </p:spPr>
      </p:sp>
      <p:sp>
        <p:nvSpPr>
          <p:cNvPr id="6148" name="Rectangle 3">
            <a:extLst>
              <a:ext uri="{FF2B5EF4-FFF2-40B4-BE49-F238E27FC236}">
                <a16:creationId xmlns:a16="http://schemas.microsoft.com/office/drawing/2014/main" id="{47EF42F0-73AC-1333-DD79-F188555F35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EC0D5DB3-95C1-6D2B-B4ED-04B29D0B6D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CCE76DD-DDFB-49D5-A6BF-5F31FE04AFED}"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5" name="Rectangle 2">
            <a:extLst>
              <a:ext uri="{FF2B5EF4-FFF2-40B4-BE49-F238E27FC236}">
                <a16:creationId xmlns:a16="http://schemas.microsoft.com/office/drawing/2014/main" id="{6ED39CF3-71BE-17E3-D9BB-DC28D44E3908}"/>
              </a:ext>
            </a:extLst>
          </p:cNvPr>
          <p:cNvSpPr>
            <a:spLocks noRot="1" noChangeArrowheads="1" noTextEdit="1"/>
          </p:cNvSpPr>
          <p:nvPr>
            <p:ph type="sldImg"/>
          </p:nvPr>
        </p:nvSpPr>
        <p:spPr>
          <a:ln/>
        </p:spPr>
      </p:sp>
      <p:sp>
        <p:nvSpPr>
          <p:cNvPr id="8196" name="Rectangle 3">
            <a:extLst>
              <a:ext uri="{FF2B5EF4-FFF2-40B4-BE49-F238E27FC236}">
                <a16:creationId xmlns:a16="http://schemas.microsoft.com/office/drawing/2014/main" id="{94FE62E8-DEEC-1AB9-227D-06F96322C6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8391E537-FAC3-192F-EAD5-B3E36550CC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57BFF3-27FD-47C6-97B6-B60DE6495369}" type="slidenum">
              <a:rPr lang="en-US" altLang="en-US" smtClean="0">
                <a:latin typeface="Times New Roman" panose="02020603050405020304" pitchFamily="18" charset="0"/>
              </a:rPr>
              <a:pPr/>
              <a:t>3</a:t>
            </a:fld>
            <a:endParaRPr lang="en-US" altLang="en-US">
              <a:latin typeface="Times New Roman" panose="02020603050405020304" pitchFamily="18" charset="0"/>
            </a:endParaRPr>
          </a:p>
        </p:txBody>
      </p:sp>
      <p:sp>
        <p:nvSpPr>
          <p:cNvPr id="10243" name="Rectangle 2">
            <a:extLst>
              <a:ext uri="{FF2B5EF4-FFF2-40B4-BE49-F238E27FC236}">
                <a16:creationId xmlns:a16="http://schemas.microsoft.com/office/drawing/2014/main" id="{3A15473E-6312-25D6-AB85-08511FB9E1D3}"/>
              </a:ext>
            </a:extLst>
          </p:cNvPr>
          <p:cNvSpPr>
            <a:spLocks noRot="1" noChangeArrowheads="1" noTextEdit="1"/>
          </p:cNvSpPr>
          <p:nvPr>
            <p:ph type="sldImg"/>
          </p:nvPr>
        </p:nvSpPr>
        <p:spPr>
          <a:ln/>
        </p:spPr>
      </p:sp>
      <p:sp>
        <p:nvSpPr>
          <p:cNvPr id="10244" name="Rectangle 3">
            <a:extLst>
              <a:ext uri="{FF2B5EF4-FFF2-40B4-BE49-F238E27FC236}">
                <a16:creationId xmlns:a16="http://schemas.microsoft.com/office/drawing/2014/main" id="{28EFEFCD-E962-5CE7-EA6E-A5D560E1E0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CFC18ABB-B24A-3AF1-F32A-09E88A7030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ABC7921-6B7A-4DD4-8272-5935471A4AD0}"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1" name="Rectangle 2">
            <a:extLst>
              <a:ext uri="{FF2B5EF4-FFF2-40B4-BE49-F238E27FC236}">
                <a16:creationId xmlns:a16="http://schemas.microsoft.com/office/drawing/2014/main" id="{529FA88C-3E34-38E8-A213-F3BA8D6D9219}"/>
              </a:ext>
            </a:extLst>
          </p:cNvPr>
          <p:cNvSpPr>
            <a:spLocks noRot="1" noChangeArrowheads="1" noTextEdit="1"/>
          </p:cNvSpPr>
          <p:nvPr>
            <p:ph type="sldImg"/>
          </p:nvPr>
        </p:nvSpPr>
        <p:spPr>
          <a:ln/>
        </p:spPr>
      </p:sp>
      <p:sp>
        <p:nvSpPr>
          <p:cNvPr id="12292" name="Rectangle 3">
            <a:extLst>
              <a:ext uri="{FF2B5EF4-FFF2-40B4-BE49-F238E27FC236}">
                <a16:creationId xmlns:a16="http://schemas.microsoft.com/office/drawing/2014/main" id="{161B953B-0C61-6964-372E-37C14901C8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1D3DACC9-5584-DDE4-D2E4-24B4209DC3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8070C9E-C91D-43FB-BFA3-BBA5B42905AC}"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4339" name="Rectangle 2">
            <a:extLst>
              <a:ext uri="{FF2B5EF4-FFF2-40B4-BE49-F238E27FC236}">
                <a16:creationId xmlns:a16="http://schemas.microsoft.com/office/drawing/2014/main" id="{ABF69970-56F4-6AB8-BA03-A6CFB0D97C0E}"/>
              </a:ext>
            </a:extLst>
          </p:cNvPr>
          <p:cNvSpPr>
            <a:spLocks noRot="1" noChangeArrowheads="1" noTextEdit="1"/>
          </p:cNvSpPr>
          <p:nvPr>
            <p:ph type="sldImg"/>
          </p:nvPr>
        </p:nvSpPr>
        <p:spPr>
          <a:ln/>
        </p:spPr>
      </p:sp>
      <p:sp>
        <p:nvSpPr>
          <p:cNvPr id="14340" name="Rectangle 3">
            <a:extLst>
              <a:ext uri="{FF2B5EF4-FFF2-40B4-BE49-F238E27FC236}">
                <a16:creationId xmlns:a16="http://schemas.microsoft.com/office/drawing/2014/main" id="{C411C8AE-D5EE-95D8-5586-616C857F81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98FBE765-BE90-5D5F-9AD7-C63DFB57115A}"/>
              </a:ext>
            </a:extLst>
          </p:cNvPr>
          <p:cNvSpPr>
            <a:spLocks noGrp="1" noRot="1" noChangeAspect="1" noChangeArrowheads="1" noTextEdit="1"/>
          </p:cNvSpPr>
          <p:nvPr>
            <p:ph type="sldImg"/>
          </p:nvPr>
        </p:nvSpPr>
        <p:spPr>
          <a:ln/>
        </p:spPr>
      </p:sp>
      <p:sp>
        <p:nvSpPr>
          <p:cNvPr id="19459" name="备注占位符 2">
            <a:extLst>
              <a:ext uri="{FF2B5EF4-FFF2-40B4-BE49-F238E27FC236}">
                <a16:creationId xmlns:a16="http://schemas.microsoft.com/office/drawing/2014/main" id="{D3836E48-5CEF-D937-A678-EBAA7513D61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19460" name="灯片编号占位符 3">
            <a:extLst>
              <a:ext uri="{FF2B5EF4-FFF2-40B4-BE49-F238E27FC236}">
                <a16:creationId xmlns:a16="http://schemas.microsoft.com/office/drawing/2014/main" id="{30EDE33C-EEF9-AD86-FA9E-36B8A36C2B5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defTabSz="930275">
              <a:defRPr>
                <a:solidFill>
                  <a:schemeClr val="tx1"/>
                </a:solidFill>
                <a:latin typeface="Verdana" panose="020B0604030504040204" pitchFamily="34" charset="0"/>
                <a:ea typeface="MS PGothic" panose="020B0600070205080204" pitchFamily="34" charset="-128"/>
              </a:defRPr>
            </a:lvl2pPr>
            <a:lvl3pPr defTabSz="930275">
              <a:defRPr>
                <a:solidFill>
                  <a:schemeClr val="tx1"/>
                </a:solidFill>
                <a:latin typeface="Verdana" panose="020B0604030504040204" pitchFamily="34" charset="0"/>
                <a:ea typeface="MS PGothic" panose="020B0600070205080204" pitchFamily="34" charset="-128"/>
              </a:defRPr>
            </a:lvl3pPr>
            <a:lvl4pPr defTabSz="930275">
              <a:defRPr>
                <a:solidFill>
                  <a:schemeClr val="tx1"/>
                </a:solidFill>
                <a:latin typeface="Verdana" panose="020B0604030504040204" pitchFamily="34" charset="0"/>
                <a:ea typeface="MS PGothic" panose="020B0600070205080204" pitchFamily="34" charset="-128"/>
              </a:defRPr>
            </a:lvl4pPr>
            <a:lvl5pPr defTabSz="930275">
              <a:defRPr>
                <a:solidFill>
                  <a:schemeClr val="tx1"/>
                </a:solidFill>
                <a:latin typeface="Verdana" panose="020B0604030504040204" pitchFamily="34" charset="0"/>
                <a:ea typeface="MS PGothic" panose="020B0600070205080204" pitchFamily="34" charset="-128"/>
              </a:defRPr>
            </a:lvl5pPr>
            <a:lvl6pPr marL="2284413" indent="1588"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741613" indent="1588"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198813" indent="1588"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656013" indent="1588"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3C5B577-2A2C-4DB7-982B-3BC6D8E35940}" type="slidenum">
              <a:rPr lang="en-US" altLang="zh-CN" smtClean="0">
                <a:latin typeface="Times New Roman" panose="02020603050405020304" pitchFamily="18" charset="0"/>
              </a:rPr>
              <a:pPr/>
              <a:t>9</a:t>
            </a:fld>
            <a:endParaRPr lang="en-US" altLang="zh-CN">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7FDBBFAE-B663-2F8D-FECA-5215461777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23B8353-348D-454C-B1E3-EF339CF0D29C}"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1507" name="Rectangle 2">
            <a:extLst>
              <a:ext uri="{FF2B5EF4-FFF2-40B4-BE49-F238E27FC236}">
                <a16:creationId xmlns:a16="http://schemas.microsoft.com/office/drawing/2014/main" id="{E0FB6082-094A-8BD0-614F-C7CA2413D641}"/>
              </a:ext>
            </a:extLst>
          </p:cNvPr>
          <p:cNvSpPr>
            <a:spLocks noRot="1" noChangeArrowheads="1" noTextEdit="1"/>
          </p:cNvSpPr>
          <p:nvPr>
            <p:ph type="sldImg"/>
          </p:nvPr>
        </p:nvSpPr>
        <p:spPr>
          <a:ln/>
        </p:spPr>
      </p:sp>
      <p:sp>
        <p:nvSpPr>
          <p:cNvPr id="21508" name="Rectangle 3">
            <a:extLst>
              <a:ext uri="{FF2B5EF4-FFF2-40B4-BE49-F238E27FC236}">
                <a16:creationId xmlns:a16="http://schemas.microsoft.com/office/drawing/2014/main" id="{1A83C11F-6624-3007-5CC1-BC3AAE12FF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EFF4B495-5655-9404-0A8D-92F79F399C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4F1465-B199-4EC1-9545-7D4B5DA24B9F}"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3555" name="Rectangle 2">
            <a:extLst>
              <a:ext uri="{FF2B5EF4-FFF2-40B4-BE49-F238E27FC236}">
                <a16:creationId xmlns:a16="http://schemas.microsoft.com/office/drawing/2014/main" id="{C3272F2A-D0F2-3391-CA1C-BCFFCF314BDF}"/>
              </a:ext>
            </a:extLst>
          </p:cNvPr>
          <p:cNvSpPr>
            <a:spLocks noRot="1" noChangeArrowheads="1" noTextEdit="1"/>
          </p:cNvSpPr>
          <p:nvPr>
            <p:ph type="sldImg"/>
          </p:nvPr>
        </p:nvSpPr>
        <p:spPr>
          <a:ln/>
        </p:spPr>
      </p:sp>
      <p:sp>
        <p:nvSpPr>
          <p:cNvPr id="23556" name="Rectangle 3">
            <a:extLst>
              <a:ext uri="{FF2B5EF4-FFF2-40B4-BE49-F238E27FC236}">
                <a16:creationId xmlns:a16="http://schemas.microsoft.com/office/drawing/2014/main" id="{FA121A41-7BC2-00AC-CEFC-93937B7E55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2E3DE817-6684-5CCE-1501-052165BBE3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F8DCFC-C0A4-49C5-A15E-099B3F5ABAF3}"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5603" name="Rectangle 2">
            <a:extLst>
              <a:ext uri="{FF2B5EF4-FFF2-40B4-BE49-F238E27FC236}">
                <a16:creationId xmlns:a16="http://schemas.microsoft.com/office/drawing/2014/main" id="{5C3DED3E-B0AA-C5B8-1D9B-0ADEDC67D2CD}"/>
              </a:ext>
            </a:extLst>
          </p:cNvPr>
          <p:cNvSpPr>
            <a:spLocks noRot="1" noChangeArrowheads="1" noTextEdit="1"/>
          </p:cNvSpPr>
          <p:nvPr>
            <p:ph type="sldImg"/>
          </p:nvPr>
        </p:nvSpPr>
        <p:spPr>
          <a:ln/>
        </p:spPr>
      </p:sp>
      <p:sp>
        <p:nvSpPr>
          <p:cNvPr id="25604" name="Rectangle 3">
            <a:extLst>
              <a:ext uri="{FF2B5EF4-FFF2-40B4-BE49-F238E27FC236}">
                <a16:creationId xmlns:a16="http://schemas.microsoft.com/office/drawing/2014/main" id="{C30AD3F4-7B51-986F-2744-846927E023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65FA066F-C53B-56C7-6096-802B4A2D92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10E646C-F626-41E4-87E4-353511E9F47A}"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7651" name="Rectangle 2">
            <a:extLst>
              <a:ext uri="{FF2B5EF4-FFF2-40B4-BE49-F238E27FC236}">
                <a16:creationId xmlns:a16="http://schemas.microsoft.com/office/drawing/2014/main" id="{B9C3A975-EB82-B5E8-7629-824FA8E96163}"/>
              </a:ext>
            </a:extLst>
          </p:cNvPr>
          <p:cNvSpPr>
            <a:spLocks noRot="1" noChangeArrowheads="1" noTextEdit="1"/>
          </p:cNvSpPr>
          <p:nvPr>
            <p:ph type="sldImg"/>
          </p:nvPr>
        </p:nvSpPr>
        <p:spPr>
          <a:ln/>
        </p:spPr>
      </p:sp>
      <p:sp>
        <p:nvSpPr>
          <p:cNvPr id="27652" name="Rectangle 3">
            <a:extLst>
              <a:ext uri="{FF2B5EF4-FFF2-40B4-BE49-F238E27FC236}">
                <a16:creationId xmlns:a16="http://schemas.microsoft.com/office/drawing/2014/main" id="{74C1E063-ED06-65B1-3872-80118360AE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B95B56AB-B97A-79AE-D1FF-F00C5540D8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D88FCA-11B7-40AF-98E7-45A22A54933F}"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9699" name="Rectangle 2">
            <a:extLst>
              <a:ext uri="{FF2B5EF4-FFF2-40B4-BE49-F238E27FC236}">
                <a16:creationId xmlns:a16="http://schemas.microsoft.com/office/drawing/2014/main" id="{A0787DA6-1A2E-325D-739A-BE40C62465B8}"/>
              </a:ext>
            </a:extLst>
          </p:cNvPr>
          <p:cNvSpPr>
            <a:spLocks noRot="1" noChangeArrowheads="1" noTextEdit="1"/>
          </p:cNvSpPr>
          <p:nvPr>
            <p:ph type="sldImg"/>
          </p:nvPr>
        </p:nvSpPr>
        <p:spPr>
          <a:ln/>
        </p:spPr>
      </p:sp>
      <p:sp>
        <p:nvSpPr>
          <p:cNvPr id="29700" name="Rectangle 3">
            <a:extLst>
              <a:ext uri="{FF2B5EF4-FFF2-40B4-BE49-F238E27FC236}">
                <a16:creationId xmlns:a16="http://schemas.microsoft.com/office/drawing/2014/main" id="{31368B66-A492-0D03-4D36-D530DAE089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5080BF8A-FA82-6286-A85C-82E10D48C3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74DFD4D-E994-4F6F-84A6-21B087B57D42}"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32771" name="Rectangle 2">
            <a:extLst>
              <a:ext uri="{FF2B5EF4-FFF2-40B4-BE49-F238E27FC236}">
                <a16:creationId xmlns:a16="http://schemas.microsoft.com/office/drawing/2014/main" id="{646F1246-94C2-1452-5628-A31B77720EA2}"/>
              </a:ext>
            </a:extLst>
          </p:cNvPr>
          <p:cNvSpPr>
            <a:spLocks noRot="1" noChangeArrowheads="1" noTextEdit="1"/>
          </p:cNvSpPr>
          <p:nvPr>
            <p:ph type="sldImg"/>
          </p:nvPr>
        </p:nvSpPr>
        <p:spPr>
          <a:ln/>
        </p:spPr>
      </p:sp>
      <p:sp>
        <p:nvSpPr>
          <p:cNvPr id="32772" name="Rectangle 3">
            <a:extLst>
              <a:ext uri="{FF2B5EF4-FFF2-40B4-BE49-F238E27FC236}">
                <a16:creationId xmlns:a16="http://schemas.microsoft.com/office/drawing/2014/main" id="{324C275B-F583-A100-262D-2AC5B91E45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E63EAA7E-3CBE-0D07-2278-17E4023EC9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FA42F12-4A32-4696-910F-9466635CB8DE}"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35843" name="Rectangle 2">
            <a:extLst>
              <a:ext uri="{FF2B5EF4-FFF2-40B4-BE49-F238E27FC236}">
                <a16:creationId xmlns:a16="http://schemas.microsoft.com/office/drawing/2014/main" id="{DD0FAB7C-9AFD-E889-D2FD-D4925101FCA3}"/>
              </a:ext>
            </a:extLst>
          </p:cNvPr>
          <p:cNvSpPr>
            <a:spLocks noRot="1" noChangeArrowheads="1" noTextEdit="1"/>
          </p:cNvSpPr>
          <p:nvPr>
            <p:ph type="sldImg"/>
          </p:nvPr>
        </p:nvSpPr>
        <p:spPr>
          <a:ln/>
        </p:spPr>
      </p:sp>
      <p:sp>
        <p:nvSpPr>
          <p:cNvPr id="35844" name="Rectangle 3">
            <a:extLst>
              <a:ext uri="{FF2B5EF4-FFF2-40B4-BE49-F238E27FC236}">
                <a16:creationId xmlns:a16="http://schemas.microsoft.com/office/drawing/2014/main" id="{212B9DEC-B930-31B0-C540-7A3BDB6585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9066C287-E50E-A577-40EF-11086BD795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E03590A-CAAB-4734-93D4-812B876AE43A}"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37891" name="Rectangle 2">
            <a:extLst>
              <a:ext uri="{FF2B5EF4-FFF2-40B4-BE49-F238E27FC236}">
                <a16:creationId xmlns:a16="http://schemas.microsoft.com/office/drawing/2014/main" id="{5C8B2B4C-F9C9-E5A7-6DC1-028208AEDBDB}"/>
              </a:ext>
            </a:extLst>
          </p:cNvPr>
          <p:cNvSpPr>
            <a:spLocks noRot="1" noChangeArrowheads="1" noTextEdit="1"/>
          </p:cNvSpPr>
          <p:nvPr>
            <p:ph type="sldImg"/>
          </p:nvPr>
        </p:nvSpPr>
        <p:spPr>
          <a:ln/>
        </p:spPr>
      </p:sp>
      <p:sp>
        <p:nvSpPr>
          <p:cNvPr id="37892" name="Rectangle 3">
            <a:extLst>
              <a:ext uri="{FF2B5EF4-FFF2-40B4-BE49-F238E27FC236}">
                <a16:creationId xmlns:a16="http://schemas.microsoft.com/office/drawing/2014/main" id="{25CDE08D-20A8-0D82-DC9A-D0BA55E93E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A0A28D85-B43D-3024-F9DA-935155B460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A8EF135-1A42-4B71-8B05-847E972F093B}"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39939" name="Rectangle 2">
            <a:extLst>
              <a:ext uri="{FF2B5EF4-FFF2-40B4-BE49-F238E27FC236}">
                <a16:creationId xmlns:a16="http://schemas.microsoft.com/office/drawing/2014/main" id="{D7D04161-E39A-CAF8-85C6-43F2856FC5C9}"/>
              </a:ext>
            </a:extLst>
          </p:cNvPr>
          <p:cNvSpPr>
            <a:spLocks noRot="1" noChangeArrowheads="1" noTextEdit="1"/>
          </p:cNvSpPr>
          <p:nvPr>
            <p:ph type="sldImg"/>
          </p:nvPr>
        </p:nvSpPr>
        <p:spPr>
          <a:ln/>
        </p:spPr>
      </p:sp>
      <p:sp>
        <p:nvSpPr>
          <p:cNvPr id="39940" name="Rectangle 3">
            <a:extLst>
              <a:ext uri="{FF2B5EF4-FFF2-40B4-BE49-F238E27FC236}">
                <a16:creationId xmlns:a16="http://schemas.microsoft.com/office/drawing/2014/main" id="{E4389EDF-EFCD-102C-380C-CDBFA5686B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BC731C18-3439-63A1-1CE6-E53A445CA4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1899F0-D267-4552-BA96-855B7E039FBE}"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41987" name="Rectangle 2">
            <a:extLst>
              <a:ext uri="{FF2B5EF4-FFF2-40B4-BE49-F238E27FC236}">
                <a16:creationId xmlns:a16="http://schemas.microsoft.com/office/drawing/2014/main" id="{464A0134-9C8C-D5D5-EE75-7EB61369D3CD}"/>
              </a:ext>
            </a:extLst>
          </p:cNvPr>
          <p:cNvSpPr>
            <a:spLocks noRot="1" noChangeArrowheads="1" noTextEdit="1"/>
          </p:cNvSpPr>
          <p:nvPr>
            <p:ph type="sldImg"/>
          </p:nvPr>
        </p:nvSpPr>
        <p:spPr>
          <a:ln/>
        </p:spPr>
      </p:sp>
      <p:sp>
        <p:nvSpPr>
          <p:cNvPr id="41988" name="Rectangle 3">
            <a:extLst>
              <a:ext uri="{FF2B5EF4-FFF2-40B4-BE49-F238E27FC236}">
                <a16:creationId xmlns:a16="http://schemas.microsoft.com/office/drawing/2014/main" id="{84FA0BF1-676A-2E92-9A21-FDD9F20C12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B2EED3C6-3741-26D4-BCA8-1822783D8F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405699-1E08-418C-A9E8-D30F6C964BCC}"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4035" name="Rectangle 2">
            <a:extLst>
              <a:ext uri="{FF2B5EF4-FFF2-40B4-BE49-F238E27FC236}">
                <a16:creationId xmlns:a16="http://schemas.microsoft.com/office/drawing/2014/main" id="{04CD5E8D-378E-76DD-CC9B-72811B173AF2}"/>
              </a:ext>
            </a:extLst>
          </p:cNvPr>
          <p:cNvSpPr>
            <a:spLocks noRot="1" noChangeArrowheads="1" noTextEdit="1"/>
          </p:cNvSpPr>
          <p:nvPr>
            <p:ph type="sldImg"/>
          </p:nvPr>
        </p:nvSpPr>
        <p:spPr>
          <a:ln/>
        </p:spPr>
      </p:sp>
      <p:sp>
        <p:nvSpPr>
          <p:cNvPr id="44036" name="Rectangle 3">
            <a:extLst>
              <a:ext uri="{FF2B5EF4-FFF2-40B4-BE49-F238E27FC236}">
                <a16:creationId xmlns:a16="http://schemas.microsoft.com/office/drawing/2014/main" id="{0878A1D8-4BB7-A768-1F2D-FFBF77C3E0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ABC1AE05-10CD-FF94-2CE1-CD60BAF2CA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F5DA1D-3EBD-4C16-A455-A1C275B9E9AE}"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6083" name="Rectangle 2">
            <a:extLst>
              <a:ext uri="{FF2B5EF4-FFF2-40B4-BE49-F238E27FC236}">
                <a16:creationId xmlns:a16="http://schemas.microsoft.com/office/drawing/2014/main" id="{6C6CB2A7-42BF-0650-0E93-522649A6DAB0}"/>
              </a:ext>
            </a:extLst>
          </p:cNvPr>
          <p:cNvSpPr>
            <a:spLocks noRot="1" noChangeArrowheads="1" noTextEdit="1"/>
          </p:cNvSpPr>
          <p:nvPr>
            <p:ph type="sldImg"/>
          </p:nvPr>
        </p:nvSpPr>
        <p:spPr>
          <a:ln/>
        </p:spPr>
      </p:sp>
      <p:sp>
        <p:nvSpPr>
          <p:cNvPr id="46084" name="Rectangle 3">
            <a:extLst>
              <a:ext uri="{FF2B5EF4-FFF2-40B4-BE49-F238E27FC236}">
                <a16:creationId xmlns:a16="http://schemas.microsoft.com/office/drawing/2014/main" id="{EC95F25F-B47A-9853-C57F-96DC4FFB84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EBC23367-F9AF-23DD-6275-6E00FCAC37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34AA8A-EFAC-4961-A40B-0095D893D958}"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8131" name="Rectangle 2">
            <a:extLst>
              <a:ext uri="{FF2B5EF4-FFF2-40B4-BE49-F238E27FC236}">
                <a16:creationId xmlns:a16="http://schemas.microsoft.com/office/drawing/2014/main" id="{52AC686E-E725-F72B-EC71-C898B6B74C3B}"/>
              </a:ext>
            </a:extLst>
          </p:cNvPr>
          <p:cNvSpPr>
            <a:spLocks noRot="1" noChangeArrowheads="1" noTextEdit="1"/>
          </p:cNvSpPr>
          <p:nvPr>
            <p:ph type="sldImg"/>
          </p:nvPr>
        </p:nvSpPr>
        <p:spPr>
          <a:ln/>
        </p:spPr>
      </p:sp>
      <p:sp>
        <p:nvSpPr>
          <p:cNvPr id="48132" name="Rectangle 3">
            <a:extLst>
              <a:ext uri="{FF2B5EF4-FFF2-40B4-BE49-F238E27FC236}">
                <a16:creationId xmlns:a16="http://schemas.microsoft.com/office/drawing/2014/main" id="{70FFD06F-58E7-4241-0FEC-7408A576F1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35F369B7-D7BC-CBBB-B010-EB326A98C4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5EDC79-41AA-41DD-B240-5607438E3F70}"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50179" name="Rectangle 2">
            <a:extLst>
              <a:ext uri="{FF2B5EF4-FFF2-40B4-BE49-F238E27FC236}">
                <a16:creationId xmlns:a16="http://schemas.microsoft.com/office/drawing/2014/main" id="{A1DAFB4E-92EE-97AB-C5FE-66247684D948}"/>
              </a:ext>
            </a:extLst>
          </p:cNvPr>
          <p:cNvSpPr>
            <a:spLocks noRot="1" noChangeArrowheads="1" noTextEdit="1"/>
          </p:cNvSpPr>
          <p:nvPr>
            <p:ph type="sldImg"/>
          </p:nvPr>
        </p:nvSpPr>
        <p:spPr>
          <a:ln/>
        </p:spPr>
      </p:sp>
      <p:sp>
        <p:nvSpPr>
          <p:cNvPr id="50180" name="Rectangle 3">
            <a:extLst>
              <a:ext uri="{FF2B5EF4-FFF2-40B4-BE49-F238E27FC236}">
                <a16:creationId xmlns:a16="http://schemas.microsoft.com/office/drawing/2014/main" id="{395E7308-53F3-91AF-3685-96EE2659A2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214D0D6C-E428-5568-DA98-DF008E4BB0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B0087FC-9554-403A-BFD7-5A35B3828FB8}"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52227" name="Rectangle 2">
            <a:extLst>
              <a:ext uri="{FF2B5EF4-FFF2-40B4-BE49-F238E27FC236}">
                <a16:creationId xmlns:a16="http://schemas.microsoft.com/office/drawing/2014/main" id="{668AFFDC-701B-4ED5-747B-07D2E3D5479F}"/>
              </a:ext>
            </a:extLst>
          </p:cNvPr>
          <p:cNvSpPr>
            <a:spLocks noRot="1" noChangeArrowheads="1" noTextEdit="1"/>
          </p:cNvSpPr>
          <p:nvPr>
            <p:ph type="sldImg"/>
          </p:nvPr>
        </p:nvSpPr>
        <p:spPr>
          <a:ln/>
        </p:spPr>
      </p:sp>
      <p:sp>
        <p:nvSpPr>
          <p:cNvPr id="52228" name="Rectangle 3">
            <a:extLst>
              <a:ext uri="{FF2B5EF4-FFF2-40B4-BE49-F238E27FC236}">
                <a16:creationId xmlns:a16="http://schemas.microsoft.com/office/drawing/2014/main" id="{7857992D-5AFB-85E9-F59E-8F2E947315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A461F67E-324A-D96B-8889-4074029517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A01E4A5-E1E7-4BEA-BD71-930C537908A4}"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4275" name="Rectangle 2">
            <a:extLst>
              <a:ext uri="{FF2B5EF4-FFF2-40B4-BE49-F238E27FC236}">
                <a16:creationId xmlns:a16="http://schemas.microsoft.com/office/drawing/2014/main" id="{CA790977-D67D-0034-9A6C-A86480FC8523}"/>
              </a:ext>
            </a:extLst>
          </p:cNvPr>
          <p:cNvSpPr>
            <a:spLocks noRot="1" noChangeArrowheads="1" noTextEdit="1"/>
          </p:cNvSpPr>
          <p:nvPr>
            <p:ph type="sldImg"/>
          </p:nvPr>
        </p:nvSpPr>
        <p:spPr>
          <a:ln/>
        </p:spPr>
      </p:sp>
      <p:sp>
        <p:nvSpPr>
          <p:cNvPr id="54276" name="Rectangle 3">
            <a:extLst>
              <a:ext uri="{FF2B5EF4-FFF2-40B4-BE49-F238E27FC236}">
                <a16:creationId xmlns:a16="http://schemas.microsoft.com/office/drawing/2014/main" id="{4B1104DF-A9FE-853D-38E1-FA9FF286C5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07DB7354-DD2B-2799-7F73-3B0AFD25DF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788D26-D065-4EBE-BB9B-C1747F3F90A1}"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56323" name="Rectangle 2">
            <a:extLst>
              <a:ext uri="{FF2B5EF4-FFF2-40B4-BE49-F238E27FC236}">
                <a16:creationId xmlns:a16="http://schemas.microsoft.com/office/drawing/2014/main" id="{B4B61ADE-0300-D679-E8E6-6343A7D9570D}"/>
              </a:ext>
            </a:extLst>
          </p:cNvPr>
          <p:cNvSpPr>
            <a:spLocks noRot="1" noChangeArrowheads="1" noTextEdit="1"/>
          </p:cNvSpPr>
          <p:nvPr>
            <p:ph type="sldImg"/>
          </p:nvPr>
        </p:nvSpPr>
        <p:spPr>
          <a:ln/>
        </p:spPr>
      </p:sp>
      <p:sp>
        <p:nvSpPr>
          <p:cNvPr id="56324" name="Rectangle 3">
            <a:extLst>
              <a:ext uri="{FF2B5EF4-FFF2-40B4-BE49-F238E27FC236}">
                <a16:creationId xmlns:a16="http://schemas.microsoft.com/office/drawing/2014/main" id="{3EF3D9E6-40E6-B55B-E873-D48B9F74AA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CA95A676-A2FC-92C4-9558-8723027AD4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177321-3D4A-47E3-A247-0A567EDD4FD5}" type="slidenum">
              <a:rPr lang="en-US" altLang="zh-CN" smtClean="0">
                <a:latin typeface="Times New Roman" panose="02020603050405020304" pitchFamily="18" charset="0"/>
              </a:rPr>
              <a:pPr/>
              <a:t>29</a:t>
            </a:fld>
            <a:endParaRPr lang="en-US" altLang="zh-CN">
              <a:latin typeface="Times New Roman" panose="02020603050405020304" pitchFamily="18" charset="0"/>
            </a:endParaRPr>
          </a:p>
        </p:txBody>
      </p:sp>
      <p:sp>
        <p:nvSpPr>
          <p:cNvPr id="58371" name="Rectangle 2">
            <a:extLst>
              <a:ext uri="{FF2B5EF4-FFF2-40B4-BE49-F238E27FC236}">
                <a16:creationId xmlns:a16="http://schemas.microsoft.com/office/drawing/2014/main" id="{19B0B572-57B4-3D49-E09D-757F4D3C0A3C}"/>
              </a:ext>
            </a:extLst>
          </p:cNvPr>
          <p:cNvSpPr>
            <a:spLocks noRot="1" noChangeArrowheads="1" noTextEdit="1"/>
          </p:cNvSpPr>
          <p:nvPr>
            <p:ph type="sldImg"/>
          </p:nvPr>
        </p:nvSpPr>
        <p:spPr>
          <a:ln/>
        </p:spPr>
      </p:sp>
      <p:sp>
        <p:nvSpPr>
          <p:cNvPr id="58372" name="Rectangle 3">
            <a:extLst>
              <a:ext uri="{FF2B5EF4-FFF2-40B4-BE49-F238E27FC236}">
                <a16:creationId xmlns:a16="http://schemas.microsoft.com/office/drawing/2014/main" id="{06C866A0-2462-A386-DC83-E2D85894CF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30CDEC5D-1085-25C6-8708-0A2291387A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B38880A-BE14-4DB7-A011-6627AD2E8D7D}" type="slidenum">
              <a:rPr lang="en-US" altLang="zh-CN" smtClean="0">
                <a:latin typeface="Times New Roman" panose="02020603050405020304" pitchFamily="18" charset="0"/>
              </a:rPr>
              <a:pPr/>
              <a:t>30</a:t>
            </a:fld>
            <a:endParaRPr lang="en-US" altLang="zh-CN">
              <a:latin typeface="Times New Roman" panose="02020603050405020304" pitchFamily="18" charset="0"/>
            </a:endParaRPr>
          </a:p>
        </p:txBody>
      </p:sp>
      <p:sp>
        <p:nvSpPr>
          <p:cNvPr id="60419" name="Rectangle 2">
            <a:extLst>
              <a:ext uri="{FF2B5EF4-FFF2-40B4-BE49-F238E27FC236}">
                <a16:creationId xmlns:a16="http://schemas.microsoft.com/office/drawing/2014/main" id="{0E212FB9-E9E3-B5BC-87A4-83BE6F59443E}"/>
              </a:ext>
            </a:extLst>
          </p:cNvPr>
          <p:cNvSpPr>
            <a:spLocks noRot="1" noChangeArrowheads="1" noTextEdit="1"/>
          </p:cNvSpPr>
          <p:nvPr>
            <p:ph type="sldImg"/>
          </p:nvPr>
        </p:nvSpPr>
        <p:spPr>
          <a:ln/>
        </p:spPr>
      </p:sp>
      <p:sp>
        <p:nvSpPr>
          <p:cNvPr id="60420" name="Rectangle 3">
            <a:extLst>
              <a:ext uri="{FF2B5EF4-FFF2-40B4-BE49-F238E27FC236}">
                <a16:creationId xmlns:a16="http://schemas.microsoft.com/office/drawing/2014/main" id="{14E2A57D-DC07-68CB-1B59-854F6DA8C3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EF685175-0446-D5B0-597D-DA6F21A0EB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26EF4E-69B3-4ACE-8C58-7C860E0EA912}" type="slidenum">
              <a:rPr lang="en-US" altLang="zh-CN" smtClean="0">
                <a:latin typeface="Times New Roman" panose="02020603050405020304" pitchFamily="18" charset="0"/>
              </a:rPr>
              <a:pPr/>
              <a:t>31</a:t>
            </a:fld>
            <a:endParaRPr lang="en-US" altLang="zh-CN">
              <a:latin typeface="Times New Roman" panose="02020603050405020304" pitchFamily="18" charset="0"/>
            </a:endParaRPr>
          </a:p>
        </p:txBody>
      </p:sp>
      <p:sp>
        <p:nvSpPr>
          <p:cNvPr id="62467" name="Rectangle 2">
            <a:extLst>
              <a:ext uri="{FF2B5EF4-FFF2-40B4-BE49-F238E27FC236}">
                <a16:creationId xmlns:a16="http://schemas.microsoft.com/office/drawing/2014/main" id="{F82FF9EC-6EB6-2346-B670-D92ACDBAFA0B}"/>
              </a:ext>
            </a:extLst>
          </p:cNvPr>
          <p:cNvSpPr>
            <a:spLocks noRot="1" noChangeArrowheads="1" noTextEdit="1"/>
          </p:cNvSpPr>
          <p:nvPr>
            <p:ph type="sldImg"/>
          </p:nvPr>
        </p:nvSpPr>
        <p:spPr>
          <a:ln/>
        </p:spPr>
      </p:sp>
      <p:sp>
        <p:nvSpPr>
          <p:cNvPr id="62468" name="Rectangle 3">
            <a:extLst>
              <a:ext uri="{FF2B5EF4-FFF2-40B4-BE49-F238E27FC236}">
                <a16:creationId xmlns:a16="http://schemas.microsoft.com/office/drawing/2014/main" id="{251054B4-5043-1732-51C5-B362583F4D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68BB9FF9-C4AA-2FEF-51D1-7524865F3A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16FEF8-42B1-4A42-AB8B-AA956E6C4EEF}" type="slidenum">
              <a:rPr lang="en-US" altLang="zh-CN" smtClean="0">
                <a:latin typeface="Times New Roman" panose="02020603050405020304" pitchFamily="18" charset="0"/>
              </a:rPr>
              <a:pPr/>
              <a:t>32</a:t>
            </a:fld>
            <a:endParaRPr lang="en-US" altLang="zh-CN">
              <a:latin typeface="Times New Roman" panose="02020603050405020304" pitchFamily="18" charset="0"/>
            </a:endParaRPr>
          </a:p>
        </p:txBody>
      </p:sp>
      <p:sp>
        <p:nvSpPr>
          <p:cNvPr id="64515" name="Rectangle 2">
            <a:extLst>
              <a:ext uri="{FF2B5EF4-FFF2-40B4-BE49-F238E27FC236}">
                <a16:creationId xmlns:a16="http://schemas.microsoft.com/office/drawing/2014/main" id="{B206A27F-DB1B-B47F-85A0-11AC280FD778}"/>
              </a:ext>
            </a:extLst>
          </p:cNvPr>
          <p:cNvSpPr>
            <a:spLocks noRot="1" noChangeArrowheads="1" noTextEdit="1"/>
          </p:cNvSpPr>
          <p:nvPr>
            <p:ph type="sldImg"/>
          </p:nvPr>
        </p:nvSpPr>
        <p:spPr>
          <a:ln/>
        </p:spPr>
      </p:sp>
      <p:sp>
        <p:nvSpPr>
          <p:cNvPr id="64516" name="Rectangle 3">
            <a:extLst>
              <a:ext uri="{FF2B5EF4-FFF2-40B4-BE49-F238E27FC236}">
                <a16:creationId xmlns:a16="http://schemas.microsoft.com/office/drawing/2014/main" id="{77643851-9620-4D0E-7254-6B4400BD2E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F44075A3-852C-3A2A-2FEA-D7636832A5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4CD78A-889D-444A-9A2D-235B478AE6B5}" type="slidenum">
              <a:rPr lang="en-US" altLang="zh-CN" smtClean="0">
                <a:latin typeface="Times New Roman" panose="02020603050405020304" pitchFamily="18" charset="0"/>
              </a:rPr>
              <a:pPr/>
              <a:t>33</a:t>
            </a:fld>
            <a:endParaRPr lang="en-US" altLang="zh-CN">
              <a:latin typeface="Times New Roman" panose="02020603050405020304" pitchFamily="18" charset="0"/>
            </a:endParaRPr>
          </a:p>
        </p:txBody>
      </p:sp>
      <p:sp>
        <p:nvSpPr>
          <p:cNvPr id="66563" name="Rectangle 2">
            <a:extLst>
              <a:ext uri="{FF2B5EF4-FFF2-40B4-BE49-F238E27FC236}">
                <a16:creationId xmlns:a16="http://schemas.microsoft.com/office/drawing/2014/main" id="{6A1AAD1D-1AC8-FE4C-C8FC-C1A1BCE4828B}"/>
              </a:ext>
            </a:extLst>
          </p:cNvPr>
          <p:cNvSpPr>
            <a:spLocks noRot="1" noChangeArrowheads="1" noTextEdit="1"/>
          </p:cNvSpPr>
          <p:nvPr>
            <p:ph type="sldImg"/>
          </p:nvPr>
        </p:nvSpPr>
        <p:spPr>
          <a:ln/>
        </p:spPr>
      </p:sp>
      <p:sp>
        <p:nvSpPr>
          <p:cNvPr id="66564" name="Rectangle 3">
            <a:extLst>
              <a:ext uri="{FF2B5EF4-FFF2-40B4-BE49-F238E27FC236}">
                <a16:creationId xmlns:a16="http://schemas.microsoft.com/office/drawing/2014/main" id="{77EB92BD-0C94-6302-09C9-C01D079E43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D23EB12B-4786-6D37-0FBE-F8DD5BDD31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99B1D6-F723-4580-BEB4-68137756D51B}" type="slidenum">
              <a:rPr lang="en-US" altLang="zh-CN" smtClean="0">
                <a:latin typeface="Times New Roman" panose="02020603050405020304" pitchFamily="18" charset="0"/>
              </a:rPr>
              <a:pPr/>
              <a:t>34</a:t>
            </a:fld>
            <a:endParaRPr lang="en-US" altLang="zh-CN">
              <a:latin typeface="Times New Roman" panose="02020603050405020304" pitchFamily="18" charset="0"/>
            </a:endParaRPr>
          </a:p>
        </p:txBody>
      </p:sp>
      <p:sp>
        <p:nvSpPr>
          <p:cNvPr id="68611" name="Rectangle 2">
            <a:extLst>
              <a:ext uri="{FF2B5EF4-FFF2-40B4-BE49-F238E27FC236}">
                <a16:creationId xmlns:a16="http://schemas.microsoft.com/office/drawing/2014/main" id="{089EC6A4-F506-68FC-4807-18817A136B62}"/>
              </a:ext>
            </a:extLst>
          </p:cNvPr>
          <p:cNvSpPr>
            <a:spLocks noRot="1" noChangeArrowheads="1" noTextEdit="1"/>
          </p:cNvSpPr>
          <p:nvPr>
            <p:ph type="sldImg"/>
          </p:nvPr>
        </p:nvSpPr>
        <p:spPr>
          <a:ln/>
        </p:spPr>
      </p:sp>
      <p:sp>
        <p:nvSpPr>
          <p:cNvPr id="68612" name="Rectangle 3">
            <a:extLst>
              <a:ext uri="{FF2B5EF4-FFF2-40B4-BE49-F238E27FC236}">
                <a16:creationId xmlns:a16="http://schemas.microsoft.com/office/drawing/2014/main" id="{E4CC5C6C-AC13-2DAE-37B0-E66E8349DA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39CF8D76-417C-F672-9156-4CBDEE031E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A509619-2329-4F3D-80CB-C2CD4CAAD6BB}" type="slidenum">
              <a:rPr lang="en-US" altLang="zh-CN" smtClean="0">
                <a:latin typeface="Times New Roman" panose="02020603050405020304" pitchFamily="18" charset="0"/>
              </a:rPr>
              <a:pPr/>
              <a:t>35</a:t>
            </a:fld>
            <a:endParaRPr lang="en-US" altLang="zh-CN">
              <a:latin typeface="Times New Roman" panose="02020603050405020304" pitchFamily="18" charset="0"/>
            </a:endParaRPr>
          </a:p>
        </p:txBody>
      </p:sp>
      <p:sp>
        <p:nvSpPr>
          <p:cNvPr id="70659" name="Rectangle 2">
            <a:extLst>
              <a:ext uri="{FF2B5EF4-FFF2-40B4-BE49-F238E27FC236}">
                <a16:creationId xmlns:a16="http://schemas.microsoft.com/office/drawing/2014/main" id="{44CD27D9-BDF5-F133-4250-61368DF8C5C4}"/>
              </a:ext>
            </a:extLst>
          </p:cNvPr>
          <p:cNvSpPr>
            <a:spLocks noRot="1" noChangeArrowheads="1" noTextEdit="1"/>
          </p:cNvSpPr>
          <p:nvPr>
            <p:ph type="sldImg"/>
          </p:nvPr>
        </p:nvSpPr>
        <p:spPr>
          <a:ln/>
        </p:spPr>
      </p:sp>
      <p:sp>
        <p:nvSpPr>
          <p:cNvPr id="70660" name="Rectangle 3">
            <a:extLst>
              <a:ext uri="{FF2B5EF4-FFF2-40B4-BE49-F238E27FC236}">
                <a16:creationId xmlns:a16="http://schemas.microsoft.com/office/drawing/2014/main" id="{188D38DF-C742-CFF8-AA75-C7F570217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F79481D7-B0A7-FA23-FFAB-C8BBFC191B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2DF4D91-816F-49A9-B79F-A97284E0F625}" type="slidenum">
              <a:rPr lang="en-US" altLang="zh-CN" smtClean="0">
                <a:latin typeface="Times New Roman" panose="02020603050405020304" pitchFamily="18" charset="0"/>
              </a:rPr>
              <a:pPr/>
              <a:t>36</a:t>
            </a:fld>
            <a:endParaRPr lang="en-US" altLang="zh-CN">
              <a:latin typeface="Times New Roman" panose="02020603050405020304" pitchFamily="18" charset="0"/>
            </a:endParaRPr>
          </a:p>
        </p:txBody>
      </p:sp>
      <p:sp>
        <p:nvSpPr>
          <p:cNvPr id="72707" name="Rectangle 2">
            <a:extLst>
              <a:ext uri="{FF2B5EF4-FFF2-40B4-BE49-F238E27FC236}">
                <a16:creationId xmlns:a16="http://schemas.microsoft.com/office/drawing/2014/main" id="{BB6BCD67-1CC7-3B5B-A63F-FD370F7FF622}"/>
              </a:ext>
            </a:extLst>
          </p:cNvPr>
          <p:cNvSpPr>
            <a:spLocks noRot="1" noChangeArrowheads="1" noTextEdit="1"/>
          </p:cNvSpPr>
          <p:nvPr>
            <p:ph type="sldImg"/>
          </p:nvPr>
        </p:nvSpPr>
        <p:spPr>
          <a:ln/>
        </p:spPr>
      </p:sp>
      <p:sp>
        <p:nvSpPr>
          <p:cNvPr id="72708" name="Rectangle 3">
            <a:extLst>
              <a:ext uri="{FF2B5EF4-FFF2-40B4-BE49-F238E27FC236}">
                <a16:creationId xmlns:a16="http://schemas.microsoft.com/office/drawing/2014/main" id="{6BDBE066-FD02-2B09-28BB-52D99F7D3A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478C009E-626E-0F89-2D0E-7D0CC55BF3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5D86203-3186-42AD-8E18-D88557959730}" type="slidenum">
              <a:rPr lang="en-US" altLang="zh-CN" smtClean="0">
                <a:latin typeface="Times New Roman" panose="02020603050405020304" pitchFamily="18" charset="0"/>
              </a:rPr>
              <a:pPr/>
              <a:t>37</a:t>
            </a:fld>
            <a:endParaRPr lang="en-US" altLang="zh-CN">
              <a:latin typeface="Times New Roman" panose="02020603050405020304" pitchFamily="18" charset="0"/>
            </a:endParaRPr>
          </a:p>
        </p:txBody>
      </p:sp>
      <p:sp>
        <p:nvSpPr>
          <p:cNvPr id="74755" name="Rectangle 2">
            <a:extLst>
              <a:ext uri="{FF2B5EF4-FFF2-40B4-BE49-F238E27FC236}">
                <a16:creationId xmlns:a16="http://schemas.microsoft.com/office/drawing/2014/main" id="{8529EACA-3CFA-9311-07D1-876CC8FB08BA}"/>
              </a:ext>
            </a:extLst>
          </p:cNvPr>
          <p:cNvSpPr>
            <a:spLocks noRot="1" noChangeArrowheads="1" noTextEdit="1"/>
          </p:cNvSpPr>
          <p:nvPr>
            <p:ph type="sldImg"/>
          </p:nvPr>
        </p:nvSpPr>
        <p:spPr>
          <a:ln/>
        </p:spPr>
      </p:sp>
      <p:sp>
        <p:nvSpPr>
          <p:cNvPr id="74756" name="Rectangle 3">
            <a:extLst>
              <a:ext uri="{FF2B5EF4-FFF2-40B4-BE49-F238E27FC236}">
                <a16:creationId xmlns:a16="http://schemas.microsoft.com/office/drawing/2014/main" id="{09CE5B23-171F-8CA7-B30B-7C7B3391BF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73D79B3A-9D2E-F4DA-81F2-9C3CCB3C1B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DEDA6B9-93ED-4215-BF33-A4EB7E611049}" type="slidenum">
              <a:rPr lang="en-US" altLang="zh-CN" smtClean="0">
                <a:latin typeface="Times New Roman" panose="02020603050405020304" pitchFamily="18" charset="0"/>
              </a:rPr>
              <a:pPr/>
              <a:t>38</a:t>
            </a:fld>
            <a:endParaRPr lang="en-US" altLang="zh-CN">
              <a:latin typeface="Times New Roman" panose="02020603050405020304" pitchFamily="18" charset="0"/>
            </a:endParaRPr>
          </a:p>
        </p:txBody>
      </p:sp>
      <p:sp>
        <p:nvSpPr>
          <p:cNvPr id="76803" name="Rectangle 2">
            <a:extLst>
              <a:ext uri="{FF2B5EF4-FFF2-40B4-BE49-F238E27FC236}">
                <a16:creationId xmlns:a16="http://schemas.microsoft.com/office/drawing/2014/main" id="{3B1898C4-5FF7-FA33-8A6D-58BEFE8B22D8}"/>
              </a:ext>
            </a:extLst>
          </p:cNvPr>
          <p:cNvSpPr>
            <a:spLocks noRot="1" noChangeArrowheads="1" noTextEdit="1"/>
          </p:cNvSpPr>
          <p:nvPr>
            <p:ph type="sldImg"/>
          </p:nvPr>
        </p:nvSpPr>
        <p:spPr>
          <a:ln/>
        </p:spPr>
      </p:sp>
      <p:sp>
        <p:nvSpPr>
          <p:cNvPr id="76804" name="Rectangle 3">
            <a:extLst>
              <a:ext uri="{FF2B5EF4-FFF2-40B4-BE49-F238E27FC236}">
                <a16:creationId xmlns:a16="http://schemas.microsoft.com/office/drawing/2014/main" id="{EDB84C51-5A14-C46E-7474-9F33F61484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90F2CD62-39CD-2C28-12BC-FE79C2AE10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CF0ECF7-68C3-4740-9BC3-2E3FF855C79C}" type="slidenum">
              <a:rPr lang="en-US" altLang="zh-CN" smtClean="0">
                <a:latin typeface="Times New Roman" panose="02020603050405020304" pitchFamily="18" charset="0"/>
              </a:rPr>
              <a:pPr/>
              <a:t>39</a:t>
            </a:fld>
            <a:endParaRPr lang="en-US" altLang="zh-CN">
              <a:latin typeface="Times New Roman" panose="02020603050405020304" pitchFamily="18" charset="0"/>
            </a:endParaRPr>
          </a:p>
        </p:txBody>
      </p:sp>
      <p:sp>
        <p:nvSpPr>
          <p:cNvPr id="78851" name="Rectangle 2">
            <a:extLst>
              <a:ext uri="{FF2B5EF4-FFF2-40B4-BE49-F238E27FC236}">
                <a16:creationId xmlns:a16="http://schemas.microsoft.com/office/drawing/2014/main" id="{2A4BBF6D-B8A1-2B89-5E29-9F638F717C7E}"/>
              </a:ext>
            </a:extLst>
          </p:cNvPr>
          <p:cNvSpPr>
            <a:spLocks noRot="1" noChangeArrowheads="1" noTextEdit="1"/>
          </p:cNvSpPr>
          <p:nvPr>
            <p:ph type="sldImg"/>
          </p:nvPr>
        </p:nvSpPr>
        <p:spPr>
          <a:ln/>
        </p:spPr>
      </p:sp>
      <p:sp>
        <p:nvSpPr>
          <p:cNvPr id="78852" name="Rectangle 3">
            <a:extLst>
              <a:ext uri="{FF2B5EF4-FFF2-40B4-BE49-F238E27FC236}">
                <a16:creationId xmlns:a16="http://schemas.microsoft.com/office/drawing/2014/main" id="{A4AAAF4A-671C-27A0-9BCF-5F041B8824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C730D4B1-F5EA-B08A-0EA0-7065C7610D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72DBEE0-52DF-405C-A879-2C834FB6F5EB}"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81923" name="Rectangle 2">
            <a:extLst>
              <a:ext uri="{FF2B5EF4-FFF2-40B4-BE49-F238E27FC236}">
                <a16:creationId xmlns:a16="http://schemas.microsoft.com/office/drawing/2014/main" id="{079D8394-CDFA-FD35-A80C-5BC0778CC23B}"/>
              </a:ext>
            </a:extLst>
          </p:cNvPr>
          <p:cNvSpPr>
            <a:spLocks noChangeArrowheads="1" noTextEdit="1"/>
          </p:cNvSpPr>
          <p:nvPr>
            <p:ph type="sldImg"/>
          </p:nvPr>
        </p:nvSpPr>
        <p:spPr>
          <a:ln/>
        </p:spPr>
      </p:sp>
      <p:sp>
        <p:nvSpPr>
          <p:cNvPr id="81924" name="Rectangle 3">
            <a:extLst>
              <a:ext uri="{FF2B5EF4-FFF2-40B4-BE49-F238E27FC236}">
                <a16:creationId xmlns:a16="http://schemas.microsoft.com/office/drawing/2014/main" id="{20A4121B-285C-AAC4-B921-D032558945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01285781-6ACD-9C84-D92C-4D7981C6794D}"/>
              </a:ext>
            </a:extLst>
          </p:cNvPr>
          <p:cNvGrpSpPr>
            <a:grpSpLocks/>
          </p:cNvGrpSpPr>
          <p:nvPr/>
        </p:nvGrpSpPr>
        <p:grpSpPr bwMode="auto">
          <a:xfrm>
            <a:off x="265113" y="2960688"/>
            <a:ext cx="11480800" cy="201612"/>
            <a:chOff x="125" y="1865"/>
            <a:chExt cx="5424" cy="127"/>
          </a:xfrm>
        </p:grpSpPr>
        <p:sp>
          <p:nvSpPr>
            <p:cNvPr id="3" name="Rectangle 4">
              <a:extLst>
                <a:ext uri="{FF2B5EF4-FFF2-40B4-BE49-F238E27FC236}">
                  <a16:creationId xmlns:a16="http://schemas.microsoft.com/office/drawing/2014/main" id="{ADCB616C-E964-3CD8-EBA5-EBEF3F4514FC}"/>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4" name="Rectangle 5">
              <a:extLst>
                <a:ext uri="{FF2B5EF4-FFF2-40B4-BE49-F238E27FC236}">
                  <a16:creationId xmlns:a16="http://schemas.microsoft.com/office/drawing/2014/main" id="{D210E680-9B62-88CF-F0FA-281900C7319C}"/>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6">
              <a:extLst>
                <a:ext uri="{FF2B5EF4-FFF2-40B4-BE49-F238E27FC236}">
                  <a16:creationId xmlns:a16="http://schemas.microsoft.com/office/drawing/2014/main" id="{97FE2CF8-F0AC-5702-3AB4-3F121F068327}"/>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pic>
        <p:nvPicPr>
          <p:cNvPr id="6" name="Picture 9" descr="dino_4">
            <a:extLst>
              <a:ext uri="{FF2B5EF4-FFF2-40B4-BE49-F238E27FC236}">
                <a16:creationId xmlns:a16="http://schemas.microsoft.com/office/drawing/2014/main" id="{CF406D9D-E5EA-4243-AB89-E7C7B6BCAE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1513" y="4157663"/>
            <a:ext cx="2749550"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7" name="Rectangle 10">
            <a:extLst>
              <a:ext uri="{FF2B5EF4-FFF2-40B4-BE49-F238E27FC236}">
                <a16:creationId xmlns:a16="http://schemas.microsoft.com/office/drawing/2014/main" id="{C445B33A-6CE9-5EBF-9CAD-4A23B1D2BCEE}"/>
              </a:ext>
            </a:extLst>
          </p:cNvPr>
          <p:cNvSpPr>
            <a:spLocks noChangeArrowheads="1"/>
          </p:cNvSpPr>
          <p:nvPr/>
        </p:nvSpPr>
        <p:spPr bwMode="auto">
          <a:xfrm>
            <a:off x="4298950" y="4006850"/>
            <a:ext cx="3116263"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8" name="Text Box 7">
            <a:extLst>
              <a:ext uri="{FF2B5EF4-FFF2-40B4-BE49-F238E27FC236}">
                <a16:creationId xmlns:a16="http://schemas.microsoft.com/office/drawing/2014/main" id="{975167B2-2306-011C-538F-B79861F8EA50}"/>
              </a:ext>
            </a:extLst>
          </p:cNvPr>
          <p:cNvSpPr txBox="1">
            <a:spLocks noChangeArrowheads="1"/>
          </p:cNvSpPr>
          <p:nvPr userDrawn="1"/>
        </p:nvSpPr>
        <p:spPr bwMode="auto">
          <a:xfrm>
            <a:off x="8278813" y="6611938"/>
            <a:ext cx="38766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r">
              <a:spcBef>
                <a:spcPct val="50000"/>
              </a:spcBef>
            </a:pPr>
            <a:r>
              <a:rPr lang="en-US" altLang="zh-CN" sz="1000" b="1">
                <a:solidFill>
                  <a:srgbClr val="336699"/>
                </a:solidFill>
                <a:latin typeface="Helvetica" panose="020B0604020202020204" pitchFamily="34" charset="0"/>
              </a:rPr>
              <a:t>Xidian University, Cyber Engineering, Xiangyu Wang © 2026</a:t>
            </a:r>
          </a:p>
        </p:txBody>
      </p:sp>
      <p:sp>
        <p:nvSpPr>
          <p:cNvPr id="9" name="Text Box 8">
            <a:extLst>
              <a:ext uri="{FF2B5EF4-FFF2-40B4-BE49-F238E27FC236}">
                <a16:creationId xmlns:a16="http://schemas.microsoft.com/office/drawing/2014/main" id="{CA687691-B8DB-1E9D-7595-2E990E86B828}"/>
              </a:ext>
            </a:extLst>
          </p:cNvPr>
          <p:cNvSpPr txBox="1">
            <a:spLocks noChangeArrowheads="1"/>
          </p:cNvSpPr>
          <p:nvPr userDrawn="1"/>
        </p:nvSpPr>
        <p:spPr bwMode="auto">
          <a:xfrm>
            <a:off x="36513" y="6613525"/>
            <a:ext cx="265906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zh-CN" sz="1000" b="1">
                <a:solidFill>
                  <a:srgbClr val="336699"/>
                </a:solidFill>
              </a:rPr>
              <a:t>Operating System Concepts – 9</a:t>
            </a:r>
            <a:r>
              <a:rPr lang="en-US" altLang="zh-CN" sz="1000" b="1" baseline="30000">
                <a:solidFill>
                  <a:srgbClr val="336699"/>
                </a:solidFill>
              </a:rPr>
              <a:t>th</a:t>
            </a:r>
            <a:r>
              <a:rPr lang="en-US" altLang="zh-CN" sz="1000" b="1">
                <a:solidFill>
                  <a:srgbClr val="336699"/>
                </a:solidFill>
              </a:rPr>
              <a:t> Edition</a:t>
            </a:r>
          </a:p>
        </p:txBody>
      </p:sp>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3442721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233488"/>
            <a:ext cx="10972800" cy="4530725"/>
          </a:xfrm>
        </p:spPr>
        <p:txBody>
          <a:bodyPr/>
          <a:lstStyle>
            <a:lvl1pPr marL="341313" indent="-341313">
              <a:buFont typeface="Arial" panose="020B0604020202020204" pitchFamily="34" charset="0"/>
              <a:buChar char="•"/>
              <a:defRPr sz="2000"/>
            </a:lvl1pPr>
            <a:lvl2pPr marL="741363" indent="-284163">
              <a:buFont typeface="Arial" panose="020B0604020202020204" pitchFamily="34" charset="0"/>
              <a:buChar char="•"/>
              <a:defRPr sz="2000"/>
            </a:lvl2pPr>
            <a:lvl3pPr marL="1084263" indent="-227013">
              <a:buFont typeface="Arial" panose="020B0604020202020204" pitchFamily="34" charset="0"/>
              <a:buChar char="•"/>
              <a:defRPr sz="2000"/>
            </a:lvl3pPr>
            <a:lvl4pPr marL="1427163" indent="-227013">
              <a:buFont typeface="Arial" panose="020B0604020202020204" pitchFamily="34" charset="0"/>
              <a:buChar char="•"/>
              <a:defRPr sz="2000"/>
            </a:lvl4pPr>
            <a:lvl5pPr marL="1770063" indent="-227013">
              <a:buFont typeface="Arial" panose="020B0604020202020204" pitchFamily="34" charset="0"/>
              <a:buChar cha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9654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172526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5267" y="123349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9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2019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8155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92319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9916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1418364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3170580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8742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88451" y="277813"/>
            <a:ext cx="2859616"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7813"/>
            <a:ext cx="8375651"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8963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9FC548E-A2B8-DDC4-0DFB-53326618A03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1000" y="0"/>
            <a:ext cx="159385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8F58EF15-FC8C-8FA2-F0C0-C85D344976C4}"/>
              </a:ext>
            </a:extLst>
          </p:cNvPr>
          <p:cNvSpPr>
            <a:spLocks noGrp="1" noChangeArrowheads="1"/>
          </p:cNvSpPr>
          <p:nvPr>
            <p:ph type="title"/>
          </p:nvPr>
        </p:nvSpPr>
        <p:spPr bwMode="auto">
          <a:xfrm>
            <a:off x="609600" y="277813"/>
            <a:ext cx="1097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D3F396C4-CA22-C112-ED2D-6F57F0967124}"/>
              </a:ext>
            </a:extLst>
          </p:cNvPr>
          <p:cNvSpPr>
            <a:spLocks noGrp="1" noChangeArrowheads="1"/>
          </p:cNvSpPr>
          <p:nvPr>
            <p:ph type="body" idx="1"/>
          </p:nvPr>
        </p:nvSpPr>
        <p:spPr bwMode="auto">
          <a:xfrm>
            <a:off x="609600" y="1233488"/>
            <a:ext cx="109728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50A7DBD0-8670-7D6D-0C58-E136D3FA3DFE}"/>
              </a:ext>
            </a:extLst>
          </p:cNvPr>
          <p:cNvSpPr>
            <a:spLocks noChangeArrowheads="1"/>
          </p:cNvSpPr>
          <p:nvPr/>
        </p:nvSpPr>
        <p:spPr bwMode="auto">
          <a:xfrm>
            <a:off x="0" y="0"/>
            <a:ext cx="3048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D68FFF70-77A9-7C3C-6A75-6F6416580A93}"/>
              </a:ext>
            </a:extLst>
          </p:cNvPr>
          <p:cNvSpPr>
            <a:spLocks noChangeShapeType="1"/>
          </p:cNvSpPr>
          <p:nvPr/>
        </p:nvSpPr>
        <p:spPr bwMode="auto">
          <a:xfrm>
            <a:off x="609600" y="860425"/>
            <a:ext cx="107696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zh-CN" altLang="en-US"/>
          </a:p>
        </p:txBody>
      </p:sp>
      <p:sp>
        <p:nvSpPr>
          <p:cNvPr id="1031" name="Rectangle 7">
            <a:extLst>
              <a:ext uri="{FF2B5EF4-FFF2-40B4-BE49-F238E27FC236}">
                <a16:creationId xmlns:a16="http://schemas.microsoft.com/office/drawing/2014/main" id="{4109EEE0-9670-C4C7-F17C-7697EA7F2AE0}"/>
              </a:ext>
            </a:extLst>
          </p:cNvPr>
          <p:cNvSpPr>
            <a:spLocks noChangeArrowheads="1"/>
          </p:cNvSpPr>
          <p:nvPr/>
        </p:nvSpPr>
        <p:spPr bwMode="auto">
          <a:xfrm>
            <a:off x="0" y="2286000"/>
            <a:ext cx="3048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23381A7D-3336-A721-5BC8-BBF8D541E183}"/>
              </a:ext>
            </a:extLst>
          </p:cNvPr>
          <p:cNvSpPr>
            <a:spLocks noChangeArrowheads="1"/>
          </p:cNvSpPr>
          <p:nvPr/>
        </p:nvSpPr>
        <p:spPr bwMode="auto">
          <a:xfrm>
            <a:off x="0" y="4572000"/>
            <a:ext cx="3048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3" name="Text Box 9">
            <a:extLst>
              <a:ext uri="{FF2B5EF4-FFF2-40B4-BE49-F238E27FC236}">
                <a16:creationId xmlns:a16="http://schemas.microsoft.com/office/drawing/2014/main" id="{B719855B-AD04-07A8-F708-2EB5D624395C}"/>
              </a:ext>
            </a:extLst>
          </p:cNvPr>
          <p:cNvSpPr txBox="1">
            <a:spLocks noChangeArrowheads="1"/>
          </p:cNvSpPr>
          <p:nvPr/>
        </p:nvSpPr>
        <p:spPr bwMode="auto">
          <a:xfrm>
            <a:off x="5713413" y="6613525"/>
            <a:ext cx="519112"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10.</a:t>
            </a:r>
            <a:fld id="{DE06561A-97E6-4B86-A291-662BB83895C7}"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a:solidFill>
                <a:srgbClr val="006699"/>
              </a:solidFill>
              <a:latin typeface="Helvetica" panose="020B0604020202020204" pitchFamily="34" charset="0"/>
            </a:endParaRPr>
          </a:p>
        </p:txBody>
      </p:sp>
      <p:pic>
        <p:nvPicPr>
          <p:cNvPr id="1034" name="Picture 12" descr="dino_6">
            <a:extLst>
              <a:ext uri="{FF2B5EF4-FFF2-40B4-BE49-F238E27FC236}">
                <a16:creationId xmlns:a16="http://schemas.microsoft.com/office/drawing/2014/main" id="{F15E871A-5AF4-4DA1-8B9F-184656F5648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64788" y="5849938"/>
            <a:ext cx="1712912"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11" r:id="rId1"/>
    <p:sldLayoutId id="2147484301" r:id="rId2"/>
    <p:sldLayoutId id="2147484302" r:id="rId3"/>
    <p:sldLayoutId id="2147484303" r:id="rId4"/>
    <p:sldLayoutId id="2147484304" r:id="rId5"/>
    <p:sldLayoutId id="2147484305" r:id="rId6"/>
    <p:sldLayoutId id="2147484306" r:id="rId7"/>
    <p:sldLayoutId id="2147484307" r:id="rId8"/>
    <p:sldLayoutId id="2147484308" r:id="rId9"/>
    <p:sldLayoutId id="2147484309" r:id="rId10"/>
    <p:sldLayoutId id="214748431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90000"/>
        <a:buFont typeface="Arial" panose="020B0604020202020204" pitchFamily="34" charset="0"/>
        <a:buChar char="•"/>
        <a:defRPr kumimoji="1" sz="2000">
          <a:solidFill>
            <a:schemeClr val="tx1"/>
          </a:solidFill>
          <a:latin typeface="+mn-lt"/>
          <a:ea typeface="MS PGothic" pitchFamily="34" charset="-128"/>
          <a:cs typeface="ＭＳ Ｐゴシック" charset="-128"/>
        </a:defRPr>
      </a:lvl1pPr>
      <a:lvl2pPr marL="741363" indent="-284163" algn="l" rtl="0" eaLnBrk="0" fontAlgn="base" hangingPunct="0">
        <a:spcBef>
          <a:spcPct val="35000"/>
        </a:spcBef>
        <a:spcAft>
          <a:spcPct val="0"/>
        </a:spcAft>
        <a:buClr>
          <a:srgbClr val="CC6600"/>
        </a:buClr>
        <a:buSzPct val="80000"/>
        <a:buFont typeface="Arial" panose="020B0604020202020204" pitchFamily="34" charset="0"/>
        <a:buChar char="•"/>
        <a:defRPr kumimoji="1" sz="2000">
          <a:solidFill>
            <a:schemeClr val="tx1"/>
          </a:solidFill>
          <a:latin typeface="+mn-lt"/>
          <a:ea typeface="MS PGothic" pitchFamily="34" charset="-128"/>
        </a:defRPr>
      </a:lvl2pPr>
      <a:lvl3pPr marL="1084263" indent="-227013" algn="l" rtl="0" eaLnBrk="0" fontAlgn="base" hangingPunct="0">
        <a:spcBef>
          <a:spcPct val="35000"/>
        </a:spcBef>
        <a:spcAft>
          <a:spcPct val="0"/>
        </a:spcAft>
        <a:buClr>
          <a:srgbClr val="009900"/>
        </a:buClr>
        <a:buSzPct val="75000"/>
        <a:buFont typeface="Arial" panose="020B0604020202020204" pitchFamily="34" charset="0"/>
        <a:buChar char="•"/>
        <a:defRPr kumimoji="1" sz="2000">
          <a:solidFill>
            <a:schemeClr val="tx1"/>
          </a:solidFill>
          <a:latin typeface="+mn-lt"/>
          <a:ea typeface="MS PGothic" pitchFamily="34" charset="-128"/>
        </a:defRPr>
      </a:lvl3pPr>
      <a:lvl4pPr marL="1427163" indent="-227013" algn="l" rtl="0" eaLnBrk="0" fontAlgn="base" hangingPunct="0">
        <a:spcBef>
          <a:spcPct val="35000"/>
        </a:spcBef>
        <a:spcAft>
          <a:spcPct val="0"/>
        </a:spcAft>
        <a:buClr>
          <a:schemeClr val="hlink"/>
        </a:buClr>
        <a:buSzPct val="75000"/>
        <a:buFont typeface="Arial" panose="020B0604020202020204" pitchFamily="34" charset="0"/>
        <a:buChar char="•"/>
        <a:defRPr kumimoji="1" sz="2000">
          <a:solidFill>
            <a:schemeClr val="tx1"/>
          </a:solidFill>
          <a:latin typeface="+mn-lt"/>
          <a:ea typeface="MS PGothic" pitchFamily="34" charset="-128"/>
        </a:defRPr>
      </a:lvl4pPr>
      <a:lvl5pPr marL="1770063" indent="-227013" algn="l" rtl="0" eaLnBrk="0" fontAlgn="base" hangingPunct="0">
        <a:spcBef>
          <a:spcPct val="35000"/>
        </a:spcBef>
        <a:spcAft>
          <a:spcPct val="0"/>
        </a:spcAft>
        <a:buClr>
          <a:srgbClr val="FF0066"/>
        </a:buClr>
        <a:buSzPct val="75000"/>
        <a:buFont typeface="Arial" panose="020B0604020202020204" pitchFamily="34" charset="0"/>
        <a:buChar char="•"/>
        <a:defRPr kumimoji="1" sz="2000">
          <a:solidFill>
            <a:schemeClr val="tx1"/>
          </a:solidFill>
          <a:latin typeface="+mn-lt"/>
          <a:ea typeface="MS PGothic" pitchFamily="34" charset="-128"/>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F0687B3-72BA-7026-FA5D-F943CC8D6C22}"/>
              </a:ext>
            </a:extLst>
          </p:cNvPr>
          <p:cNvSpPr>
            <a:spLocks noGrp="1" noChangeArrowheads="1"/>
          </p:cNvSpPr>
          <p:nvPr>
            <p:ph type="ctrTitle"/>
          </p:nvPr>
        </p:nvSpPr>
        <p:spPr>
          <a:xfrm>
            <a:off x="1141413" y="822325"/>
            <a:ext cx="10050462" cy="2128838"/>
          </a:xfrm>
        </p:spPr>
        <p:txBody>
          <a:bodyPr/>
          <a:lstStyle/>
          <a:p>
            <a:pPr eaLnBrk="1" hangingPunct="1"/>
            <a:r>
              <a:rPr lang="zh-CN" altLang="en-US">
                <a:latin typeface="微软雅黑" panose="020B0503020204020204" pitchFamily="34" charset="-122"/>
                <a:ea typeface="微软雅黑" panose="020B0503020204020204" pitchFamily="34" charset="-122"/>
              </a:rPr>
              <a:t>第十章  大容量存储系统</a:t>
            </a:r>
            <a:endParaRPr lang="en-US"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EA7C9BD-660C-2673-E25A-893E932F53F3}"/>
              </a:ext>
            </a:extLst>
          </p:cNvPr>
          <p:cNvSpPr>
            <a:spLocks noGrp="1" noChangeArrowheads="1"/>
          </p:cNvSpPr>
          <p:nvPr>
            <p:ph type="title"/>
          </p:nvPr>
        </p:nvSpPr>
        <p:spPr>
          <a:xfrm>
            <a:off x="2546350" y="277813"/>
            <a:ext cx="7664450" cy="576262"/>
          </a:xfrm>
        </p:spPr>
        <p:txBody>
          <a:bodyPr/>
          <a:lstStyle/>
          <a:p>
            <a:pPr eaLnBrk="1" hangingPunct="1"/>
            <a:r>
              <a:rPr lang="zh-CN" altLang="en-US">
                <a:latin typeface="微软雅黑" panose="020B0503020204020204" pitchFamily="34" charset="-122"/>
                <a:ea typeface="微软雅黑" panose="020B0503020204020204" pitchFamily="34" charset="-122"/>
              </a:rPr>
              <a:t>第十章  大容量存储系统</a:t>
            </a:r>
            <a:endParaRPr lang="en-US" altLang="en-US"/>
          </a:p>
        </p:txBody>
      </p:sp>
      <p:sp>
        <p:nvSpPr>
          <p:cNvPr id="7171" name="Rectangle 3">
            <a:extLst>
              <a:ext uri="{FF2B5EF4-FFF2-40B4-BE49-F238E27FC236}">
                <a16:creationId xmlns:a16="http://schemas.microsoft.com/office/drawing/2014/main" id="{DBD4B016-0082-EB3D-C9A2-8655DA7F8CF4}"/>
              </a:ext>
            </a:extLst>
          </p:cNvPr>
          <p:cNvSpPr>
            <a:spLocks noGrp="1" noChangeArrowheads="1"/>
          </p:cNvSpPr>
          <p:nvPr>
            <p:ph type="body" idx="1"/>
          </p:nvPr>
        </p:nvSpPr>
        <p:spPr>
          <a:xfrm>
            <a:off x="650875" y="1233488"/>
            <a:ext cx="8567738" cy="4530725"/>
          </a:xfrm>
        </p:spPr>
        <p:txBody>
          <a:bodyPr/>
          <a:lstStyle/>
          <a:p>
            <a:pPr>
              <a:lnSpc>
                <a:spcPct val="250000"/>
              </a:lnSpc>
              <a:buFont typeface="Wingdings" panose="05000000000000000000" pitchFamily="2" charset="2"/>
              <a:buChar char="p"/>
            </a:pPr>
            <a:r>
              <a:rPr lang="zh-CN" altLang="en-US" sz="2400" b="1">
                <a:latin typeface="微软雅黑" panose="020B0503020204020204" pitchFamily="34" charset="-122"/>
                <a:ea typeface="微软雅黑" panose="020B0503020204020204" pitchFamily="34" charset="-122"/>
              </a:rPr>
              <a:t>大容量存储结构概述</a:t>
            </a:r>
            <a:endParaRPr lang="en-US" altLang="zh-CN" sz="2400" b="1">
              <a:latin typeface="微软雅黑" panose="020B0503020204020204" pitchFamily="34" charset="-122"/>
              <a:ea typeface="微软雅黑" panose="020B0503020204020204" pitchFamily="34" charset="-122"/>
            </a:endParaRPr>
          </a:p>
          <a:p>
            <a:pPr>
              <a:lnSpc>
                <a:spcPct val="250000"/>
              </a:lnSpc>
              <a:buFont typeface="Wingdings" panose="05000000000000000000" pitchFamily="2" charset="2"/>
              <a:buChar char="p"/>
            </a:pPr>
            <a:r>
              <a:rPr lang="zh-CN" altLang="en-US" sz="2400" b="1">
                <a:latin typeface="微软雅黑" panose="020B0503020204020204" pitchFamily="34" charset="-122"/>
                <a:ea typeface="微软雅黑" panose="020B0503020204020204" pitchFamily="34" charset="-122"/>
              </a:rPr>
              <a:t>磁盘结构</a:t>
            </a:r>
            <a:endParaRPr lang="en-US" altLang="zh-CN" sz="2400" b="1">
              <a:latin typeface="微软雅黑" panose="020B0503020204020204" pitchFamily="34" charset="-122"/>
              <a:ea typeface="微软雅黑" panose="020B0503020204020204" pitchFamily="34" charset="-122"/>
            </a:endParaRPr>
          </a:p>
          <a:p>
            <a:pPr>
              <a:lnSpc>
                <a:spcPct val="250000"/>
              </a:lnSpc>
              <a:buFont typeface="Wingdings" panose="05000000000000000000" pitchFamily="2" charset="2"/>
              <a:buChar char="p"/>
            </a:pPr>
            <a:r>
              <a:rPr lang="zh-CN" altLang="en-US" sz="2400" b="1">
                <a:latin typeface="微软雅黑" panose="020B0503020204020204" pitchFamily="34" charset="-122"/>
                <a:ea typeface="微软雅黑" panose="020B0503020204020204" pitchFamily="34" charset="-122"/>
              </a:rPr>
              <a:t>磁盘连接</a:t>
            </a:r>
            <a:r>
              <a:rPr lang="en-US" altLang="en-US" sz="2400" b="1"/>
              <a:t>*</a:t>
            </a:r>
          </a:p>
          <a:p>
            <a:pPr>
              <a:lnSpc>
                <a:spcPct val="250000"/>
              </a:lnSpc>
              <a:buFont typeface="Wingdings" panose="05000000000000000000" pitchFamily="2" charset="2"/>
              <a:buChar char="p"/>
            </a:pPr>
            <a:r>
              <a:rPr lang="zh-CN" altLang="en-US" sz="2400" b="1">
                <a:latin typeface="微软雅黑" panose="020B0503020204020204" pitchFamily="34" charset="-122"/>
                <a:ea typeface="微软雅黑" panose="020B0503020204020204" pitchFamily="34" charset="-122"/>
              </a:rPr>
              <a:t>磁盘调度</a:t>
            </a:r>
            <a:endParaRPr lang="en-US" altLang="zh-CN" sz="2400" b="1"/>
          </a:p>
        </p:txBody>
      </p:sp>
      <p:sp>
        <p:nvSpPr>
          <p:cNvPr id="2" name="矩形 1">
            <a:extLst>
              <a:ext uri="{FF2B5EF4-FFF2-40B4-BE49-F238E27FC236}">
                <a16:creationId xmlns:a16="http://schemas.microsoft.com/office/drawing/2014/main" id="{10CE4955-C335-A1BB-7EE6-0B6E66DEC049}"/>
              </a:ext>
            </a:extLst>
          </p:cNvPr>
          <p:cNvSpPr/>
          <p:nvPr/>
        </p:nvSpPr>
        <p:spPr>
          <a:xfrm>
            <a:off x="6378575" y="1233488"/>
            <a:ext cx="6096000" cy="4014787"/>
          </a:xfrm>
          <a:prstGeom prst="rect">
            <a:avLst/>
          </a:prstGeom>
        </p:spPr>
        <p:txBody>
          <a:bodyPr>
            <a:spAutoFit/>
          </a:bodyPr>
          <a:lstStyle/>
          <a:p>
            <a:pPr marL="341313" indent="-341313">
              <a:lnSpc>
                <a:spcPct val="250000"/>
              </a:lnSpc>
              <a:spcBef>
                <a:spcPct val="35000"/>
              </a:spcBef>
              <a:buClr>
                <a:srgbClr val="993300"/>
              </a:buClr>
              <a:buSzPct val="90000"/>
              <a:buFont typeface="Wingdings" panose="05000000000000000000" pitchFamily="2" charset="2"/>
              <a:buChar char="p"/>
              <a:defRPr/>
            </a:pPr>
            <a:r>
              <a:rPr kumimoji="1" lang="zh-CN" altLang="en-US" sz="2400" b="1" kern="0" dirty="0">
                <a:solidFill>
                  <a:srgbClr val="000000"/>
                </a:solidFill>
                <a:latin typeface="微软雅黑" panose="020B0503020204020204" pitchFamily="34" charset="-122"/>
                <a:ea typeface="微软雅黑" panose="020B0503020204020204" pitchFamily="34" charset="-122"/>
              </a:rPr>
              <a:t>磁盘管理</a:t>
            </a:r>
            <a:endParaRPr kumimoji="1" lang="en-US" altLang="zh-CN" sz="2400" b="1" kern="0" dirty="0">
              <a:solidFill>
                <a:srgbClr val="000000"/>
              </a:solidFill>
              <a:latin typeface="Helvetica"/>
            </a:endParaRPr>
          </a:p>
          <a:p>
            <a:pPr marL="341313" indent="-341313">
              <a:lnSpc>
                <a:spcPct val="250000"/>
              </a:lnSpc>
              <a:spcBef>
                <a:spcPct val="35000"/>
              </a:spcBef>
              <a:buClr>
                <a:srgbClr val="993300"/>
              </a:buClr>
              <a:buSzPct val="90000"/>
              <a:buFont typeface="Wingdings" panose="05000000000000000000" pitchFamily="2" charset="2"/>
              <a:buChar char="p"/>
              <a:defRPr/>
            </a:pPr>
            <a:r>
              <a:rPr kumimoji="1" lang="zh-CN" altLang="en-US" sz="2400" b="1" kern="0" dirty="0">
                <a:solidFill>
                  <a:srgbClr val="000000"/>
                </a:solidFill>
                <a:latin typeface="微软雅黑" panose="020B0503020204020204" pitchFamily="34" charset="-122"/>
                <a:ea typeface="微软雅黑" panose="020B0503020204020204" pitchFamily="34" charset="-122"/>
              </a:rPr>
              <a:t>交换空间管理</a:t>
            </a:r>
            <a:endParaRPr kumimoji="1" lang="en-US" altLang="zh-CN" sz="2400" b="1" kern="0" dirty="0">
              <a:solidFill>
                <a:srgbClr val="000000"/>
              </a:solidFill>
              <a:latin typeface="Helvetica"/>
            </a:endParaRPr>
          </a:p>
          <a:p>
            <a:pPr marL="341313" indent="-341313">
              <a:lnSpc>
                <a:spcPct val="250000"/>
              </a:lnSpc>
              <a:spcBef>
                <a:spcPct val="35000"/>
              </a:spcBef>
              <a:buClr>
                <a:srgbClr val="993300"/>
              </a:buClr>
              <a:buSzPct val="90000"/>
              <a:buFont typeface="Wingdings" panose="05000000000000000000" pitchFamily="2" charset="2"/>
              <a:buChar char="p"/>
              <a:defRPr/>
            </a:pPr>
            <a:r>
              <a:rPr kumimoji="1" lang="en-US" altLang="en-US" sz="2400" b="1" kern="0" dirty="0">
                <a:solidFill>
                  <a:srgbClr val="000000"/>
                </a:solidFill>
                <a:latin typeface="微软雅黑" panose="020B0503020204020204" pitchFamily="34" charset="-122"/>
                <a:ea typeface="微软雅黑" panose="020B0503020204020204" pitchFamily="34" charset="-122"/>
              </a:rPr>
              <a:t>RAID</a:t>
            </a:r>
            <a:r>
              <a:rPr kumimoji="1" lang="zh-CN" altLang="en-US" sz="2400" b="1" kern="0" dirty="0">
                <a:solidFill>
                  <a:srgbClr val="000000"/>
                </a:solidFill>
                <a:latin typeface="微软雅黑" panose="020B0503020204020204" pitchFamily="34" charset="-122"/>
                <a:ea typeface="微软雅黑" panose="020B0503020204020204" pitchFamily="34" charset="-122"/>
              </a:rPr>
              <a:t>结构</a:t>
            </a:r>
            <a:r>
              <a:rPr kumimoji="1" lang="en-US" altLang="en-US" sz="2400" b="1" kern="0" dirty="0">
                <a:solidFill>
                  <a:srgbClr val="000000"/>
                </a:solidFill>
                <a:latin typeface="Helvetica"/>
              </a:rPr>
              <a:t>*</a:t>
            </a:r>
          </a:p>
          <a:p>
            <a:pPr marL="341313" indent="-341313">
              <a:lnSpc>
                <a:spcPct val="250000"/>
              </a:lnSpc>
              <a:spcBef>
                <a:spcPct val="35000"/>
              </a:spcBef>
              <a:buClr>
                <a:srgbClr val="993300"/>
              </a:buClr>
              <a:buSzPct val="90000"/>
              <a:buFont typeface="Wingdings" panose="05000000000000000000" pitchFamily="2" charset="2"/>
              <a:buChar char="p"/>
              <a:defRPr/>
            </a:pPr>
            <a:r>
              <a:rPr kumimoji="1" lang="zh-CN" altLang="en-US" sz="2400" b="1" kern="0" dirty="0">
                <a:solidFill>
                  <a:srgbClr val="000000"/>
                </a:solidFill>
                <a:latin typeface="微软雅黑" panose="020B0503020204020204" pitchFamily="34" charset="-122"/>
                <a:ea typeface="微软雅黑" panose="020B0503020204020204" pitchFamily="34" charset="-122"/>
              </a:rPr>
              <a:t>稳定的存储器实现</a:t>
            </a:r>
            <a:r>
              <a:rPr kumimoji="1" lang="en-US" altLang="en-US" sz="2400" b="1" kern="0" dirty="0">
                <a:solidFill>
                  <a:srgbClr val="000000"/>
                </a:solidFill>
                <a:latin typeface="Helvetica"/>
              </a:rPr>
              <a:t>*</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F672120-429C-3203-27A2-CD4650124726}"/>
              </a:ext>
            </a:extLst>
          </p:cNvPr>
          <p:cNvSpPr>
            <a:spLocks noGrp="1" noChangeArrowheads="1"/>
          </p:cNvSpPr>
          <p:nvPr>
            <p:ph type="title"/>
          </p:nvPr>
        </p:nvSpPr>
        <p:spPr>
          <a:xfrm>
            <a:off x="2678113" y="168275"/>
            <a:ext cx="7683500" cy="576263"/>
          </a:xfrm>
        </p:spPr>
        <p:txBody>
          <a:bodyPr/>
          <a:lstStyle/>
          <a:p>
            <a:pPr eaLnBrk="1" hangingPunct="1"/>
            <a:r>
              <a:rPr lang="en-US" altLang="zh-CN">
                <a:latin typeface="微软雅黑" panose="020B0503020204020204" pitchFamily="34" charset="-122"/>
                <a:ea typeface="微软雅黑" panose="020B0503020204020204" pitchFamily="34" charset="-122"/>
              </a:rPr>
              <a:t>10.1 </a:t>
            </a:r>
            <a:r>
              <a:rPr lang="zh-CN" altLang="en-US">
                <a:latin typeface="微软雅黑" panose="020B0503020204020204" pitchFamily="34" charset="-122"/>
                <a:ea typeface="微软雅黑" panose="020B0503020204020204" pitchFamily="34" charset="-122"/>
              </a:rPr>
              <a:t>大容量存储结构</a:t>
            </a:r>
            <a:endParaRPr lang="en-US" altLang="en-US"/>
          </a:p>
        </p:txBody>
      </p:sp>
      <p:sp>
        <p:nvSpPr>
          <p:cNvPr id="9219" name="Rectangle 3">
            <a:extLst>
              <a:ext uri="{FF2B5EF4-FFF2-40B4-BE49-F238E27FC236}">
                <a16:creationId xmlns:a16="http://schemas.microsoft.com/office/drawing/2014/main" id="{2AF3FC42-71E8-F1E4-E4D6-AEE333823C35}"/>
              </a:ext>
            </a:extLst>
          </p:cNvPr>
          <p:cNvSpPr>
            <a:spLocks noGrp="1" noChangeArrowheads="1"/>
          </p:cNvSpPr>
          <p:nvPr>
            <p:ph type="body" idx="1"/>
          </p:nvPr>
        </p:nvSpPr>
        <p:spPr>
          <a:xfrm>
            <a:off x="604838" y="965200"/>
            <a:ext cx="10982325" cy="5270500"/>
          </a:xfrm>
        </p:spPr>
        <p:txBody>
          <a:bodyPr/>
          <a:lstStyle/>
          <a:p>
            <a:pPr>
              <a:lnSpc>
                <a:spcPct val="200000"/>
              </a:lnSpc>
              <a:buFont typeface="Wingdings" panose="05000000000000000000" pitchFamily="2" charset="2"/>
              <a:buChar char="p"/>
            </a:pPr>
            <a:r>
              <a:rPr lang="zh-CN" altLang="en-US" sz="2400" b="1">
                <a:solidFill>
                  <a:srgbClr val="0070C0"/>
                </a:solidFill>
                <a:latin typeface="微软雅黑" panose="020B0503020204020204" pitchFamily="34" charset="-122"/>
                <a:ea typeface="微软雅黑" panose="020B0503020204020204" pitchFamily="34" charset="-122"/>
              </a:rPr>
              <a:t>磁盘</a:t>
            </a:r>
            <a:r>
              <a:rPr lang="en-US" altLang="en-US" sz="2400">
                <a:solidFill>
                  <a:srgbClr val="3366FF"/>
                </a:solidFill>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为现代计算机提供大量二级存储</a:t>
            </a:r>
            <a:endParaRPr lang="en-US" altLang="en-US" sz="2400">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驱动器以每秒</a:t>
            </a:r>
            <a:r>
              <a:rPr lang="en-US" altLang="zh-CN" sz="2400">
                <a:latin typeface="微软雅黑" panose="020B0503020204020204" pitchFamily="34" charset="-122"/>
                <a:ea typeface="微软雅黑" panose="020B0503020204020204" pitchFamily="34" charset="-122"/>
              </a:rPr>
              <a:t>60</a:t>
            </a:r>
            <a:r>
              <a:rPr lang="zh-CN" altLang="en-US" sz="2400">
                <a:latin typeface="微软雅黑" panose="020B0503020204020204" pitchFamily="34" charset="-122"/>
                <a:ea typeface="微软雅黑" panose="020B0503020204020204" pitchFamily="34" charset="-122"/>
              </a:rPr>
              <a:t>到</a:t>
            </a:r>
            <a:r>
              <a:rPr lang="en-US" altLang="zh-CN" sz="2400">
                <a:latin typeface="微软雅黑" panose="020B0503020204020204" pitchFamily="34" charset="-122"/>
                <a:ea typeface="微软雅黑" panose="020B0503020204020204" pitchFamily="34" charset="-122"/>
              </a:rPr>
              <a:t>250</a:t>
            </a:r>
            <a:r>
              <a:rPr lang="zh-CN" altLang="en-US" sz="2400">
                <a:latin typeface="微软雅黑" panose="020B0503020204020204" pitchFamily="34" charset="-122"/>
                <a:ea typeface="微软雅黑" panose="020B0503020204020204" pitchFamily="34" charset="-122"/>
              </a:rPr>
              <a:t>次的速度旋转</a:t>
            </a:r>
            <a:endParaRPr lang="en-US" altLang="zh-CN" sz="2400">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n"/>
            </a:pPr>
            <a:r>
              <a:rPr lang="zh-CN" altLang="en-US" sz="2400" b="1">
                <a:solidFill>
                  <a:srgbClr val="0070C0"/>
                </a:solidFill>
                <a:latin typeface="微软雅黑" panose="020B0503020204020204" pitchFamily="34" charset="-122"/>
                <a:ea typeface="微软雅黑" panose="020B0503020204020204" pitchFamily="34" charset="-122"/>
              </a:rPr>
              <a:t>传输速率</a:t>
            </a:r>
            <a:r>
              <a:rPr lang="zh-CN" altLang="en-US" sz="2400">
                <a:latin typeface="微软雅黑" panose="020B0503020204020204" pitchFamily="34" charset="-122"/>
                <a:ea typeface="微软雅黑" panose="020B0503020204020204" pitchFamily="34" charset="-122"/>
              </a:rPr>
              <a:t>是</a:t>
            </a:r>
            <a:r>
              <a:rPr lang="zh-CN" altLang="en-US" sz="2400" b="1">
                <a:latin typeface="微软雅黑" panose="020B0503020204020204" pitchFamily="34" charset="-122"/>
                <a:ea typeface="微软雅黑" panose="020B0503020204020204" pitchFamily="34" charset="-122"/>
              </a:rPr>
              <a:t>驱动器和计算机之间数据流的速率</a:t>
            </a:r>
            <a:endParaRPr lang="en-US" altLang="zh-CN" sz="2400" b="1">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n"/>
            </a:pPr>
            <a:r>
              <a:rPr lang="zh-CN" altLang="en-US" sz="2400" b="1">
                <a:solidFill>
                  <a:srgbClr val="0070C0"/>
                </a:solidFill>
                <a:latin typeface="微软雅黑" panose="020B0503020204020204" pitchFamily="34" charset="-122"/>
                <a:ea typeface="微软雅黑" panose="020B0503020204020204" pitchFamily="34" charset="-122"/>
              </a:rPr>
              <a:t>定位时间</a:t>
            </a:r>
            <a:r>
              <a:rPr lang="en-US" altLang="en-US" sz="2400">
                <a:solidFill>
                  <a:srgbClr val="0070C0"/>
                </a:solidFill>
                <a:latin typeface="微软雅黑" panose="020B0503020204020204" pitchFamily="34" charset="-122"/>
                <a:ea typeface="微软雅黑" panose="020B0503020204020204" pitchFamily="34" charset="-122"/>
              </a:rPr>
              <a:t> (</a:t>
            </a:r>
            <a:r>
              <a:rPr lang="zh-CN" altLang="en-US" sz="2400" b="1">
                <a:solidFill>
                  <a:srgbClr val="0070C0"/>
                </a:solidFill>
                <a:latin typeface="微软雅黑" panose="020B0503020204020204" pitchFamily="34" charset="-122"/>
                <a:ea typeface="微软雅黑" panose="020B0503020204020204" pitchFamily="34" charset="-122"/>
              </a:rPr>
              <a:t>随机访问时间</a:t>
            </a:r>
            <a:r>
              <a:rPr lang="en-US" altLang="en-US" sz="2400">
                <a:solidFill>
                  <a:srgbClr val="0070C0"/>
                </a:solidFill>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是将磁臂移动到所需柱面的时间</a:t>
            </a:r>
            <a:r>
              <a:rPr lang="en-US" altLang="en-US" sz="2400">
                <a:latin typeface="微软雅黑" panose="020B0503020204020204" pitchFamily="34" charset="-122"/>
                <a:ea typeface="微软雅黑" panose="020B0503020204020204" pitchFamily="34" charset="-122"/>
              </a:rPr>
              <a:t> (</a:t>
            </a:r>
            <a:r>
              <a:rPr lang="zh-CN" altLang="en-US" sz="2400" b="1">
                <a:solidFill>
                  <a:srgbClr val="0070C0"/>
                </a:solidFill>
                <a:latin typeface="微软雅黑" panose="020B0503020204020204" pitchFamily="34" charset="-122"/>
                <a:ea typeface="微软雅黑" panose="020B0503020204020204" pitchFamily="34" charset="-122"/>
              </a:rPr>
              <a:t>寻道时间</a:t>
            </a:r>
            <a:r>
              <a:rPr lang="en-US" altLang="en-US"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和磁头旋转到所需扇区的时间 </a:t>
            </a:r>
            <a:r>
              <a:rPr lang="en-US" altLang="en-US" sz="2400">
                <a:latin typeface="微软雅黑" panose="020B0503020204020204" pitchFamily="34" charset="-122"/>
                <a:ea typeface="微软雅黑" panose="020B0503020204020204" pitchFamily="34" charset="-122"/>
              </a:rPr>
              <a:t>(</a:t>
            </a:r>
            <a:r>
              <a:rPr lang="zh-CN" altLang="en-US" sz="2400" b="1">
                <a:solidFill>
                  <a:srgbClr val="0070C0"/>
                </a:solidFill>
                <a:latin typeface="微软雅黑" panose="020B0503020204020204" pitchFamily="34" charset="-122"/>
                <a:ea typeface="微软雅黑" panose="020B0503020204020204" pitchFamily="34" charset="-122"/>
              </a:rPr>
              <a:t>旋转延迟</a:t>
            </a:r>
            <a:r>
              <a:rPr lang="en-US" altLang="en-US" sz="2400">
                <a:latin typeface="微软雅黑" panose="020B0503020204020204" pitchFamily="34" charset="-122"/>
                <a:ea typeface="微软雅黑" panose="020B0503020204020204" pitchFamily="34" charset="-122"/>
              </a:rPr>
              <a:t>)</a:t>
            </a:r>
          </a:p>
          <a:p>
            <a:pPr lvl="1">
              <a:lnSpc>
                <a:spcPct val="200000"/>
              </a:lnSpc>
              <a:buFont typeface="Wingdings" panose="05000000000000000000" pitchFamily="2" charset="2"/>
              <a:buChar char="n"/>
            </a:pPr>
            <a:r>
              <a:rPr lang="zh-CN" altLang="en-US" sz="2400" b="1">
                <a:solidFill>
                  <a:srgbClr val="0070C0"/>
                </a:solidFill>
                <a:latin typeface="微软雅黑" panose="020B0503020204020204" pitchFamily="34" charset="-122"/>
                <a:ea typeface="微软雅黑" panose="020B0503020204020204" pitchFamily="34" charset="-122"/>
              </a:rPr>
              <a:t>磁头碰撞</a:t>
            </a:r>
            <a:r>
              <a:rPr lang="en-US" altLang="en-US" sz="2400">
                <a:solidFill>
                  <a:srgbClr val="3366FF"/>
                </a:solidFill>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是由磁头与磁盘表面接触造成的 </a:t>
            </a: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这很糟糕</a:t>
            </a:r>
            <a:r>
              <a:rPr lang="en-US" altLang="en-US" sz="2400">
                <a:latin typeface="微软雅黑" panose="020B0503020204020204" pitchFamily="34" charset="-122"/>
                <a:ea typeface="微软雅黑" panose="020B0503020204020204" pitchFamily="34" charset="-122"/>
              </a:rPr>
              <a:t> </a:t>
            </a:r>
            <a:endParaRPr lang="en-US" altLang="ja-JP" sz="2400">
              <a:latin typeface="微软雅黑" panose="020B0503020204020204" pitchFamily="34" charset="-122"/>
              <a:ea typeface="微软雅黑" panose="020B0503020204020204" pitchFamily="34" charset="-122"/>
            </a:endParaRPr>
          </a:p>
        </p:txBody>
      </p:sp>
      <p:pic>
        <p:nvPicPr>
          <p:cNvPr id="9220" name="图片 3">
            <a:extLst>
              <a:ext uri="{FF2B5EF4-FFF2-40B4-BE49-F238E27FC236}">
                <a16:creationId xmlns:a16="http://schemas.microsoft.com/office/drawing/2014/main" id="{22993DB0-0A39-0D78-D4A1-D96CB26E6F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8338" y="1603375"/>
            <a:ext cx="1177925"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图片 5">
            <a:extLst>
              <a:ext uri="{FF2B5EF4-FFF2-40B4-BE49-F238E27FC236}">
                <a16:creationId xmlns:a16="http://schemas.microsoft.com/office/drawing/2014/main" id="{F7DB1B02-0DA9-8AD7-683B-11E2DF6A5C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94900" y="1565275"/>
            <a:ext cx="1514475"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6D735D5-EA18-E532-7637-DCEBBA809287}"/>
              </a:ext>
            </a:extLst>
          </p:cNvPr>
          <p:cNvSpPr>
            <a:spLocks noGrp="1" noChangeArrowheads="1"/>
          </p:cNvSpPr>
          <p:nvPr>
            <p:ph type="title"/>
          </p:nvPr>
        </p:nvSpPr>
        <p:spPr>
          <a:xfrm>
            <a:off x="2678113" y="168275"/>
            <a:ext cx="7683500" cy="576263"/>
          </a:xfrm>
        </p:spPr>
        <p:txBody>
          <a:bodyPr/>
          <a:lstStyle/>
          <a:p>
            <a:pPr eaLnBrk="1" hangingPunct="1"/>
            <a:r>
              <a:rPr lang="zh-CN" altLang="en-US">
                <a:latin typeface="微软雅黑" panose="020B0503020204020204" pitchFamily="34" charset="-122"/>
                <a:ea typeface="微软雅黑" panose="020B0503020204020204" pitchFamily="34" charset="-122"/>
              </a:rPr>
              <a:t>大容量存储结构</a:t>
            </a:r>
            <a:endParaRPr lang="en-US" altLang="en-US"/>
          </a:p>
        </p:txBody>
      </p:sp>
      <p:sp>
        <p:nvSpPr>
          <p:cNvPr id="11267" name="Rectangle 3">
            <a:extLst>
              <a:ext uri="{FF2B5EF4-FFF2-40B4-BE49-F238E27FC236}">
                <a16:creationId xmlns:a16="http://schemas.microsoft.com/office/drawing/2014/main" id="{5C6D6842-AC0D-0673-B1B6-4C9918ED82F1}"/>
              </a:ext>
            </a:extLst>
          </p:cNvPr>
          <p:cNvSpPr>
            <a:spLocks noGrp="1" noChangeArrowheads="1"/>
          </p:cNvSpPr>
          <p:nvPr>
            <p:ph type="body" idx="1"/>
          </p:nvPr>
        </p:nvSpPr>
        <p:spPr>
          <a:xfrm>
            <a:off x="604838" y="965200"/>
            <a:ext cx="11380787" cy="5270500"/>
          </a:xfrm>
        </p:spPr>
        <p:txBody>
          <a:bodyPr/>
          <a:lstStyle/>
          <a:p>
            <a:pPr>
              <a:lnSpc>
                <a:spcPct val="20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磁盘可以是可移动的（</a:t>
            </a:r>
            <a:r>
              <a:rPr lang="zh-CN" altLang="en-US" sz="2400" b="1">
                <a:latin typeface="微软雅黑" panose="020B0503020204020204" pitchFamily="34" charset="-122"/>
                <a:ea typeface="微软雅黑" panose="020B0503020204020204" pitchFamily="34" charset="-122"/>
              </a:rPr>
              <a:t>软盘、</a:t>
            </a:r>
            <a:r>
              <a:rPr lang="en-US" altLang="zh-CN" sz="2400" b="1">
                <a:latin typeface="微软雅黑" panose="020B0503020204020204" pitchFamily="34" charset="-122"/>
                <a:ea typeface="微软雅黑" panose="020B0503020204020204" pitchFamily="34" charset="-122"/>
              </a:rPr>
              <a:t>CD</a:t>
            </a: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DVD</a:t>
            </a:r>
            <a:r>
              <a:rPr lang="zh-CN" altLang="en-US" sz="2400" b="1">
                <a:latin typeface="微软雅黑" panose="020B0503020204020204" pitchFamily="34" charset="-122"/>
                <a:ea typeface="微软雅黑" panose="020B0503020204020204" pitchFamily="34" charset="-122"/>
              </a:rPr>
              <a:t>、闪存驱动器、固态存储设备</a:t>
            </a:r>
            <a:r>
              <a:rPr lang="en-US" altLang="zh-CN" sz="2400" b="1">
                <a:latin typeface="微软雅黑" panose="020B0503020204020204" pitchFamily="34" charset="-122"/>
                <a:ea typeface="微软雅黑" panose="020B0503020204020204" pitchFamily="34" charset="-122"/>
              </a:rPr>
              <a:t>SSD</a:t>
            </a:r>
            <a:r>
              <a:rPr lang="zh-CN" altLang="en-US" sz="2400">
                <a:latin typeface="微软雅黑" panose="020B0503020204020204" pitchFamily="34" charset="-122"/>
                <a:ea typeface="微软雅黑" panose="020B0503020204020204" pitchFamily="34" charset="-122"/>
              </a:rPr>
              <a:t>）</a:t>
            </a:r>
            <a:endParaRPr lang="en-US" altLang="en-US" sz="240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驱动器通过</a:t>
            </a:r>
            <a:r>
              <a:rPr lang="en-US" altLang="en-US" sz="2400" b="1">
                <a:solidFill>
                  <a:srgbClr val="0070C0"/>
                </a:solidFill>
                <a:latin typeface="微软雅黑" panose="020B0503020204020204" pitchFamily="34" charset="-122"/>
                <a:ea typeface="微软雅黑" panose="020B0503020204020204" pitchFamily="34" charset="-122"/>
              </a:rPr>
              <a:t>I/O</a:t>
            </a:r>
            <a:r>
              <a:rPr lang="zh-CN" altLang="en-US" sz="2400" b="1">
                <a:solidFill>
                  <a:srgbClr val="0070C0"/>
                </a:solidFill>
                <a:latin typeface="微软雅黑" panose="020B0503020204020204" pitchFamily="34" charset="-122"/>
                <a:ea typeface="微软雅黑" panose="020B0503020204020204" pitchFamily="34" charset="-122"/>
              </a:rPr>
              <a:t>总线</a:t>
            </a:r>
            <a:r>
              <a:rPr lang="zh-CN" altLang="en-US" sz="2400">
                <a:latin typeface="微软雅黑" panose="020B0503020204020204" pitchFamily="34" charset="-122"/>
                <a:ea typeface="微软雅黑" panose="020B0503020204020204" pitchFamily="34" charset="-122"/>
              </a:rPr>
              <a:t>连接到计算机</a:t>
            </a:r>
            <a:endParaRPr lang="en-US" altLang="en-US" sz="2400" b="1">
              <a:solidFill>
                <a:srgbClr val="3366FF"/>
              </a:solidFill>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总线各不相同</a:t>
            </a:r>
            <a:r>
              <a:rPr lang="en-US" altLang="en-US"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包括</a:t>
            </a:r>
            <a:r>
              <a:rPr lang="en-US" altLang="en-US" sz="2400">
                <a:latin typeface="微软雅黑" panose="020B0503020204020204" pitchFamily="34" charset="-122"/>
                <a:ea typeface="微软雅黑" panose="020B0503020204020204" pitchFamily="34" charset="-122"/>
              </a:rPr>
              <a:t> </a:t>
            </a:r>
            <a:r>
              <a:rPr lang="en-US" altLang="en-US" sz="2400" b="1">
                <a:solidFill>
                  <a:srgbClr val="0070C0"/>
                </a:solidFill>
                <a:latin typeface="微软雅黑" panose="020B0503020204020204" pitchFamily="34" charset="-122"/>
                <a:ea typeface="微软雅黑" panose="020B0503020204020204" pitchFamily="34" charset="-122"/>
              </a:rPr>
              <a:t>EIDE</a:t>
            </a:r>
            <a:r>
              <a:rPr lang="en-US" altLang="en-US" sz="2400">
                <a:solidFill>
                  <a:srgbClr val="0070C0"/>
                </a:solidFill>
                <a:latin typeface="微软雅黑" panose="020B0503020204020204" pitchFamily="34" charset="-122"/>
                <a:ea typeface="微软雅黑" panose="020B0503020204020204" pitchFamily="34" charset="-122"/>
              </a:rPr>
              <a:t>,</a:t>
            </a:r>
            <a:r>
              <a:rPr lang="en-US" altLang="en-US" sz="2400" b="1">
                <a:solidFill>
                  <a:srgbClr val="0070C0"/>
                </a:solidFill>
                <a:latin typeface="微软雅黑" panose="020B0503020204020204" pitchFamily="34" charset="-122"/>
                <a:ea typeface="微软雅黑" panose="020B0503020204020204" pitchFamily="34" charset="-122"/>
              </a:rPr>
              <a:t> ATA</a:t>
            </a:r>
            <a:r>
              <a:rPr lang="en-US" altLang="en-US" sz="2400">
                <a:solidFill>
                  <a:srgbClr val="0070C0"/>
                </a:solidFill>
                <a:latin typeface="微软雅黑" panose="020B0503020204020204" pitchFamily="34" charset="-122"/>
                <a:ea typeface="微软雅黑" panose="020B0503020204020204" pitchFamily="34" charset="-122"/>
              </a:rPr>
              <a:t>,</a:t>
            </a:r>
            <a:r>
              <a:rPr lang="en-US" altLang="en-US" sz="2400" b="1">
                <a:solidFill>
                  <a:srgbClr val="0070C0"/>
                </a:solidFill>
                <a:latin typeface="微软雅黑" panose="020B0503020204020204" pitchFamily="34" charset="-122"/>
                <a:ea typeface="微软雅黑" panose="020B0503020204020204" pitchFamily="34" charset="-122"/>
              </a:rPr>
              <a:t> SATA</a:t>
            </a:r>
            <a:r>
              <a:rPr lang="en-US" altLang="en-US" sz="2400">
                <a:solidFill>
                  <a:srgbClr val="0070C0"/>
                </a:solidFill>
                <a:latin typeface="微软雅黑" panose="020B0503020204020204" pitchFamily="34" charset="-122"/>
                <a:ea typeface="微软雅黑" panose="020B0503020204020204" pitchFamily="34" charset="-122"/>
              </a:rPr>
              <a:t>,</a:t>
            </a:r>
            <a:r>
              <a:rPr lang="en-US" altLang="en-US" sz="2400" b="1">
                <a:solidFill>
                  <a:srgbClr val="0070C0"/>
                </a:solidFill>
                <a:latin typeface="微软雅黑" panose="020B0503020204020204" pitchFamily="34" charset="-122"/>
                <a:ea typeface="微软雅黑" panose="020B0503020204020204" pitchFamily="34" charset="-122"/>
              </a:rPr>
              <a:t> USB</a:t>
            </a:r>
            <a:r>
              <a:rPr lang="en-US" altLang="en-US" sz="2400">
                <a:solidFill>
                  <a:srgbClr val="0070C0"/>
                </a:solidFill>
                <a:latin typeface="微软雅黑" panose="020B0503020204020204" pitchFamily="34" charset="-122"/>
                <a:ea typeface="微软雅黑" panose="020B0503020204020204" pitchFamily="34" charset="-122"/>
              </a:rPr>
              <a:t>,</a:t>
            </a:r>
            <a:r>
              <a:rPr lang="en-US" altLang="en-US" sz="2400" b="1">
                <a:solidFill>
                  <a:srgbClr val="0070C0"/>
                </a:solidFill>
                <a:latin typeface="微软雅黑" panose="020B0503020204020204" pitchFamily="34" charset="-122"/>
                <a:ea typeface="微软雅黑" panose="020B0503020204020204" pitchFamily="34" charset="-122"/>
              </a:rPr>
              <a:t> </a:t>
            </a:r>
            <a:r>
              <a:rPr lang="zh-CN" altLang="en-US" sz="2400" b="1">
                <a:solidFill>
                  <a:srgbClr val="0070C0"/>
                </a:solidFill>
                <a:latin typeface="微软雅黑" panose="020B0503020204020204" pitchFamily="34" charset="-122"/>
                <a:ea typeface="微软雅黑" panose="020B0503020204020204" pitchFamily="34" charset="-122"/>
              </a:rPr>
              <a:t>光纤通道</a:t>
            </a:r>
            <a:r>
              <a:rPr lang="en-US" altLang="en-US" sz="2400">
                <a:solidFill>
                  <a:srgbClr val="0070C0"/>
                </a:solidFill>
                <a:latin typeface="微软雅黑" panose="020B0503020204020204" pitchFamily="34" charset="-122"/>
                <a:ea typeface="微软雅黑" panose="020B0503020204020204" pitchFamily="34" charset="-122"/>
              </a:rPr>
              <a:t>,</a:t>
            </a:r>
            <a:r>
              <a:rPr lang="en-US" altLang="en-US" sz="2400" b="1">
                <a:solidFill>
                  <a:srgbClr val="0070C0"/>
                </a:solidFill>
                <a:latin typeface="微软雅黑" panose="020B0503020204020204" pitchFamily="34" charset="-122"/>
                <a:ea typeface="微软雅黑" panose="020B0503020204020204" pitchFamily="34" charset="-122"/>
              </a:rPr>
              <a:t> SCSI, SAS, Firewire</a:t>
            </a:r>
          </a:p>
          <a:p>
            <a:pPr lvl="1">
              <a:lnSpc>
                <a:spcPct val="20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计算机中的</a:t>
            </a:r>
            <a:r>
              <a:rPr lang="zh-CN" altLang="en-US" sz="2400" b="1">
                <a:solidFill>
                  <a:srgbClr val="0070C0"/>
                </a:solidFill>
                <a:latin typeface="微软雅黑" panose="020B0503020204020204" pitchFamily="34" charset="-122"/>
                <a:ea typeface="微软雅黑" panose="020B0503020204020204" pitchFamily="34" charset="-122"/>
              </a:rPr>
              <a:t>主机控制器</a:t>
            </a:r>
            <a:r>
              <a:rPr lang="zh-CN" altLang="en-US" sz="2400">
                <a:latin typeface="微软雅黑" panose="020B0503020204020204" pitchFamily="34" charset="-122"/>
                <a:ea typeface="微软雅黑" panose="020B0503020204020204" pitchFamily="34" charset="-122"/>
              </a:rPr>
              <a:t>使用</a:t>
            </a:r>
            <a:r>
              <a:rPr lang="zh-CN" altLang="en-US" sz="2400" b="1">
                <a:latin typeface="微软雅黑" panose="020B0503020204020204" pitchFamily="34" charset="-122"/>
                <a:ea typeface="微软雅黑" panose="020B0503020204020204" pitchFamily="34" charset="-122"/>
              </a:rPr>
              <a:t>总线</a:t>
            </a:r>
            <a:r>
              <a:rPr lang="zh-CN" altLang="en-US" sz="2400">
                <a:latin typeface="微软雅黑" panose="020B0503020204020204" pitchFamily="34" charset="-122"/>
                <a:ea typeface="微软雅黑" panose="020B0503020204020204" pitchFamily="34" charset="-122"/>
              </a:rPr>
              <a:t>与</a:t>
            </a:r>
            <a:r>
              <a:rPr lang="zh-CN" altLang="en-US" sz="2400" b="1">
                <a:latin typeface="微软雅黑" panose="020B0503020204020204" pitchFamily="34" charset="-122"/>
                <a:ea typeface="微软雅黑" panose="020B0503020204020204" pitchFamily="34" charset="-122"/>
              </a:rPr>
              <a:t>驱动器或存储阵列</a:t>
            </a:r>
            <a:r>
              <a:rPr lang="zh-CN" altLang="en-US" sz="2400">
                <a:latin typeface="微软雅黑" panose="020B0503020204020204" pitchFamily="34" charset="-122"/>
                <a:ea typeface="微软雅黑" panose="020B0503020204020204" pitchFamily="34" charset="-122"/>
              </a:rPr>
              <a:t>中内置的</a:t>
            </a:r>
            <a:r>
              <a:rPr lang="zh-CN" altLang="en-US" sz="2400" b="1">
                <a:solidFill>
                  <a:srgbClr val="0070C0"/>
                </a:solidFill>
                <a:latin typeface="微软雅黑" panose="020B0503020204020204" pitchFamily="34" charset="-122"/>
                <a:ea typeface="微软雅黑" panose="020B0503020204020204" pitchFamily="34" charset="-122"/>
              </a:rPr>
              <a:t>磁盘控制器</a:t>
            </a:r>
            <a:r>
              <a:rPr lang="zh-CN" altLang="en-US" sz="2400">
                <a:latin typeface="微软雅黑" panose="020B0503020204020204" pitchFamily="34" charset="-122"/>
                <a:ea typeface="微软雅黑" panose="020B0503020204020204" pitchFamily="34" charset="-122"/>
              </a:rPr>
              <a:t>通信</a:t>
            </a:r>
            <a:endParaRPr lang="en-US" altLang="en-US" sz="2400">
              <a:latin typeface="微软雅黑" panose="020B0503020204020204" pitchFamily="34" charset="-122"/>
              <a:ea typeface="微软雅黑" panose="020B0503020204020204" pitchFamily="34" charset="-122"/>
            </a:endParaRPr>
          </a:p>
          <a:p>
            <a:pPr lvl="2">
              <a:lnSpc>
                <a:spcPct val="200000"/>
              </a:lnSpc>
              <a:buFont typeface="Wingdings" panose="05000000000000000000" pitchFamily="2" charset="2"/>
              <a:buChar char="Ø"/>
            </a:pPr>
            <a:r>
              <a:rPr lang="zh-CN" altLang="en-US" sz="2400" b="1">
                <a:solidFill>
                  <a:srgbClr val="0070C0"/>
                </a:solidFill>
                <a:latin typeface="微软雅黑" panose="020B0503020204020204" pitchFamily="34" charset="-122"/>
                <a:ea typeface="微软雅黑" panose="020B0503020204020204" pitchFamily="34" charset="-122"/>
              </a:rPr>
              <a:t>磁盘控制器</a:t>
            </a:r>
            <a:r>
              <a:rPr lang="zh-CN" altLang="en-US" sz="2400">
                <a:latin typeface="微软雅黑" panose="020B0503020204020204" pitchFamily="34" charset="-122"/>
                <a:ea typeface="微软雅黑" panose="020B0503020204020204" pitchFamily="34" charset="-122"/>
              </a:rPr>
              <a:t>通常具有内置缓存</a:t>
            </a:r>
            <a:endParaRPr lang="en-US" altLang="en-US" sz="2400">
              <a:latin typeface="微软雅黑" panose="020B0503020204020204" pitchFamily="34" charset="-122"/>
              <a:ea typeface="微软雅黑" panose="020B0503020204020204" pitchFamily="34" charset="-122"/>
            </a:endParaRPr>
          </a:p>
          <a:p>
            <a:pPr lvl="2">
              <a:lnSpc>
                <a:spcPct val="200000"/>
              </a:lnSpc>
            </a:pPr>
            <a:endParaRPr lang="en-US" altLang="en-US" sz="2400"/>
          </a:p>
        </p:txBody>
      </p:sp>
      <p:pic>
        <p:nvPicPr>
          <p:cNvPr id="11268" name="图片 4">
            <a:extLst>
              <a:ext uri="{FF2B5EF4-FFF2-40B4-BE49-F238E27FC236}">
                <a16:creationId xmlns:a16="http://schemas.microsoft.com/office/drawing/2014/main" id="{C82B3752-D3D1-BC67-8A3B-818EEB77CF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53688" y="1812925"/>
            <a:ext cx="1260475"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a:extLst>
              <a:ext uri="{FF2B5EF4-FFF2-40B4-BE49-F238E27FC236}">
                <a16:creationId xmlns:a16="http://schemas.microsoft.com/office/drawing/2014/main" id="{73D3C5E7-D81B-371D-E87A-57AEC4B091F6}"/>
              </a:ext>
            </a:extLst>
          </p:cNvPr>
          <p:cNvSpPr>
            <a:spLocks noGrp="1" noChangeArrowheads="1"/>
          </p:cNvSpPr>
          <p:nvPr>
            <p:ph type="title"/>
          </p:nvPr>
        </p:nvSpPr>
        <p:spPr>
          <a:xfrm>
            <a:off x="2682875" y="182563"/>
            <a:ext cx="7527925" cy="576262"/>
          </a:xfrm>
        </p:spPr>
        <p:txBody>
          <a:bodyPr/>
          <a:lstStyle/>
          <a:p>
            <a:pPr eaLnBrk="1" hangingPunct="1"/>
            <a:r>
              <a:rPr lang="zh-CN" altLang="en-US">
                <a:latin typeface="微软雅黑" panose="020B0503020204020204" pitchFamily="34" charset="-122"/>
                <a:ea typeface="微软雅黑" panose="020B0503020204020204" pitchFamily="34" charset="-122"/>
              </a:rPr>
              <a:t>磁头移动机制</a:t>
            </a:r>
            <a:endParaRPr lang="en-US" altLang="en-US"/>
          </a:p>
        </p:txBody>
      </p:sp>
      <p:pic>
        <p:nvPicPr>
          <p:cNvPr id="13315" name="Picture 1" descr="10_01.pdf">
            <a:extLst>
              <a:ext uri="{FF2B5EF4-FFF2-40B4-BE49-F238E27FC236}">
                <a16:creationId xmlns:a16="http://schemas.microsoft.com/office/drawing/2014/main" id="{200D4E96-B000-FF89-737F-48DF269C750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76663" y="1200150"/>
            <a:ext cx="5157787"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D1C92C63-8C11-00A5-F727-5926D3314BFF}"/>
              </a:ext>
            </a:extLst>
          </p:cNvPr>
          <p:cNvSpPr>
            <a:spLocks noGrp="1" noChangeArrowheads="1"/>
          </p:cNvSpPr>
          <p:nvPr>
            <p:ph type="title"/>
          </p:nvPr>
        </p:nvSpPr>
        <p:spPr>
          <a:xfrm>
            <a:off x="1981200" y="127000"/>
            <a:ext cx="8229600" cy="576263"/>
          </a:xfrm>
        </p:spPr>
        <p:txBody>
          <a:bodyPr/>
          <a:lstStyle/>
          <a:p>
            <a:r>
              <a:rPr lang="zh-CN" altLang="en-US">
                <a:latin typeface="微软雅黑" panose="020B0503020204020204" pitchFamily="34" charset="-122"/>
                <a:ea typeface="微软雅黑" panose="020B0503020204020204" pitchFamily="34" charset="-122"/>
              </a:rPr>
              <a:t>硬盘</a:t>
            </a:r>
            <a:endParaRPr lang="en-US" altLang="en-US"/>
          </a:p>
        </p:txBody>
      </p:sp>
      <p:sp>
        <p:nvSpPr>
          <p:cNvPr id="15363" name="Content Placeholder 2">
            <a:extLst>
              <a:ext uri="{FF2B5EF4-FFF2-40B4-BE49-F238E27FC236}">
                <a16:creationId xmlns:a16="http://schemas.microsoft.com/office/drawing/2014/main" id="{4D71769D-02D3-FFC2-0018-B9F6BF50CA22}"/>
              </a:ext>
            </a:extLst>
          </p:cNvPr>
          <p:cNvSpPr>
            <a:spLocks noGrp="1" noChangeArrowheads="1"/>
          </p:cNvSpPr>
          <p:nvPr>
            <p:ph idx="1"/>
          </p:nvPr>
        </p:nvSpPr>
        <p:spPr>
          <a:xfrm>
            <a:off x="600075" y="1028700"/>
            <a:ext cx="9020175" cy="5399088"/>
          </a:xfrm>
        </p:spPr>
        <p:txBody>
          <a:bodyPr/>
          <a:lstStyle/>
          <a:p>
            <a:pPr>
              <a:lnSpc>
                <a:spcPct val="15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盘片范围从</a:t>
            </a:r>
            <a:r>
              <a:rPr lang="en-US" altLang="zh-CN" sz="2400">
                <a:latin typeface="微软雅黑" panose="020B0503020204020204" pitchFamily="34" charset="-122"/>
                <a:ea typeface="微软雅黑" panose="020B0503020204020204" pitchFamily="34" charset="-122"/>
              </a:rPr>
              <a:t>0.85</a:t>
            </a:r>
            <a:r>
              <a:rPr lang="zh-CN" altLang="en-US" sz="2400">
                <a:latin typeface="微软雅黑" panose="020B0503020204020204" pitchFamily="34" charset="-122"/>
                <a:ea typeface="微软雅黑" panose="020B0503020204020204" pitchFamily="34" charset="-122"/>
              </a:rPr>
              <a:t>英寸到</a:t>
            </a:r>
            <a:r>
              <a:rPr lang="en-US" altLang="zh-CN" sz="2400">
                <a:latin typeface="微软雅黑" panose="020B0503020204020204" pitchFamily="34" charset="-122"/>
                <a:ea typeface="微软雅黑" panose="020B0503020204020204" pitchFamily="34" charset="-122"/>
              </a:rPr>
              <a:t>14</a:t>
            </a:r>
            <a:r>
              <a:rPr lang="zh-CN" altLang="en-US" sz="2400">
                <a:latin typeface="微软雅黑" panose="020B0503020204020204" pitchFamily="34" charset="-122"/>
                <a:ea typeface="微软雅黑" panose="020B0503020204020204" pitchFamily="34" charset="-122"/>
              </a:rPr>
              <a:t>英寸</a:t>
            </a:r>
            <a:r>
              <a:rPr lang="en-US" altLang="ja-JP"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历史上</a:t>
            </a:r>
            <a:r>
              <a:rPr lang="en-US" altLang="ja-JP" sz="2400">
                <a:latin typeface="微软雅黑" panose="020B0503020204020204" pitchFamily="34" charset="-122"/>
                <a:ea typeface="微软雅黑" panose="020B0503020204020204" pitchFamily="34" charset="-122"/>
              </a:rPr>
              <a:t>)</a:t>
            </a:r>
            <a:endParaRPr lang="en-US" altLang="ja-JP" sz="2400"/>
          </a:p>
          <a:p>
            <a:pPr lvl="1">
              <a:lnSpc>
                <a:spcPct val="150000"/>
              </a:lnSpc>
              <a:spcBef>
                <a:spcPct val="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通常为</a:t>
            </a:r>
            <a:r>
              <a:rPr lang="en-US" altLang="zh-CN" sz="2400">
                <a:latin typeface="微软雅黑" panose="020B0503020204020204" pitchFamily="34" charset="-122"/>
                <a:ea typeface="微软雅黑" panose="020B0503020204020204" pitchFamily="34" charset="-122"/>
              </a:rPr>
              <a:t>3.5</a:t>
            </a:r>
            <a:r>
              <a:rPr lang="zh-CN" altLang="en-US" sz="2400">
                <a:latin typeface="微软雅黑" panose="020B0503020204020204" pitchFamily="34" charset="-122"/>
                <a:ea typeface="微软雅黑" panose="020B0503020204020204" pitchFamily="34" charset="-122"/>
              </a:rPr>
              <a:t>英寸、</a:t>
            </a:r>
            <a:r>
              <a:rPr lang="en-US" altLang="zh-CN" sz="2400">
                <a:latin typeface="微软雅黑" panose="020B0503020204020204" pitchFamily="34" charset="-122"/>
                <a:ea typeface="微软雅黑" panose="020B0503020204020204" pitchFamily="34" charset="-122"/>
              </a:rPr>
              <a:t>2.5</a:t>
            </a:r>
            <a:r>
              <a:rPr lang="zh-CN" altLang="en-US" sz="2400">
                <a:latin typeface="微软雅黑" panose="020B0503020204020204" pitchFamily="34" charset="-122"/>
                <a:ea typeface="微软雅黑" panose="020B0503020204020204" pitchFamily="34" charset="-122"/>
              </a:rPr>
              <a:t>英寸和</a:t>
            </a:r>
            <a:r>
              <a:rPr lang="en-US" altLang="zh-CN" sz="2400">
                <a:latin typeface="微软雅黑" panose="020B0503020204020204" pitchFamily="34" charset="-122"/>
                <a:ea typeface="微软雅黑" panose="020B0503020204020204" pitchFamily="34" charset="-122"/>
              </a:rPr>
              <a:t>1.8</a:t>
            </a:r>
            <a:r>
              <a:rPr lang="zh-CN" altLang="en-US" sz="2400">
                <a:latin typeface="微软雅黑" panose="020B0503020204020204" pitchFamily="34" charset="-122"/>
                <a:ea typeface="微软雅黑" panose="020B0503020204020204" pitchFamily="34" charset="-122"/>
              </a:rPr>
              <a:t>英寸</a:t>
            </a:r>
            <a:endParaRPr lang="en-US" altLang="ja-JP" sz="2400"/>
          </a:p>
          <a:p>
            <a:pPr>
              <a:lnSpc>
                <a:spcPct val="15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每个驱动器的范围从</a:t>
            </a:r>
            <a:r>
              <a:rPr lang="en-US" altLang="zh-CN" sz="2400" b="1">
                <a:latin typeface="微软雅黑" panose="020B0503020204020204" pitchFamily="34" charset="-122"/>
                <a:ea typeface="微软雅黑" panose="020B0503020204020204" pitchFamily="34" charset="-122"/>
              </a:rPr>
              <a:t>GB</a:t>
            </a:r>
            <a:r>
              <a:rPr lang="zh-CN" altLang="en-US" sz="2400">
                <a:latin typeface="微软雅黑" panose="020B0503020204020204" pitchFamily="34" charset="-122"/>
                <a:ea typeface="微软雅黑" panose="020B0503020204020204" pitchFamily="34" charset="-122"/>
              </a:rPr>
              <a:t>到</a:t>
            </a:r>
            <a:r>
              <a:rPr lang="en-US" altLang="zh-CN" sz="2400" b="1">
                <a:latin typeface="微软雅黑" panose="020B0503020204020204" pitchFamily="34" charset="-122"/>
                <a:ea typeface="微软雅黑" panose="020B0503020204020204" pitchFamily="34" charset="-122"/>
              </a:rPr>
              <a:t>TB</a:t>
            </a:r>
            <a:endParaRPr lang="en-US" altLang="en-US" sz="2400" b="1"/>
          </a:p>
          <a:p>
            <a:pPr>
              <a:lnSpc>
                <a:spcPct val="15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性能</a:t>
            </a:r>
            <a:endParaRPr lang="en-US" altLang="en-US" sz="2400">
              <a:latin typeface="微软雅黑" panose="020B0503020204020204" pitchFamily="34" charset="-122"/>
              <a:ea typeface="微软雅黑" panose="020B0503020204020204" pitchFamily="34" charset="-122"/>
            </a:endParaRPr>
          </a:p>
          <a:p>
            <a:pPr lvl="1">
              <a:lnSpc>
                <a:spcPct val="150000"/>
              </a:lnSpc>
              <a:spcBef>
                <a:spcPct val="0"/>
              </a:spcBef>
              <a:buFont typeface="Wingdings" panose="05000000000000000000" pitchFamily="2" charset="2"/>
              <a:buChar char="n"/>
            </a:pPr>
            <a:r>
              <a:rPr lang="zh-CN" altLang="en-US" sz="2400" b="1">
                <a:latin typeface="微软雅黑" panose="020B0503020204020204" pitchFamily="34" charset="-122"/>
                <a:ea typeface="微软雅黑" panose="020B0503020204020204" pitchFamily="34" charset="-122"/>
              </a:rPr>
              <a:t>传输速率</a:t>
            </a:r>
            <a:r>
              <a:rPr lang="en-US" altLang="en-US" sz="2400">
                <a:latin typeface="微软雅黑" panose="020B0503020204020204" pitchFamily="34" charset="-122"/>
                <a:ea typeface="微软雅黑" panose="020B0503020204020204" pitchFamily="34" charset="-122"/>
              </a:rPr>
              <a:t> – </a:t>
            </a:r>
            <a:r>
              <a:rPr lang="zh-CN" altLang="en-US" sz="2400">
                <a:latin typeface="微软雅黑" panose="020B0503020204020204" pitchFamily="34" charset="-122"/>
                <a:ea typeface="微软雅黑" panose="020B0503020204020204" pitchFamily="34" charset="-122"/>
              </a:rPr>
              <a:t>理论上</a:t>
            </a:r>
            <a:r>
              <a:rPr lang="en-US" altLang="en-US" sz="2400">
                <a:latin typeface="微软雅黑" panose="020B0503020204020204" pitchFamily="34" charset="-122"/>
                <a:ea typeface="微软雅黑" panose="020B0503020204020204" pitchFamily="34" charset="-122"/>
              </a:rPr>
              <a:t>– </a:t>
            </a:r>
            <a:r>
              <a:rPr lang="en-US" altLang="en-US" sz="2400" b="1">
                <a:latin typeface="微软雅黑" panose="020B0503020204020204" pitchFamily="34" charset="-122"/>
                <a:ea typeface="微软雅黑" panose="020B0503020204020204" pitchFamily="34" charset="-122"/>
              </a:rPr>
              <a:t>6 Gb/</a:t>
            </a:r>
            <a:r>
              <a:rPr lang="zh-CN" altLang="en-US" sz="2400" b="1">
                <a:latin typeface="微软雅黑" panose="020B0503020204020204" pitchFamily="34" charset="-122"/>
                <a:ea typeface="微软雅黑" panose="020B0503020204020204" pitchFamily="34" charset="-122"/>
              </a:rPr>
              <a:t>秒</a:t>
            </a:r>
            <a:endParaRPr lang="en-US" altLang="zh-CN" sz="2400" b="1">
              <a:latin typeface="微软雅黑" panose="020B0503020204020204" pitchFamily="34" charset="-122"/>
              <a:ea typeface="微软雅黑" panose="020B0503020204020204" pitchFamily="34" charset="-122"/>
            </a:endParaRPr>
          </a:p>
          <a:p>
            <a:pPr lvl="2">
              <a:lnSpc>
                <a:spcPct val="150000"/>
              </a:lnSpc>
              <a:spcBef>
                <a:spcPct val="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有效传输速率</a:t>
            </a:r>
            <a:r>
              <a:rPr lang="en-US" altLang="en-US"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实际上</a:t>
            </a:r>
            <a:r>
              <a:rPr lang="en-US" altLang="en-US" sz="2400">
                <a:latin typeface="微软雅黑" panose="020B0503020204020204" pitchFamily="34" charset="-122"/>
                <a:ea typeface="微软雅黑" panose="020B0503020204020204" pitchFamily="34" charset="-122"/>
              </a:rPr>
              <a:t>– </a:t>
            </a:r>
            <a:r>
              <a:rPr lang="en-US" altLang="en-US" sz="2400" b="1">
                <a:latin typeface="微软雅黑" panose="020B0503020204020204" pitchFamily="34" charset="-122"/>
                <a:ea typeface="微软雅黑" panose="020B0503020204020204" pitchFamily="34" charset="-122"/>
              </a:rPr>
              <a:t>1Gb/</a:t>
            </a:r>
            <a:r>
              <a:rPr lang="zh-CN" altLang="en-US" sz="2400" b="1">
                <a:latin typeface="微软雅黑" panose="020B0503020204020204" pitchFamily="34" charset="-122"/>
                <a:ea typeface="微软雅黑" panose="020B0503020204020204" pitchFamily="34" charset="-122"/>
              </a:rPr>
              <a:t>秒</a:t>
            </a:r>
            <a:endParaRPr lang="en-US" altLang="zh-CN" sz="2400" b="1">
              <a:latin typeface="微软雅黑" panose="020B0503020204020204" pitchFamily="34" charset="-122"/>
              <a:ea typeface="微软雅黑" panose="020B0503020204020204" pitchFamily="34" charset="-122"/>
            </a:endParaRPr>
          </a:p>
          <a:p>
            <a:pPr lvl="1">
              <a:lnSpc>
                <a:spcPct val="150000"/>
              </a:lnSpc>
              <a:spcBef>
                <a:spcPct val="0"/>
              </a:spcBef>
              <a:buFont typeface="Wingdings" panose="05000000000000000000" pitchFamily="2" charset="2"/>
              <a:buChar char="n"/>
            </a:pPr>
            <a:r>
              <a:rPr lang="zh-CN" altLang="en-US" sz="2400" b="1">
                <a:latin typeface="微软雅黑" panose="020B0503020204020204" pitchFamily="34" charset="-122"/>
                <a:ea typeface="微软雅黑" panose="020B0503020204020204" pitchFamily="34" charset="-122"/>
              </a:rPr>
              <a:t>寻道时间</a:t>
            </a:r>
            <a:r>
              <a:rPr lang="zh-CN" altLang="en-US" sz="2400">
                <a:latin typeface="微软雅黑" panose="020B0503020204020204" pitchFamily="34" charset="-122"/>
                <a:ea typeface="微软雅黑" panose="020B0503020204020204" pitchFamily="34" charset="-122"/>
              </a:rPr>
              <a:t>从</a:t>
            </a:r>
            <a:r>
              <a:rPr lang="en-US" altLang="zh-CN" sz="2400" b="1">
                <a:latin typeface="微软雅黑" panose="020B0503020204020204" pitchFamily="34" charset="-122"/>
                <a:ea typeface="微软雅黑" panose="020B0503020204020204" pitchFamily="34" charset="-122"/>
              </a:rPr>
              <a:t>3</a:t>
            </a:r>
            <a:r>
              <a:rPr lang="zh-CN" altLang="en-US" sz="2400" b="1">
                <a:latin typeface="微软雅黑" panose="020B0503020204020204" pitchFamily="34" charset="-122"/>
                <a:ea typeface="微软雅黑" panose="020B0503020204020204" pitchFamily="34" charset="-122"/>
              </a:rPr>
              <a:t>毫秒</a:t>
            </a:r>
            <a:r>
              <a:rPr lang="en-US" altLang="zh-CN" sz="2400" b="1">
                <a:latin typeface="微软雅黑" panose="020B0503020204020204" pitchFamily="34" charset="-122"/>
                <a:ea typeface="微软雅黑" panose="020B0503020204020204" pitchFamily="34" charset="-122"/>
              </a:rPr>
              <a:t>~12</a:t>
            </a:r>
            <a:r>
              <a:rPr lang="zh-CN" altLang="en-US" sz="2400" b="1">
                <a:latin typeface="微软雅黑" panose="020B0503020204020204" pitchFamily="34" charset="-122"/>
                <a:ea typeface="微软雅黑" panose="020B0503020204020204" pitchFamily="34" charset="-122"/>
              </a:rPr>
              <a:t>毫秒 </a:t>
            </a:r>
            <a:r>
              <a:rPr lang="en-US" altLang="en-US"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台式计算机</a:t>
            </a:r>
            <a:r>
              <a:rPr lang="en-US" altLang="zh-CN" sz="2400" b="1">
                <a:solidFill>
                  <a:srgbClr val="0070C0"/>
                </a:solidFill>
                <a:latin typeface="微软雅黑" panose="020B0503020204020204" pitchFamily="34" charset="-122"/>
                <a:ea typeface="微软雅黑" panose="020B0503020204020204" pitchFamily="34" charset="-122"/>
              </a:rPr>
              <a:t>9</a:t>
            </a:r>
            <a:r>
              <a:rPr lang="zh-CN" altLang="en-US" sz="2400" b="1">
                <a:solidFill>
                  <a:srgbClr val="0070C0"/>
                </a:solidFill>
                <a:latin typeface="微软雅黑" panose="020B0503020204020204" pitchFamily="34" charset="-122"/>
                <a:ea typeface="微软雅黑" panose="020B0503020204020204" pitchFamily="34" charset="-122"/>
              </a:rPr>
              <a:t>毫秒</a:t>
            </a:r>
            <a:r>
              <a:rPr lang="zh-CN" altLang="en-US" sz="2400">
                <a:latin typeface="微软雅黑" panose="020B0503020204020204" pitchFamily="34" charset="-122"/>
                <a:ea typeface="微软雅黑" panose="020B0503020204020204" pitchFamily="34" charset="-122"/>
              </a:rPr>
              <a:t>是常见的</a:t>
            </a:r>
            <a:endParaRPr lang="en-US" altLang="zh-CN" sz="2400">
              <a:latin typeface="微软雅黑" panose="020B0503020204020204" pitchFamily="34" charset="-122"/>
              <a:ea typeface="微软雅黑" panose="020B0503020204020204" pitchFamily="34" charset="-122"/>
            </a:endParaRPr>
          </a:p>
          <a:p>
            <a:pPr lvl="2">
              <a:lnSpc>
                <a:spcPct val="150000"/>
              </a:lnSpc>
              <a:spcBef>
                <a:spcPct val="0"/>
              </a:spcBef>
              <a:buFont typeface="Wingdings" panose="05000000000000000000" pitchFamily="2" charset="2"/>
              <a:buChar char="n"/>
            </a:pPr>
            <a:r>
              <a:rPr lang="zh-CN" altLang="en-US" sz="2400" b="1">
                <a:solidFill>
                  <a:srgbClr val="0070C0"/>
                </a:solidFill>
                <a:latin typeface="微软雅黑" panose="020B0503020204020204" pitchFamily="34" charset="-122"/>
                <a:ea typeface="微软雅黑" panose="020B0503020204020204" pitchFamily="34" charset="-122"/>
              </a:rPr>
              <a:t>平均寻道时间：</a:t>
            </a:r>
            <a:r>
              <a:rPr lang="en-US" altLang="zh-CN" sz="2400">
                <a:latin typeface="微软雅黑" panose="020B0503020204020204" pitchFamily="34" charset="-122"/>
                <a:ea typeface="微软雅黑" panose="020B0503020204020204" pitchFamily="34" charset="-122"/>
              </a:rPr>
              <a:t>1/3</a:t>
            </a:r>
            <a:r>
              <a:rPr lang="zh-CN" altLang="en-US" sz="2400">
                <a:latin typeface="微软雅黑" panose="020B0503020204020204" pitchFamily="34" charset="-122"/>
                <a:ea typeface="微软雅黑" panose="020B0503020204020204" pitchFamily="34" charset="-122"/>
              </a:rPr>
              <a:t>轨道的寻道时间</a:t>
            </a:r>
            <a:endParaRPr lang="en-US" altLang="zh-CN" sz="2400">
              <a:latin typeface="微软雅黑" panose="020B0503020204020204" pitchFamily="34" charset="-122"/>
              <a:ea typeface="微软雅黑" panose="020B0503020204020204" pitchFamily="34" charset="-122"/>
            </a:endParaRPr>
          </a:p>
          <a:p>
            <a:pPr lvl="1">
              <a:lnSpc>
                <a:spcPct val="150000"/>
              </a:lnSpc>
              <a:spcBef>
                <a:spcPct val="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基于主轴速度的</a:t>
            </a:r>
            <a:r>
              <a:rPr lang="zh-CN" altLang="en-US" sz="2400" b="1">
                <a:latin typeface="微软雅黑" panose="020B0503020204020204" pitchFamily="34" charset="-122"/>
                <a:ea typeface="微软雅黑" panose="020B0503020204020204" pitchFamily="34" charset="-122"/>
              </a:rPr>
              <a:t>延迟</a:t>
            </a:r>
            <a:r>
              <a:rPr lang="zh-CN" altLang="en-US" sz="2400">
                <a:latin typeface="微软雅黑" panose="020B0503020204020204" pitchFamily="34" charset="-122"/>
                <a:ea typeface="微软雅黑" panose="020B0503020204020204" pitchFamily="34" charset="-122"/>
              </a:rPr>
              <a:t>：</a:t>
            </a:r>
            <a:r>
              <a:rPr lang="en-US" altLang="en-US" sz="2400"/>
              <a:t>  </a:t>
            </a:r>
            <a:r>
              <a:rPr lang="en-US" altLang="en-US" sz="2400" b="1"/>
              <a:t>1 / (RPM / 60) = 60 / RPM        </a:t>
            </a:r>
          </a:p>
          <a:p>
            <a:pPr lvl="2">
              <a:lnSpc>
                <a:spcPct val="150000"/>
              </a:lnSpc>
              <a:spcBef>
                <a:spcPct val="0"/>
              </a:spcBef>
              <a:buFont typeface="Wingdings" panose="05000000000000000000" pitchFamily="2" charset="2"/>
              <a:buChar char="n"/>
            </a:pPr>
            <a:r>
              <a:rPr lang="zh-CN" altLang="en-US" sz="2400" b="1">
                <a:solidFill>
                  <a:srgbClr val="0070C0"/>
                </a:solidFill>
                <a:latin typeface="微软雅黑" panose="020B0503020204020204" pitchFamily="34" charset="-122"/>
                <a:ea typeface="微软雅黑" panose="020B0503020204020204" pitchFamily="34" charset="-122"/>
              </a:rPr>
              <a:t>平均延迟</a:t>
            </a:r>
            <a:r>
              <a:rPr lang="en-US" altLang="en-US" sz="2400" b="1">
                <a:solidFill>
                  <a:srgbClr val="0070C0"/>
                </a:solidFill>
                <a:latin typeface="微软雅黑" panose="020B0503020204020204" pitchFamily="34" charset="-122"/>
                <a:ea typeface="微软雅黑" panose="020B0503020204020204" pitchFamily="34" charset="-122"/>
              </a:rPr>
              <a:t> </a:t>
            </a:r>
            <a:r>
              <a:rPr lang="en-US" altLang="en-US" sz="2400">
                <a:latin typeface="微软雅黑" panose="020B0503020204020204" pitchFamily="34" charset="-122"/>
                <a:ea typeface="微软雅黑" panose="020B0503020204020204" pitchFamily="34" charset="-122"/>
              </a:rPr>
              <a:t>= ½ </a:t>
            </a:r>
            <a:r>
              <a:rPr lang="zh-CN" altLang="en-US" sz="2400">
                <a:latin typeface="微软雅黑" panose="020B0503020204020204" pitchFamily="34" charset="-122"/>
                <a:ea typeface="微软雅黑" panose="020B0503020204020204" pitchFamily="34" charset="-122"/>
              </a:rPr>
              <a:t>延迟</a:t>
            </a:r>
            <a:endParaRPr lang="en-US" altLang="en-US" sz="2400">
              <a:latin typeface="微软雅黑" panose="020B0503020204020204" pitchFamily="34" charset="-122"/>
              <a:ea typeface="微软雅黑" panose="020B0503020204020204" pitchFamily="34" charset="-122"/>
            </a:endParaRPr>
          </a:p>
          <a:p>
            <a:pPr lvl="1">
              <a:lnSpc>
                <a:spcPct val="150000"/>
              </a:lnSpc>
              <a:spcBef>
                <a:spcPct val="0"/>
              </a:spcBef>
            </a:pPr>
            <a:endParaRPr lang="en-US" altLang="en-US" sz="2400"/>
          </a:p>
          <a:p>
            <a:pPr lvl="1">
              <a:lnSpc>
                <a:spcPct val="150000"/>
              </a:lnSpc>
              <a:spcBef>
                <a:spcPct val="0"/>
              </a:spcBef>
            </a:pPr>
            <a:endParaRPr lang="en-US" altLang="en-US" sz="2400"/>
          </a:p>
          <a:p>
            <a:pPr>
              <a:lnSpc>
                <a:spcPct val="150000"/>
              </a:lnSpc>
              <a:spcBef>
                <a:spcPct val="0"/>
              </a:spcBef>
            </a:pPr>
            <a:endParaRPr lang="en-US" altLang="en-US" sz="2400"/>
          </a:p>
        </p:txBody>
      </p:sp>
      <p:pic>
        <p:nvPicPr>
          <p:cNvPr id="15364" name="Picture 3">
            <a:extLst>
              <a:ext uri="{FF2B5EF4-FFF2-40B4-BE49-F238E27FC236}">
                <a16:creationId xmlns:a16="http://schemas.microsoft.com/office/drawing/2014/main" id="{5B8B509A-9D09-8949-29FC-3319724D0B0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78825" y="1397000"/>
            <a:ext cx="33147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5" name="TextBox 4">
            <a:extLst>
              <a:ext uri="{FF2B5EF4-FFF2-40B4-BE49-F238E27FC236}">
                <a16:creationId xmlns:a16="http://schemas.microsoft.com/office/drawing/2014/main" id="{3C1B9BF5-2700-A675-D500-FE5DE09E858F}"/>
              </a:ext>
            </a:extLst>
          </p:cNvPr>
          <p:cNvSpPr txBox="1">
            <a:spLocks noChangeArrowheads="1"/>
          </p:cNvSpPr>
          <p:nvPr/>
        </p:nvSpPr>
        <p:spPr bwMode="auto">
          <a:xfrm>
            <a:off x="8502650" y="3729038"/>
            <a:ext cx="3089275"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5" tIns="32003" rIns="64005" bIns="32003">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r>
              <a:rPr lang="zh-CN" altLang="en-US">
                <a:latin typeface="微软雅黑" panose="020B0503020204020204" pitchFamily="34" charset="-122"/>
                <a:ea typeface="微软雅黑" panose="020B0503020204020204" pitchFamily="34" charset="-122"/>
              </a:rPr>
              <a:t>平均延迟</a:t>
            </a:r>
            <a:r>
              <a:rPr lang="en-US" altLang="en-US">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来自维基百科</a:t>
            </a:r>
            <a:r>
              <a:rPr lang="en-US" altLang="en-US">
                <a:latin typeface="微软雅黑" panose="020B0503020204020204" pitchFamily="34" charset="-122"/>
                <a:ea typeface="微软雅黑" panose="020B0503020204020204" pitchFamily="34" charset="-122"/>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CB16349C-B4A8-7CEA-2820-070661E2FF1A}"/>
              </a:ext>
            </a:extLst>
          </p:cNvPr>
          <p:cNvSpPr>
            <a:spLocks noGrp="1" noChangeArrowheads="1"/>
          </p:cNvSpPr>
          <p:nvPr>
            <p:ph type="title"/>
          </p:nvPr>
        </p:nvSpPr>
        <p:spPr>
          <a:xfrm>
            <a:off x="1981200" y="195263"/>
            <a:ext cx="8229600" cy="576262"/>
          </a:xfrm>
        </p:spPr>
        <p:txBody>
          <a:bodyPr/>
          <a:lstStyle/>
          <a:p>
            <a:r>
              <a:rPr lang="zh-CN" altLang="en-US">
                <a:latin typeface="微软雅黑" panose="020B0503020204020204" pitchFamily="34" charset="-122"/>
                <a:ea typeface="微软雅黑" panose="020B0503020204020204" pitchFamily="34" charset="-122"/>
              </a:rPr>
              <a:t>硬盘性能</a:t>
            </a:r>
            <a:endParaRPr lang="en-US" altLang="en-US"/>
          </a:p>
        </p:txBody>
      </p:sp>
      <p:sp>
        <p:nvSpPr>
          <p:cNvPr id="16387" name="Content Placeholder 2">
            <a:extLst>
              <a:ext uri="{FF2B5EF4-FFF2-40B4-BE49-F238E27FC236}">
                <a16:creationId xmlns:a16="http://schemas.microsoft.com/office/drawing/2014/main" id="{4DB8464A-CC77-2370-3C1F-E9061A363624}"/>
              </a:ext>
            </a:extLst>
          </p:cNvPr>
          <p:cNvSpPr>
            <a:spLocks noGrp="1" noChangeArrowheads="1"/>
          </p:cNvSpPr>
          <p:nvPr>
            <p:ph idx="1"/>
          </p:nvPr>
        </p:nvSpPr>
        <p:spPr>
          <a:xfrm>
            <a:off x="604838" y="1082675"/>
            <a:ext cx="10723562" cy="5059363"/>
          </a:xfrm>
        </p:spPr>
        <p:txBody>
          <a:bodyPr/>
          <a:lstStyle/>
          <a:p>
            <a:pPr>
              <a:lnSpc>
                <a:spcPct val="200000"/>
              </a:lnSpc>
              <a:buFont typeface="Wingdings" panose="05000000000000000000" pitchFamily="2" charset="2"/>
              <a:buChar char="p"/>
            </a:pPr>
            <a:r>
              <a:rPr lang="zh-CN" altLang="en-US" sz="2400" b="1">
                <a:solidFill>
                  <a:srgbClr val="0070C0"/>
                </a:solidFill>
                <a:latin typeface="微软雅黑" panose="020B0503020204020204" pitchFamily="34" charset="-122"/>
                <a:ea typeface="微软雅黑" panose="020B0503020204020204" pitchFamily="34" charset="-122"/>
              </a:rPr>
              <a:t>访问延迟</a:t>
            </a:r>
            <a:r>
              <a:rPr lang="en-US" altLang="en-US" sz="2400" b="1">
                <a:solidFill>
                  <a:srgbClr val="0070C0"/>
                </a:solidFill>
                <a:latin typeface="微软雅黑" panose="020B0503020204020204" pitchFamily="34" charset="-122"/>
                <a:ea typeface="微软雅黑" panose="020B0503020204020204" pitchFamily="34" charset="-122"/>
              </a:rPr>
              <a:t> = </a:t>
            </a:r>
            <a:r>
              <a:rPr lang="zh-CN" altLang="en-US" sz="2400" b="1">
                <a:solidFill>
                  <a:srgbClr val="0070C0"/>
                </a:solidFill>
                <a:latin typeface="微软雅黑" panose="020B0503020204020204" pitchFamily="34" charset="-122"/>
                <a:ea typeface="微软雅黑" panose="020B0503020204020204" pitchFamily="34" charset="-122"/>
              </a:rPr>
              <a:t>平均访问时间</a:t>
            </a:r>
            <a:r>
              <a:rPr lang="en-US" altLang="en-US" sz="2400" b="1">
                <a:solidFill>
                  <a:srgbClr val="0070C0"/>
                </a:solidFill>
                <a:latin typeface="微软雅黑" panose="020B0503020204020204" pitchFamily="34" charset="-122"/>
                <a:ea typeface="微软雅黑" panose="020B0503020204020204" pitchFamily="34" charset="-122"/>
              </a:rPr>
              <a:t> = </a:t>
            </a:r>
            <a:r>
              <a:rPr lang="zh-CN" altLang="en-US" sz="2400" b="1">
                <a:solidFill>
                  <a:srgbClr val="0070C0"/>
                </a:solidFill>
                <a:latin typeface="微软雅黑" panose="020B0503020204020204" pitchFamily="34" charset="-122"/>
                <a:ea typeface="微软雅黑" panose="020B0503020204020204" pitchFamily="34" charset="-122"/>
              </a:rPr>
              <a:t>平均寻道时间 </a:t>
            </a:r>
            <a:r>
              <a:rPr lang="en-US" altLang="en-US" sz="2400" b="1">
                <a:solidFill>
                  <a:srgbClr val="0070C0"/>
                </a:solidFill>
                <a:latin typeface="微软雅黑" panose="020B0503020204020204" pitchFamily="34" charset="-122"/>
                <a:ea typeface="微软雅黑" panose="020B0503020204020204" pitchFamily="34" charset="-122"/>
              </a:rPr>
              <a:t>+ </a:t>
            </a:r>
            <a:r>
              <a:rPr lang="zh-CN" altLang="en-US" sz="2400" b="1">
                <a:solidFill>
                  <a:srgbClr val="0070C0"/>
                </a:solidFill>
                <a:latin typeface="微软雅黑" panose="020B0503020204020204" pitchFamily="34" charset="-122"/>
                <a:ea typeface="微软雅黑" panose="020B0503020204020204" pitchFamily="34" charset="-122"/>
              </a:rPr>
              <a:t>平均延迟</a:t>
            </a:r>
            <a:endParaRPr lang="en-US" altLang="en-US" sz="2400" b="1">
              <a:solidFill>
                <a:srgbClr val="0070C0"/>
              </a:solidFill>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对于最快的磁盘</a:t>
            </a:r>
            <a:r>
              <a:rPr lang="en-US" altLang="en-US" sz="2400">
                <a:latin typeface="微软雅黑" panose="020B0503020204020204" pitchFamily="34" charset="-122"/>
                <a:ea typeface="微软雅黑" panose="020B0503020204020204" pitchFamily="34" charset="-122"/>
              </a:rPr>
              <a:t> 3ms + 2ms = 5ms</a:t>
            </a:r>
          </a:p>
          <a:p>
            <a:pPr lvl="1">
              <a:lnSpc>
                <a:spcPct val="20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对于慢的磁盘</a:t>
            </a:r>
            <a:r>
              <a:rPr lang="en-US" altLang="en-US" sz="2400">
                <a:latin typeface="微软雅黑" panose="020B0503020204020204" pitchFamily="34" charset="-122"/>
                <a:ea typeface="微软雅黑" panose="020B0503020204020204" pitchFamily="34" charset="-122"/>
              </a:rPr>
              <a:t> 9ms + 5.56ms = 14.56ms</a:t>
            </a:r>
          </a:p>
          <a:p>
            <a:pPr>
              <a:lnSpc>
                <a:spcPct val="200000"/>
              </a:lnSpc>
              <a:buFont typeface="Wingdings" panose="05000000000000000000" pitchFamily="2" charset="2"/>
              <a:buChar char="p"/>
            </a:pPr>
            <a:r>
              <a:rPr lang="zh-CN" altLang="en-US" sz="2400" b="1">
                <a:solidFill>
                  <a:srgbClr val="0070C0"/>
                </a:solidFill>
                <a:latin typeface="微软雅黑" panose="020B0503020204020204" pitchFamily="34" charset="-122"/>
                <a:ea typeface="微软雅黑" panose="020B0503020204020204" pitchFamily="34" charset="-122"/>
              </a:rPr>
              <a:t>平均</a:t>
            </a:r>
            <a:r>
              <a:rPr lang="en-US" altLang="en-US" sz="2400" b="1">
                <a:solidFill>
                  <a:srgbClr val="0070C0"/>
                </a:solidFill>
                <a:latin typeface="微软雅黑" panose="020B0503020204020204" pitchFamily="34" charset="-122"/>
                <a:ea typeface="微软雅黑" panose="020B0503020204020204" pitchFamily="34" charset="-122"/>
              </a:rPr>
              <a:t> I/O </a:t>
            </a:r>
            <a:r>
              <a:rPr lang="zh-CN" altLang="en-US" sz="2400" b="1">
                <a:solidFill>
                  <a:srgbClr val="0070C0"/>
                </a:solidFill>
                <a:latin typeface="微软雅黑" panose="020B0503020204020204" pitchFamily="34" charset="-122"/>
                <a:ea typeface="微软雅黑" panose="020B0503020204020204" pitchFamily="34" charset="-122"/>
              </a:rPr>
              <a:t>时间</a:t>
            </a:r>
            <a:r>
              <a:rPr lang="en-US" altLang="en-US" sz="2400" b="1">
                <a:solidFill>
                  <a:srgbClr val="0070C0"/>
                </a:solidFill>
                <a:latin typeface="微软雅黑" panose="020B0503020204020204" pitchFamily="34" charset="-122"/>
                <a:ea typeface="微软雅黑" panose="020B0503020204020204" pitchFamily="34" charset="-122"/>
              </a:rPr>
              <a:t> = </a:t>
            </a:r>
            <a:r>
              <a:rPr lang="zh-CN" altLang="en-US" sz="2400" b="1">
                <a:solidFill>
                  <a:srgbClr val="0070C0"/>
                </a:solidFill>
                <a:latin typeface="微软雅黑" panose="020B0503020204020204" pitchFamily="34" charset="-122"/>
                <a:ea typeface="微软雅黑" panose="020B0503020204020204" pitchFamily="34" charset="-122"/>
              </a:rPr>
              <a:t>平均访问时间</a:t>
            </a:r>
            <a:r>
              <a:rPr lang="en-US" altLang="en-US" sz="2400" b="1">
                <a:solidFill>
                  <a:srgbClr val="0070C0"/>
                </a:solidFill>
                <a:latin typeface="微软雅黑" panose="020B0503020204020204" pitchFamily="34" charset="-122"/>
                <a:ea typeface="微软雅黑" panose="020B0503020204020204" pitchFamily="34" charset="-122"/>
              </a:rPr>
              <a:t> + (</a:t>
            </a:r>
            <a:r>
              <a:rPr lang="zh-CN" altLang="en-US" sz="2400" b="1">
                <a:solidFill>
                  <a:srgbClr val="0070C0"/>
                </a:solidFill>
                <a:latin typeface="微软雅黑" panose="020B0503020204020204" pitchFamily="34" charset="-122"/>
                <a:ea typeface="微软雅黑" panose="020B0503020204020204" pitchFamily="34" charset="-122"/>
              </a:rPr>
              <a:t>传输量</a:t>
            </a:r>
            <a:r>
              <a:rPr lang="en-US" altLang="en-US" sz="2400" b="1">
                <a:solidFill>
                  <a:srgbClr val="0070C0"/>
                </a:solidFill>
                <a:latin typeface="微软雅黑" panose="020B0503020204020204" pitchFamily="34" charset="-122"/>
                <a:ea typeface="微软雅黑" panose="020B0503020204020204" pitchFamily="34" charset="-122"/>
              </a:rPr>
              <a:t> / </a:t>
            </a:r>
            <a:r>
              <a:rPr lang="zh-CN" altLang="en-US" sz="2400" b="1">
                <a:solidFill>
                  <a:srgbClr val="0070C0"/>
                </a:solidFill>
                <a:latin typeface="微软雅黑" panose="020B0503020204020204" pitchFamily="34" charset="-122"/>
                <a:ea typeface="微软雅黑" panose="020B0503020204020204" pitchFamily="34" charset="-122"/>
              </a:rPr>
              <a:t>传输速率</a:t>
            </a:r>
            <a:r>
              <a:rPr lang="en-US" altLang="en-US" sz="2400" b="1">
                <a:solidFill>
                  <a:srgbClr val="0070C0"/>
                </a:solidFill>
                <a:latin typeface="微软雅黑" panose="020B0503020204020204" pitchFamily="34" charset="-122"/>
                <a:ea typeface="微软雅黑" panose="020B0503020204020204" pitchFamily="34" charset="-122"/>
              </a:rPr>
              <a:t>) + </a:t>
            </a:r>
            <a:r>
              <a:rPr lang="zh-CN" altLang="en-US" sz="2400" b="1">
                <a:solidFill>
                  <a:srgbClr val="0070C0"/>
                </a:solidFill>
                <a:latin typeface="微软雅黑" panose="020B0503020204020204" pitchFamily="34" charset="-122"/>
                <a:ea typeface="微软雅黑" panose="020B0503020204020204" pitchFamily="34" charset="-122"/>
              </a:rPr>
              <a:t>控制器开销</a:t>
            </a:r>
            <a:endParaRPr lang="en-US" altLang="en-US" sz="2400" b="1">
              <a:solidFill>
                <a:srgbClr val="0070C0"/>
              </a:solidFill>
              <a:latin typeface="微软雅黑" panose="020B0503020204020204" pitchFamily="34" charset="-122"/>
              <a:ea typeface="微软雅黑" panose="020B0503020204020204" pitchFamily="34" charset="-122"/>
            </a:endParaRPr>
          </a:p>
          <a:p>
            <a:pPr>
              <a:lnSpc>
                <a:spcPct val="200000"/>
              </a:lnSpc>
            </a:pPr>
            <a:endParaRPr lang="en-US" altLang="en-US" sz="2400"/>
          </a:p>
          <a:p>
            <a:pPr>
              <a:lnSpc>
                <a:spcPct val="200000"/>
              </a:lnSpc>
            </a:pPr>
            <a:endParaRPr lang="en-US" alt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FA63D7BC-238C-8AFC-4E2F-966C49D14FC9}"/>
              </a:ext>
            </a:extLst>
          </p:cNvPr>
          <p:cNvSpPr>
            <a:spLocks noGrp="1" noChangeArrowheads="1"/>
          </p:cNvSpPr>
          <p:nvPr>
            <p:ph type="title"/>
          </p:nvPr>
        </p:nvSpPr>
        <p:spPr>
          <a:xfrm>
            <a:off x="1981200" y="195263"/>
            <a:ext cx="8229600" cy="576262"/>
          </a:xfrm>
        </p:spPr>
        <p:txBody>
          <a:bodyPr/>
          <a:lstStyle/>
          <a:p>
            <a:r>
              <a:rPr lang="zh-CN" altLang="en-US">
                <a:latin typeface="微软雅黑" panose="020B0503020204020204" pitchFamily="34" charset="-122"/>
                <a:ea typeface="微软雅黑" panose="020B0503020204020204" pitchFamily="34" charset="-122"/>
              </a:rPr>
              <a:t>硬盘性能</a:t>
            </a:r>
            <a:endParaRPr lang="en-US" altLang="en-US"/>
          </a:p>
        </p:txBody>
      </p:sp>
      <p:sp>
        <p:nvSpPr>
          <p:cNvPr id="16387" name="Content Placeholder 2">
            <a:extLst>
              <a:ext uri="{FF2B5EF4-FFF2-40B4-BE49-F238E27FC236}">
                <a16:creationId xmlns:a16="http://schemas.microsoft.com/office/drawing/2014/main" id="{1F3E6DBA-E776-9B60-C4A7-345B9A08B09E}"/>
              </a:ext>
            </a:extLst>
          </p:cNvPr>
          <p:cNvSpPr>
            <a:spLocks noGrp="1" noChangeArrowheads="1"/>
          </p:cNvSpPr>
          <p:nvPr>
            <p:ph idx="1"/>
          </p:nvPr>
        </p:nvSpPr>
        <p:spPr>
          <a:xfrm>
            <a:off x="604838" y="1082675"/>
            <a:ext cx="11107737" cy="5059363"/>
          </a:xfrm>
        </p:spPr>
        <p:txBody>
          <a:bodyPr/>
          <a:lstStyle/>
          <a:p>
            <a:pPr algn="just">
              <a:lnSpc>
                <a:spcPct val="200000"/>
              </a:lnSpc>
              <a:buFont typeface="Wingdings" panose="05000000000000000000" pitchFamily="2" charset="2"/>
              <a:buChar char="p"/>
              <a:defRPr/>
            </a:pPr>
            <a:r>
              <a:rPr lang="zh-CN" altLang="en-US" sz="2400" dirty="0">
                <a:latin typeface="微软雅黑" panose="020B0503020204020204" pitchFamily="34" charset="-122"/>
                <a:ea typeface="微软雅黑" panose="020B0503020204020204" pitchFamily="34" charset="-122"/>
              </a:rPr>
              <a:t>例如，在</a:t>
            </a:r>
            <a:r>
              <a:rPr lang="en-US" altLang="zh-CN" sz="2400" dirty="0">
                <a:latin typeface="微软雅黑" panose="020B0503020204020204" pitchFamily="34" charset="-122"/>
                <a:ea typeface="微软雅黑" panose="020B0503020204020204" pitchFamily="34" charset="-122"/>
              </a:rPr>
              <a:t>7200PRM</a:t>
            </a:r>
            <a:r>
              <a:rPr lang="zh-CN" altLang="en-US" sz="2400" dirty="0">
                <a:latin typeface="微软雅黑" panose="020B0503020204020204" pitchFamily="34" charset="-122"/>
                <a:ea typeface="微软雅黑" panose="020B0503020204020204" pitchFamily="34" charset="-122"/>
              </a:rPr>
              <a:t>磁盘上传输</a:t>
            </a:r>
            <a:r>
              <a:rPr lang="en-US" altLang="zh-CN" sz="2400" dirty="0">
                <a:latin typeface="微软雅黑" panose="020B0503020204020204" pitchFamily="34" charset="-122"/>
                <a:ea typeface="微软雅黑" panose="020B0503020204020204" pitchFamily="34" charset="-122"/>
              </a:rPr>
              <a:t>4KB</a:t>
            </a:r>
            <a:r>
              <a:rPr lang="zh-CN" altLang="en-US" sz="2400" dirty="0">
                <a:latin typeface="微软雅黑" panose="020B0503020204020204" pitchFamily="34" charset="-122"/>
                <a:ea typeface="微软雅黑" panose="020B0503020204020204" pitchFamily="34" charset="-122"/>
              </a:rPr>
              <a:t>块，平均寻道时间为</a:t>
            </a:r>
            <a:r>
              <a:rPr lang="en-US" altLang="zh-CN" sz="2400" dirty="0">
                <a:latin typeface="微软雅黑" panose="020B0503020204020204" pitchFamily="34" charset="-122"/>
                <a:ea typeface="微软雅黑" panose="020B0503020204020204" pitchFamily="34" charset="-122"/>
              </a:rPr>
              <a:t>5ms</a:t>
            </a:r>
            <a:r>
              <a:rPr lang="zh-CN" altLang="en-US" sz="2400" dirty="0">
                <a:latin typeface="微软雅黑" panose="020B0503020204020204" pitchFamily="34" charset="-122"/>
                <a:ea typeface="微软雅黑" panose="020B0503020204020204" pitchFamily="34" charset="-122"/>
              </a:rPr>
              <a:t>，传输速率为</a:t>
            </a:r>
            <a:r>
              <a:rPr lang="en-US" altLang="zh-CN" sz="2400" dirty="0">
                <a:latin typeface="微软雅黑" panose="020B0503020204020204" pitchFamily="34" charset="-122"/>
                <a:ea typeface="微软雅黑" panose="020B0503020204020204" pitchFamily="34" charset="-122"/>
              </a:rPr>
              <a:t>1Gb/</a:t>
            </a:r>
            <a:r>
              <a:rPr lang="zh-CN" altLang="en-US" sz="2400" dirty="0">
                <a:latin typeface="微软雅黑" panose="020B0503020204020204" pitchFamily="34" charset="-122"/>
                <a:ea typeface="微软雅黑" panose="020B0503020204020204" pitchFamily="34" charset="-122"/>
              </a:rPr>
              <a:t>秒，控制器开销为</a:t>
            </a:r>
            <a:r>
              <a:rPr lang="en-US" altLang="zh-CN" sz="2400" dirty="0">
                <a:latin typeface="微软雅黑" panose="020B0503020204020204" pitchFamily="34" charset="-122"/>
                <a:ea typeface="微软雅黑" panose="020B0503020204020204" pitchFamily="34" charset="-122"/>
              </a:rPr>
              <a:t>0.1ms</a:t>
            </a:r>
            <a:endParaRPr lang="en-US" altLang="en-US" sz="2400" dirty="0">
              <a:latin typeface="微软雅黑" panose="020B0503020204020204" pitchFamily="34" charset="-122"/>
              <a:ea typeface="微软雅黑" panose="020B0503020204020204" pitchFamily="34" charset="-122"/>
            </a:endParaRPr>
          </a:p>
          <a:p>
            <a:pPr lvl="1" algn="just">
              <a:lnSpc>
                <a:spcPct val="200000"/>
              </a:lnSpc>
              <a:buFont typeface="Wingdings" panose="05000000000000000000" pitchFamily="2" charset="2"/>
              <a:buChar char="n"/>
              <a:defRPr/>
            </a:pPr>
            <a:r>
              <a:rPr lang="zh-CN" altLang="en-US" sz="2400" b="1" dirty="0">
                <a:latin typeface="微软雅黑" panose="020B0503020204020204" pitchFamily="34" charset="-122"/>
                <a:ea typeface="微软雅黑" panose="020B0503020204020204" pitchFamily="34" charset="-122"/>
              </a:rPr>
              <a:t>平均 </a:t>
            </a:r>
            <a:r>
              <a:rPr lang="en-US" altLang="zh-CN" sz="2400" b="1" dirty="0">
                <a:latin typeface="微软雅黑" panose="020B0503020204020204" pitchFamily="34" charset="-122"/>
                <a:ea typeface="微软雅黑" panose="020B0503020204020204" pitchFamily="34" charset="-122"/>
              </a:rPr>
              <a:t>I/O </a:t>
            </a:r>
            <a:r>
              <a:rPr lang="zh-CN" altLang="en-US" sz="2400" b="1" dirty="0">
                <a:latin typeface="微软雅黑" panose="020B0503020204020204" pitchFamily="34" charset="-122"/>
                <a:ea typeface="微软雅黑" panose="020B0503020204020204" pitchFamily="34" charset="-122"/>
              </a:rPr>
              <a:t>时间 </a:t>
            </a:r>
            <a:r>
              <a:rPr lang="en-US" altLang="zh-CN" sz="2400" dirty="0">
                <a:latin typeface="微软雅黑" panose="020B0503020204020204" pitchFamily="34" charset="-122"/>
                <a:ea typeface="微软雅黑" panose="020B0503020204020204" pitchFamily="34" charset="-122"/>
              </a:rPr>
              <a:t>= 5ms + 4.17ms + 0.1ms + </a:t>
            </a:r>
            <a:r>
              <a:rPr lang="zh-CN" altLang="en-US" sz="2400" dirty="0">
                <a:latin typeface="微软雅黑" panose="020B0503020204020204" pitchFamily="34" charset="-122"/>
                <a:ea typeface="微软雅黑" panose="020B0503020204020204" pitchFamily="34" charset="-122"/>
              </a:rPr>
              <a:t>传输时间</a:t>
            </a:r>
            <a:endParaRPr lang="en-US" altLang="zh-CN" sz="2400" dirty="0">
              <a:latin typeface="微软雅黑" panose="020B0503020204020204" pitchFamily="34" charset="-122"/>
              <a:ea typeface="微软雅黑" panose="020B0503020204020204" pitchFamily="34" charset="-122"/>
            </a:endParaRPr>
          </a:p>
          <a:p>
            <a:pPr lvl="1" algn="just">
              <a:lnSpc>
                <a:spcPct val="200000"/>
              </a:lnSpc>
              <a:buFont typeface="Wingdings" panose="05000000000000000000" pitchFamily="2" charset="2"/>
              <a:buChar char="n"/>
              <a:defRPr/>
            </a:pPr>
            <a:r>
              <a:rPr lang="zh-CN" altLang="en-US" sz="2400" b="1" dirty="0">
                <a:latin typeface="微软雅黑" panose="020B0503020204020204" pitchFamily="34" charset="-122"/>
                <a:ea typeface="微软雅黑" panose="020B0503020204020204" pitchFamily="34" charset="-122"/>
              </a:rPr>
              <a:t>传输时间</a:t>
            </a:r>
            <a:r>
              <a:rPr lang="en-US" altLang="en-US" sz="2400" dirty="0">
                <a:latin typeface="微软雅黑" panose="020B0503020204020204" pitchFamily="34" charset="-122"/>
                <a:ea typeface="微软雅黑" panose="020B0503020204020204" pitchFamily="34" charset="-122"/>
              </a:rPr>
              <a:t>= 4KB / </a:t>
            </a:r>
            <a:r>
              <a:rPr lang="zh-CN" altLang="en-US" sz="2400" dirty="0">
                <a:latin typeface="微软雅黑" panose="020B0503020204020204" pitchFamily="34" charset="-122"/>
                <a:ea typeface="微软雅黑" panose="020B0503020204020204" pitchFamily="34" charset="-122"/>
              </a:rPr>
              <a:t>（</a:t>
            </a:r>
            <a:r>
              <a:rPr lang="en-US" altLang="en-US" sz="2400" dirty="0">
                <a:latin typeface="微软雅黑" panose="020B0503020204020204" pitchFamily="34" charset="-122"/>
                <a:ea typeface="微软雅黑" panose="020B0503020204020204" pitchFamily="34" charset="-122"/>
              </a:rPr>
              <a:t>1Gb/s * 8Gb / GB * 1GB / 1024</a:t>
            </a:r>
            <a:r>
              <a:rPr lang="en-US" altLang="en-US" sz="2400" baseline="30000" dirty="0">
                <a:latin typeface="微软雅黑" panose="020B0503020204020204" pitchFamily="34" charset="-122"/>
                <a:ea typeface="微软雅黑" panose="020B0503020204020204" pitchFamily="34" charset="-122"/>
              </a:rPr>
              <a:t>2</a:t>
            </a:r>
            <a:r>
              <a:rPr lang="en-US" altLang="en-US" sz="2400" dirty="0">
                <a:latin typeface="微软雅黑" panose="020B0503020204020204" pitchFamily="34" charset="-122"/>
                <a:ea typeface="微软雅黑" panose="020B0503020204020204" pitchFamily="34" charset="-122"/>
              </a:rPr>
              <a:t>KB</a:t>
            </a:r>
            <a:r>
              <a:rPr lang="zh-CN" altLang="en-US" sz="2400" dirty="0">
                <a:latin typeface="微软雅黑" panose="020B0503020204020204" pitchFamily="34" charset="-122"/>
                <a:ea typeface="微软雅黑" panose="020B0503020204020204" pitchFamily="34" charset="-122"/>
              </a:rPr>
              <a:t>）</a:t>
            </a:r>
            <a:r>
              <a:rPr lang="en-US" altLang="en-US" sz="2400" dirty="0">
                <a:latin typeface="微软雅黑" panose="020B0503020204020204" pitchFamily="34" charset="-122"/>
                <a:ea typeface="微软雅黑" panose="020B0503020204020204" pitchFamily="34" charset="-122"/>
              </a:rPr>
              <a:t> </a:t>
            </a:r>
          </a:p>
          <a:p>
            <a:pPr marL="457200" lvl="1" indent="0" algn="just">
              <a:lnSpc>
                <a:spcPct val="200000"/>
              </a:lnSpc>
              <a:buFont typeface="Arial" panose="020B0604020202020204" pitchFamily="34" charset="0"/>
              <a:buNone/>
              <a:defRPr/>
            </a:pPr>
            <a:r>
              <a:rPr lang="en-US" altLang="en-US" sz="2400" dirty="0">
                <a:latin typeface="微软雅黑" panose="020B0503020204020204" pitchFamily="34" charset="-122"/>
                <a:ea typeface="微软雅黑" panose="020B0503020204020204" pitchFamily="34" charset="-122"/>
              </a:rPr>
              <a:t>                 = 32 / (1024</a:t>
            </a:r>
            <a:r>
              <a:rPr lang="en-US" altLang="en-US" sz="2400" baseline="30000" dirty="0">
                <a:latin typeface="微软雅黑" panose="020B0503020204020204" pitchFamily="34" charset="-122"/>
                <a:ea typeface="微软雅黑" panose="020B0503020204020204" pitchFamily="34" charset="-122"/>
              </a:rPr>
              <a:t>2</a:t>
            </a:r>
            <a:r>
              <a:rPr lang="en-US" altLang="en-US" sz="2400" dirty="0">
                <a:latin typeface="微软雅黑" panose="020B0503020204020204" pitchFamily="34" charset="-122"/>
                <a:ea typeface="微软雅黑" panose="020B0503020204020204" pitchFamily="34" charset="-122"/>
              </a:rPr>
              <a:t>) = 0.031 </a:t>
            </a:r>
            <a:r>
              <a:rPr lang="en-US" altLang="en-US" sz="2400" dirty="0" err="1">
                <a:latin typeface="微软雅黑" panose="020B0503020204020204" pitchFamily="34" charset="-122"/>
                <a:ea typeface="微软雅黑" panose="020B0503020204020204" pitchFamily="34" charset="-122"/>
              </a:rPr>
              <a:t>ms</a:t>
            </a:r>
            <a:r>
              <a:rPr lang="en-US" altLang="en-US" sz="2400" dirty="0">
                <a:latin typeface="微软雅黑" panose="020B0503020204020204" pitchFamily="34" charset="-122"/>
                <a:ea typeface="微软雅黑" panose="020B0503020204020204" pitchFamily="34" charset="-122"/>
              </a:rPr>
              <a:t> </a:t>
            </a:r>
          </a:p>
          <a:p>
            <a:pPr lvl="1" algn="just">
              <a:lnSpc>
                <a:spcPct val="200000"/>
              </a:lnSpc>
              <a:buFont typeface="Wingdings" panose="05000000000000000000" pitchFamily="2" charset="2"/>
              <a:buChar char="n"/>
              <a:defRPr/>
            </a:pPr>
            <a:r>
              <a:rPr lang="en-US" altLang="en-US" sz="2400" b="1" dirty="0">
                <a:latin typeface="微软雅黑" panose="020B0503020204020204" pitchFamily="34" charset="-122"/>
                <a:ea typeface="微软雅黑" panose="020B0503020204020204" pitchFamily="34" charset="-122"/>
              </a:rPr>
              <a:t>4KB</a:t>
            </a:r>
            <a:r>
              <a:rPr lang="zh-CN" altLang="en-US" sz="2400" b="1" dirty="0">
                <a:latin typeface="微软雅黑" panose="020B0503020204020204" pitchFamily="34" charset="-122"/>
                <a:ea typeface="微软雅黑" panose="020B0503020204020204" pitchFamily="34" charset="-122"/>
              </a:rPr>
              <a:t>块的平均</a:t>
            </a:r>
            <a:r>
              <a:rPr lang="en-US" altLang="en-US" sz="2400" b="1" dirty="0">
                <a:latin typeface="微软雅黑" panose="020B0503020204020204" pitchFamily="34" charset="-122"/>
                <a:ea typeface="微软雅黑" panose="020B0503020204020204" pitchFamily="34" charset="-122"/>
              </a:rPr>
              <a:t>I/O</a:t>
            </a:r>
            <a:r>
              <a:rPr lang="zh-CN" altLang="en-US" sz="2400" b="1" dirty="0">
                <a:latin typeface="微软雅黑" panose="020B0503020204020204" pitchFamily="34" charset="-122"/>
                <a:ea typeface="微软雅黑" panose="020B0503020204020204" pitchFamily="34" charset="-122"/>
              </a:rPr>
              <a:t>时间</a:t>
            </a:r>
            <a:r>
              <a:rPr lang="en-US" altLang="en-US" sz="2400" dirty="0">
                <a:latin typeface="微软雅黑" panose="020B0503020204020204" pitchFamily="34" charset="-122"/>
                <a:ea typeface="微软雅黑" panose="020B0503020204020204" pitchFamily="34" charset="-122"/>
              </a:rPr>
              <a:t>= 9.27ms + .031ms = 9.301ms</a:t>
            </a:r>
          </a:p>
          <a:p>
            <a:pPr lvl="1" algn="just">
              <a:lnSpc>
                <a:spcPct val="200000"/>
              </a:lnSpc>
              <a:defRPr/>
            </a:pPr>
            <a:endParaRPr lang="en-US" altLang="en-US" sz="2400" dirty="0"/>
          </a:p>
          <a:p>
            <a:pPr algn="just">
              <a:lnSpc>
                <a:spcPct val="200000"/>
              </a:lnSpc>
              <a:defRPr/>
            </a:pPr>
            <a:endParaRPr lang="en-US" altLang="en-US" sz="2400" dirty="0"/>
          </a:p>
          <a:p>
            <a:pPr algn="just">
              <a:lnSpc>
                <a:spcPct val="200000"/>
              </a:lnSpc>
              <a:defRPr/>
            </a:pPr>
            <a:endParaRPr lang="en-US" altLang="en-US" sz="2400" dirty="0"/>
          </a:p>
          <a:p>
            <a:pPr algn="just">
              <a:lnSpc>
                <a:spcPct val="200000"/>
              </a:lnSpc>
              <a:defRPr/>
            </a:pPr>
            <a:endParaRPr lang="en-US" altLang="en-US" sz="2400" dirty="0"/>
          </a:p>
          <a:p>
            <a:pPr algn="just">
              <a:lnSpc>
                <a:spcPct val="200000"/>
              </a:lnSpc>
              <a:defRPr/>
            </a:pPr>
            <a:endParaRPr lang="en-US"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5AB639DD-B74D-7457-BB78-227F9920E88C}"/>
              </a:ext>
            </a:extLst>
          </p:cNvPr>
          <p:cNvSpPr>
            <a:spLocks noGrp="1" noChangeArrowheads="1"/>
          </p:cNvSpPr>
          <p:nvPr>
            <p:ph type="title"/>
          </p:nvPr>
        </p:nvSpPr>
        <p:spPr>
          <a:xfrm>
            <a:off x="1981200" y="195263"/>
            <a:ext cx="8229600" cy="576262"/>
          </a:xfrm>
        </p:spPr>
        <p:txBody>
          <a:bodyPr/>
          <a:lstStyle/>
          <a:p>
            <a:r>
              <a:rPr lang="zh-CN" altLang="en-US">
                <a:latin typeface="微软雅黑" panose="020B0503020204020204" pitchFamily="34" charset="-122"/>
                <a:ea typeface="微软雅黑" panose="020B0503020204020204" pitchFamily="34" charset="-122"/>
              </a:rPr>
              <a:t>固态磁盘（</a:t>
            </a:r>
            <a:r>
              <a:rPr lang="en-US" altLang="zh-CN">
                <a:latin typeface="微软雅黑" panose="020B0503020204020204" pitchFamily="34" charset="-122"/>
                <a:ea typeface="微软雅黑" panose="020B0503020204020204" pitchFamily="34" charset="-122"/>
              </a:rPr>
              <a:t>SSD</a:t>
            </a:r>
            <a:r>
              <a:rPr lang="zh-CN" altLang="en-US">
                <a:latin typeface="微软雅黑" panose="020B0503020204020204" pitchFamily="34" charset="-122"/>
                <a:ea typeface="微软雅黑" panose="020B0503020204020204" pitchFamily="34" charset="-122"/>
              </a:rPr>
              <a:t>）</a:t>
            </a:r>
            <a:endParaRPr lang="en-US" altLang="en-US"/>
          </a:p>
        </p:txBody>
      </p:sp>
      <p:sp>
        <p:nvSpPr>
          <p:cNvPr id="18435" name="Content Placeholder 2">
            <a:extLst>
              <a:ext uri="{FF2B5EF4-FFF2-40B4-BE49-F238E27FC236}">
                <a16:creationId xmlns:a16="http://schemas.microsoft.com/office/drawing/2014/main" id="{B47D526C-0BA4-C24C-410D-D952A11F7920}"/>
              </a:ext>
            </a:extLst>
          </p:cNvPr>
          <p:cNvSpPr>
            <a:spLocks noGrp="1" noChangeArrowheads="1"/>
          </p:cNvSpPr>
          <p:nvPr>
            <p:ph idx="1"/>
          </p:nvPr>
        </p:nvSpPr>
        <p:spPr>
          <a:xfrm>
            <a:off x="627063" y="1111250"/>
            <a:ext cx="8948737" cy="4530725"/>
          </a:xfrm>
        </p:spPr>
        <p:txBody>
          <a:bodyPr/>
          <a:lstStyle/>
          <a:p>
            <a:pPr>
              <a:lnSpc>
                <a:spcPct val="20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像硬盘一样使用非易失性存储器</a:t>
            </a:r>
            <a:endParaRPr lang="en-US" altLang="en-US" sz="2400"/>
          </a:p>
          <a:p>
            <a:pPr lvl="1">
              <a:lnSpc>
                <a:spcPct val="20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许多技术变化</a:t>
            </a:r>
            <a:endParaRPr lang="en-US" altLang="en-US" sz="240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比硬盘更可靠</a:t>
            </a:r>
            <a:endParaRPr lang="en-US" altLang="en-US" sz="2400">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它们没有移动部件</a:t>
            </a:r>
            <a:endParaRPr lang="en-US" altLang="en-US" sz="240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但是要快得多</a:t>
            </a:r>
            <a:endParaRPr lang="en-US" altLang="en-US" sz="2400">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它们没有寻道时间或延迟</a:t>
            </a:r>
            <a:endParaRPr lang="en-US" altLang="en-US" sz="2400">
              <a:latin typeface="微软雅黑" panose="020B0503020204020204" pitchFamily="34" charset="-122"/>
              <a:ea typeface="微软雅黑" panose="020B0503020204020204" pitchFamily="34" charset="-122"/>
            </a:endParaRPr>
          </a:p>
          <a:p>
            <a:pPr>
              <a:lnSpc>
                <a:spcPct val="200000"/>
              </a:lnSpc>
            </a:pPr>
            <a:endParaRPr lang="en-US" altLang="en-US" sz="2400"/>
          </a:p>
        </p:txBody>
      </p:sp>
      <p:sp>
        <p:nvSpPr>
          <p:cNvPr id="2" name="矩形 1">
            <a:extLst>
              <a:ext uri="{FF2B5EF4-FFF2-40B4-BE49-F238E27FC236}">
                <a16:creationId xmlns:a16="http://schemas.microsoft.com/office/drawing/2014/main" id="{EA5D7518-A611-9BB0-4986-D274421FEC16}"/>
              </a:ext>
            </a:extLst>
          </p:cNvPr>
          <p:cNvSpPr/>
          <p:nvPr/>
        </p:nvSpPr>
        <p:spPr>
          <a:xfrm>
            <a:off x="6305550" y="1068388"/>
            <a:ext cx="6096000" cy="4191000"/>
          </a:xfrm>
          <a:prstGeom prst="rect">
            <a:avLst/>
          </a:prstGeom>
        </p:spPr>
        <p:txBody>
          <a:bodyPr>
            <a:spAutoFit/>
          </a:bodyPr>
          <a:lstStyle/>
          <a:p>
            <a:pPr marL="341313" indent="-341313">
              <a:lnSpc>
                <a:spcPct val="200000"/>
              </a:lnSpc>
              <a:spcBef>
                <a:spcPct val="35000"/>
              </a:spcBef>
              <a:buClr>
                <a:srgbClr val="993300"/>
              </a:buClr>
              <a:buSzPct val="90000"/>
              <a:buFont typeface="Wingdings" panose="05000000000000000000" pitchFamily="2" charset="2"/>
              <a:buChar char="p"/>
              <a:defRPr/>
            </a:pPr>
            <a:r>
              <a:rPr kumimoji="1" lang="zh-CN" altLang="en-US" sz="2400" kern="0" dirty="0">
                <a:solidFill>
                  <a:srgbClr val="000000"/>
                </a:solidFill>
                <a:latin typeface="微软雅黑" panose="020B0503020204020204" pitchFamily="34" charset="-122"/>
                <a:ea typeface="微软雅黑" panose="020B0503020204020204" pitchFamily="34" charset="-122"/>
              </a:rPr>
              <a:t>省电，容量较小，每</a:t>
            </a:r>
            <a:r>
              <a:rPr kumimoji="1" lang="en-US" altLang="en-US" sz="2400" kern="0" dirty="0">
                <a:solidFill>
                  <a:srgbClr val="000000"/>
                </a:solidFill>
                <a:latin typeface="微软雅黑" panose="020B0503020204020204" pitchFamily="34" charset="-122"/>
                <a:ea typeface="微软雅黑" panose="020B0503020204020204" pitchFamily="34" charset="-122"/>
              </a:rPr>
              <a:t>MB</a:t>
            </a:r>
            <a:r>
              <a:rPr kumimoji="1" lang="zh-CN" altLang="en-US" sz="2400" kern="0" dirty="0">
                <a:solidFill>
                  <a:srgbClr val="000000"/>
                </a:solidFill>
                <a:latin typeface="微软雅黑" panose="020B0503020204020204" pitchFamily="34" charset="-122"/>
                <a:ea typeface="微软雅黑" panose="020B0503020204020204" pitchFamily="34" charset="-122"/>
              </a:rPr>
              <a:t>更贵</a:t>
            </a:r>
            <a:endParaRPr kumimoji="1" lang="en-US" altLang="zh-CN" sz="2400" kern="0" dirty="0">
              <a:solidFill>
                <a:srgbClr val="000000"/>
              </a:solidFill>
              <a:latin typeface="微软雅黑" panose="020B0503020204020204" pitchFamily="34" charset="-122"/>
              <a:ea typeface="微软雅黑" panose="020B0503020204020204" pitchFamily="34" charset="-122"/>
            </a:endParaRPr>
          </a:p>
          <a:p>
            <a:pPr marL="341313" indent="-341313">
              <a:lnSpc>
                <a:spcPct val="200000"/>
              </a:lnSpc>
              <a:spcBef>
                <a:spcPct val="35000"/>
              </a:spcBef>
              <a:buClr>
                <a:srgbClr val="993300"/>
              </a:buClr>
              <a:buSzPct val="90000"/>
              <a:buFont typeface="Wingdings" panose="05000000000000000000" pitchFamily="2" charset="2"/>
              <a:buChar char="p"/>
              <a:defRPr/>
            </a:pPr>
            <a:r>
              <a:rPr kumimoji="1" lang="zh-CN" altLang="en-US" sz="2400" kern="0" dirty="0">
                <a:solidFill>
                  <a:srgbClr val="000000"/>
                </a:solidFill>
                <a:latin typeface="微软雅黑" panose="020B0503020204020204" pitchFamily="34" charset="-122"/>
                <a:ea typeface="微软雅黑" panose="020B0503020204020204" pitchFamily="34" charset="-122"/>
              </a:rPr>
              <a:t>寿命更短</a:t>
            </a:r>
            <a:endParaRPr kumimoji="1" lang="en-US" altLang="zh-CN" sz="2400" kern="0" dirty="0">
              <a:solidFill>
                <a:srgbClr val="000000"/>
              </a:solidFill>
              <a:latin typeface="微软雅黑" panose="020B0503020204020204" pitchFamily="34" charset="-122"/>
              <a:ea typeface="微软雅黑" panose="020B0503020204020204" pitchFamily="34" charset="-122"/>
            </a:endParaRPr>
          </a:p>
          <a:p>
            <a:pPr marL="341313" indent="-341313">
              <a:lnSpc>
                <a:spcPct val="200000"/>
              </a:lnSpc>
              <a:spcBef>
                <a:spcPct val="35000"/>
              </a:spcBef>
              <a:buClr>
                <a:srgbClr val="993300"/>
              </a:buClr>
              <a:buSzPct val="90000"/>
              <a:buFont typeface="Wingdings" panose="05000000000000000000" pitchFamily="2" charset="2"/>
              <a:buChar char="p"/>
              <a:defRPr/>
            </a:pPr>
            <a:r>
              <a:rPr kumimoji="1" lang="zh-CN" altLang="en-US" sz="2400" kern="0" dirty="0">
                <a:solidFill>
                  <a:srgbClr val="000000"/>
                </a:solidFill>
                <a:latin typeface="微软雅黑" panose="020B0503020204020204" pitchFamily="34" charset="-122"/>
                <a:ea typeface="微软雅黑" panose="020B0503020204020204" pitchFamily="34" charset="-122"/>
              </a:rPr>
              <a:t>总线可能太慢</a:t>
            </a:r>
            <a:r>
              <a:rPr kumimoji="1" lang="en-US" altLang="en-US" sz="2400" kern="0" dirty="0">
                <a:solidFill>
                  <a:srgbClr val="000000"/>
                </a:solidFill>
                <a:latin typeface="微软雅黑" panose="020B0503020204020204" pitchFamily="34" charset="-122"/>
                <a:ea typeface="微软雅黑" panose="020B0503020204020204" pitchFamily="34" charset="-122"/>
              </a:rPr>
              <a:t>-&gt; </a:t>
            </a:r>
            <a:r>
              <a:rPr kumimoji="1" lang="zh-CN" altLang="en-US" sz="2400" kern="0" dirty="0">
                <a:solidFill>
                  <a:srgbClr val="000000"/>
                </a:solidFill>
                <a:latin typeface="微软雅黑" panose="020B0503020204020204" pitchFamily="34" charset="-122"/>
                <a:ea typeface="微软雅黑" panose="020B0503020204020204" pitchFamily="34" charset="-122"/>
              </a:rPr>
              <a:t>例如直接连接到</a:t>
            </a:r>
            <a:r>
              <a:rPr kumimoji="1" lang="en-US" altLang="zh-CN" sz="2400" kern="0" dirty="0">
                <a:solidFill>
                  <a:srgbClr val="000000"/>
                </a:solidFill>
                <a:latin typeface="微软雅黑" panose="020B0503020204020204" pitchFamily="34" charset="-122"/>
                <a:ea typeface="微软雅黑" panose="020B0503020204020204" pitchFamily="34" charset="-122"/>
              </a:rPr>
              <a:t>PCI</a:t>
            </a:r>
          </a:p>
          <a:p>
            <a:pPr marL="341313" indent="-341313">
              <a:lnSpc>
                <a:spcPct val="200000"/>
              </a:lnSpc>
              <a:spcBef>
                <a:spcPct val="35000"/>
              </a:spcBef>
              <a:buClr>
                <a:srgbClr val="993300"/>
              </a:buClr>
              <a:buSzPct val="90000"/>
              <a:buFont typeface="Wingdings" panose="05000000000000000000" pitchFamily="2" charset="2"/>
              <a:buChar char="p"/>
              <a:defRPr/>
            </a:pPr>
            <a:r>
              <a:rPr kumimoji="1" lang="zh-CN" altLang="en-US" sz="2400" kern="0" dirty="0">
                <a:solidFill>
                  <a:srgbClr val="000000"/>
                </a:solidFill>
                <a:latin typeface="微软雅黑" panose="020B0503020204020204" pitchFamily="34" charset="-122"/>
                <a:ea typeface="微软雅黑" panose="020B0503020204020204" pitchFamily="34" charset="-122"/>
              </a:rPr>
              <a:t>直接替代磁盘驱动器</a:t>
            </a:r>
            <a:endParaRPr kumimoji="1" lang="en-US" altLang="zh-CN" sz="2400" kern="0" dirty="0">
              <a:solidFill>
                <a:srgbClr val="000000"/>
              </a:solidFill>
              <a:latin typeface="微软雅黑" panose="020B0503020204020204" pitchFamily="34" charset="-122"/>
              <a:ea typeface="微软雅黑" panose="020B0503020204020204" pitchFamily="34" charset="-122"/>
            </a:endParaRPr>
          </a:p>
          <a:p>
            <a:pPr marL="341313" indent="-341313">
              <a:lnSpc>
                <a:spcPct val="200000"/>
              </a:lnSpc>
              <a:spcBef>
                <a:spcPct val="35000"/>
              </a:spcBef>
              <a:buClr>
                <a:srgbClr val="993300"/>
              </a:buClr>
              <a:buSzPct val="90000"/>
              <a:buFont typeface="Wingdings" panose="05000000000000000000" pitchFamily="2" charset="2"/>
              <a:buChar char="p"/>
              <a:defRPr/>
            </a:pPr>
            <a:r>
              <a:rPr kumimoji="1" lang="zh-CN" altLang="en-US" sz="2400" kern="0" dirty="0">
                <a:solidFill>
                  <a:srgbClr val="000000"/>
                </a:solidFill>
                <a:latin typeface="微软雅黑" panose="020B0503020204020204" pitchFamily="34" charset="-122"/>
                <a:ea typeface="微软雅黑" panose="020B0503020204020204" pitchFamily="34" charset="-122"/>
              </a:rPr>
              <a:t>新的缓存层</a:t>
            </a:r>
            <a:endParaRPr kumimoji="1" lang="en-US" altLang="en-US" sz="2400" kern="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1FBB74F-B363-CB7B-8752-847115229158}"/>
              </a:ext>
            </a:extLst>
          </p:cNvPr>
          <p:cNvSpPr>
            <a:spLocks noGrp="1" noChangeArrowheads="1"/>
          </p:cNvSpPr>
          <p:nvPr>
            <p:ph type="title"/>
          </p:nvPr>
        </p:nvSpPr>
        <p:spPr>
          <a:xfrm>
            <a:off x="2573338" y="127000"/>
            <a:ext cx="7637462" cy="576263"/>
          </a:xfrm>
        </p:spPr>
        <p:txBody>
          <a:bodyPr/>
          <a:lstStyle/>
          <a:p>
            <a:pPr eaLnBrk="1" hangingPunct="1"/>
            <a:r>
              <a:rPr lang="zh-CN" altLang="en-US">
                <a:latin typeface="微软雅黑" panose="020B0503020204020204" pitchFamily="34" charset="-122"/>
                <a:ea typeface="微软雅黑" panose="020B0503020204020204" pitchFamily="34" charset="-122"/>
              </a:rPr>
              <a:t>磁带</a:t>
            </a:r>
            <a:endParaRPr lang="en-US" altLang="en-US"/>
          </a:p>
        </p:txBody>
      </p:sp>
      <p:sp>
        <p:nvSpPr>
          <p:cNvPr id="20483" name="Rectangle 3">
            <a:extLst>
              <a:ext uri="{FF2B5EF4-FFF2-40B4-BE49-F238E27FC236}">
                <a16:creationId xmlns:a16="http://schemas.microsoft.com/office/drawing/2014/main" id="{96BB1FFD-1452-BA47-E021-29CB6C321472}"/>
              </a:ext>
            </a:extLst>
          </p:cNvPr>
          <p:cNvSpPr>
            <a:spLocks noGrp="1" noChangeArrowheads="1"/>
          </p:cNvSpPr>
          <p:nvPr>
            <p:ph type="body" idx="1"/>
          </p:nvPr>
        </p:nvSpPr>
        <p:spPr>
          <a:xfrm>
            <a:off x="623888" y="1096963"/>
            <a:ext cx="11177587" cy="5294312"/>
          </a:xfrm>
        </p:spPr>
        <p:txBody>
          <a:bodyPr/>
          <a:lstStyle/>
          <a:p>
            <a:pPr>
              <a:lnSpc>
                <a:spcPct val="250000"/>
              </a:lnSpc>
              <a:spcBef>
                <a:spcPct val="0"/>
              </a:spcBef>
              <a:buFont typeface="Wingdings" panose="05000000000000000000" pitchFamily="2" charset="2"/>
              <a:buChar char="p"/>
            </a:pPr>
            <a:r>
              <a:rPr lang="zh-CN" altLang="en-US" sz="2400"/>
              <a:t>是</a:t>
            </a:r>
            <a:r>
              <a:rPr lang="zh-CN" altLang="en-US" sz="2400">
                <a:latin typeface="微软雅黑" panose="020B0503020204020204" pitchFamily="34" charset="-122"/>
                <a:ea typeface="微软雅黑" panose="020B0503020204020204" pitchFamily="34" charset="-122"/>
              </a:rPr>
              <a:t>早期的二级存储介质</a:t>
            </a:r>
            <a:endParaRPr lang="en-US" altLang="en-US" sz="2400"/>
          </a:p>
          <a:p>
            <a:pPr lvl="1">
              <a:lnSpc>
                <a:spcPct val="250000"/>
              </a:lnSpc>
              <a:spcBef>
                <a:spcPct val="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从开放式线轴发展到盒式磁带</a:t>
            </a:r>
            <a:endParaRPr lang="en-US" altLang="en-US" sz="2400"/>
          </a:p>
          <a:p>
            <a:pPr>
              <a:lnSpc>
                <a:spcPct val="25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相对永久并保存大量数据</a:t>
            </a:r>
            <a:endParaRPr lang="en-US" altLang="zh-CN" sz="2400"/>
          </a:p>
          <a:p>
            <a:pPr>
              <a:lnSpc>
                <a:spcPct val="25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访问时间慢</a:t>
            </a:r>
            <a:endParaRPr lang="en-US" altLang="zh-CN" sz="2400"/>
          </a:p>
          <a:p>
            <a:pPr>
              <a:lnSpc>
                <a:spcPct val="25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随机访问比磁盘慢约</a:t>
            </a:r>
            <a:r>
              <a:rPr lang="en-US" altLang="zh-CN" sz="2400">
                <a:latin typeface="微软雅黑" panose="020B0503020204020204" pitchFamily="34" charset="-122"/>
                <a:ea typeface="微软雅黑" panose="020B0503020204020204" pitchFamily="34" charset="-122"/>
              </a:rPr>
              <a:t>1000</a:t>
            </a:r>
            <a:r>
              <a:rPr lang="zh-CN" altLang="en-US" sz="2400">
                <a:latin typeface="微软雅黑" panose="020B0503020204020204" pitchFamily="34" charset="-122"/>
                <a:ea typeface="微软雅黑" panose="020B0503020204020204" pitchFamily="34" charset="-122"/>
              </a:rPr>
              <a:t>倍</a:t>
            </a:r>
            <a:endParaRPr lang="en-US" altLang="zh-CN" sz="2400">
              <a:latin typeface="微软雅黑" panose="020B0503020204020204" pitchFamily="34" charset="-122"/>
              <a:ea typeface="微软雅黑" panose="020B0503020204020204" pitchFamily="34" charset="-122"/>
            </a:endParaRPr>
          </a:p>
          <a:p>
            <a:pPr>
              <a:lnSpc>
                <a:spcPct val="250000"/>
              </a:lnSpc>
              <a:spcBef>
                <a:spcPct val="0"/>
              </a:spcBef>
              <a:buFont typeface="Wingdings" panose="05000000000000000000" pitchFamily="2" charset="2"/>
              <a:buChar char="p"/>
            </a:pPr>
            <a:endParaRPr lang="en-US" altLang="en-US" sz="240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D4D13C44-C9F2-D776-0ECE-7024C2F5B236}"/>
              </a:ext>
            </a:extLst>
          </p:cNvPr>
          <p:cNvSpPr/>
          <p:nvPr/>
        </p:nvSpPr>
        <p:spPr>
          <a:xfrm>
            <a:off x="6061075" y="1195388"/>
            <a:ext cx="5740400" cy="2549525"/>
          </a:xfrm>
          <a:prstGeom prst="rect">
            <a:avLst/>
          </a:prstGeom>
        </p:spPr>
        <p:txBody>
          <a:bodyPr>
            <a:spAutoFit/>
          </a:bodyPr>
          <a:lstStyle/>
          <a:p>
            <a:pPr marL="341313" indent="-341313">
              <a:lnSpc>
                <a:spcPct val="150000"/>
              </a:lnSpc>
              <a:spcBef>
                <a:spcPts val="1200"/>
              </a:spcBef>
              <a:buClr>
                <a:srgbClr val="993300"/>
              </a:buClr>
              <a:buSzPct val="90000"/>
              <a:buFont typeface="Wingdings" panose="05000000000000000000" pitchFamily="2" charset="2"/>
              <a:buChar char="p"/>
              <a:defRPr/>
            </a:pPr>
            <a:r>
              <a:rPr kumimoji="1" lang="zh-CN" altLang="en-US" sz="2400" kern="0" dirty="0">
                <a:solidFill>
                  <a:srgbClr val="000000"/>
                </a:solidFill>
                <a:latin typeface="微软雅黑" panose="020B0503020204020204" pitchFamily="34" charset="-122"/>
                <a:ea typeface="微软雅黑" panose="020B0503020204020204" pitchFamily="34" charset="-122"/>
              </a:rPr>
              <a:t>主要用于备份、存储不常用介质、系统间传输介质</a:t>
            </a:r>
            <a:endParaRPr kumimoji="1" lang="en-US" altLang="zh-CN" sz="2400" kern="0" dirty="0">
              <a:solidFill>
                <a:srgbClr val="000000"/>
              </a:solidFill>
              <a:latin typeface="微软雅黑" panose="020B0503020204020204" pitchFamily="34" charset="-122"/>
              <a:ea typeface="微软雅黑" panose="020B0503020204020204" pitchFamily="34" charset="-122"/>
            </a:endParaRPr>
          </a:p>
          <a:p>
            <a:pPr marL="341313" indent="-341313">
              <a:lnSpc>
                <a:spcPct val="150000"/>
              </a:lnSpc>
              <a:spcBef>
                <a:spcPts val="1200"/>
              </a:spcBef>
              <a:buClr>
                <a:srgbClr val="993300"/>
              </a:buClr>
              <a:buSzPct val="90000"/>
              <a:buFont typeface="Wingdings" panose="05000000000000000000" pitchFamily="2" charset="2"/>
              <a:buChar char="p"/>
              <a:defRPr/>
            </a:pPr>
            <a:r>
              <a:rPr kumimoji="1" lang="en-US" altLang="en-US" sz="2400" kern="0" dirty="0">
                <a:solidFill>
                  <a:srgbClr val="000000"/>
                </a:solidFill>
                <a:latin typeface="微软雅黑" panose="020B0503020204020204" pitchFamily="34" charset="-122"/>
                <a:ea typeface="微软雅黑" panose="020B0503020204020204" pitchFamily="34" charset="-122"/>
              </a:rPr>
              <a:t>200GB</a:t>
            </a:r>
            <a:r>
              <a:rPr kumimoji="1" lang="zh-CN" altLang="en-US" sz="2400" kern="0" dirty="0">
                <a:solidFill>
                  <a:srgbClr val="000000"/>
                </a:solidFill>
                <a:latin typeface="微软雅黑" panose="020B0503020204020204" pitchFamily="34" charset="-122"/>
                <a:ea typeface="微软雅黑" panose="020B0503020204020204" pitchFamily="34" charset="-122"/>
              </a:rPr>
              <a:t>到</a:t>
            </a:r>
            <a:r>
              <a:rPr kumimoji="1" lang="en-US" altLang="en-US" sz="2400" kern="0" dirty="0">
                <a:solidFill>
                  <a:srgbClr val="000000"/>
                </a:solidFill>
                <a:latin typeface="微软雅黑" panose="020B0503020204020204" pitchFamily="34" charset="-122"/>
                <a:ea typeface="微软雅黑" panose="020B0503020204020204" pitchFamily="34" charset="-122"/>
              </a:rPr>
              <a:t>1.5TB </a:t>
            </a:r>
            <a:r>
              <a:rPr kumimoji="1" lang="zh-CN" altLang="en-US" sz="2400" kern="0" dirty="0">
                <a:solidFill>
                  <a:srgbClr val="000000"/>
                </a:solidFill>
                <a:latin typeface="微软雅黑" panose="020B0503020204020204" pitchFamily="34" charset="-122"/>
                <a:ea typeface="微软雅黑" panose="020B0503020204020204" pitchFamily="34" charset="-122"/>
              </a:rPr>
              <a:t>典型存储</a:t>
            </a:r>
            <a:endParaRPr kumimoji="1" lang="en-US" altLang="zh-CN" sz="2400" kern="0" dirty="0">
              <a:solidFill>
                <a:srgbClr val="000000"/>
              </a:solidFill>
              <a:latin typeface="微软雅黑" panose="020B0503020204020204" pitchFamily="34" charset="-122"/>
              <a:ea typeface="微软雅黑" panose="020B0503020204020204" pitchFamily="34" charset="-122"/>
            </a:endParaRPr>
          </a:p>
          <a:p>
            <a:pPr marL="341313" indent="-341313">
              <a:lnSpc>
                <a:spcPct val="150000"/>
              </a:lnSpc>
              <a:spcBef>
                <a:spcPts val="1200"/>
              </a:spcBef>
              <a:buClr>
                <a:srgbClr val="993300"/>
              </a:buClr>
              <a:buSzPct val="90000"/>
              <a:buFont typeface="Wingdings" panose="05000000000000000000" pitchFamily="2" charset="2"/>
              <a:buChar char="p"/>
              <a:defRPr/>
            </a:pPr>
            <a:r>
              <a:rPr kumimoji="1" lang="zh-CN" altLang="en-US" sz="2400" kern="0" dirty="0">
                <a:solidFill>
                  <a:srgbClr val="000000"/>
                </a:solidFill>
                <a:latin typeface="微软雅黑" panose="020B0503020204020204" pitchFamily="34" charset="-122"/>
                <a:ea typeface="微软雅黑" panose="020B0503020204020204" pitchFamily="34" charset="-122"/>
              </a:rPr>
              <a:t>常用技术是 </a:t>
            </a:r>
            <a:r>
              <a:rPr kumimoji="1" lang="en-US" altLang="en-US" sz="2400" b="1" kern="0" dirty="0">
                <a:solidFill>
                  <a:srgbClr val="000000"/>
                </a:solidFill>
                <a:latin typeface="微软雅黑" panose="020B0503020204020204" pitchFamily="34" charset="-122"/>
                <a:ea typeface="微软雅黑" panose="020B0503020204020204" pitchFamily="34" charset="-122"/>
              </a:rPr>
              <a:t>LTO-5</a:t>
            </a:r>
            <a:r>
              <a:rPr kumimoji="1" lang="en-US" altLang="en-US" sz="2400" kern="0" dirty="0">
                <a:solidFill>
                  <a:srgbClr val="000000"/>
                </a:solidFill>
                <a:latin typeface="微软雅黑" panose="020B0503020204020204" pitchFamily="34" charset="-122"/>
                <a:ea typeface="微软雅黑" panose="020B0503020204020204" pitchFamily="34" charset="-122"/>
              </a:rPr>
              <a:t> </a:t>
            </a:r>
            <a:r>
              <a:rPr kumimoji="1" lang="zh-CN" altLang="en-US" sz="2400" kern="0" dirty="0">
                <a:solidFill>
                  <a:srgbClr val="000000"/>
                </a:solidFill>
                <a:latin typeface="微软雅黑" panose="020B0503020204020204" pitchFamily="34" charset="-122"/>
                <a:ea typeface="微软雅黑" panose="020B0503020204020204" pitchFamily="34" charset="-122"/>
              </a:rPr>
              <a:t>和 </a:t>
            </a:r>
            <a:r>
              <a:rPr kumimoji="1" lang="en-US" altLang="en-US" sz="2400" b="1" kern="0" dirty="0">
                <a:solidFill>
                  <a:srgbClr val="000000"/>
                </a:solidFill>
                <a:latin typeface="微软雅黑" panose="020B0503020204020204" pitchFamily="34" charset="-122"/>
                <a:ea typeface="微软雅黑" panose="020B0503020204020204" pitchFamily="34" charset="-122"/>
              </a:rPr>
              <a:t>SDLT</a:t>
            </a:r>
            <a:endParaRPr lang="zh-CN" altLang="en-US" sz="20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5075F2B-56D3-B276-F485-8EA4D6050D47}"/>
              </a:ext>
            </a:extLst>
          </p:cNvPr>
          <p:cNvSpPr>
            <a:spLocks noGrp="1" noChangeArrowheads="1"/>
          </p:cNvSpPr>
          <p:nvPr>
            <p:ph type="title"/>
          </p:nvPr>
        </p:nvSpPr>
        <p:spPr>
          <a:xfrm>
            <a:off x="2428875" y="155575"/>
            <a:ext cx="7781925" cy="576263"/>
          </a:xfrm>
        </p:spPr>
        <p:txBody>
          <a:bodyPr/>
          <a:lstStyle/>
          <a:p>
            <a:pPr eaLnBrk="1" hangingPunct="1"/>
            <a:r>
              <a:rPr lang="en-US" altLang="zh-CN">
                <a:latin typeface="微软雅黑" panose="020B0503020204020204" pitchFamily="34" charset="-122"/>
                <a:ea typeface="微软雅黑" panose="020B0503020204020204" pitchFamily="34" charset="-122"/>
              </a:rPr>
              <a:t>10.2 </a:t>
            </a:r>
            <a:r>
              <a:rPr lang="zh-CN" altLang="en-US">
                <a:latin typeface="微软雅黑" panose="020B0503020204020204" pitchFamily="34" charset="-122"/>
                <a:ea typeface="微软雅黑" panose="020B0503020204020204" pitchFamily="34" charset="-122"/>
              </a:rPr>
              <a:t>磁盘结构</a:t>
            </a:r>
            <a:endParaRPr lang="en-US" altLang="en-US"/>
          </a:p>
        </p:txBody>
      </p:sp>
      <p:sp>
        <p:nvSpPr>
          <p:cNvPr id="22531" name="Rectangle 3">
            <a:extLst>
              <a:ext uri="{FF2B5EF4-FFF2-40B4-BE49-F238E27FC236}">
                <a16:creationId xmlns:a16="http://schemas.microsoft.com/office/drawing/2014/main" id="{52150BFC-37C4-BBBE-B9C3-91C18C1DF627}"/>
              </a:ext>
            </a:extLst>
          </p:cNvPr>
          <p:cNvSpPr>
            <a:spLocks noGrp="1" noChangeArrowheads="1"/>
          </p:cNvSpPr>
          <p:nvPr>
            <p:ph type="body" idx="1"/>
          </p:nvPr>
        </p:nvSpPr>
        <p:spPr>
          <a:xfrm>
            <a:off x="603250" y="866775"/>
            <a:ext cx="11185525" cy="5538788"/>
          </a:xfrm>
        </p:spPr>
        <p:txBody>
          <a:bodyPr/>
          <a:lstStyle/>
          <a:p>
            <a:pPr algn="just">
              <a:lnSpc>
                <a:spcPct val="150000"/>
              </a:lnSpc>
              <a:buFont typeface="Wingdings" panose="05000000000000000000" pitchFamily="2" charset="2"/>
              <a:buChar char="p"/>
            </a:pPr>
            <a:r>
              <a:rPr lang="zh-CN" altLang="en-US" sz="2400" b="1">
                <a:solidFill>
                  <a:srgbClr val="0070C0"/>
                </a:solidFill>
                <a:latin typeface="微软雅黑" panose="020B0503020204020204" pitchFamily="34" charset="-122"/>
                <a:ea typeface="微软雅黑" panose="020B0503020204020204" pitchFamily="34" charset="-122"/>
              </a:rPr>
              <a:t>磁盘驱动器</a:t>
            </a:r>
            <a:r>
              <a:rPr lang="zh-CN" altLang="en-US" sz="2400">
                <a:solidFill>
                  <a:srgbClr val="333333"/>
                </a:solidFill>
                <a:latin typeface="微软雅黑" panose="020B0503020204020204" pitchFamily="34" charset="-122"/>
                <a:ea typeface="微软雅黑" panose="020B0503020204020204" pitchFamily="34" charset="-122"/>
              </a:rPr>
              <a:t>被视为</a:t>
            </a:r>
            <a:r>
              <a:rPr lang="zh-CN" altLang="en-US" sz="2400" b="1">
                <a:solidFill>
                  <a:srgbClr val="0070C0"/>
                </a:solidFill>
                <a:latin typeface="微软雅黑" panose="020B0503020204020204" pitchFamily="34" charset="-122"/>
                <a:ea typeface="微软雅黑" panose="020B0503020204020204" pitchFamily="34" charset="-122"/>
              </a:rPr>
              <a:t>逻辑块</a:t>
            </a:r>
            <a:r>
              <a:rPr lang="zh-CN" altLang="en-US" sz="2400">
                <a:solidFill>
                  <a:srgbClr val="333333"/>
                </a:solidFill>
                <a:latin typeface="微软雅黑" panose="020B0503020204020204" pitchFamily="34" charset="-122"/>
                <a:ea typeface="微软雅黑" panose="020B0503020204020204" pitchFamily="34" charset="-122"/>
              </a:rPr>
              <a:t>的大型一维阵列，其中逻辑块是最小的传输单位</a:t>
            </a:r>
            <a:endParaRPr lang="en-US" altLang="en-US" sz="2400">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低级格式化在物理介质上创建</a:t>
            </a:r>
            <a:r>
              <a:rPr lang="zh-CN" altLang="en-US" sz="2400" b="1">
                <a:solidFill>
                  <a:srgbClr val="0070C0"/>
                </a:solidFill>
                <a:latin typeface="微软雅黑" panose="020B0503020204020204" pitchFamily="34" charset="-122"/>
                <a:ea typeface="微软雅黑" panose="020B0503020204020204" pitchFamily="34" charset="-122"/>
              </a:rPr>
              <a:t>逻辑块</a:t>
            </a:r>
            <a:r>
              <a:rPr lang="en-US" altLang="en-US" sz="2400" b="1">
                <a:solidFill>
                  <a:srgbClr val="0070C0"/>
                </a:solidFill>
                <a:latin typeface="微软雅黑" panose="020B0503020204020204" pitchFamily="34" charset="-122"/>
                <a:ea typeface="微软雅黑" panose="020B0503020204020204" pitchFamily="34" charset="-122"/>
              </a:rPr>
              <a:t> </a:t>
            </a:r>
            <a:endParaRPr lang="en-US" altLang="en-US" sz="2400">
              <a:solidFill>
                <a:srgbClr val="0070C0"/>
              </a:solidFill>
              <a:latin typeface="微软雅黑" panose="020B0503020204020204" pitchFamily="34" charset="-122"/>
              <a:ea typeface="微软雅黑" panose="020B0503020204020204" pitchFamily="34" charset="-122"/>
            </a:endParaRPr>
          </a:p>
          <a:p>
            <a:pPr algn="just">
              <a:lnSpc>
                <a:spcPct val="15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逻辑块的</a:t>
            </a:r>
            <a:r>
              <a:rPr lang="zh-CN" altLang="en-US" sz="2400" b="1">
                <a:solidFill>
                  <a:srgbClr val="0070C0"/>
                </a:solidFill>
                <a:latin typeface="微软雅黑" panose="020B0503020204020204" pitchFamily="34" charset="-122"/>
                <a:ea typeface="微软雅黑" panose="020B0503020204020204" pitchFamily="34" charset="-122"/>
              </a:rPr>
              <a:t>一维阵列</a:t>
            </a:r>
            <a:r>
              <a:rPr lang="zh-CN" altLang="en-US" sz="2400">
                <a:latin typeface="微软雅黑" panose="020B0503020204020204" pitchFamily="34" charset="-122"/>
                <a:ea typeface="微软雅黑" panose="020B0503020204020204" pitchFamily="34" charset="-122"/>
              </a:rPr>
              <a:t>依次映射到磁盘的</a:t>
            </a:r>
            <a:r>
              <a:rPr lang="zh-CN" altLang="en-US" sz="2400" b="1">
                <a:solidFill>
                  <a:srgbClr val="0070C0"/>
                </a:solidFill>
                <a:latin typeface="微软雅黑" panose="020B0503020204020204" pitchFamily="34" charset="-122"/>
                <a:ea typeface="微软雅黑" panose="020B0503020204020204" pitchFamily="34" charset="-122"/>
              </a:rPr>
              <a:t>扇区</a:t>
            </a:r>
            <a:r>
              <a:rPr lang="zh-CN" altLang="en-US" sz="2400">
                <a:latin typeface="微软雅黑" panose="020B0503020204020204" pitchFamily="34" charset="-122"/>
                <a:ea typeface="微软雅黑" panose="020B0503020204020204" pitchFamily="34" charset="-122"/>
              </a:rPr>
              <a:t>中</a:t>
            </a:r>
            <a:endParaRPr lang="en-US" altLang="en-US" sz="2400">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400" b="1">
                <a:latin typeface="微软雅黑" panose="020B0503020204020204" pitchFamily="34" charset="-122"/>
                <a:ea typeface="微软雅黑" panose="020B0503020204020204" pitchFamily="34" charset="-122"/>
              </a:rPr>
              <a:t>扇区</a:t>
            </a:r>
            <a:r>
              <a:rPr lang="en-US" altLang="zh-CN" sz="2400" b="1">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是</a:t>
            </a:r>
            <a:r>
              <a:rPr lang="zh-CN" altLang="en-US" sz="2400" b="1">
                <a:latin typeface="微软雅黑" panose="020B0503020204020204" pitchFamily="34" charset="-122"/>
                <a:ea typeface="微软雅黑" panose="020B0503020204020204" pitchFamily="34" charset="-122"/>
              </a:rPr>
              <a:t>最外面柱面上第一个磁道的第一个扇区</a:t>
            </a:r>
            <a:endParaRPr lang="en-US" altLang="en-US" sz="2400" b="1">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映射按顺序通过该磁道的扇区，然后是该柱面中的其余磁道，然后从最外层到最内层通过其余柱面</a:t>
            </a:r>
            <a:endParaRPr lang="en-US" altLang="en-US" sz="2400">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逻辑地址到物理地址映射：</a:t>
            </a:r>
            <a:r>
              <a:rPr lang="zh-CN" altLang="en-US" sz="2400" b="1">
                <a:solidFill>
                  <a:srgbClr val="0070C0"/>
                </a:solidFill>
                <a:latin typeface="微软雅黑" panose="020B0503020204020204" pitchFamily="34" charset="-122"/>
                <a:ea typeface="微软雅黑" panose="020B0503020204020204" pitchFamily="34" charset="-122"/>
              </a:rPr>
              <a:t>（逻辑块号）</a:t>
            </a:r>
            <a:r>
              <a:rPr lang="en-US" altLang="zh-CN" sz="2400">
                <a:latin typeface="微软雅黑" panose="020B0503020204020204" pitchFamily="34" charset="-122"/>
                <a:ea typeface="微软雅黑" panose="020B0503020204020204" pitchFamily="34" charset="-122"/>
              </a:rPr>
              <a:t>&lt;-&gt;</a:t>
            </a:r>
            <a:r>
              <a:rPr lang="zh-CN" altLang="en-US" sz="2400" b="1">
                <a:solidFill>
                  <a:srgbClr val="0070C0"/>
                </a:solidFill>
                <a:latin typeface="微软雅黑" panose="020B0503020204020204" pitchFamily="34" charset="-122"/>
                <a:ea typeface="微软雅黑" panose="020B0503020204020204" pitchFamily="34" charset="-122"/>
              </a:rPr>
              <a:t>（柱面号、磁道号、扇区号）</a:t>
            </a:r>
            <a:endParaRPr lang="en-US" altLang="en-US" sz="2400" b="1">
              <a:solidFill>
                <a:srgbClr val="0070C0"/>
              </a:solidFill>
              <a:latin typeface="微软雅黑" panose="020B0503020204020204" pitchFamily="34" charset="-122"/>
              <a:ea typeface="微软雅黑" panose="020B0503020204020204" pitchFamily="34" charset="-122"/>
            </a:endParaRPr>
          </a:p>
          <a:p>
            <a:pPr lvl="2" algn="just">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扇区损坏除外</a:t>
            </a:r>
            <a:endParaRPr lang="en-US" altLang="zh-CN" sz="2400">
              <a:latin typeface="微软雅黑" panose="020B0503020204020204" pitchFamily="34" charset="-122"/>
              <a:ea typeface="微软雅黑" panose="020B0503020204020204" pitchFamily="34" charset="-122"/>
            </a:endParaRPr>
          </a:p>
          <a:p>
            <a:pPr lvl="2" algn="just">
              <a:lnSpc>
                <a:spcPct val="150000"/>
              </a:lnSpc>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每个磁道的扇区数量不恒定</a:t>
            </a:r>
            <a:endParaRPr lang="en-US" altLang="en-US" sz="240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7E577AE-95FD-B11A-DCFA-4999A382B7F3}"/>
              </a:ext>
            </a:extLst>
          </p:cNvPr>
          <p:cNvSpPr>
            <a:spLocks noGrp="1" noChangeArrowheads="1"/>
          </p:cNvSpPr>
          <p:nvPr>
            <p:ph type="title"/>
          </p:nvPr>
        </p:nvSpPr>
        <p:spPr>
          <a:xfrm>
            <a:off x="2428875" y="155575"/>
            <a:ext cx="7781925" cy="576263"/>
          </a:xfrm>
        </p:spPr>
        <p:txBody>
          <a:bodyPr/>
          <a:lstStyle/>
          <a:p>
            <a:pPr eaLnBrk="1" hangingPunct="1"/>
            <a:r>
              <a:rPr lang="zh-CN" altLang="en-US">
                <a:latin typeface="微软雅黑" panose="020B0503020204020204" pitchFamily="34" charset="-122"/>
                <a:ea typeface="微软雅黑" panose="020B0503020204020204" pitchFamily="34" charset="-122"/>
              </a:rPr>
              <a:t>磁盘结构</a:t>
            </a:r>
            <a:endParaRPr lang="en-US" altLang="en-US"/>
          </a:p>
        </p:txBody>
      </p:sp>
      <p:sp>
        <p:nvSpPr>
          <p:cNvPr id="24579" name="Rectangle 3">
            <a:extLst>
              <a:ext uri="{FF2B5EF4-FFF2-40B4-BE49-F238E27FC236}">
                <a16:creationId xmlns:a16="http://schemas.microsoft.com/office/drawing/2014/main" id="{44487824-63E0-B1C4-7BAE-83A3F00C0059}"/>
              </a:ext>
            </a:extLst>
          </p:cNvPr>
          <p:cNvSpPr>
            <a:spLocks noGrp="1" noChangeArrowheads="1"/>
          </p:cNvSpPr>
          <p:nvPr>
            <p:ph type="body" idx="1"/>
          </p:nvPr>
        </p:nvSpPr>
        <p:spPr>
          <a:xfrm>
            <a:off x="582613" y="838200"/>
            <a:ext cx="11349037" cy="4972050"/>
          </a:xfrm>
        </p:spPr>
        <p:txBody>
          <a:bodyPr/>
          <a:lstStyle/>
          <a:p>
            <a:pPr>
              <a:lnSpc>
                <a:spcPct val="150000"/>
              </a:lnSpc>
              <a:spcBef>
                <a:spcPts val="600"/>
              </a:spcBef>
              <a:buFont typeface="Wingdings" panose="05000000000000000000" pitchFamily="2" charset="2"/>
              <a:buChar char="p"/>
            </a:pPr>
            <a:r>
              <a:rPr lang="zh-CN" altLang="en-US" sz="2400" b="1">
                <a:latin typeface="微软雅黑" panose="020B0503020204020204" pitchFamily="34" charset="-122"/>
                <a:ea typeface="微软雅黑" panose="020B0503020204020204" pitchFamily="34" charset="-122"/>
              </a:rPr>
              <a:t>恒定线速度</a:t>
            </a:r>
            <a:r>
              <a:rPr lang="en-US" altLang="zh-CN" sz="2400" b="1">
                <a:latin typeface="微软雅黑" panose="020B0503020204020204" pitchFamily="34" charset="-122"/>
                <a:ea typeface="微软雅黑" panose="020B0503020204020204" pitchFamily="34" charset="-122"/>
              </a:rPr>
              <a:t>(</a:t>
            </a:r>
            <a:r>
              <a:rPr lang="en-US" altLang="en-US" sz="2400" b="1">
                <a:latin typeface="微软雅黑" panose="020B0503020204020204" pitchFamily="34" charset="-122"/>
                <a:ea typeface="微软雅黑" panose="020B0503020204020204" pitchFamily="34" charset="-122"/>
              </a:rPr>
              <a:t>CLV)</a:t>
            </a:r>
          </a:p>
          <a:p>
            <a:pPr lvl="1">
              <a:lnSpc>
                <a:spcPct val="150000"/>
              </a:lnSpc>
              <a:spcBef>
                <a:spcPts val="6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每个磁道的比特密度是均匀的</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当磁头从外部磁道移动到内部磁道时，驱动器会增加其旋转速度，以保持在磁头下移动的数据速率相同</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en-US" altLang="en-US" sz="2400" b="1">
                <a:latin typeface="微软雅黑" panose="020B0503020204020204" pitchFamily="34" charset="-122"/>
                <a:ea typeface="微软雅黑" panose="020B0503020204020204" pitchFamily="34" charset="-122"/>
              </a:rPr>
              <a:t>CD-ROM </a:t>
            </a:r>
            <a:r>
              <a:rPr lang="zh-CN" altLang="en-US" sz="2400">
                <a:latin typeface="微软雅黑" panose="020B0503020204020204" pitchFamily="34" charset="-122"/>
                <a:ea typeface="微软雅黑" panose="020B0503020204020204" pitchFamily="34" charset="-122"/>
              </a:rPr>
              <a:t>和</a:t>
            </a:r>
            <a:r>
              <a:rPr lang="en-US" altLang="en-US" sz="2400">
                <a:latin typeface="微软雅黑" panose="020B0503020204020204" pitchFamily="34" charset="-122"/>
                <a:ea typeface="微软雅黑" panose="020B0503020204020204" pitchFamily="34" charset="-122"/>
              </a:rPr>
              <a:t> </a:t>
            </a:r>
            <a:r>
              <a:rPr lang="en-US" altLang="en-US" sz="2400" b="1">
                <a:solidFill>
                  <a:srgbClr val="0070C0"/>
                </a:solidFill>
                <a:latin typeface="微软雅黑" panose="020B0503020204020204" pitchFamily="34" charset="-122"/>
                <a:ea typeface="微软雅黑" panose="020B0503020204020204" pitchFamily="34" charset="-122"/>
              </a:rPr>
              <a:t>DVD-ROM</a:t>
            </a:r>
          </a:p>
          <a:p>
            <a:pPr>
              <a:lnSpc>
                <a:spcPct val="150000"/>
              </a:lnSpc>
              <a:spcBef>
                <a:spcPts val="600"/>
              </a:spcBef>
              <a:buFont typeface="Wingdings" panose="05000000000000000000" pitchFamily="2" charset="2"/>
              <a:buChar char="p"/>
            </a:pPr>
            <a:r>
              <a:rPr lang="zh-CN" altLang="en-US" sz="2400" b="1">
                <a:latin typeface="微软雅黑" panose="020B0503020204020204" pitchFamily="34" charset="-122"/>
                <a:ea typeface="微软雅黑" panose="020B0503020204020204" pitchFamily="34" charset="-122"/>
              </a:rPr>
              <a:t>恒定角速度 </a:t>
            </a:r>
            <a:r>
              <a:rPr lang="en-US" altLang="zh-CN" sz="2400" b="1">
                <a:latin typeface="微软雅黑" panose="020B0503020204020204" pitchFamily="34" charset="-122"/>
                <a:ea typeface="微软雅黑" panose="020B0503020204020204" pitchFamily="34" charset="-122"/>
              </a:rPr>
              <a:t>(CAV)</a:t>
            </a:r>
            <a:endParaRPr lang="en-US" altLang="en-US" sz="2400" b="1">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圆盘转速可以保持不变</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在这种情况下，</a:t>
            </a:r>
            <a:r>
              <a:rPr lang="zh-CN" altLang="en-US" sz="2400" b="1">
                <a:solidFill>
                  <a:srgbClr val="0070C0"/>
                </a:solidFill>
                <a:latin typeface="微软雅黑" panose="020B0503020204020204" pitchFamily="34" charset="-122"/>
                <a:ea typeface="微软雅黑" panose="020B0503020204020204" pitchFamily="34" charset="-122"/>
              </a:rPr>
              <a:t>位密度从内部磁道到外部磁道降低</a:t>
            </a:r>
            <a:r>
              <a:rPr lang="zh-CN" altLang="en-US" sz="2400">
                <a:latin typeface="微软雅黑" panose="020B0503020204020204" pitchFamily="34" charset="-122"/>
                <a:ea typeface="微软雅黑" panose="020B0503020204020204" pitchFamily="34" charset="-122"/>
              </a:rPr>
              <a:t>，以保持数据速率恒定</a:t>
            </a:r>
            <a:endParaRPr lang="en-US" altLang="en-US" sz="2400">
              <a:latin typeface="微软雅黑" panose="020B0503020204020204" pitchFamily="34" charset="-122"/>
              <a:ea typeface="微软雅黑" panose="020B0503020204020204" pitchFamily="34" charset="-122"/>
            </a:endParaRPr>
          </a:p>
          <a:p>
            <a:pPr>
              <a:lnSpc>
                <a:spcPct val="150000"/>
              </a:lnSpc>
              <a:spcBef>
                <a:spcPts val="60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随着磁盘技术的改进，每个磁道和柱面的扇区数量增加</a:t>
            </a:r>
            <a:endParaRPr lang="en-US" altLang="en-US" sz="240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49A70B6-C89D-7D2C-F192-3E06427F805A}"/>
              </a:ext>
            </a:extLst>
          </p:cNvPr>
          <p:cNvSpPr>
            <a:spLocks noGrp="1" noChangeArrowheads="1"/>
          </p:cNvSpPr>
          <p:nvPr>
            <p:ph type="title"/>
          </p:nvPr>
        </p:nvSpPr>
        <p:spPr>
          <a:xfrm>
            <a:off x="2409825" y="155575"/>
            <a:ext cx="7800975" cy="576263"/>
          </a:xfrm>
        </p:spPr>
        <p:txBody>
          <a:bodyPr/>
          <a:lstStyle/>
          <a:p>
            <a:pPr eaLnBrk="1" hangingPunct="1"/>
            <a:r>
              <a:rPr lang="en-US" altLang="zh-CN">
                <a:latin typeface="微软雅黑" panose="020B0503020204020204" pitchFamily="34" charset="-122"/>
                <a:ea typeface="微软雅黑" panose="020B0503020204020204" pitchFamily="34" charset="-122"/>
              </a:rPr>
              <a:t>10.3  </a:t>
            </a:r>
            <a:r>
              <a:rPr lang="zh-CN" altLang="en-US">
                <a:latin typeface="微软雅黑" panose="020B0503020204020204" pitchFamily="34" charset="-122"/>
                <a:ea typeface="微软雅黑" panose="020B0503020204020204" pitchFamily="34" charset="-122"/>
              </a:rPr>
              <a:t>磁盘连接</a:t>
            </a:r>
            <a:r>
              <a:rPr lang="en-US" altLang="en-US"/>
              <a:t>*</a:t>
            </a:r>
          </a:p>
        </p:txBody>
      </p:sp>
      <p:sp>
        <p:nvSpPr>
          <p:cNvPr id="26627" name="Rectangle 3">
            <a:extLst>
              <a:ext uri="{FF2B5EF4-FFF2-40B4-BE49-F238E27FC236}">
                <a16:creationId xmlns:a16="http://schemas.microsoft.com/office/drawing/2014/main" id="{B55E7544-941E-8EC0-CFA4-CF43E58F1F85}"/>
              </a:ext>
            </a:extLst>
          </p:cNvPr>
          <p:cNvSpPr>
            <a:spLocks noGrp="1" noChangeArrowheads="1"/>
          </p:cNvSpPr>
          <p:nvPr>
            <p:ph type="body" idx="1"/>
          </p:nvPr>
        </p:nvSpPr>
        <p:spPr>
          <a:xfrm>
            <a:off x="609600" y="1123950"/>
            <a:ext cx="11425238" cy="4813300"/>
          </a:xfrm>
        </p:spPr>
        <p:txBody>
          <a:bodyPr/>
          <a:lstStyle/>
          <a:p>
            <a:pPr>
              <a:lnSpc>
                <a:spcPct val="150000"/>
              </a:lnSpc>
              <a:spcBef>
                <a:spcPts val="120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主机通过与 </a:t>
            </a:r>
            <a:r>
              <a:rPr lang="en-US" altLang="zh-CN" sz="2400">
                <a:latin typeface="微软雅黑" panose="020B0503020204020204" pitchFamily="34" charset="-122"/>
                <a:ea typeface="微软雅黑" panose="020B0503020204020204" pitchFamily="34" charset="-122"/>
              </a:rPr>
              <a:t>I/O </a:t>
            </a:r>
            <a:r>
              <a:rPr lang="zh-CN" altLang="en-US" sz="2400">
                <a:latin typeface="微软雅黑" panose="020B0503020204020204" pitchFamily="34" charset="-122"/>
                <a:ea typeface="微软雅黑" panose="020B0503020204020204" pitchFamily="34" charset="-122"/>
              </a:rPr>
              <a:t>总线</a:t>
            </a: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IDE</a:t>
            </a: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ATA</a:t>
            </a: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SATA</a:t>
            </a:r>
            <a:r>
              <a:rPr lang="zh-CN" altLang="en-US" sz="2400" b="1">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访问磁盘存储</a:t>
            </a:r>
            <a:endParaRPr lang="en-US" altLang="zh-CN" sz="2400">
              <a:latin typeface="微软雅黑" panose="020B0503020204020204" pitchFamily="34" charset="-122"/>
              <a:ea typeface="微软雅黑" panose="020B0503020204020204" pitchFamily="34" charset="-122"/>
            </a:endParaRPr>
          </a:p>
          <a:p>
            <a:pPr>
              <a:lnSpc>
                <a:spcPct val="150000"/>
              </a:lnSpc>
              <a:spcBef>
                <a:spcPts val="1200"/>
              </a:spcBef>
              <a:buFont typeface="Wingdings" panose="05000000000000000000" pitchFamily="2" charset="2"/>
              <a:buChar char="p"/>
            </a:pPr>
            <a:r>
              <a:rPr lang="en-US" altLang="zh-CN" sz="2400">
                <a:latin typeface="微软雅黑" panose="020B0503020204020204" pitchFamily="34" charset="-122"/>
                <a:ea typeface="微软雅黑" panose="020B0503020204020204" pitchFamily="34" charset="-122"/>
              </a:rPr>
              <a:t>SCSI</a:t>
            </a:r>
            <a:r>
              <a:rPr lang="zh-CN" altLang="en-US" sz="2400">
                <a:latin typeface="微软雅黑" panose="020B0503020204020204" pitchFamily="34" charset="-122"/>
                <a:ea typeface="微软雅黑" panose="020B0503020204020204" pitchFamily="34" charset="-122"/>
              </a:rPr>
              <a:t>本身是一条总线，一根电缆上最多有</a:t>
            </a:r>
            <a:r>
              <a:rPr lang="en-US" altLang="zh-CN" sz="2400">
                <a:latin typeface="微软雅黑" panose="020B0503020204020204" pitchFamily="34" charset="-122"/>
                <a:ea typeface="微软雅黑" panose="020B0503020204020204" pitchFamily="34" charset="-122"/>
              </a:rPr>
              <a:t>16</a:t>
            </a:r>
            <a:r>
              <a:rPr lang="zh-CN" altLang="en-US" sz="2400">
                <a:latin typeface="微软雅黑" panose="020B0503020204020204" pitchFamily="34" charset="-122"/>
                <a:ea typeface="微软雅黑" panose="020B0503020204020204" pitchFamily="34" charset="-122"/>
              </a:rPr>
              <a:t>个设备，</a:t>
            </a:r>
            <a:r>
              <a:rPr lang="en-US" altLang="en-US" sz="2400" b="1">
                <a:solidFill>
                  <a:srgbClr val="0070C0"/>
                </a:solidFill>
                <a:latin typeface="微软雅黑" panose="020B0503020204020204" pitchFamily="34" charset="-122"/>
                <a:ea typeface="微软雅黑" panose="020B0503020204020204" pitchFamily="34" charset="-122"/>
              </a:rPr>
              <a:t>SCSI</a:t>
            </a:r>
            <a:r>
              <a:rPr lang="zh-CN" altLang="en-US" sz="2400" b="1">
                <a:solidFill>
                  <a:srgbClr val="0070C0"/>
                </a:solidFill>
                <a:latin typeface="微软雅黑" panose="020B0503020204020204" pitchFamily="34" charset="-122"/>
                <a:ea typeface="微软雅黑" panose="020B0503020204020204" pitchFamily="34" charset="-122"/>
              </a:rPr>
              <a:t>发起方</a:t>
            </a:r>
            <a:r>
              <a:rPr lang="zh-CN" altLang="en-US" sz="2400">
                <a:latin typeface="微软雅黑" panose="020B0503020204020204" pitchFamily="34" charset="-122"/>
                <a:ea typeface="微软雅黑" panose="020B0503020204020204" pitchFamily="34" charset="-122"/>
              </a:rPr>
              <a:t>请求操作，</a:t>
            </a:r>
            <a:r>
              <a:rPr lang="en-US" altLang="en-US" sz="2400">
                <a:latin typeface="微软雅黑" panose="020B0503020204020204" pitchFamily="34" charset="-122"/>
                <a:ea typeface="微软雅黑" panose="020B0503020204020204" pitchFamily="34" charset="-122"/>
              </a:rPr>
              <a:t> </a:t>
            </a:r>
            <a:r>
              <a:rPr lang="en-US" altLang="en-US" sz="2400" b="1">
                <a:solidFill>
                  <a:srgbClr val="0070C0"/>
                </a:solidFill>
                <a:latin typeface="微软雅黑" panose="020B0503020204020204" pitchFamily="34" charset="-122"/>
                <a:ea typeface="微软雅黑" panose="020B0503020204020204" pitchFamily="34" charset="-122"/>
              </a:rPr>
              <a:t>SCSI</a:t>
            </a:r>
            <a:r>
              <a:rPr lang="zh-CN" altLang="en-US" sz="2400" b="1">
                <a:solidFill>
                  <a:srgbClr val="0070C0"/>
                </a:solidFill>
                <a:latin typeface="微软雅黑" panose="020B0503020204020204" pitchFamily="34" charset="-122"/>
                <a:ea typeface="微软雅黑" panose="020B0503020204020204" pitchFamily="34" charset="-122"/>
              </a:rPr>
              <a:t>目标方</a:t>
            </a:r>
            <a:r>
              <a:rPr lang="zh-CN" altLang="en-US" sz="2400">
                <a:latin typeface="微软雅黑" panose="020B0503020204020204" pitchFamily="34" charset="-122"/>
                <a:ea typeface="微软雅黑" panose="020B0503020204020204" pitchFamily="34" charset="-122"/>
              </a:rPr>
              <a:t>执行任务</a:t>
            </a:r>
            <a:endParaRPr lang="en-US" altLang="en-US" sz="2400">
              <a:latin typeface="微软雅黑" panose="020B0503020204020204" pitchFamily="34" charset="-122"/>
              <a:ea typeface="微软雅黑" panose="020B0503020204020204" pitchFamily="34" charset="-122"/>
            </a:endParaRPr>
          </a:p>
          <a:p>
            <a:pPr lvl="1">
              <a:lnSpc>
                <a:spcPct val="150000"/>
              </a:lnSpc>
              <a:spcBef>
                <a:spcPts val="12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每个目标最多可以有</a:t>
            </a:r>
            <a:r>
              <a:rPr lang="en-US" altLang="zh-CN" sz="2400">
                <a:latin typeface="微软雅黑" panose="020B0503020204020204" pitchFamily="34" charset="-122"/>
                <a:ea typeface="微软雅黑" panose="020B0503020204020204" pitchFamily="34" charset="-122"/>
              </a:rPr>
              <a:t>8</a:t>
            </a:r>
            <a:r>
              <a:rPr lang="zh-CN" altLang="en-US" sz="2400">
                <a:latin typeface="微软雅黑" panose="020B0503020204020204" pitchFamily="34" charset="-122"/>
                <a:ea typeface="微软雅黑" panose="020B0503020204020204" pitchFamily="34" charset="-122"/>
              </a:rPr>
              <a:t>个</a:t>
            </a:r>
            <a:r>
              <a:rPr lang="zh-CN" altLang="en-US" sz="2400" b="1">
                <a:solidFill>
                  <a:srgbClr val="0070C0"/>
                </a:solidFill>
                <a:latin typeface="微软雅黑" panose="020B0503020204020204" pitchFamily="34" charset="-122"/>
                <a:ea typeface="微软雅黑" panose="020B0503020204020204" pitchFamily="34" charset="-122"/>
              </a:rPr>
              <a:t>逻辑单元</a:t>
            </a:r>
            <a:r>
              <a:rPr lang="en-US" altLang="en-US" sz="2400">
                <a:solidFill>
                  <a:srgbClr val="0070C0"/>
                </a:solidFill>
                <a:latin typeface="微软雅黑" panose="020B0503020204020204" pitchFamily="34" charset="-122"/>
                <a:ea typeface="微软雅黑" panose="020B0503020204020204" pitchFamily="34" charset="-122"/>
              </a:rPr>
              <a:t> </a:t>
            </a:r>
            <a:r>
              <a:rPr lang="en-US" altLang="en-US"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磁盘连接到设备控制器</a:t>
            </a:r>
            <a:r>
              <a:rPr lang="en-US" altLang="en-US" sz="2400">
                <a:latin typeface="微软雅黑" panose="020B0503020204020204" pitchFamily="34" charset="-122"/>
                <a:ea typeface="微软雅黑" panose="020B0503020204020204" pitchFamily="34" charset="-122"/>
              </a:rPr>
              <a:t>)</a:t>
            </a:r>
          </a:p>
          <a:p>
            <a:pPr>
              <a:lnSpc>
                <a:spcPct val="150000"/>
              </a:lnSpc>
              <a:spcBef>
                <a:spcPts val="120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光纤通道是高速串行架构</a:t>
            </a:r>
            <a:endParaRPr lang="en-US" altLang="en-US" sz="2400">
              <a:latin typeface="微软雅黑" panose="020B0503020204020204" pitchFamily="34" charset="-122"/>
              <a:ea typeface="微软雅黑" panose="020B0503020204020204" pitchFamily="34" charset="-122"/>
            </a:endParaRPr>
          </a:p>
          <a:p>
            <a:pPr lvl="1">
              <a:lnSpc>
                <a:spcPct val="150000"/>
              </a:lnSpc>
              <a:spcBef>
                <a:spcPts val="1200"/>
              </a:spcBef>
              <a:buFont typeface="Wingdings" panose="05000000000000000000" pitchFamily="2" charset="2"/>
              <a:buChar char="n"/>
            </a:pPr>
            <a:r>
              <a:rPr lang="zh-CN" altLang="en-US" sz="2400" b="1">
                <a:solidFill>
                  <a:srgbClr val="0070C0"/>
                </a:solidFill>
                <a:latin typeface="微软雅黑" panose="020B0503020204020204" pitchFamily="34" charset="-122"/>
                <a:ea typeface="微软雅黑" panose="020B0503020204020204" pitchFamily="34" charset="-122"/>
              </a:rPr>
              <a:t>存储区域网络</a:t>
            </a:r>
            <a:r>
              <a:rPr lang="en-US" altLang="en-US" sz="2400" b="1">
                <a:solidFill>
                  <a:srgbClr val="0070C0"/>
                </a:solidFill>
                <a:latin typeface="微软雅黑" panose="020B0503020204020204" pitchFamily="34" charset="-122"/>
                <a:ea typeface="微软雅黑" panose="020B0503020204020204" pitchFamily="34" charset="-122"/>
              </a:rPr>
              <a:t>(SAN)</a:t>
            </a:r>
            <a:r>
              <a:rPr lang="zh-CN" altLang="en-US" sz="2400">
                <a:latin typeface="微软雅黑" panose="020B0503020204020204" pitchFamily="34" charset="-122"/>
                <a:ea typeface="微软雅黑" panose="020B0503020204020204" pitchFamily="34" charset="-122"/>
              </a:rPr>
              <a:t>的基础</a:t>
            </a:r>
            <a:r>
              <a:rPr lang="en-US" altLang="en-US"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，其中许多主机连接到许多存储单元</a:t>
            </a:r>
            <a:endParaRPr lang="en-US" altLang="en-US" sz="2400">
              <a:latin typeface="微软雅黑" panose="020B0503020204020204" pitchFamily="34" charset="-122"/>
              <a:ea typeface="微软雅黑" panose="020B0503020204020204" pitchFamily="34" charset="-122"/>
            </a:endParaRPr>
          </a:p>
          <a:p>
            <a:pPr lvl="1">
              <a:lnSpc>
                <a:spcPct val="150000"/>
              </a:lnSpc>
              <a:spcBef>
                <a:spcPts val="12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仲裁循环 </a:t>
            </a:r>
            <a:r>
              <a:rPr lang="en-US" altLang="zh-CN" sz="2400">
                <a:latin typeface="微软雅黑" panose="020B0503020204020204" pitchFamily="34" charset="-122"/>
                <a:ea typeface="微软雅黑" panose="020B0503020204020204" pitchFamily="34" charset="-122"/>
              </a:rPr>
              <a:t>(FC-AL)</a:t>
            </a:r>
            <a:endParaRPr lang="en-US" altLang="en-US" sz="2400">
              <a:latin typeface="微软雅黑" panose="020B0503020204020204" pitchFamily="34" charset="-122"/>
              <a:ea typeface="微软雅黑" panose="020B0503020204020204" pitchFamily="34" charset="-122"/>
            </a:endParaRPr>
          </a:p>
          <a:p>
            <a:pPr>
              <a:lnSpc>
                <a:spcPct val="150000"/>
              </a:lnSpc>
              <a:spcBef>
                <a:spcPts val="1200"/>
              </a:spcBef>
              <a:buFont typeface="Wingdings" panose="05000000000000000000" pitchFamily="2" charset="2"/>
              <a:buChar char="p"/>
            </a:pPr>
            <a:r>
              <a:rPr lang="en-US" altLang="zh-CN" sz="2400">
                <a:latin typeface="微软雅黑" panose="020B0503020204020204" pitchFamily="34" charset="-122"/>
                <a:ea typeface="微软雅黑" panose="020B0503020204020204" pitchFamily="34" charset="-122"/>
              </a:rPr>
              <a:t>I/O(</a:t>
            </a:r>
            <a:r>
              <a:rPr lang="zh-CN" altLang="en-US" sz="2400">
                <a:latin typeface="微软雅黑" panose="020B0503020204020204" pitchFamily="34" charset="-122"/>
                <a:ea typeface="微软雅黑" panose="020B0503020204020204" pitchFamily="34" charset="-122"/>
              </a:rPr>
              <a:t>逻辑数据块的读写</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指向已识别的存储单元</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总线</a:t>
            </a:r>
            <a:r>
              <a:rPr lang="en-US" altLang="zh-CN" sz="2400">
                <a:latin typeface="微软雅黑" panose="020B0503020204020204" pitchFamily="34" charset="-122"/>
                <a:ea typeface="微软雅黑" panose="020B0503020204020204" pitchFamily="34" charset="-122"/>
              </a:rPr>
              <a:t>ID</a:t>
            </a:r>
            <a:r>
              <a:rPr lang="zh-CN" altLang="en-US" sz="2400">
                <a:latin typeface="微软雅黑" panose="020B0503020204020204" pitchFamily="34" charset="-122"/>
                <a:ea typeface="微软雅黑" panose="020B0503020204020204" pitchFamily="34" charset="-122"/>
              </a:rPr>
              <a:t>、设备</a:t>
            </a:r>
            <a:r>
              <a:rPr lang="en-US" altLang="zh-CN" sz="2400">
                <a:latin typeface="微软雅黑" panose="020B0503020204020204" pitchFamily="34" charset="-122"/>
                <a:ea typeface="微软雅黑" panose="020B0503020204020204" pitchFamily="34" charset="-122"/>
              </a:rPr>
              <a:t>ID</a:t>
            </a:r>
            <a:r>
              <a:rPr lang="zh-CN" altLang="en-US" sz="2400">
                <a:latin typeface="微软雅黑" panose="020B0503020204020204" pitchFamily="34" charset="-122"/>
                <a:ea typeface="微软雅黑" panose="020B0503020204020204" pitchFamily="34" charset="-122"/>
              </a:rPr>
              <a:t>、逻辑单元</a:t>
            </a:r>
            <a:r>
              <a:rPr lang="en-US" altLang="zh-CN" sz="2400">
                <a:latin typeface="微软雅黑" panose="020B0503020204020204" pitchFamily="34" charset="-122"/>
                <a:ea typeface="微软雅黑" panose="020B0503020204020204" pitchFamily="34" charset="-122"/>
              </a:rPr>
              <a:t>)</a:t>
            </a:r>
            <a:endParaRPr lang="en-US" altLang="en-US" sz="240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AC711F9-6610-1923-A082-EE422D3294B2}"/>
              </a:ext>
            </a:extLst>
          </p:cNvPr>
          <p:cNvSpPr>
            <a:spLocks noGrp="1" noChangeArrowheads="1"/>
          </p:cNvSpPr>
          <p:nvPr>
            <p:ph type="title"/>
          </p:nvPr>
        </p:nvSpPr>
        <p:spPr>
          <a:xfrm>
            <a:off x="2506663" y="141288"/>
            <a:ext cx="7704137" cy="576262"/>
          </a:xfrm>
        </p:spPr>
        <p:txBody>
          <a:bodyPr/>
          <a:lstStyle/>
          <a:p>
            <a:pPr eaLnBrk="1" hangingPunct="1"/>
            <a:r>
              <a:rPr lang="zh-CN" altLang="en-US">
                <a:latin typeface="微软雅黑" panose="020B0503020204020204" pitchFamily="34" charset="-122"/>
                <a:ea typeface="微软雅黑" panose="020B0503020204020204" pitchFamily="34" charset="-122"/>
              </a:rPr>
              <a:t>网络附加存储</a:t>
            </a:r>
            <a:r>
              <a:rPr lang="en-US" altLang="en-US"/>
              <a:t>*</a:t>
            </a:r>
            <a:endParaRPr lang="en-US" altLang="en-US">
              <a:latin typeface="微软雅黑" panose="020B0503020204020204" pitchFamily="34" charset="-122"/>
              <a:ea typeface="微软雅黑" panose="020B0503020204020204" pitchFamily="34" charset="-122"/>
            </a:endParaRPr>
          </a:p>
        </p:txBody>
      </p:sp>
      <p:sp>
        <p:nvSpPr>
          <p:cNvPr id="28675" name="Rectangle 3">
            <a:extLst>
              <a:ext uri="{FF2B5EF4-FFF2-40B4-BE49-F238E27FC236}">
                <a16:creationId xmlns:a16="http://schemas.microsoft.com/office/drawing/2014/main" id="{5B108898-4DEB-BBB3-2D92-E7A3F6635010}"/>
              </a:ext>
            </a:extLst>
          </p:cNvPr>
          <p:cNvSpPr>
            <a:spLocks noGrp="1" noChangeArrowheads="1"/>
          </p:cNvSpPr>
          <p:nvPr>
            <p:ph type="body" idx="1"/>
          </p:nvPr>
        </p:nvSpPr>
        <p:spPr>
          <a:xfrm>
            <a:off x="647700" y="1001713"/>
            <a:ext cx="11272838" cy="4530725"/>
          </a:xfrm>
        </p:spPr>
        <p:txBody>
          <a:bodyPr/>
          <a:lstStyle/>
          <a:p>
            <a:pPr>
              <a:lnSpc>
                <a:spcPct val="150000"/>
              </a:lnSpc>
              <a:buFont typeface="Wingdings" panose="05000000000000000000" pitchFamily="2" charset="2"/>
              <a:buChar char="p"/>
            </a:pPr>
            <a:r>
              <a:rPr lang="zh-CN" altLang="en-US" sz="2400" b="1">
                <a:solidFill>
                  <a:srgbClr val="0070C0"/>
                </a:solidFill>
                <a:latin typeface="微软雅黑" panose="020B0503020204020204" pitchFamily="34" charset="-122"/>
                <a:ea typeface="微软雅黑" panose="020B0503020204020204" pitchFamily="34" charset="-122"/>
              </a:rPr>
              <a:t>网络附加存储 </a:t>
            </a:r>
            <a:r>
              <a:rPr lang="en-US" altLang="en-US" sz="2400">
                <a:solidFill>
                  <a:srgbClr val="0070C0"/>
                </a:solidFill>
                <a:latin typeface="微软雅黑" panose="020B0503020204020204" pitchFamily="34" charset="-122"/>
                <a:ea typeface="微软雅黑" panose="020B0503020204020204" pitchFamily="34" charset="-122"/>
              </a:rPr>
              <a:t>(</a:t>
            </a:r>
            <a:r>
              <a:rPr lang="en-US" altLang="en-US" sz="2400" b="1">
                <a:solidFill>
                  <a:srgbClr val="0070C0"/>
                </a:solidFill>
                <a:latin typeface="微软雅黑" panose="020B0503020204020204" pitchFamily="34" charset="-122"/>
                <a:ea typeface="微软雅黑" panose="020B0503020204020204" pitchFamily="34" charset="-122"/>
              </a:rPr>
              <a:t>NAS</a:t>
            </a:r>
            <a:r>
              <a:rPr lang="en-US" altLang="en-US" sz="2400">
                <a:solidFill>
                  <a:srgbClr val="0070C0"/>
                </a:solidFill>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是通过网络而不是通过本地连接（例如总线）提供的存储</a:t>
            </a:r>
            <a:endParaRPr lang="en-US" altLang="en-US" sz="240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远程附加到文件系统</a:t>
            </a:r>
            <a:endParaRPr lang="en-US" altLang="en-US" sz="240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en-US" altLang="zh-CN" sz="2400">
                <a:latin typeface="微软雅黑" panose="020B0503020204020204" pitchFamily="34" charset="-122"/>
                <a:ea typeface="微软雅黑" panose="020B0503020204020204" pitchFamily="34" charset="-122"/>
              </a:rPr>
              <a:t>NFS</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CIFS</a:t>
            </a:r>
            <a:r>
              <a:rPr lang="zh-CN" altLang="en-US" sz="2400">
                <a:latin typeface="微软雅黑" panose="020B0503020204020204" pitchFamily="34" charset="-122"/>
                <a:ea typeface="微软雅黑" panose="020B0503020204020204" pitchFamily="34" charset="-122"/>
              </a:rPr>
              <a:t>是常用协议</a:t>
            </a:r>
            <a:endParaRPr lang="en-US" altLang="en-US" sz="240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在</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网络上通过</a:t>
            </a:r>
            <a:r>
              <a:rPr lang="en-US" altLang="zh-CN" sz="2400">
                <a:latin typeface="微软雅黑" panose="020B0503020204020204" pitchFamily="34" charset="-122"/>
                <a:ea typeface="微软雅黑" panose="020B0503020204020204" pitchFamily="34" charset="-122"/>
              </a:rPr>
              <a:t>TCP</a:t>
            </a:r>
            <a:r>
              <a:rPr lang="zh-CN" altLang="en-US" sz="2400">
                <a:latin typeface="微软雅黑" panose="020B0503020204020204" pitchFamily="34" charset="-122"/>
                <a:ea typeface="微软雅黑" panose="020B0503020204020204" pitchFamily="34" charset="-122"/>
              </a:rPr>
              <a:t>或</a:t>
            </a:r>
            <a:r>
              <a:rPr lang="en-US" altLang="zh-CN" sz="2400">
                <a:latin typeface="微软雅黑" panose="020B0503020204020204" pitchFamily="34" charset="-122"/>
                <a:ea typeface="微软雅黑" panose="020B0503020204020204" pitchFamily="34" charset="-122"/>
              </a:rPr>
              <a:t>UDP</a:t>
            </a:r>
            <a:r>
              <a:rPr lang="zh-CN" altLang="en-US" sz="2400">
                <a:latin typeface="微软雅黑" panose="020B0503020204020204" pitchFamily="34" charset="-122"/>
                <a:ea typeface="微软雅黑" panose="020B0503020204020204" pitchFamily="34" charset="-122"/>
              </a:rPr>
              <a:t>在主机和存储之间通过远程过程调用</a:t>
            </a:r>
            <a:r>
              <a:rPr lang="en-US" altLang="zh-CN" sz="2400">
                <a:latin typeface="微软雅黑" panose="020B0503020204020204" pitchFamily="34" charset="-122"/>
                <a:ea typeface="微软雅黑" panose="020B0503020204020204" pitchFamily="34" charset="-122"/>
              </a:rPr>
              <a:t>(RPC)</a:t>
            </a:r>
            <a:r>
              <a:rPr lang="zh-CN" altLang="en-US" sz="2400">
                <a:latin typeface="微软雅黑" panose="020B0503020204020204" pitchFamily="34" charset="-122"/>
                <a:ea typeface="微软雅黑" panose="020B0503020204020204" pitchFamily="34" charset="-122"/>
              </a:rPr>
              <a:t>实现</a:t>
            </a:r>
            <a:endParaRPr lang="en-US" altLang="en-US" sz="240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en-US" altLang="en-US" sz="2400" b="1">
                <a:solidFill>
                  <a:srgbClr val="0070C0"/>
                </a:solidFill>
                <a:latin typeface="微软雅黑" panose="020B0503020204020204" pitchFamily="34" charset="-122"/>
                <a:ea typeface="微软雅黑" panose="020B0503020204020204" pitchFamily="34" charset="-122"/>
              </a:rPr>
              <a:t>iSCSI</a:t>
            </a:r>
            <a:r>
              <a:rPr lang="en-US" altLang="en-US" sz="2400">
                <a:solidFill>
                  <a:srgbClr val="0070C0"/>
                </a:solidFill>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协议使用</a:t>
            </a:r>
            <a:r>
              <a:rPr lang="en-US" altLang="zh-CN" sz="2400">
                <a:latin typeface="微软雅黑" panose="020B0503020204020204" pitchFamily="34" charset="-122"/>
                <a:ea typeface="微软雅黑" panose="020B0503020204020204" pitchFamily="34" charset="-122"/>
              </a:rPr>
              <a:t>IP</a:t>
            </a:r>
            <a:r>
              <a:rPr lang="zh-CN" altLang="en-US" sz="2400">
                <a:latin typeface="微软雅黑" panose="020B0503020204020204" pitchFamily="34" charset="-122"/>
                <a:ea typeface="微软雅黑" panose="020B0503020204020204" pitchFamily="34" charset="-122"/>
              </a:rPr>
              <a:t>网络承载</a:t>
            </a:r>
            <a:r>
              <a:rPr lang="en-US" altLang="zh-CN" sz="2400">
                <a:latin typeface="微软雅黑" panose="020B0503020204020204" pitchFamily="34" charset="-122"/>
                <a:ea typeface="微软雅黑" panose="020B0503020204020204" pitchFamily="34" charset="-122"/>
              </a:rPr>
              <a:t>SCSI</a:t>
            </a:r>
            <a:r>
              <a:rPr lang="zh-CN" altLang="en-US" sz="2400">
                <a:latin typeface="微软雅黑" panose="020B0503020204020204" pitchFamily="34" charset="-122"/>
                <a:ea typeface="微软雅黑" panose="020B0503020204020204" pitchFamily="34" charset="-122"/>
              </a:rPr>
              <a:t>协议</a:t>
            </a:r>
            <a:endParaRPr lang="en-US" altLang="en-US" sz="240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远程连接到设备</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块</a:t>
            </a:r>
            <a:r>
              <a:rPr lang="en-US" altLang="zh-CN" sz="2400">
                <a:latin typeface="微软雅黑" panose="020B0503020204020204" pitchFamily="34" charset="-122"/>
                <a:ea typeface="微软雅黑" panose="020B0503020204020204" pitchFamily="34" charset="-122"/>
              </a:rPr>
              <a:t>)</a:t>
            </a:r>
            <a:endParaRPr lang="en-US" altLang="en-US" sz="2400">
              <a:latin typeface="微软雅黑" panose="020B0503020204020204" pitchFamily="34" charset="-122"/>
              <a:ea typeface="微软雅黑" panose="020B0503020204020204" pitchFamily="34" charset="-122"/>
            </a:endParaRPr>
          </a:p>
        </p:txBody>
      </p:sp>
      <p:pic>
        <p:nvPicPr>
          <p:cNvPr id="28676" name="Picture 6">
            <a:extLst>
              <a:ext uri="{FF2B5EF4-FFF2-40B4-BE49-F238E27FC236}">
                <a16:creationId xmlns:a16="http://schemas.microsoft.com/office/drawing/2014/main" id="{B495AC1D-4F4C-DF4F-1E47-81086AD3F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9863" y="4422775"/>
            <a:ext cx="4805362"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DD8368CA-B537-517E-9C01-7E686458B79B}"/>
              </a:ext>
            </a:extLst>
          </p:cNvPr>
          <p:cNvSpPr>
            <a:spLocks noGrp="1" noChangeArrowheads="1"/>
          </p:cNvSpPr>
          <p:nvPr>
            <p:ph type="title"/>
          </p:nvPr>
        </p:nvSpPr>
        <p:spPr>
          <a:xfrm>
            <a:off x="1981200" y="141288"/>
            <a:ext cx="8229600" cy="576262"/>
          </a:xfrm>
        </p:spPr>
        <p:txBody>
          <a:bodyPr/>
          <a:lstStyle/>
          <a:p>
            <a:r>
              <a:rPr lang="zh-CN" altLang="en-US">
                <a:latin typeface="微软雅黑" panose="020B0503020204020204" pitchFamily="34" charset="-122"/>
                <a:ea typeface="微软雅黑" panose="020B0503020204020204" pitchFamily="34" charset="-122"/>
              </a:rPr>
              <a:t>存储阵列</a:t>
            </a:r>
            <a:r>
              <a:rPr lang="en-US" altLang="en-US"/>
              <a:t>*</a:t>
            </a:r>
          </a:p>
        </p:txBody>
      </p:sp>
      <p:sp>
        <p:nvSpPr>
          <p:cNvPr id="30723" name="Content Placeholder 2">
            <a:extLst>
              <a:ext uri="{FF2B5EF4-FFF2-40B4-BE49-F238E27FC236}">
                <a16:creationId xmlns:a16="http://schemas.microsoft.com/office/drawing/2014/main" id="{764FAD5F-45A0-D2F1-5A1F-888576354F16}"/>
              </a:ext>
            </a:extLst>
          </p:cNvPr>
          <p:cNvSpPr>
            <a:spLocks noGrp="1" noChangeArrowheads="1"/>
          </p:cNvSpPr>
          <p:nvPr>
            <p:ph idx="1"/>
          </p:nvPr>
        </p:nvSpPr>
        <p:spPr>
          <a:xfrm>
            <a:off x="614363" y="987425"/>
            <a:ext cx="10604500" cy="4530725"/>
          </a:xfrm>
        </p:spPr>
        <p:txBody>
          <a:bodyPr/>
          <a:lstStyle/>
          <a:p>
            <a:pPr>
              <a:lnSpc>
                <a:spcPct val="150000"/>
              </a:lnSpc>
              <a:spcBef>
                <a:spcPts val="60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只能连接磁盘或磁盘阵列</a:t>
            </a:r>
            <a:endParaRPr lang="en-US" altLang="en-US" sz="2400">
              <a:latin typeface="微软雅黑" panose="020B0503020204020204" pitchFamily="34" charset="-122"/>
              <a:ea typeface="微软雅黑" panose="020B0503020204020204" pitchFamily="34" charset="-122"/>
            </a:endParaRPr>
          </a:p>
          <a:p>
            <a:pPr>
              <a:lnSpc>
                <a:spcPct val="150000"/>
              </a:lnSpc>
              <a:spcBef>
                <a:spcPts val="60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存储阵列具有控制器，为连接的主机提供功能</a:t>
            </a:r>
            <a:endParaRPr lang="en-US" altLang="en-US" sz="2400">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将主机连接到阵列的端口</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内存</a:t>
            </a:r>
            <a:r>
              <a:rPr lang="en-US" altLang="en-US"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控制软件</a:t>
            </a:r>
            <a:r>
              <a:rPr lang="en-US" altLang="en-US"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有时是</a:t>
            </a:r>
            <a:r>
              <a:rPr lang="en-US" altLang="en-US" sz="2400">
                <a:latin typeface="微软雅黑" panose="020B0503020204020204" pitchFamily="34" charset="-122"/>
                <a:ea typeface="微软雅黑" panose="020B0503020204020204" pitchFamily="34" charset="-122"/>
              </a:rPr>
              <a:t>NVRAM</a:t>
            </a:r>
            <a:r>
              <a:rPr lang="zh-CN" altLang="en-US" sz="2400">
                <a:latin typeface="微软雅黑" panose="020B0503020204020204" pitchFamily="34" charset="-122"/>
                <a:ea typeface="微软雅黑" panose="020B0503020204020204" pitchFamily="34" charset="-122"/>
              </a:rPr>
              <a:t>等</a:t>
            </a:r>
            <a:r>
              <a:rPr lang="en-US" altLang="en-US" sz="2400">
                <a:latin typeface="微软雅黑" panose="020B0503020204020204" pitchFamily="34" charset="-122"/>
                <a:ea typeface="微软雅黑" panose="020B0503020204020204" pitchFamily="34" charset="-122"/>
              </a:rPr>
              <a:t>)</a:t>
            </a:r>
          </a:p>
          <a:p>
            <a:pPr lvl="1">
              <a:lnSpc>
                <a:spcPct val="150000"/>
              </a:lnSpc>
              <a:spcBef>
                <a:spcPts val="6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几个到数千个磁盘</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en-US" altLang="en-US" sz="2400">
                <a:latin typeface="微软雅黑" panose="020B0503020204020204" pitchFamily="34" charset="-122"/>
                <a:ea typeface="微软雅黑" panose="020B0503020204020204" pitchFamily="34" charset="-122"/>
              </a:rPr>
              <a:t>RAID</a:t>
            </a:r>
            <a:r>
              <a:rPr lang="zh-CN" altLang="en-US" sz="2400">
                <a:latin typeface="微软雅黑" panose="020B0503020204020204" pitchFamily="34" charset="-122"/>
                <a:ea typeface="微软雅黑" panose="020B0503020204020204" pitchFamily="34" charset="-122"/>
              </a:rPr>
              <a:t>、热备盘、热插拔</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稍后讨论</a:t>
            </a:r>
            <a:r>
              <a:rPr lang="en-US" altLang="zh-CN" sz="2400">
                <a:latin typeface="微软雅黑" panose="020B0503020204020204" pitchFamily="34" charset="-122"/>
                <a:ea typeface="微软雅黑" panose="020B0503020204020204" pitchFamily="34" charset="-122"/>
              </a:rPr>
              <a:t>)</a:t>
            </a:r>
          </a:p>
          <a:p>
            <a:pPr lvl="1">
              <a:lnSpc>
                <a:spcPct val="150000"/>
              </a:lnSpc>
              <a:spcBef>
                <a:spcPts val="6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共享存储</a:t>
            </a:r>
            <a:r>
              <a:rPr lang="en-US" altLang="en-US" sz="2400">
                <a:latin typeface="微软雅黑" panose="020B0503020204020204" pitchFamily="34" charset="-122"/>
                <a:ea typeface="微软雅黑" panose="020B0503020204020204" pitchFamily="34" charset="-122"/>
              </a:rPr>
              <a:t>-&gt; </a:t>
            </a:r>
            <a:r>
              <a:rPr lang="zh-CN" altLang="en-US" sz="2400">
                <a:latin typeface="微软雅黑" panose="020B0503020204020204" pitchFamily="34" charset="-122"/>
                <a:ea typeface="微软雅黑" panose="020B0503020204020204" pitchFamily="34" charset="-122"/>
              </a:rPr>
              <a:t>效率更高</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在某些文件系统中发现的功能</a:t>
            </a:r>
            <a:endParaRPr lang="en-US" altLang="en-US" sz="2400">
              <a:latin typeface="微软雅黑" panose="020B0503020204020204" pitchFamily="34" charset="-122"/>
              <a:ea typeface="微软雅黑" panose="020B0503020204020204" pitchFamily="34" charset="-122"/>
            </a:endParaRPr>
          </a:p>
          <a:p>
            <a:pPr lvl="2">
              <a:lnSpc>
                <a:spcPct val="150000"/>
              </a:lnSpc>
              <a:spcBef>
                <a:spcPts val="600"/>
              </a:spcBef>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快照、克隆、精简配、复制、重复数据删除等</a:t>
            </a:r>
            <a:endParaRPr lang="en-US" altLang="en-US" sz="2400">
              <a:latin typeface="微软雅黑" panose="020B0503020204020204" pitchFamily="34" charset="-122"/>
              <a:ea typeface="微软雅黑" panose="020B0503020204020204" pitchFamily="34" charset="-122"/>
            </a:endParaRPr>
          </a:p>
          <a:p>
            <a:pPr lvl="2">
              <a:lnSpc>
                <a:spcPct val="150000"/>
              </a:lnSpc>
              <a:spcBef>
                <a:spcPts val="600"/>
              </a:spcBef>
            </a:pPr>
            <a:endParaRPr lang="en-US" altLang="en-US" sz="2400"/>
          </a:p>
          <a:p>
            <a:pPr lvl="2">
              <a:lnSpc>
                <a:spcPct val="150000"/>
              </a:lnSpc>
              <a:spcBef>
                <a:spcPts val="600"/>
              </a:spcBef>
            </a:pPr>
            <a:endParaRPr lang="en-US" altLang="en-US" sz="240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B326D16-C1C6-BF66-52BA-926F41BC287A}"/>
              </a:ext>
            </a:extLst>
          </p:cNvPr>
          <p:cNvSpPr>
            <a:spLocks noGrp="1" noChangeArrowheads="1"/>
          </p:cNvSpPr>
          <p:nvPr>
            <p:ph type="title"/>
          </p:nvPr>
        </p:nvSpPr>
        <p:spPr>
          <a:xfrm>
            <a:off x="2262188" y="155575"/>
            <a:ext cx="7948612" cy="576263"/>
          </a:xfrm>
        </p:spPr>
        <p:txBody>
          <a:bodyPr/>
          <a:lstStyle/>
          <a:p>
            <a:pPr eaLnBrk="1" hangingPunct="1"/>
            <a:r>
              <a:rPr lang="zh-CN" altLang="en-US">
                <a:latin typeface="微软雅黑" panose="020B0503020204020204" pitchFamily="34" charset="-122"/>
                <a:ea typeface="微软雅黑" panose="020B0503020204020204" pitchFamily="34" charset="-122"/>
              </a:rPr>
              <a:t>存储区域网络</a:t>
            </a:r>
            <a:r>
              <a:rPr lang="en-US" altLang="en-US"/>
              <a:t>*</a:t>
            </a:r>
          </a:p>
        </p:txBody>
      </p:sp>
      <p:sp>
        <p:nvSpPr>
          <p:cNvPr id="31747" name="Rectangle 3">
            <a:extLst>
              <a:ext uri="{FF2B5EF4-FFF2-40B4-BE49-F238E27FC236}">
                <a16:creationId xmlns:a16="http://schemas.microsoft.com/office/drawing/2014/main" id="{FE695D79-10E0-679E-FB55-933F64D94BBC}"/>
              </a:ext>
            </a:extLst>
          </p:cNvPr>
          <p:cNvSpPr>
            <a:spLocks noGrp="1" noChangeArrowheads="1"/>
          </p:cNvSpPr>
          <p:nvPr>
            <p:ph type="body" idx="1"/>
          </p:nvPr>
        </p:nvSpPr>
        <p:spPr>
          <a:xfrm>
            <a:off x="615950" y="982663"/>
            <a:ext cx="10961688" cy="4530725"/>
          </a:xfrm>
        </p:spPr>
        <p:txBody>
          <a:bodyPr/>
          <a:lstStyle/>
          <a:p>
            <a:pPr>
              <a:lnSpc>
                <a:spcPct val="15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常见于大型存储环境</a:t>
            </a:r>
            <a:endParaRPr lang="en-US" altLang="en-US" sz="240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多个主机连接到多个存储阵列 </a:t>
            </a: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灵活</a:t>
            </a:r>
            <a:endParaRPr lang="en-US" altLang="en-US" sz="2400">
              <a:latin typeface="微软雅黑" panose="020B0503020204020204" pitchFamily="34" charset="-122"/>
              <a:ea typeface="微软雅黑" panose="020B0503020204020204" pitchFamily="34" charset="-122"/>
            </a:endParaRPr>
          </a:p>
        </p:txBody>
      </p:sp>
      <p:pic>
        <p:nvPicPr>
          <p:cNvPr id="31748" name="Picture 1" descr="10_03.pdf">
            <a:extLst>
              <a:ext uri="{FF2B5EF4-FFF2-40B4-BE49-F238E27FC236}">
                <a16:creationId xmlns:a16="http://schemas.microsoft.com/office/drawing/2014/main" id="{50A3A226-AA60-DF01-D204-975D101F5C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44838" y="2489200"/>
            <a:ext cx="633095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ECC87C66-91AF-0461-CEF3-C1776D44CA1C}"/>
              </a:ext>
            </a:extLst>
          </p:cNvPr>
          <p:cNvSpPr>
            <a:spLocks noGrp="1" noChangeArrowheads="1"/>
          </p:cNvSpPr>
          <p:nvPr>
            <p:ph type="title"/>
          </p:nvPr>
        </p:nvSpPr>
        <p:spPr>
          <a:xfrm>
            <a:off x="1981200" y="182563"/>
            <a:ext cx="8229600" cy="576262"/>
          </a:xfrm>
        </p:spPr>
        <p:txBody>
          <a:bodyPr/>
          <a:lstStyle/>
          <a:p>
            <a:r>
              <a:rPr lang="zh-CN" altLang="en-US">
                <a:latin typeface="微软雅黑" panose="020B0503020204020204" pitchFamily="34" charset="-122"/>
                <a:ea typeface="微软雅黑" panose="020B0503020204020204" pitchFamily="34" charset="-122"/>
              </a:rPr>
              <a:t>存储区域网络</a:t>
            </a:r>
            <a:r>
              <a:rPr lang="en-US" altLang="en-US"/>
              <a:t>*</a:t>
            </a:r>
          </a:p>
        </p:txBody>
      </p:sp>
      <p:sp>
        <p:nvSpPr>
          <p:cNvPr id="33795" name="Content Placeholder 2">
            <a:extLst>
              <a:ext uri="{FF2B5EF4-FFF2-40B4-BE49-F238E27FC236}">
                <a16:creationId xmlns:a16="http://schemas.microsoft.com/office/drawing/2014/main" id="{86ECF2BD-9A46-1E08-0B56-ED642C947A06}"/>
              </a:ext>
            </a:extLst>
          </p:cNvPr>
          <p:cNvSpPr>
            <a:spLocks noGrp="1" noChangeArrowheads="1"/>
          </p:cNvSpPr>
          <p:nvPr>
            <p:ph idx="1"/>
          </p:nvPr>
        </p:nvSpPr>
        <p:spPr>
          <a:xfrm>
            <a:off x="595313" y="1006475"/>
            <a:ext cx="10991850" cy="5080000"/>
          </a:xfrm>
        </p:spPr>
        <p:txBody>
          <a:bodyPr/>
          <a:lstStyle/>
          <a:p>
            <a:pPr>
              <a:lnSpc>
                <a:spcPct val="20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存储区域网络（</a:t>
            </a:r>
            <a:r>
              <a:rPr lang="en-US" altLang="zh-CN" sz="2400">
                <a:latin typeface="微软雅黑" panose="020B0503020204020204" pitchFamily="34" charset="-122"/>
                <a:ea typeface="微软雅黑" panose="020B0503020204020204" pitchFamily="34" charset="-122"/>
              </a:rPr>
              <a:t>SAN</a:t>
            </a:r>
            <a:r>
              <a:rPr lang="zh-CN" altLang="en-US" sz="2400">
                <a:latin typeface="微软雅黑" panose="020B0503020204020204" pitchFamily="34" charset="-122"/>
                <a:ea typeface="微软雅黑" panose="020B0503020204020204" pitchFamily="34" charset="-122"/>
              </a:rPr>
              <a:t>）是一个或多个存储阵列</a:t>
            </a:r>
            <a:endParaRPr lang="en-US" altLang="en-US" sz="2400">
              <a:latin typeface="微软雅黑" panose="020B0503020204020204" pitchFamily="34" charset="-122"/>
              <a:ea typeface="微软雅黑" panose="020B0503020204020204" pitchFamily="34" charset="-122"/>
            </a:endParaRPr>
          </a:p>
          <a:p>
            <a:pPr lvl="1">
              <a:lnSpc>
                <a:spcPct val="200000"/>
              </a:lnSpc>
              <a:spcBef>
                <a:spcPct val="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连接到一个或多个光纤通道交换机</a:t>
            </a:r>
            <a:endParaRPr lang="en-US" altLang="en-US" sz="2400">
              <a:latin typeface="微软雅黑" panose="020B0503020204020204" pitchFamily="34" charset="-122"/>
              <a:ea typeface="微软雅黑" panose="020B0503020204020204" pitchFamily="34" charset="-122"/>
            </a:endParaRPr>
          </a:p>
          <a:p>
            <a:pPr>
              <a:lnSpc>
                <a:spcPct val="20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主机也连接到交换机</a:t>
            </a:r>
            <a:endParaRPr lang="en-US" altLang="zh-CN" sz="2400">
              <a:latin typeface="微软雅黑" panose="020B0503020204020204" pitchFamily="34" charset="-122"/>
              <a:ea typeface="微软雅黑" panose="020B0503020204020204" pitchFamily="34" charset="-122"/>
            </a:endParaRPr>
          </a:p>
          <a:p>
            <a:pPr>
              <a:lnSpc>
                <a:spcPct val="20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通过</a:t>
            </a:r>
            <a:r>
              <a:rPr lang="zh-CN" altLang="en-US" sz="2400" b="1">
                <a:solidFill>
                  <a:srgbClr val="0070C0"/>
                </a:solidFill>
                <a:latin typeface="微软雅黑" panose="020B0503020204020204" pitchFamily="34" charset="-122"/>
                <a:ea typeface="微软雅黑" panose="020B0503020204020204" pitchFamily="34" charset="-122"/>
              </a:rPr>
              <a:t>逻辑单元数掩码</a:t>
            </a:r>
            <a:r>
              <a:rPr lang="zh-CN" altLang="en-US" sz="2400">
                <a:latin typeface="微软雅黑" panose="020B0503020204020204" pitchFamily="34" charset="-122"/>
                <a:ea typeface="微软雅黑" panose="020B0503020204020204" pitchFamily="34" charset="-122"/>
              </a:rPr>
              <a:t>从特定阵列到特定服务器提供存储</a:t>
            </a:r>
            <a:endParaRPr lang="en-US" altLang="en-US" sz="2400">
              <a:latin typeface="微软雅黑" panose="020B0503020204020204" pitchFamily="34" charset="-122"/>
              <a:ea typeface="微软雅黑" panose="020B0503020204020204" pitchFamily="34" charset="-122"/>
            </a:endParaRPr>
          </a:p>
          <a:p>
            <a:pPr lvl="1">
              <a:lnSpc>
                <a:spcPct val="200000"/>
              </a:lnSpc>
              <a:spcBef>
                <a:spcPct val="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共享相同存储的服务器集群</a:t>
            </a:r>
            <a:endParaRPr lang="en-US" altLang="en-US" sz="2400">
              <a:latin typeface="微软雅黑" panose="020B0503020204020204" pitchFamily="34" charset="-122"/>
              <a:ea typeface="微软雅黑" panose="020B0503020204020204" pitchFamily="34" charset="-122"/>
            </a:endParaRPr>
          </a:p>
          <a:p>
            <a:pPr>
              <a:lnSpc>
                <a:spcPct val="20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易于添加或删除存储、添加新主机并为其分配存储</a:t>
            </a:r>
            <a:endParaRPr lang="en-US" altLang="en-US" sz="2400">
              <a:latin typeface="微软雅黑" panose="020B0503020204020204" pitchFamily="34" charset="-122"/>
              <a:ea typeface="微软雅黑" panose="020B0503020204020204" pitchFamily="34" charset="-122"/>
            </a:endParaRPr>
          </a:p>
          <a:p>
            <a:pPr lvl="1">
              <a:lnSpc>
                <a:spcPct val="200000"/>
              </a:lnSpc>
              <a:spcBef>
                <a:spcPct val="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低延迟光纤通道结构</a:t>
            </a:r>
            <a:endParaRPr lang="en-US" altLang="en-US" sz="2400"/>
          </a:p>
          <a:p>
            <a:pPr lvl="1">
              <a:lnSpc>
                <a:spcPct val="200000"/>
              </a:lnSpc>
              <a:spcBef>
                <a:spcPct val="0"/>
              </a:spcBef>
            </a:pPr>
            <a:endParaRPr lang="en-US" altLang="en-US" sz="2400"/>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881D6D96-1E5F-3D08-CEE0-B721B2D3572F}"/>
              </a:ext>
            </a:extLst>
          </p:cNvPr>
          <p:cNvSpPr>
            <a:spLocks noGrp="1" noChangeArrowheads="1"/>
          </p:cNvSpPr>
          <p:nvPr>
            <p:ph type="title"/>
          </p:nvPr>
        </p:nvSpPr>
        <p:spPr>
          <a:xfrm>
            <a:off x="1981200" y="168275"/>
            <a:ext cx="8229600" cy="576263"/>
          </a:xfrm>
        </p:spPr>
        <p:txBody>
          <a:bodyPr/>
          <a:lstStyle/>
          <a:p>
            <a:pPr eaLnBrk="1" hangingPunct="1"/>
            <a:r>
              <a:rPr lang="en-US" altLang="zh-CN">
                <a:latin typeface="微软雅黑" panose="020B0503020204020204" pitchFamily="34" charset="-122"/>
                <a:ea typeface="微软雅黑" panose="020B0503020204020204" pitchFamily="34" charset="-122"/>
              </a:rPr>
              <a:t>10.4  </a:t>
            </a:r>
            <a:r>
              <a:rPr lang="zh-CN" altLang="en-US">
                <a:latin typeface="微软雅黑" panose="020B0503020204020204" pitchFamily="34" charset="-122"/>
                <a:ea typeface="微软雅黑" panose="020B0503020204020204" pitchFamily="34" charset="-122"/>
              </a:rPr>
              <a:t>磁盘调度</a:t>
            </a:r>
            <a:endParaRPr lang="en-US" altLang="en-US"/>
          </a:p>
        </p:txBody>
      </p:sp>
      <p:sp>
        <p:nvSpPr>
          <p:cNvPr id="34819" name="Rectangle 3">
            <a:extLst>
              <a:ext uri="{FF2B5EF4-FFF2-40B4-BE49-F238E27FC236}">
                <a16:creationId xmlns:a16="http://schemas.microsoft.com/office/drawing/2014/main" id="{0D0A2D15-B58F-5F42-69D0-079B6597618A}"/>
              </a:ext>
            </a:extLst>
          </p:cNvPr>
          <p:cNvSpPr>
            <a:spLocks noGrp="1" noChangeArrowheads="1"/>
          </p:cNvSpPr>
          <p:nvPr>
            <p:ph type="body" idx="1"/>
          </p:nvPr>
        </p:nvSpPr>
        <p:spPr>
          <a:xfrm>
            <a:off x="609600" y="1123950"/>
            <a:ext cx="10817225" cy="5146675"/>
          </a:xfrm>
        </p:spPr>
        <p:txBody>
          <a:bodyPr/>
          <a:lstStyle/>
          <a:p>
            <a:pPr>
              <a:lnSpc>
                <a:spcPct val="20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操作系统负责高效地使用硬件 </a:t>
            </a: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对于磁盘驱动器，这意味着具有</a:t>
            </a:r>
            <a:r>
              <a:rPr lang="zh-CN" altLang="en-US" sz="2400" b="1">
                <a:solidFill>
                  <a:srgbClr val="0070C0"/>
                </a:solidFill>
                <a:latin typeface="微软雅黑" panose="020B0503020204020204" pitchFamily="34" charset="-122"/>
                <a:ea typeface="微软雅黑" panose="020B0503020204020204" pitchFamily="34" charset="-122"/>
              </a:rPr>
              <a:t>快速的访问时间和磁盘带宽</a:t>
            </a:r>
            <a:endParaRPr lang="en-US" altLang="zh-CN" sz="2400" b="1">
              <a:solidFill>
                <a:srgbClr val="0070C0"/>
              </a:solidFill>
              <a:latin typeface="微软雅黑" panose="020B0503020204020204" pitchFamily="34" charset="-122"/>
              <a:ea typeface="微软雅黑" panose="020B0503020204020204" pitchFamily="34" charset="-122"/>
            </a:endParaRPr>
          </a:p>
          <a:p>
            <a:pPr lvl="1">
              <a:lnSpc>
                <a:spcPct val="200000"/>
              </a:lnSpc>
              <a:spcBef>
                <a:spcPct val="0"/>
              </a:spcBef>
              <a:buFont typeface="Wingdings" panose="05000000000000000000" pitchFamily="2" charset="2"/>
              <a:buChar char="n"/>
            </a:pPr>
            <a:r>
              <a:rPr lang="zh-CN" altLang="en-US" sz="2400" b="1">
                <a:latin typeface="微软雅黑" panose="020B0503020204020204" pitchFamily="34" charset="-122"/>
                <a:ea typeface="微软雅黑" panose="020B0503020204020204" pitchFamily="34" charset="-122"/>
              </a:rPr>
              <a:t>最小化寻道时间</a:t>
            </a:r>
            <a:endParaRPr lang="en-US" altLang="zh-CN" sz="2400" b="1">
              <a:latin typeface="微软雅黑" panose="020B0503020204020204" pitchFamily="34" charset="-122"/>
              <a:ea typeface="微软雅黑" panose="020B0503020204020204" pitchFamily="34" charset="-122"/>
            </a:endParaRPr>
          </a:p>
          <a:p>
            <a:pPr lvl="1">
              <a:lnSpc>
                <a:spcPct val="200000"/>
              </a:lnSpc>
              <a:spcBef>
                <a:spcPct val="0"/>
              </a:spcBef>
              <a:buFont typeface="Wingdings" panose="05000000000000000000" pitchFamily="2" charset="2"/>
              <a:buChar char="n"/>
            </a:pPr>
            <a:r>
              <a:rPr lang="zh-CN" altLang="en-US" sz="2400" b="1">
                <a:latin typeface="微软雅黑" panose="020B0503020204020204" pitchFamily="34" charset="-122"/>
                <a:ea typeface="微软雅黑" panose="020B0503020204020204" pitchFamily="34" charset="-122"/>
                <a:sym typeface="Symbol" panose="05050102010706020507" pitchFamily="18" charset="2"/>
              </a:rPr>
              <a:t>寻找时间  寻找距离</a:t>
            </a:r>
            <a:endParaRPr lang="en-US" altLang="zh-CN" sz="2400" b="1">
              <a:latin typeface="微软雅黑" panose="020B0503020204020204" pitchFamily="34" charset="-122"/>
              <a:ea typeface="微软雅黑" panose="020B0503020204020204" pitchFamily="34" charset="-122"/>
              <a:sym typeface="Symbol" panose="05050102010706020507" pitchFamily="18" charset="2"/>
            </a:endParaRPr>
          </a:p>
          <a:p>
            <a:pPr>
              <a:lnSpc>
                <a:spcPct val="200000"/>
              </a:lnSpc>
              <a:spcBef>
                <a:spcPct val="0"/>
              </a:spcBef>
              <a:buFont typeface="Wingdings" panose="05000000000000000000" pitchFamily="2" charset="2"/>
              <a:buChar char="p"/>
            </a:pPr>
            <a:r>
              <a:rPr lang="zh-CN" altLang="en-US" sz="2400" b="1">
                <a:solidFill>
                  <a:srgbClr val="0070C0"/>
                </a:solidFill>
                <a:latin typeface="微软雅黑" panose="020B0503020204020204" pitchFamily="34" charset="-122"/>
                <a:ea typeface="微软雅黑" panose="020B0503020204020204" pitchFamily="34" charset="-122"/>
                <a:sym typeface="Symbol" panose="05050102010706020507" pitchFamily="18" charset="2"/>
              </a:rPr>
              <a:t>磁盘带宽</a:t>
            </a:r>
            <a:r>
              <a:rPr lang="zh-CN" altLang="en-US" sz="2400">
                <a:latin typeface="微软雅黑" panose="020B0503020204020204" pitchFamily="34" charset="-122"/>
                <a:ea typeface="微软雅黑" panose="020B0503020204020204" pitchFamily="34" charset="-122"/>
                <a:sym typeface="Symbol" panose="05050102010706020507" pitchFamily="18" charset="2"/>
              </a:rPr>
              <a:t>是传输的总字节数，除以第一次请求服务到最后一次传输完成之间的总时间</a:t>
            </a:r>
            <a:endParaRPr lang="en-US" altLang="zh-CN" sz="2400">
              <a:latin typeface="微软雅黑" panose="020B0503020204020204" pitchFamily="34" charset="-122"/>
              <a:ea typeface="微软雅黑" panose="020B0503020204020204" pitchFamily="34" charset="-122"/>
              <a:sym typeface="Symbol" panose="05050102010706020507" pitchFamily="18" charset="2"/>
            </a:endParaRPr>
          </a:p>
          <a:p>
            <a:pPr>
              <a:lnSpc>
                <a:spcPct val="20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通过</a:t>
            </a:r>
            <a:r>
              <a:rPr lang="zh-CN" altLang="en-US" sz="2400" b="1">
                <a:latin typeface="微软雅黑" panose="020B0503020204020204" pitchFamily="34" charset="-122"/>
                <a:ea typeface="微软雅黑" panose="020B0503020204020204" pitchFamily="34" charset="-122"/>
              </a:rPr>
              <a:t>管理磁盘 </a:t>
            </a:r>
            <a:r>
              <a:rPr lang="en-US" altLang="zh-CN" sz="2400" b="1">
                <a:latin typeface="微软雅黑" panose="020B0503020204020204" pitchFamily="34" charset="-122"/>
                <a:ea typeface="微软雅黑" panose="020B0503020204020204" pitchFamily="34" charset="-122"/>
              </a:rPr>
              <a:t>I/O </a:t>
            </a:r>
            <a:r>
              <a:rPr lang="zh-CN" altLang="en-US" sz="2400" b="1">
                <a:latin typeface="微软雅黑" panose="020B0503020204020204" pitchFamily="34" charset="-122"/>
                <a:ea typeface="微软雅黑" panose="020B0503020204020204" pitchFamily="34" charset="-122"/>
              </a:rPr>
              <a:t>请求的服务顺序</a:t>
            </a:r>
            <a:r>
              <a:rPr lang="zh-CN" altLang="en-US" sz="2400">
                <a:latin typeface="微软雅黑" panose="020B0503020204020204" pitchFamily="34" charset="-122"/>
                <a:ea typeface="微软雅黑" panose="020B0503020204020204" pitchFamily="34" charset="-122"/>
              </a:rPr>
              <a:t>来改善</a:t>
            </a:r>
            <a:r>
              <a:rPr lang="zh-CN" altLang="en-US" sz="2400" b="1">
                <a:latin typeface="微软雅黑" panose="020B0503020204020204" pitchFamily="34" charset="-122"/>
                <a:ea typeface="微软雅黑" panose="020B0503020204020204" pitchFamily="34" charset="-122"/>
              </a:rPr>
              <a:t>访问时间和带宽</a:t>
            </a:r>
            <a:endParaRPr lang="en-US" altLang="en-US" sz="2400" b="1">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5F872C3-5271-A307-AA4D-478C8D758B54}"/>
              </a:ext>
            </a:extLst>
          </p:cNvPr>
          <p:cNvSpPr>
            <a:spLocks noGrp="1" noChangeArrowheads="1"/>
          </p:cNvSpPr>
          <p:nvPr>
            <p:ph type="title"/>
          </p:nvPr>
        </p:nvSpPr>
        <p:spPr>
          <a:xfrm>
            <a:off x="2235200" y="141288"/>
            <a:ext cx="7975600" cy="576262"/>
          </a:xfrm>
        </p:spPr>
        <p:txBody>
          <a:bodyPr/>
          <a:lstStyle/>
          <a:p>
            <a:pPr eaLnBrk="1" hangingPunct="1"/>
            <a:r>
              <a:rPr lang="zh-CN" altLang="en-US">
                <a:latin typeface="微软雅黑" panose="020B0503020204020204" pitchFamily="34" charset="-122"/>
                <a:ea typeface="微软雅黑" panose="020B0503020204020204" pitchFamily="34" charset="-122"/>
              </a:rPr>
              <a:t>磁盘调度</a:t>
            </a:r>
            <a:endParaRPr lang="en-US" altLang="en-US"/>
          </a:p>
        </p:txBody>
      </p:sp>
      <p:sp>
        <p:nvSpPr>
          <p:cNvPr id="36867" name="Rectangle 3">
            <a:extLst>
              <a:ext uri="{FF2B5EF4-FFF2-40B4-BE49-F238E27FC236}">
                <a16:creationId xmlns:a16="http://schemas.microsoft.com/office/drawing/2014/main" id="{77CD886E-681C-A007-3C93-EB6DD51217CA}"/>
              </a:ext>
            </a:extLst>
          </p:cNvPr>
          <p:cNvSpPr>
            <a:spLocks noGrp="1" noChangeArrowheads="1"/>
          </p:cNvSpPr>
          <p:nvPr>
            <p:ph type="body" idx="1"/>
          </p:nvPr>
        </p:nvSpPr>
        <p:spPr>
          <a:xfrm>
            <a:off x="604838" y="1023938"/>
            <a:ext cx="11318875" cy="4781550"/>
          </a:xfrm>
        </p:spPr>
        <p:txBody>
          <a:bodyPr/>
          <a:lstStyle/>
          <a:p>
            <a:pPr>
              <a:lnSpc>
                <a:spcPct val="200000"/>
              </a:lnSpc>
              <a:buFont typeface="Wingdings" panose="05000000000000000000" pitchFamily="2" charset="2"/>
              <a:buChar char="p"/>
              <a:tabLst>
                <a:tab pos="1708150" algn="l"/>
              </a:tabLst>
            </a:pPr>
            <a:r>
              <a:rPr lang="zh-CN" altLang="en-US" sz="2400">
                <a:latin typeface="微软雅黑" panose="020B0503020204020204" pitchFamily="34" charset="-122"/>
                <a:ea typeface="微软雅黑" panose="020B0503020204020204" pitchFamily="34" charset="-122"/>
              </a:rPr>
              <a:t>操作系统维护每个磁盘或设备的请求队列</a:t>
            </a:r>
            <a:endParaRPr lang="en-US" altLang="en-US">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p"/>
              <a:tabLst>
                <a:tab pos="1708150" algn="l"/>
              </a:tabLst>
            </a:pPr>
            <a:r>
              <a:rPr lang="zh-CN" altLang="en-US" sz="2400">
                <a:latin typeface="微软雅黑" panose="020B0503020204020204" pitchFamily="34" charset="-122"/>
                <a:ea typeface="微软雅黑" panose="020B0503020204020204" pitchFamily="34" charset="-122"/>
              </a:rPr>
              <a:t>空闲磁盘可以立即处理 </a:t>
            </a:r>
            <a:r>
              <a:rPr lang="en-US" altLang="zh-CN" sz="2400">
                <a:latin typeface="微软雅黑" panose="020B0503020204020204" pitchFamily="34" charset="-122"/>
                <a:ea typeface="微软雅黑" panose="020B0503020204020204" pitchFamily="34" charset="-122"/>
              </a:rPr>
              <a:t>I/O </a:t>
            </a:r>
            <a:r>
              <a:rPr lang="zh-CN" altLang="en-US" sz="2400">
                <a:latin typeface="微软雅黑" panose="020B0503020204020204" pitchFamily="34" charset="-122"/>
                <a:ea typeface="微软雅黑" panose="020B0503020204020204" pitchFamily="34" charset="-122"/>
              </a:rPr>
              <a:t>请求，繁忙的磁盘意味着工作必须</a:t>
            </a:r>
            <a:r>
              <a:rPr lang="zh-CN" altLang="en-US" sz="2400" b="1">
                <a:latin typeface="微软雅黑" panose="020B0503020204020204" pitchFamily="34" charset="-122"/>
                <a:ea typeface="微软雅黑" panose="020B0503020204020204" pitchFamily="34" charset="-122"/>
              </a:rPr>
              <a:t>排队</a:t>
            </a:r>
            <a:endParaRPr lang="en-US" altLang="en-US" b="1">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n"/>
              <a:tabLst>
                <a:tab pos="1708150" algn="l"/>
              </a:tabLst>
            </a:pPr>
            <a:r>
              <a:rPr lang="zh-CN" altLang="en-US" sz="2400">
                <a:latin typeface="微软雅黑" panose="020B0503020204020204" pitchFamily="34" charset="-122"/>
                <a:ea typeface="微软雅黑" panose="020B0503020204020204" pitchFamily="34" charset="-122"/>
              </a:rPr>
              <a:t>优化算法仅在队列存在时才有意义</a:t>
            </a:r>
            <a:endParaRPr lang="en-US" altLang="en-US">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n"/>
              <a:tabLst>
                <a:tab pos="1708150" algn="l"/>
              </a:tabLst>
            </a:pPr>
            <a:r>
              <a:rPr lang="zh-CN" altLang="en-US" sz="2400">
                <a:latin typeface="微软雅黑" panose="020B0503020204020204" pitchFamily="34" charset="-122"/>
                <a:ea typeface="微软雅黑" panose="020B0503020204020204" pitchFamily="34" charset="-122"/>
              </a:rPr>
              <a:t>当一个请求完成时，操作系统选择下一个待处理的请求</a:t>
            </a:r>
            <a:endParaRPr lang="en-US"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CECD438D-CCBA-BA78-DBE7-1B4D8AB7C307}"/>
              </a:ext>
            </a:extLst>
          </p:cNvPr>
          <p:cNvSpPr>
            <a:spLocks noGrp="1" noChangeArrowheads="1"/>
          </p:cNvSpPr>
          <p:nvPr>
            <p:ph type="title"/>
          </p:nvPr>
        </p:nvSpPr>
        <p:spPr>
          <a:xfrm>
            <a:off x="2235200" y="141288"/>
            <a:ext cx="7975600" cy="576262"/>
          </a:xfrm>
        </p:spPr>
        <p:txBody>
          <a:bodyPr/>
          <a:lstStyle/>
          <a:p>
            <a:pPr eaLnBrk="1" hangingPunct="1"/>
            <a:r>
              <a:rPr lang="zh-CN" altLang="en-US">
                <a:latin typeface="微软雅黑" panose="020B0503020204020204" pitchFamily="34" charset="-122"/>
                <a:ea typeface="微软雅黑" panose="020B0503020204020204" pitchFamily="34" charset="-122"/>
              </a:rPr>
              <a:t>磁盘调度</a:t>
            </a:r>
            <a:endParaRPr lang="en-US" altLang="en-US"/>
          </a:p>
        </p:txBody>
      </p:sp>
      <p:sp>
        <p:nvSpPr>
          <p:cNvPr id="38915" name="Rectangle 3">
            <a:extLst>
              <a:ext uri="{FF2B5EF4-FFF2-40B4-BE49-F238E27FC236}">
                <a16:creationId xmlns:a16="http://schemas.microsoft.com/office/drawing/2014/main" id="{BC0D852A-2D4A-CFAE-06B9-86B18935C31A}"/>
              </a:ext>
            </a:extLst>
          </p:cNvPr>
          <p:cNvSpPr>
            <a:spLocks noGrp="1" noChangeArrowheads="1"/>
          </p:cNvSpPr>
          <p:nvPr>
            <p:ph type="body" idx="1"/>
          </p:nvPr>
        </p:nvSpPr>
        <p:spPr>
          <a:xfrm>
            <a:off x="604838" y="1023938"/>
            <a:ext cx="11318875" cy="4781550"/>
          </a:xfrm>
        </p:spPr>
        <p:txBody>
          <a:bodyPr/>
          <a:lstStyle/>
          <a:p>
            <a:pPr>
              <a:lnSpc>
                <a:spcPct val="200000"/>
              </a:lnSpc>
              <a:spcBef>
                <a:spcPct val="0"/>
              </a:spcBef>
              <a:buFont typeface="Wingdings" panose="05000000000000000000" pitchFamily="2" charset="2"/>
              <a:buChar char="p"/>
              <a:tabLst>
                <a:tab pos="1708150" algn="l"/>
              </a:tabLst>
            </a:pPr>
            <a:r>
              <a:rPr lang="zh-CN" altLang="en-US" sz="2400" b="1">
                <a:latin typeface="微软雅黑" panose="020B0503020204020204" pitchFamily="34" charset="-122"/>
                <a:ea typeface="微软雅黑" panose="020B0503020204020204" pitchFamily="34" charset="-122"/>
              </a:rPr>
              <a:t>磁盘</a:t>
            </a:r>
            <a:r>
              <a:rPr lang="en-US" altLang="en-US" sz="2400" b="1">
                <a:latin typeface="微软雅黑" panose="020B0503020204020204" pitchFamily="34" charset="-122"/>
                <a:ea typeface="微软雅黑" panose="020B0503020204020204" pitchFamily="34" charset="-122"/>
              </a:rPr>
              <a:t>I/O</a:t>
            </a:r>
            <a:r>
              <a:rPr lang="zh-CN" altLang="en-US" sz="2400" b="1">
                <a:latin typeface="微软雅黑" panose="020B0503020204020204" pitchFamily="34" charset="-122"/>
                <a:ea typeface="微软雅黑" panose="020B0503020204020204" pitchFamily="34" charset="-122"/>
              </a:rPr>
              <a:t>请求的来源</a:t>
            </a:r>
            <a:r>
              <a:rPr lang="zh-CN" altLang="en-US" sz="2400">
                <a:latin typeface="微软雅黑" panose="020B0503020204020204" pitchFamily="34" charset="-122"/>
                <a:ea typeface="微软雅黑" panose="020B0503020204020204" pitchFamily="34" charset="-122"/>
              </a:rPr>
              <a:t>有很多</a:t>
            </a:r>
            <a:endParaRPr lang="en-US" altLang="en-US" sz="2400">
              <a:latin typeface="微软雅黑" panose="020B0503020204020204" pitchFamily="34" charset="-122"/>
              <a:ea typeface="微软雅黑" panose="020B0503020204020204" pitchFamily="34" charset="-122"/>
            </a:endParaRPr>
          </a:p>
          <a:p>
            <a:pPr lvl="1">
              <a:lnSpc>
                <a:spcPct val="200000"/>
              </a:lnSpc>
              <a:spcBef>
                <a:spcPct val="0"/>
              </a:spcBef>
              <a:buFont typeface="Wingdings" panose="05000000000000000000" pitchFamily="2" charset="2"/>
              <a:buChar char="n"/>
              <a:tabLst>
                <a:tab pos="1708150" algn="l"/>
              </a:tabLst>
            </a:pPr>
            <a:r>
              <a:rPr lang="zh-CN" altLang="en-US" sz="2400" b="1">
                <a:latin typeface="微软雅黑" panose="020B0503020204020204" pitchFamily="34" charset="-122"/>
                <a:ea typeface="微软雅黑" panose="020B0503020204020204" pitchFamily="34" charset="-122"/>
              </a:rPr>
              <a:t>操作系统、系统进程、用户进程</a:t>
            </a:r>
            <a:r>
              <a:rPr lang="zh-CN" altLang="en-US" sz="2400">
                <a:latin typeface="微软雅黑" panose="020B0503020204020204" pitchFamily="34" charset="-122"/>
                <a:ea typeface="微软雅黑" panose="020B0503020204020204" pitchFamily="34" charset="-122"/>
              </a:rPr>
              <a:t>等</a:t>
            </a:r>
            <a:endParaRPr lang="en-US" altLang="en-US" sz="2400">
              <a:latin typeface="微软雅黑" panose="020B0503020204020204" pitchFamily="34" charset="-122"/>
              <a:ea typeface="微软雅黑" panose="020B0503020204020204" pitchFamily="34" charset="-122"/>
            </a:endParaRPr>
          </a:p>
          <a:p>
            <a:pPr>
              <a:lnSpc>
                <a:spcPct val="200000"/>
              </a:lnSpc>
              <a:spcBef>
                <a:spcPct val="0"/>
              </a:spcBef>
              <a:buFont typeface="Wingdings" panose="05000000000000000000" pitchFamily="2" charset="2"/>
              <a:buChar char="p"/>
              <a:tabLst>
                <a:tab pos="1708150" algn="l"/>
              </a:tabLst>
            </a:pPr>
            <a:r>
              <a:rPr lang="en-US" altLang="zh-CN" sz="2400" b="1">
                <a:latin typeface="微软雅黑" panose="020B0503020204020204" pitchFamily="34" charset="-122"/>
                <a:ea typeface="微软雅黑" panose="020B0503020204020204" pitchFamily="34" charset="-122"/>
              </a:rPr>
              <a:t>I/O </a:t>
            </a:r>
            <a:r>
              <a:rPr lang="zh-CN" altLang="en-US" sz="2400" b="1">
                <a:latin typeface="微软雅黑" panose="020B0503020204020204" pitchFamily="34" charset="-122"/>
                <a:ea typeface="微软雅黑" panose="020B0503020204020204" pitchFamily="34" charset="-122"/>
              </a:rPr>
              <a:t>请求</a:t>
            </a:r>
            <a:r>
              <a:rPr lang="zh-CN" altLang="en-US" sz="2400">
                <a:latin typeface="微软雅黑" panose="020B0503020204020204" pitchFamily="34" charset="-122"/>
                <a:ea typeface="微软雅黑" panose="020B0503020204020204" pitchFamily="34" charset="-122"/>
              </a:rPr>
              <a:t>包括</a:t>
            </a:r>
            <a:endParaRPr lang="en-US" altLang="en-US" sz="2400">
              <a:latin typeface="微软雅黑" panose="020B0503020204020204" pitchFamily="34" charset="-122"/>
              <a:ea typeface="微软雅黑" panose="020B0503020204020204" pitchFamily="34" charset="-122"/>
            </a:endParaRPr>
          </a:p>
          <a:p>
            <a:pPr lvl="1">
              <a:lnSpc>
                <a:spcPct val="200000"/>
              </a:lnSpc>
              <a:spcBef>
                <a:spcPct val="0"/>
              </a:spcBef>
              <a:buFont typeface="Wingdings" panose="05000000000000000000" pitchFamily="2" charset="2"/>
              <a:buChar char="n"/>
              <a:tabLst>
                <a:tab pos="1708150" algn="l"/>
              </a:tabLst>
            </a:pPr>
            <a:r>
              <a:rPr lang="zh-CN" altLang="en-US" sz="2400">
                <a:latin typeface="微软雅黑" panose="020B0503020204020204" pitchFamily="34" charset="-122"/>
                <a:ea typeface="微软雅黑" panose="020B0503020204020204" pitchFamily="34" charset="-122"/>
              </a:rPr>
              <a:t>这个操作是输入还是输出</a:t>
            </a:r>
            <a:endParaRPr lang="en-US" altLang="zh-CN" sz="2400">
              <a:latin typeface="微软雅黑" panose="020B0503020204020204" pitchFamily="34" charset="-122"/>
              <a:ea typeface="微软雅黑" panose="020B0503020204020204" pitchFamily="34" charset="-122"/>
            </a:endParaRPr>
          </a:p>
          <a:p>
            <a:pPr lvl="1">
              <a:lnSpc>
                <a:spcPct val="200000"/>
              </a:lnSpc>
              <a:spcBef>
                <a:spcPct val="0"/>
              </a:spcBef>
              <a:buFont typeface="Wingdings" panose="05000000000000000000" pitchFamily="2" charset="2"/>
              <a:buChar char="n"/>
              <a:tabLst>
                <a:tab pos="1708150" algn="l"/>
              </a:tabLst>
            </a:pPr>
            <a:r>
              <a:rPr lang="zh-CN" altLang="en-US" sz="2400">
                <a:latin typeface="微软雅黑" panose="020B0503020204020204" pitchFamily="34" charset="-122"/>
                <a:ea typeface="微软雅黑" panose="020B0503020204020204" pitchFamily="34" charset="-122"/>
              </a:rPr>
              <a:t>传输的磁盘地址是什么</a:t>
            </a:r>
            <a:endParaRPr lang="en-US" altLang="zh-CN" sz="2400">
              <a:latin typeface="微软雅黑" panose="020B0503020204020204" pitchFamily="34" charset="-122"/>
              <a:ea typeface="微软雅黑" panose="020B0503020204020204" pitchFamily="34" charset="-122"/>
            </a:endParaRPr>
          </a:p>
          <a:p>
            <a:pPr lvl="1">
              <a:lnSpc>
                <a:spcPct val="200000"/>
              </a:lnSpc>
              <a:spcBef>
                <a:spcPct val="0"/>
              </a:spcBef>
              <a:buFont typeface="Wingdings" panose="05000000000000000000" pitchFamily="2" charset="2"/>
              <a:buChar char="n"/>
              <a:tabLst>
                <a:tab pos="1708150" algn="l"/>
              </a:tabLst>
            </a:pPr>
            <a:r>
              <a:rPr lang="zh-CN" altLang="en-US" sz="2400">
                <a:latin typeface="微软雅黑" panose="020B0503020204020204" pitchFamily="34" charset="-122"/>
                <a:ea typeface="微软雅黑" panose="020B0503020204020204" pitchFamily="34" charset="-122"/>
              </a:rPr>
              <a:t>传输的内存地址是什么</a:t>
            </a:r>
            <a:endParaRPr lang="en-US" altLang="zh-CN" sz="2400">
              <a:latin typeface="微软雅黑" panose="020B0503020204020204" pitchFamily="34" charset="-122"/>
              <a:ea typeface="微软雅黑" panose="020B0503020204020204" pitchFamily="34" charset="-122"/>
            </a:endParaRPr>
          </a:p>
          <a:p>
            <a:pPr lvl="1">
              <a:lnSpc>
                <a:spcPct val="200000"/>
              </a:lnSpc>
              <a:spcBef>
                <a:spcPct val="0"/>
              </a:spcBef>
              <a:buFont typeface="Wingdings" panose="05000000000000000000" pitchFamily="2" charset="2"/>
              <a:buChar char="n"/>
              <a:tabLst>
                <a:tab pos="1708150" algn="l"/>
              </a:tabLst>
            </a:pPr>
            <a:r>
              <a:rPr lang="zh-CN" altLang="en-US" sz="2400">
                <a:latin typeface="微软雅黑" panose="020B0503020204020204" pitchFamily="34" charset="-122"/>
                <a:ea typeface="微软雅黑" panose="020B0503020204020204" pitchFamily="34" charset="-122"/>
              </a:rPr>
              <a:t>要转移的扇区数是多少</a:t>
            </a:r>
            <a:endParaRPr lang="en-US" altLang="en-US" sz="240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F39EAD9-AB94-1404-EA29-01A1E9F0E244}"/>
              </a:ext>
            </a:extLst>
          </p:cNvPr>
          <p:cNvSpPr>
            <a:spLocks noGrp="1" noChangeArrowheads="1"/>
          </p:cNvSpPr>
          <p:nvPr>
            <p:ph type="title"/>
          </p:nvPr>
        </p:nvSpPr>
        <p:spPr>
          <a:xfrm>
            <a:off x="2235200" y="141288"/>
            <a:ext cx="7975600" cy="576262"/>
          </a:xfrm>
        </p:spPr>
        <p:txBody>
          <a:bodyPr/>
          <a:lstStyle/>
          <a:p>
            <a:pPr eaLnBrk="1" hangingPunct="1"/>
            <a:r>
              <a:rPr lang="zh-CN" altLang="en-US">
                <a:latin typeface="微软雅黑" panose="020B0503020204020204" pitchFamily="34" charset="-122"/>
                <a:ea typeface="微软雅黑" panose="020B0503020204020204" pitchFamily="34" charset="-122"/>
              </a:rPr>
              <a:t>磁盘调度</a:t>
            </a:r>
            <a:endParaRPr lang="en-US" altLang="en-US"/>
          </a:p>
        </p:txBody>
      </p:sp>
      <p:sp>
        <p:nvSpPr>
          <p:cNvPr id="40963" name="Rectangle 3">
            <a:extLst>
              <a:ext uri="{FF2B5EF4-FFF2-40B4-BE49-F238E27FC236}">
                <a16:creationId xmlns:a16="http://schemas.microsoft.com/office/drawing/2014/main" id="{58D9F1FA-AB86-4112-3600-10C007B30E3B}"/>
              </a:ext>
            </a:extLst>
          </p:cNvPr>
          <p:cNvSpPr>
            <a:spLocks noGrp="1" noChangeArrowheads="1"/>
          </p:cNvSpPr>
          <p:nvPr>
            <p:ph type="body" idx="1"/>
          </p:nvPr>
        </p:nvSpPr>
        <p:spPr>
          <a:xfrm>
            <a:off x="619125" y="1023938"/>
            <a:ext cx="11572875" cy="4781550"/>
          </a:xfrm>
        </p:spPr>
        <p:txBody>
          <a:bodyPr/>
          <a:lstStyle/>
          <a:p>
            <a:pPr>
              <a:lnSpc>
                <a:spcPct val="200000"/>
              </a:lnSpc>
              <a:buFont typeface="Wingdings" panose="05000000000000000000" pitchFamily="2" charset="2"/>
              <a:buChar char="p"/>
              <a:tabLst>
                <a:tab pos="1708150" algn="l"/>
              </a:tabLst>
            </a:pPr>
            <a:r>
              <a:rPr lang="zh-CN" altLang="en-US" sz="2400">
                <a:latin typeface="微软雅黑" panose="020B0503020204020204" pitchFamily="34" charset="-122"/>
                <a:ea typeface="微软雅黑" panose="020B0503020204020204" pitchFamily="34" charset="-122"/>
              </a:rPr>
              <a:t>驱动器控制器的缓冲区很小，可以管理一个</a:t>
            </a:r>
            <a:r>
              <a:rPr lang="en-US" altLang="en-US" sz="2400">
                <a:latin typeface="微软雅黑" panose="020B0503020204020204" pitchFamily="34" charset="-122"/>
                <a:ea typeface="微软雅黑" panose="020B0503020204020204" pitchFamily="34" charset="-122"/>
              </a:rPr>
              <a:t>I/O</a:t>
            </a:r>
            <a:r>
              <a:rPr lang="zh-CN" altLang="en-US" sz="2400">
                <a:latin typeface="微软雅黑" panose="020B0503020204020204" pitchFamily="34" charset="-122"/>
                <a:ea typeface="微软雅黑" panose="020B0503020204020204" pitchFamily="34" charset="-122"/>
              </a:rPr>
              <a:t>请求队列</a:t>
            </a:r>
            <a:endParaRPr lang="en-US" altLang="zh-CN" sz="240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p"/>
              <a:tabLst>
                <a:tab pos="1708150" algn="l"/>
              </a:tabLst>
            </a:pPr>
            <a:r>
              <a:rPr lang="zh-CN" altLang="en-US" sz="2400">
                <a:latin typeface="微软雅黑" panose="020B0503020204020204" pitchFamily="34" charset="-122"/>
                <a:ea typeface="微软雅黑" panose="020B0503020204020204" pitchFamily="34" charset="-122"/>
              </a:rPr>
              <a:t>存在几种算法来调度磁盘</a:t>
            </a:r>
            <a:r>
              <a:rPr lang="en-US" altLang="en-US" sz="2400">
                <a:latin typeface="微软雅黑" panose="020B0503020204020204" pitchFamily="34" charset="-122"/>
                <a:ea typeface="微软雅黑" panose="020B0503020204020204" pitchFamily="34" charset="-122"/>
              </a:rPr>
              <a:t>I/O</a:t>
            </a:r>
            <a:r>
              <a:rPr lang="zh-CN" altLang="en-US" sz="2400">
                <a:latin typeface="微软雅黑" panose="020B0503020204020204" pitchFamily="34" charset="-122"/>
                <a:ea typeface="微软雅黑" panose="020B0503020204020204" pitchFamily="34" charset="-122"/>
              </a:rPr>
              <a:t>请求的服务，可用于一个或多个盘片</a:t>
            </a:r>
            <a:endParaRPr lang="en-US" altLang="zh-CN" sz="240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p"/>
              <a:tabLst>
                <a:tab pos="1708150" algn="l"/>
              </a:tabLst>
            </a:pPr>
            <a:r>
              <a:rPr lang="zh-CN" altLang="en-US" sz="2400">
                <a:latin typeface="微软雅黑" panose="020B0503020204020204" pitchFamily="34" charset="-122"/>
                <a:ea typeface="微软雅黑" panose="020B0503020204020204" pitchFamily="34" charset="-122"/>
              </a:rPr>
              <a:t>我们用一个请求队列</a:t>
            </a:r>
            <a:r>
              <a:rPr lang="en-US" altLang="zh-CN" sz="2400">
                <a:latin typeface="微软雅黑" panose="020B0503020204020204" pitchFamily="34" charset="-122"/>
                <a:ea typeface="微软雅黑" panose="020B0503020204020204" pitchFamily="34" charset="-122"/>
              </a:rPr>
              <a:t>(0-199)</a:t>
            </a:r>
            <a:r>
              <a:rPr lang="zh-CN" altLang="en-US" sz="2400">
                <a:latin typeface="微软雅黑" panose="020B0503020204020204" pitchFamily="34" charset="-122"/>
                <a:ea typeface="微软雅黑" panose="020B0503020204020204" pitchFamily="34" charset="-122"/>
              </a:rPr>
              <a:t>来说明调度算法</a:t>
            </a:r>
            <a:endParaRPr lang="en-US" altLang="en-US" sz="2400">
              <a:latin typeface="微软雅黑" panose="020B0503020204020204" pitchFamily="34" charset="-122"/>
              <a:ea typeface="微软雅黑" panose="020B0503020204020204" pitchFamily="34" charset="-122"/>
            </a:endParaRPr>
          </a:p>
          <a:p>
            <a:pPr algn="ctr">
              <a:lnSpc>
                <a:spcPct val="200000"/>
              </a:lnSpc>
              <a:buFont typeface="Monotype Sorts" pitchFamily="-84" charset="2"/>
              <a:buNone/>
              <a:tabLst>
                <a:tab pos="1708150" algn="l"/>
              </a:tabLst>
            </a:pPr>
            <a:r>
              <a:rPr lang="en-US" altLang="en-US" sz="2400" b="1">
                <a:solidFill>
                  <a:srgbClr val="0070C0"/>
                </a:solidFill>
                <a:latin typeface="微软雅黑" panose="020B0503020204020204" pitchFamily="34" charset="-122"/>
                <a:ea typeface="微软雅黑" panose="020B0503020204020204" pitchFamily="34" charset="-122"/>
              </a:rPr>
              <a:t>98, 183, 37, 122, 14, 124, 65, 67</a:t>
            </a:r>
          </a:p>
          <a:p>
            <a:pPr>
              <a:lnSpc>
                <a:spcPct val="200000"/>
              </a:lnSpc>
              <a:buFont typeface="Monotype Sorts" pitchFamily="-84" charset="2"/>
              <a:buNone/>
              <a:tabLst>
                <a:tab pos="1708150" algn="l"/>
              </a:tabLst>
            </a:pPr>
            <a:r>
              <a:rPr lang="en-US" altLang="en-US" sz="2400" b="1">
                <a:solidFill>
                  <a:srgbClr val="0070C0"/>
                </a:solidFill>
                <a:latin typeface="微软雅黑" panose="020B0503020204020204" pitchFamily="34" charset="-122"/>
                <a:ea typeface="微软雅黑" panose="020B0503020204020204" pitchFamily="34" charset="-122"/>
              </a:rPr>
              <a:t>	</a:t>
            </a:r>
            <a:r>
              <a:rPr lang="zh-CN" altLang="en-US" sz="2400" b="1">
                <a:solidFill>
                  <a:srgbClr val="0070C0"/>
                </a:solidFill>
                <a:latin typeface="微软雅黑" panose="020B0503020204020204" pitchFamily="34" charset="-122"/>
                <a:ea typeface="微软雅黑" panose="020B0503020204020204" pitchFamily="34" charset="-122"/>
              </a:rPr>
              <a:t>头指针</a:t>
            </a:r>
            <a:r>
              <a:rPr lang="en-US" altLang="en-US" sz="2400" b="1">
                <a:solidFill>
                  <a:srgbClr val="0070C0"/>
                </a:solidFill>
                <a:latin typeface="微软雅黑" panose="020B0503020204020204" pitchFamily="34" charset="-122"/>
                <a:ea typeface="微软雅黑" panose="020B0503020204020204" pitchFamily="34" charset="-122"/>
              </a:rPr>
              <a:t> 53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CA817F49-9BDD-283F-F02A-B40BD519CBDF}"/>
              </a:ext>
            </a:extLst>
          </p:cNvPr>
          <p:cNvSpPr>
            <a:spLocks noGrp="1" noChangeArrowheads="1"/>
          </p:cNvSpPr>
          <p:nvPr>
            <p:ph type="title"/>
          </p:nvPr>
        </p:nvSpPr>
        <p:spPr>
          <a:xfrm>
            <a:off x="2506663" y="155575"/>
            <a:ext cx="6950075" cy="576263"/>
          </a:xfrm>
        </p:spPr>
        <p:txBody>
          <a:bodyPr/>
          <a:lstStyle/>
          <a:p>
            <a:pPr eaLnBrk="1" hangingPunct="1"/>
            <a:r>
              <a:rPr lang="zh-CN" altLang="en-US">
                <a:latin typeface="微软雅黑" panose="020B0503020204020204" pitchFamily="34" charset="-122"/>
                <a:ea typeface="微软雅黑" panose="020B0503020204020204" pitchFamily="34" charset="-122"/>
              </a:rPr>
              <a:t>先来先服务（</a:t>
            </a:r>
            <a:r>
              <a:rPr lang="en-US" altLang="en-US">
                <a:latin typeface="微软雅黑" panose="020B0503020204020204" pitchFamily="34" charset="-122"/>
                <a:ea typeface="微软雅黑" panose="020B0503020204020204" pitchFamily="34" charset="-122"/>
              </a:rPr>
              <a:t>FCFS</a:t>
            </a:r>
            <a:r>
              <a:rPr lang="zh-CN" altLang="en-US">
                <a:latin typeface="微软雅黑" panose="020B0503020204020204" pitchFamily="34" charset="-122"/>
                <a:ea typeface="微软雅黑" panose="020B0503020204020204" pitchFamily="34" charset="-122"/>
              </a:rPr>
              <a:t>）</a:t>
            </a:r>
            <a:endParaRPr lang="en-US" altLang="en-US">
              <a:latin typeface="微软雅黑" panose="020B0503020204020204" pitchFamily="34" charset="-122"/>
              <a:ea typeface="微软雅黑" panose="020B0503020204020204" pitchFamily="34" charset="-122"/>
            </a:endParaRPr>
          </a:p>
        </p:txBody>
      </p:sp>
      <p:sp>
        <p:nvSpPr>
          <p:cNvPr id="43011" name="Text Box 4">
            <a:extLst>
              <a:ext uri="{FF2B5EF4-FFF2-40B4-BE49-F238E27FC236}">
                <a16:creationId xmlns:a16="http://schemas.microsoft.com/office/drawing/2014/main" id="{39573D2A-4411-7BFA-C02E-1B1FAD98721F}"/>
              </a:ext>
            </a:extLst>
          </p:cNvPr>
          <p:cNvSpPr txBox="1">
            <a:spLocks noChangeArrowheads="1"/>
          </p:cNvSpPr>
          <p:nvPr/>
        </p:nvSpPr>
        <p:spPr bwMode="auto">
          <a:xfrm>
            <a:off x="3062288" y="1057275"/>
            <a:ext cx="5060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zh-CN" altLang="en-US" sz="2400">
                <a:latin typeface="微软雅黑" panose="020B0503020204020204" pitchFamily="34" charset="-122"/>
                <a:ea typeface="微软雅黑" panose="020B0503020204020204" pitchFamily="34" charset="-122"/>
              </a:rPr>
              <a:t>插图显示了</a:t>
            </a:r>
            <a:r>
              <a:rPr lang="en-US" altLang="zh-CN" sz="2400" b="1" i="1">
                <a:solidFill>
                  <a:srgbClr val="0070C0"/>
                </a:solidFill>
                <a:latin typeface="微软雅黑" panose="020B0503020204020204" pitchFamily="34" charset="-122"/>
                <a:ea typeface="微软雅黑" panose="020B0503020204020204" pitchFamily="34" charset="-122"/>
              </a:rPr>
              <a:t>640</a:t>
            </a:r>
            <a:r>
              <a:rPr lang="zh-CN" altLang="en-US" sz="2400" b="1" i="1">
                <a:solidFill>
                  <a:srgbClr val="0070C0"/>
                </a:solidFill>
                <a:latin typeface="微软雅黑" panose="020B0503020204020204" pitchFamily="34" charset="-122"/>
                <a:ea typeface="微软雅黑" panose="020B0503020204020204" pitchFamily="34" charset="-122"/>
              </a:rPr>
              <a:t>个柱面</a:t>
            </a:r>
            <a:r>
              <a:rPr lang="zh-CN" altLang="en-US" sz="2400">
                <a:latin typeface="微软雅黑" panose="020B0503020204020204" pitchFamily="34" charset="-122"/>
                <a:ea typeface="微软雅黑" panose="020B0503020204020204" pitchFamily="34" charset="-122"/>
              </a:rPr>
              <a:t>的总磁头移动</a:t>
            </a:r>
            <a:endParaRPr lang="en-US" altLang="en-US" sz="2400">
              <a:latin typeface="微软雅黑" panose="020B0503020204020204" pitchFamily="34" charset="-122"/>
              <a:ea typeface="微软雅黑" panose="020B0503020204020204" pitchFamily="34" charset="-122"/>
            </a:endParaRPr>
          </a:p>
        </p:txBody>
      </p:sp>
      <p:pic>
        <p:nvPicPr>
          <p:cNvPr id="43012" name="Picture 6">
            <a:extLst>
              <a:ext uri="{FF2B5EF4-FFF2-40B4-BE49-F238E27FC236}">
                <a16:creationId xmlns:a16="http://schemas.microsoft.com/office/drawing/2014/main" id="{FDFCC8F4-D8EE-A350-263D-AA381D5BE4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6700" y="1844675"/>
            <a:ext cx="6153150"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661D7CC9-21D0-CCBA-F585-983BD2F41BF3}"/>
              </a:ext>
            </a:extLst>
          </p:cNvPr>
          <p:cNvSpPr>
            <a:spLocks noGrp="1" noChangeArrowheads="1"/>
          </p:cNvSpPr>
          <p:nvPr>
            <p:ph type="title"/>
          </p:nvPr>
        </p:nvSpPr>
        <p:spPr>
          <a:xfrm>
            <a:off x="1981200" y="141288"/>
            <a:ext cx="8229600" cy="576262"/>
          </a:xfrm>
        </p:spPr>
        <p:txBody>
          <a:bodyPr/>
          <a:lstStyle/>
          <a:p>
            <a:pPr eaLnBrk="1" hangingPunct="1"/>
            <a:r>
              <a:rPr lang="zh-CN" altLang="en-US">
                <a:latin typeface="微软雅黑" panose="020B0503020204020204" pitchFamily="34" charset="-122"/>
                <a:ea typeface="微软雅黑" panose="020B0503020204020204" pitchFamily="34" charset="-122"/>
              </a:rPr>
              <a:t>最短寻道时间（</a:t>
            </a:r>
            <a:r>
              <a:rPr lang="en-US" altLang="en-US">
                <a:latin typeface="微软雅黑" panose="020B0503020204020204" pitchFamily="34" charset="-122"/>
                <a:ea typeface="微软雅黑" panose="020B0503020204020204" pitchFamily="34" charset="-122"/>
              </a:rPr>
              <a:t>SSTF</a:t>
            </a:r>
            <a:r>
              <a:rPr lang="zh-CN" altLang="en-US">
                <a:latin typeface="微软雅黑" panose="020B0503020204020204" pitchFamily="34" charset="-122"/>
                <a:ea typeface="微软雅黑" panose="020B0503020204020204" pitchFamily="34" charset="-122"/>
              </a:rPr>
              <a:t>）</a:t>
            </a:r>
            <a:endParaRPr lang="en-US" altLang="en-US">
              <a:latin typeface="微软雅黑" panose="020B0503020204020204" pitchFamily="34" charset="-122"/>
              <a:ea typeface="微软雅黑" panose="020B0503020204020204" pitchFamily="34" charset="-122"/>
            </a:endParaRPr>
          </a:p>
        </p:txBody>
      </p:sp>
      <p:sp>
        <p:nvSpPr>
          <p:cNvPr id="45059" name="Rectangle 3">
            <a:extLst>
              <a:ext uri="{FF2B5EF4-FFF2-40B4-BE49-F238E27FC236}">
                <a16:creationId xmlns:a16="http://schemas.microsoft.com/office/drawing/2014/main" id="{FA21CDBA-83E3-C1F7-E204-B453B98433E0}"/>
              </a:ext>
            </a:extLst>
          </p:cNvPr>
          <p:cNvSpPr>
            <a:spLocks noGrp="1" noChangeArrowheads="1"/>
          </p:cNvSpPr>
          <p:nvPr>
            <p:ph type="body" idx="1"/>
          </p:nvPr>
        </p:nvSpPr>
        <p:spPr>
          <a:xfrm>
            <a:off x="609600" y="1111250"/>
            <a:ext cx="11209338" cy="4530725"/>
          </a:xfrm>
        </p:spPr>
        <p:txBody>
          <a:bodyPr/>
          <a:lstStyle/>
          <a:p>
            <a:pPr algn="just">
              <a:lnSpc>
                <a:spcPct val="15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最短寻道时间首先从当前磁头位置</a:t>
            </a:r>
            <a:r>
              <a:rPr lang="zh-CN" altLang="en-US" sz="2400" b="1">
                <a:solidFill>
                  <a:srgbClr val="0070C0"/>
                </a:solidFill>
                <a:latin typeface="微软雅黑" panose="020B0503020204020204" pitchFamily="34" charset="-122"/>
                <a:ea typeface="微软雅黑" panose="020B0503020204020204" pitchFamily="34" charset="-122"/>
              </a:rPr>
              <a:t>选择具有最短寻道时间</a:t>
            </a:r>
            <a:r>
              <a:rPr lang="zh-CN" altLang="en-US" sz="2400">
                <a:latin typeface="微软雅黑" panose="020B0503020204020204" pitchFamily="34" charset="-122"/>
                <a:ea typeface="微软雅黑" panose="020B0503020204020204" pitchFamily="34" charset="-122"/>
              </a:rPr>
              <a:t>的请求</a:t>
            </a:r>
            <a:endParaRPr lang="en-US" altLang="zh-CN" sz="2400">
              <a:latin typeface="微软雅黑" panose="020B0503020204020204" pitchFamily="34" charset="-122"/>
              <a:ea typeface="微软雅黑" panose="020B0503020204020204" pitchFamily="34" charset="-122"/>
            </a:endParaRPr>
          </a:p>
          <a:p>
            <a:pPr algn="just">
              <a:lnSpc>
                <a:spcPct val="150000"/>
              </a:lnSpc>
              <a:buFont typeface="Wingdings" panose="05000000000000000000" pitchFamily="2" charset="2"/>
              <a:buChar char="p"/>
            </a:pPr>
            <a:r>
              <a:rPr lang="en-US" altLang="zh-CN" sz="2400">
                <a:latin typeface="微软雅黑" panose="020B0503020204020204" pitchFamily="34" charset="-122"/>
                <a:ea typeface="微软雅黑" panose="020B0503020204020204" pitchFamily="34" charset="-122"/>
              </a:rPr>
              <a:t>SSTF</a:t>
            </a:r>
            <a:r>
              <a:rPr lang="zh-CN" altLang="en-US" sz="2400">
                <a:latin typeface="微软雅黑" panose="020B0503020204020204" pitchFamily="34" charset="-122"/>
                <a:ea typeface="微软雅黑" panose="020B0503020204020204" pitchFamily="34" charset="-122"/>
              </a:rPr>
              <a:t>调度是</a:t>
            </a:r>
            <a:r>
              <a:rPr lang="en-US" altLang="zh-CN" sz="2400" b="1">
                <a:latin typeface="微软雅黑" panose="020B0503020204020204" pitchFamily="34" charset="-122"/>
                <a:ea typeface="微软雅黑" panose="020B0503020204020204" pitchFamily="34" charset="-122"/>
              </a:rPr>
              <a:t>SJF</a:t>
            </a:r>
            <a:r>
              <a:rPr lang="zh-CN" altLang="en-US" sz="2400" b="1">
                <a:latin typeface="微软雅黑" panose="020B0503020204020204" pitchFamily="34" charset="-122"/>
                <a:ea typeface="微软雅黑" panose="020B0503020204020204" pitchFamily="34" charset="-122"/>
              </a:rPr>
              <a:t>调度</a:t>
            </a:r>
            <a:r>
              <a:rPr lang="zh-CN" altLang="en-US" sz="2400">
                <a:latin typeface="微软雅黑" panose="020B0503020204020204" pitchFamily="34" charset="-122"/>
                <a:ea typeface="微软雅黑" panose="020B0503020204020204" pitchFamily="34" charset="-122"/>
              </a:rPr>
              <a:t>的一种变种；可能</a:t>
            </a:r>
            <a:r>
              <a:rPr lang="zh-CN" altLang="en-US" sz="2400" b="1">
                <a:solidFill>
                  <a:srgbClr val="FF0000"/>
                </a:solidFill>
                <a:latin typeface="微软雅黑" panose="020B0503020204020204" pitchFamily="34" charset="-122"/>
                <a:ea typeface="微软雅黑" panose="020B0503020204020204" pitchFamily="34" charset="-122"/>
              </a:rPr>
              <a:t>会导致饥饿</a:t>
            </a:r>
            <a:endParaRPr lang="en-US" altLang="zh-CN" sz="2400" b="1">
              <a:solidFill>
                <a:srgbClr val="FF0000"/>
              </a:solidFill>
              <a:latin typeface="微软雅黑" panose="020B0503020204020204" pitchFamily="34" charset="-122"/>
              <a:ea typeface="微软雅黑" panose="020B0503020204020204" pitchFamily="34" charset="-122"/>
            </a:endParaRPr>
          </a:p>
          <a:p>
            <a:pPr algn="just">
              <a:lnSpc>
                <a:spcPct val="15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插图显示了</a:t>
            </a:r>
            <a:r>
              <a:rPr lang="en-US" altLang="zh-CN" sz="2400" b="1" i="1">
                <a:solidFill>
                  <a:srgbClr val="0070C0"/>
                </a:solidFill>
                <a:latin typeface="微软雅黑" panose="020B0503020204020204" pitchFamily="34" charset="-122"/>
                <a:ea typeface="微软雅黑" panose="020B0503020204020204" pitchFamily="34" charset="-122"/>
              </a:rPr>
              <a:t>236</a:t>
            </a:r>
            <a:r>
              <a:rPr lang="zh-CN" altLang="en-US" sz="2400" b="1" i="1">
                <a:solidFill>
                  <a:srgbClr val="0070C0"/>
                </a:solidFill>
                <a:latin typeface="微软雅黑" panose="020B0503020204020204" pitchFamily="34" charset="-122"/>
                <a:ea typeface="微软雅黑" panose="020B0503020204020204" pitchFamily="34" charset="-122"/>
              </a:rPr>
              <a:t>个柱面</a:t>
            </a:r>
            <a:r>
              <a:rPr lang="zh-CN" altLang="en-US" sz="2400">
                <a:latin typeface="微软雅黑" panose="020B0503020204020204" pitchFamily="34" charset="-122"/>
                <a:ea typeface="微软雅黑" panose="020B0503020204020204" pitchFamily="34" charset="-122"/>
              </a:rPr>
              <a:t>的总磁头移动量</a:t>
            </a:r>
            <a:endParaRPr lang="en-US" altLang="en-US" sz="2400">
              <a:latin typeface="微软雅黑" panose="020B0503020204020204" pitchFamily="34" charset="-122"/>
              <a:ea typeface="微软雅黑" panose="020B0503020204020204" pitchFamily="34" charset="-122"/>
            </a:endParaRPr>
          </a:p>
          <a:p>
            <a:pPr algn="just">
              <a:lnSpc>
                <a:spcPct val="150000"/>
              </a:lnSpc>
            </a:pPr>
            <a:endParaRPr lang="en-US" altLang="en-US" sz="2400"/>
          </a:p>
        </p:txBody>
      </p:sp>
      <p:pic>
        <p:nvPicPr>
          <p:cNvPr id="45060" name="Picture 4" descr="12">
            <a:extLst>
              <a:ext uri="{FF2B5EF4-FFF2-40B4-BE49-F238E27FC236}">
                <a16:creationId xmlns:a16="http://schemas.microsoft.com/office/drawing/2014/main" id="{FCD26AAC-09FD-620C-14B6-B2039809C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8413" y="3217863"/>
            <a:ext cx="4811712" cy="324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48706E8-2F14-9DD1-D812-809CFDF1BA01}"/>
              </a:ext>
            </a:extLst>
          </p:cNvPr>
          <p:cNvSpPr>
            <a:spLocks noGrp="1" noChangeArrowheads="1"/>
          </p:cNvSpPr>
          <p:nvPr>
            <p:ph type="title"/>
          </p:nvPr>
        </p:nvSpPr>
        <p:spPr>
          <a:xfrm>
            <a:off x="1981200" y="155575"/>
            <a:ext cx="7840663" cy="576263"/>
          </a:xfrm>
        </p:spPr>
        <p:txBody>
          <a:bodyPr/>
          <a:lstStyle/>
          <a:p>
            <a:pPr eaLnBrk="1" hangingPunct="1"/>
            <a:r>
              <a:rPr lang="zh-CN" altLang="en-US">
                <a:latin typeface="微软雅黑" panose="020B0503020204020204" pitchFamily="34" charset="-122"/>
                <a:ea typeface="微软雅黑" panose="020B0503020204020204" pitchFamily="34" charset="-122"/>
              </a:rPr>
              <a:t>扫描算法（</a:t>
            </a:r>
            <a:r>
              <a:rPr lang="en-US" altLang="zh-CN">
                <a:latin typeface="微软雅黑" panose="020B0503020204020204" pitchFamily="34" charset="-122"/>
                <a:ea typeface="微软雅黑" panose="020B0503020204020204" pitchFamily="34" charset="-122"/>
              </a:rPr>
              <a:t>SCAN</a:t>
            </a:r>
            <a:r>
              <a:rPr lang="zh-CN" altLang="en-US">
                <a:latin typeface="微软雅黑" panose="020B0503020204020204" pitchFamily="34" charset="-122"/>
                <a:ea typeface="微软雅黑" panose="020B0503020204020204" pitchFamily="34" charset="-122"/>
              </a:rPr>
              <a:t>）</a:t>
            </a:r>
            <a:endParaRPr lang="en-US" altLang="en-US"/>
          </a:p>
        </p:txBody>
      </p:sp>
      <p:sp>
        <p:nvSpPr>
          <p:cNvPr id="47107" name="Rectangle 3">
            <a:extLst>
              <a:ext uri="{FF2B5EF4-FFF2-40B4-BE49-F238E27FC236}">
                <a16:creationId xmlns:a16="http://schemas.microsoft.com/office/drawing/2014/main" id="{3A940EEB-8A30-549B-8C0A-D5711A3ED708}"/>
              </a:ext>
            </a:extLst>
          </p:cNvPr>
          <p:cNvSpPr>
            <a:spLocks noGrp="1" noChangeArrowheads="1"/>
          </p:cNvSpPr>
          <p:nvPr>
            <p:ph type="body" idx="1"/>
          </p:nvPr>
        </p:nvSpPr>
        <p:spPr>
          <a:xfrm>
            <a:off x="604838" y="1150938"/>
            <a:ext cx="10977562" cy="4530725"/>
          </a:xfrm>
        </p:spPr>
        <p:txBody>
          <a:bodyPr/>
          <a:lstStyle/>
          <a:p>
            <a:pPr algn="just">
              <a:lnSpc>
                <a:spcPct val="20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磁盘臂从磁盘的一端开始，向另一端移动，为请求提供服务，直到到达磁盘的另一端，在那里磁头反向移动并继续提供服务</a:t>
            </a:r>
            <a:endParaRPr lang="en-US" altLang="zh-CN" sz="2400">
              <a:latin typeface="微软雅黑" panose="020B0503020204020204" pitchFamily="34" charset="-122"/>
              <a:ea typeface="微软雅黑" panose="020B0503020204020204" pitchFamily="34" charset="-122"/>
            </a:endParaRPr>
          </a:p>
          <a:p>
            <a:pPr algn="just">
              <a:lnSpc>
                <a:spcPct val="200000"/>
              </a:lnSpc>
              <a:buFont typeface="Wingdings" panose="05000000000000000000" pitchFamily="2" charset="2"/>
              <a:buChar char="p"/>
            </a:pPr>
            <a:r>
              <a:rPr lang="zh-CN" altLang="en-US" sz="2400" b="1">
                <a:solidFill>
                  <a:srgbClr val="0070C0"/>
                </a:solidFill>
                <a:latin typeface="微软雅黑" panose="020B0503020204020204" pitchFamily="34" charset="-122"/>
                <a:ea typeface="微软雅黑" panose="020B0503020204020204" pitchFamily="34" charset="-122"/>
              </a:rPr>
              <a:t>扫描算法</a:t>
            </a:r>
            <a:r>
              <a:rPr lang="zh-CN" altLang="en-US" sz="2400">
                <a:latin typeface="微软雅黑" panose="020B0503020204020204" pitchFamily="34" charset="-122"/>
                <a:ea typeface="微软雅黑" panose="020B0503020204020204" pitchFamily="34" charset="-122"/>
              </a:rPr>
              <a:t>有时被称为</a:t>
            </a:r>
            <a:r>
              <a:rPr lang="zh-CN" altLang="en-US" sz="2400" b="1">
                <a:solidFill>
                  <a:srgbClr val="0070C0"/>
                </a:solidFill>
                <a:latin typeface="微软雅黑" panose="020B0503020204020204" pitchFamily="34" charset="-122"/>
                <a:ea typeface="微软雅黑" panose="020B0503020204020204" pitchFamily="34" charset="-122"/>
              </a:rPr>
              <a:t>电梯算法</a:t>
            </a:r>
            <a:endParaRPr lang="en-US" altLang="zh-CN" sz="2400" b="1">
              <a:solidFill>
                <a:srgbClr val="0070C0"/>
              </a:solidFill>
              <a:latin typeface="微软雅黑" panose="020B0503020204020204" pitchFamily="34" charset="-122"/>
              <a:ea typeface="微软雅黑" panose="020B0503020204020204" pitchFamily="34" charset="-122"/>
            </a:endParaRPr>
          </a:p>
          <a:p>
            <a:pPr algn="just">
              <a:lnSpc>
                <a:spcPct val="20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但是请注意，如果请求的密度一致，则磁盘另一端的密度最大，等待时间最长</a:t>
            </a:r>
            <a:endParaRPr lang="en-US" altLang="en-US" sz="2400">
              <a:latin typeface="微软雅黑" panose="020B0503020204020204" pitchFamily="34" charset="-122"/>
              <a:ea typeface="微软雅黑" panose="020B0503020204020204" pitchFamily="34" charset="-122"/>
            </a:endParaRPr>
          </a:p>
          <a:p>
            <a:pPr algn="just">
              <a:lnSpc>
                <a:spcPct val="200000"/>
              </a:lnSpc>
            </a:pPr>
            <a:endParaRPr lang="en-US" altLang="en-US"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AAD509B9-6E58-B4B6-6BB8-0C17DDE00267}"/>
              </a:ext>
            </a:extLst>
          </p:cNvPr>
          <p:cNvSpPr>
            <a:spLocks noGrp="1" noChangeArrowheads="1"/>
          </p:cNvSpPr>
          <p:nvPr>
            <p:ph type="title"/>
          </p:nvPr>
        </p:nvSpPr>
        <p:spPr>
          <a:xfrm>
            <a:off x="1981200" y="195263"/>
            <a:ext cx="8229600" cy="576262"/>
          </a:xfrm>
        </p:spPr>
        <p:txBody>
          <a:bodyPr/>
          <a:lstStyle/>
          <a:p>
            <a:pPr eaLnBrk="1" hangingPunct="1"/>
            <a:r>
              <a:rPr lang="zh-CN" altLang="en-US">
                <a:latin typeface="微软雅黑" panose="020B0503020204020204" pitchFamily="34" charset="-122"/>
                <a:ea typeface="微软雅黑" panose="020B0503020204020204" pitchFamily="34" charset="-122"/>
              </a:rPr>
              <a:t>扫描算法（</a:t>
            </a:r>
            <a:r>
              <a:rPr lang="en-US" altLang="zh-CN">
                <a:latin typeface="微软雅黑" panose="020B0503020204020204" pitchFamily="34" charset="-122"/>
                <a:ea typeface="微软雅黑" panose="020B0503020204020204" pitchFamily="34" charset="-122"/>
              </a:rPr>
              <a:t>SCAN</a:t>
            </a:r>
            <a:r>
              <a:rPr lang="zh-CN" altLang="en-US">
                <a:latin typeface="微软雅黑" panose="020B0503020204020204" pitchFamily="34" charset="-122"/>
                <a:ea typeface="微软雅黑" panose="020B0503020204020204" pitchFamily="34" charset="-122"/>
              </a:rPr>
              <a:t>）</a:t>
            </a:r>
            <a:endParaRPr lang="en-US" altLang="en-US"/>
          </a:p>
        </p:txBody>
      </p:sp>
      <p:pic>
        <p:nvPicPr>
          <p:cNvPr id="49155" name="Picture 6">
            <a:extLst>
              <a:ext uri="{FF2B5EF4-FFF2-40B4-BE49-F238E27FC236}">
                <a16:creationId xmlns:a16="http://schemas.microsoft.com/office/drawing/2014/main" id="{A8EC6834-302C-4A48-772B-46EB4D66B7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5938" y="1082675"/>
            <a:ext cx="5981700"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3AABF570-2FD3-ADB3-D1B2-C8F6BFFC713A}"/>
              </a:ext>
            </a:extLst>
          </p:cNvPr>
          <p:cNvSpPr/>
          <p:nvPr/>
        </p:nvSpPr>
        <p:spPr>
          <a:xfrm>
            <a:off x="3398838" y="5676900"/>
            <a:ext cx="5099050" cy="719138"/>
          </a:xfrm>
          <a:prstGeom prst="rect">
            <a:avLst/>
          </a:prstGeom>
        </p:spPr>
        <p:txBody>
          <a:bodyPr wrap="none">
            <a:spAutoFit/>
          </a:bodyPr>
          <a:lstStyle/>
          <a:p>
            <a:pPr marL="341313" indent="-341313" algn="just">
              <a:lnSpc>
                <a:spcPct val="200000"/>
              </a:lnSpc>
              <a:spcBef>
                <a:spcPct val="35000"/>
              </a:spcBef>
              <a:buClr>
                <a:srgbClr val="993300"/>
              </a:buClr>
              <a:buSzPct val="90000"/>
              <a:buFont typeface="Wingdings" panose="05000000000000000000" pitchFamily="2" charset="2"/>
              <a:buChar char="p"/>
              <a:defRPr/>
            </a:pPr>
            <a:r>
              <a:rPr kumimoji="1" lang="zh-CN" altLang="en-US" sz="2400" kern="0" dirty="0">
                <a:solidFill>
                  <a:srgbClr val="000000"/>
                </a:solidFill>
                <a:latin typeface="微软雅黑" panose="020B0503020204020204" pitchFamily="34" charset="-122"/>
                <a:ea typeface="微软雅黑" panose="020B0503020204020204" pitchFamily="34" charset="-122"/>
              </a:rPr>
              <a:t>插图显示了磁头移动了</a:t>
            </a:r>
            <a:r>
              <a:rPr kumimoji="1" lang="en-US" altLang="zh-CN" sz="2400" b="1" i="1" kern="0" dirty="0">
                <a:solidFill>
                  <a:srgbClr val="0070C0"/>
                </a:solidFill>
                <a:latin typeface="微软雅黑" panose="020B0503020204020204" pitchFamily="34" charset="-122"/>
                <a:ea typeface="微软雅黑" panose="020B0503020204020204" pitchFamily="34" charset="-122"/>
              </a:rPr>
              <a:t>208</a:t>
            </a:r>
            <a:r>
              <a:rPr kumimoji="1" lang="zh-CN" altLang="en-US" sz="2400" b="1" i="1" kern="0" dirty="0">
                <a:solidFill>
                  <a:srgbClr val="0070C0"/>
                </a:solidFill>
                <a:latin typeface="微软雅黑" panose="020B0503020204020204" pitchFamily="34" charset="-122"/>
                <a:ea typeface="微软雅黑" panose="020B0503020204020204" pitchFamily="34" charset="-122"/>
              </a:rPr>
              <a:t>个柱面</a:t>
            </a:r>
            <a:endParaRPr kumimoji="1" lang="en-US" altLang="zh-CN" sz="2400" b="1" i="1" kern="0"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715B085E-C75D-1AF0-1D29-01FD9A9571AB}"/>
              </a:ext>
            </a:extLst>
          </p:cNvPr>
          <p:cNvSpPr>
            <a:spLocks noGrp="1" noChangeArrowheads="1"/>
          </p:cNvSpPr>
          <p:nvPr>
            <p:ph type="title"/>
          </p:nvPr>
        </p:nvSpPr>
        <p:spPr>
          <a:xfrm>
            <a:off x="1981200" y="155575"/>
            <a:ext cx="7869238" cy="576263"/>
          </a:xfrm>
        </p:spPr>
        <p:txBody>
          <a:bodyPr/>
          <a:lstStyle/>
          <a:p>
            <a:pPr eaLnBrk="1" hangingPunct="1"/>
            <a:r>
              <a:rPr lang="zh-CN" altLang="en-US">
                <a:latin typeface="微软雅黑" panose="020B0503020204020204" pitchFamily="34" charset="-122"/>
                <a:ea typeface="微软雅黑" panose="020B0503020204020204" pitchFamily="34" charset="-122"/>
              </a:rPr>
              <a:t>循环扫描算法（</a:t>
            </a:r>
            <a:r>
              <a:rPr lang="en-US" altLang="zh-CN">
                <a:latin typeface="微软雅黑" panose="020B0503020204020204" pitchFamily="34" charset="-122"/>
                <a:ea typeface="微软雅黑" panose="020B0503020204020204" pitchFamily="34" charset="-122"/>
              </a:rPr>
              <a:t>C-SCAN</a:t>
            </a:r>
            <a:r>
              <a:rPr lang="zh-CN" altLang="en-US">
                <a:latin typeface="微软雅黑" panose="020B0503020204020204" pitchFamily="34" charset="-122"/>
                <a:ea typeface="微软雅黑" panose="020B0503020204020204" pitchFamily="34" charset="-122"/>
              </a:rPr>
              <a:t>）</a:t>
            </a:r>
            <a:endParaRPr lang="en-US" altLang="en-US"/>
          </a:p>
        </p:txBody>
      </p:sp>
      <p:sp>
        <p:nvSpPr>
          <p:cNvPr id="51203" name="Rectangle 3">
            <a:extLst>
              <a:ext uri="{FF2B5EF4-FFF2-40B4-BE49-F238E27FC236}">
                <a16:creationId xmlns:a16="http://schemas.microsoft.com/office/drawing/2014/main" id="{03ED58E3-93D7-27D6-47DC-CC173DCA027B}"/>
              </a:ext>
            </a:extLst>
          </p:cNvPr>
          <p:cNvSpPr>
            <a:spLocks noGrp="1" noChangeArrowheads="1"/>
          </p:cNvSpPr>
          <p:nvPr>
            <p:ph type="body" idx="1"/>
          </p:nvPr>
        </p:nvSpPr>
        <p:spPr>
          <a:xfrm>
            <a:off x="619125" y="1138238"/>
            <a:ext cx="10972800" cy="4530725"/>
          </a:xfrm>
        </p:spPr>
        <p:txBody>
          <a:bodyPr/>
          <a:lstStyle/>
          <a:p>
            <a:pPr algn="just">
              <a:lnSpc>
                <a:spcPct val="200000"/>
              </a:lnSpc>
              <a:buFont typeface="Wingdings" panose="05000000000000000000" pitchFamily="2" charset="2"/>
              <a:buChar char="p"/>
            </a:pPr>
            <a:r>
              <a:rPr lang="zh-CN" altLang="en-US" sz="2400">
                <a:solidFill>
                  <a:srgbClr val="333333"/>
                </a:solidFill>
                <a:latin typeface="微软雅黑" panose="020B0503020204020204" pitchFamily="34" charset="-122"/>
                <a:ea typeface="微软雅黑" panose="020B0503020204020204" pitchFamily="34" charset="-122"/>
              </a:rPr>
              <a:t>提供比</a:t>
            </a:r>
            <a:r>
              <a:rPr lang="en-US" altLang="zh-CN" sz="2400">
                <a:solidFill>
                  <a:srgbClr val="333333"/>
                </a:solidFill>
                <a:latin typeface="微软雅黑" panose="020B0503020204020204" pitchFamily="34" charset="-122"/>
                <a:ea typeface="微软雅黑" panose="020B0503020204020204" pitchFamily="34" charset="-122"/>
              </a:rPr>
              <a:t>SCAN</a:t>
            </a:r>
            <a:r>
              <a:rPr lang="zh-CN" altLang="en-US" sz="2400" b="1">
                <a:solidFill>
                  <a:srgbClr val="0070C0"/>
                </a:solidFill>
                <a:latin typeface="微软雅黑" panose="020B0503020204020204" pitchFamily="34" charset="-122"/>
                <a:ea typeface="微软雅黑" panose="020B0503020204020204" pitchFamily="34" charset="-122"/>
              </a:rPr>
              <a:t>更均匀的等待时间</a:t>
            </a:r>
            <a:endParaRPr lang="en-US" altLang="zh-CN" sz="2400" b="1">
              <a:solidFill>
                <a:srgbClr val="0070C0"/>
              </a:solidFill>
              <a:latin typeface="微软雅黑" panose="020B0503020204020204" pitchFamily="34" charset="-122"/>
              <a:ea typeface="微软雅黑" panose="020B0503020204020204" pitchFamily="34" charset="-122"/>
            </a:endParaRPr>
          </a:p>
          <a:p>
            <a:pPr algn="just">
              <a:lnSpc>
                <a:spcPct val="200000"/>
              </a:lnSpc>
              <a:buFont typeface="Wingdings" panose="05000000000000000000" pitchFamily="2" charset="2"/>
              <a:buChar char="p"/>
            </a:pPr>
            <a:r>
              <a:rPr lang="zh-CN" altLang="en-US" sz="2400">
                <a:solidFill>
                  <a:srgbClr val="333333"/>
                </a:solidFill>
                <a:latin typeface="微软雅黑" panose="020B0503020204020204" pitchFamily="34" charset="-122"/>
                <a:ea typeface="微软雅黑" panose="020B0503020204020204" pitchFamily="34" charset="-122"/>
              </a:rPr>
              <a:t>磁头从磁盘的一端移动到另一端，在它移动时为请求提供服务</a:t>
            </a:r>
            <a:endParaRPr lang="en-US" altLang="en-US" sz="2400">
              <a:latin typeface="微软雅黑" panose="020B0503020204020204" pitchFamily="34" charset="-122"/>
              <a:ea typeface="微软雅黑" panose="020B0503020204020204" pitchFamily="34" charset="-122"/>
            </a:endParaRPr>
          </a:p>
          <a:p>
            <a:pPr lvl="1" algn="just">
              <a:lnSpc>
                <a:spcPct val="200000"/>
              </a:lnSpc>
              <a:buFont typeface="Wingdings" panose="05000000000000000000" pitchFamily="2" charset="2"/>
              <a:buChar char="n"/>
            </a:pPr>
            <a:r>
              <a:rPr lang="zh-CN" altLang="en-US" sz="2400">
                <a:solidFill>
                  <a:srgbClr val="333333"/>
                </a:solidFill>
                <a:latin typeface="微软雅黑" panose="020B0503020204020204" pitchFamily="34" charset="-122"/>
                <a:ea typeface="微软雅黑" panose="020B0503020204020204" pitchFamily="34" charset="-122"/>
              </a:rPr>
              <a:t>但是，当它到达另一端时，它会立即返回到磁盘的开头，而不会在回程中处理任何请求</a:t>
            </a:r>
            <a:endParaRPr lang="en-US" altLang="en-US" sz="2400">
              <a:latin typeface="微软雅黑" panose="020B0503020204020204" pitchFamily="34" charset="-122"/>
              <a:ea typeface="微软雅黑" panose="020B0503020204020204" pitchFamily="34" charset="-122"/>
            </a:endParaRPr>
          </a:p>
          <a:p>
            <a:pPr algn="just">
              <a:lnSpc>
                <a:spcPct val="20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将柱面视为</a:t>
            </a:r>
            <a:r>
              <a:rPr lang="zh-CN" altLang="en-US" sz="2400" b="1">
                <a:solidFill>
                  <a:srgbClr val="0070C0"/>
                </a:solidFill>
                <a:latin typeface="微软雅黑" panose="020B0503020204020204" pitchFamily="34" charset="-122"/>
                <a:ea typeface="微软雅黑" panose="020B0503020204020204" pitchFamily="34" charset="-122"/>
              </a:rPr>
              <a:t>从最后一个柱面到第一个柱面的循环列表</a:t>
            </a:r>
            <a:endParaRPr lang="en-US" altLang="zh-CN" sz="2400" b="1">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D973C71D-8684-1C00-9798-A0C6125317E1}"/>
              </a:ext>
            </a:extLst>
          </p:cNvPr>
          <p:cNvSpPr>
            <a:spLocks noGrp="1" noChangeArrowheads="1"/>
          </p:cNvSpPr>
          <p:nvPr>
            <p:ph type="title"/>
          </p:nvPr>
        </p:nvSpPr>
        <p:spPr>
          <a:xfrm>
            <a:off x="1981200" y="182563"/>
            <a:ext cx="8229600" cy="576262"/>
          </a:xfrm>
        </p:spPr>
        <p:txBody>
          <a:bodyPr/>
          <a:lstStyle/>
          <a:p>
            <a:pPr eaLnBrk="1" hangingPunct="1"/>
            <a:r>
              <a:rPr lang="zh-CN" altLang="en-US">
                <a:latin typeface="微软雅黑" panose="020B0503020204020204" pitchFamily="34" charset="-122"/>
                <a:ea typeface="微软雅黑" panose="020B0503020204020204" pitchFamily="34" charset="-122"/>
              </a:rPr>
              <a:t>循环扫描算法（</a:t>
            </a:r>
            <a:r>
              <a:rPr lang="en-US" altLang="zh-CN">
                <a:latin typeface="微软雅黑" panose="020B0503020204020204" pitchFamily="34" charset="-122"/>
                <a:ea typeface="微软雅黑" panose="020B0503020204020204" pitchFamily="34" charset="-122"/>
              </a:rPr>
              <a:t>C-SCAN</a:t>
            </a:r>
            <a:r>
              <a:rPr lang="zh-CN" altLang="en-US">
                <a:latin typeface="微软雅黑" panose="020B0503020204020204" pitchFamily="34" charset="-122"/>
                <a:ea typeface="微软雅黑" panose="020B0503020204020204" pitchFamily="34" charset="-122"/>
              </a:rPr>
              <a:t>）</a:t>
            </a:r>
            <a:endParaRPr lang="en-US" altLang="en-US"/>
          </a:p>
        </p:txBody>
      </p:sp>
      <p:pic>
        <p:nvPicPr>
          <p:cNvPr id="53251" name="Picture 4">
            <a:extLst>
              <a:ext uri="{FF2B5EF4-FFF2-40B4-BE49-F238E27FC236}">
                <a16:creationId xmlns:a16="http://schemas.microsoft.com/office/drawing/2014/main" id="{9463F0CA-4358-73BF-D83A-DCD1B41DBC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 t="3731" r="925" b="3731"/>
          <a:stretch>
            <a:fillRect/>
          </a:stretch>
        </p:blipFill>
        <p:spPr bwMode="auto">
          <a:xfrm>
            <a:off x="2292350" y="1233488"/>
            <a:ext cx="6862763" cy="484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987D7A0C-89D0-09BB-3F2C-2C701AC33EF0}"/>
              </a:ext>
            </a:extLst>
          </p:cNvPr>
          <p:cNvSpPr>
            <a:spLocks noGrp="1" noChangeArrowheads="1"/>
          </p:cNvSpPr>
          <p:nvPr>
            <p:ph type="title"/>
          </p:nvPr>
        </p:nvSpPr>
        <p:spPr>
          <a:xfrm>
            <a:off x="1981200" y="195263"/>
            <a:ext cx="8229600" cy="576262"/>
          </a:xfrm>
        </p:spPr>
        <p:txBody>
          <a:bodyPr/>
          <a:lstStyle/>
          <a:p>
            <a:pPr eaLnBrk="1" hangingPunct="1"/>
            <a:r>
              <a:rPr lang="en-US" altLang="en-US"/>
              <a:t>C-LOOK</a:t>
            </a:r>
          </a:p>
        </p:txBody>
      </p:sp>
      <p:sp>
        <p:nvSpPr>
          <p:cNvPr id="55299" name="Rectangle 3">
            <a:extLst>
              <a:ext uri="{FF2B5EF4-FFF2-40B4-BE49-F238E27FC236}">
                <a16:creationId xmlns:a16="http://schemas.microsoft.com/office/drawing/2014/main" id="{E43B02BE-1C57-AC4F-5D5D-CE1DFE63206A}"/>
              </a:ext>
            </a:extLst>
          </p:cNvPr>
          <p:cNvSpPr>
            <a:spLocks noGrp="1" noChangeArrowheads="1"/>
          </p:cNvSpPr>
          <p:nvPr>
            <p:ph type="body" idx="1"/>
          </p:nvPr>
        </p:nvSpPr>
        <p:spPr>
          <a:xfrm>
            <a:off x="604838" y="1143000"/>
            <a:ext cx="5445125" cy="5380038"/>
          </a:xfrm>
        </p:spPr>
        <p:txBody>
          <a:bodyPr/>
          <a:lstStyle/>
          <a:p>
            <a:pPr algn="just">
              <a:lnSpc>
                <a:spcPct val="200000"/>
              </a:lnSpc>
              <a:spcBef>
                <a:spcPts val="2400"/>
              </a:spcBef>
              <a:buFont typeface="Wingdings" panose="05000000000000000000" pitchFamily="2" charset="2"/>
              <a:buChar char="p"/>
            </a:pPr>
            <a:r>
              <a:rPr lang="en-US" altLang="en-US" sz="2400" b="1">
                <a:solidFill>
                  <a:srgbClr val="0070C0"/>
                </a:solidFill>
                <a:latin typeface="微软雅黑" panose="020B0503020204020204" pitchFamily="34" charset="-122"/>
                <a:ea typeface="微软雅黑" panose="020B0503020204020204" pitchFamily="34" charset="-122"/>
              </a:rPr>
              <a:t>LOOK</a:t>
            </a:r>
            <a:r>
              <a:rPr lang="zh-CN" altLang="en-US" sz="2400">
                <a:latin typeface="微软雅黑" panose="020B0503020204020204" pitchFamily="34" charset="-122"/>
                <a:ea typeface="微软雅黑" panose="020B0503020204020204" pitchFamily="34" charset="-122"/>
              </a:rPr>
              <a:t>是</a:t>
            </a:r>
            <a:r>
              <a:rPr lang="en-US" altLang="en-US" sz="2400" b="1">
                <a:solidFill>
                  <a:srgbClr val="0070C0"/>
                </a:solidFill>
                <a:latin typeface="微软雅黑" panose="020B0503020204020204" pitchFamily="34" charset="-122"/>
                <a:ea typeface="微软雅黑" panose="020B0503020204020204" pitchFamily="34" charset="-122"/>
              </a:rPr>
              <a:t>SCAN</a:t>
            </a:r>
            <a:r>
              <a:rPr lang="zh-CN" altLang="en-US" sz="2400">
                <a:latin typeface="微软雅黑" panose="020B0503020204020204" pitchFamily="34" charset="-122"/>
                <a:ea typeface="微软雅黑" panose="020B0503020204020204" pitchFamily="34" charset="-122"/>
              </a:rPr>
              <a:t>的一个版本</a:t>
            </a:r>
            <a:r>
              <a:rPr lang="en-US" altLang="en-US" sz="2400">
                <a:latin typeface="微软雅黑" panose="020B0503020204020204" pitchFamily="34" charset="-122"/>
                <a:ea typeface="微软雅黑" panose="020B0503020204020204" pitchFamily="34" charset="-122"/>
              </a:rPr>
              <a:t>, </a:t>
            </a:r>
            <a:r>
              <a:rPr lang="en-US" altLang="en-US" sz="2400" b="1">
                <a:solidFill>
                  <a:srgbClr val="0070C0"/>
                </a:solidFill>
                <a:latin typeface="微软雅黑" panose="020B0503020204020204" pitchFamily="34" charset="-122"/>
                <a:ea typeface="微软雅黑" panose="020B0503020204020204" pitchFamily="34" charset="-122"/>
              </a:rPr>
              <a:t>C-LOOK </a:t>
            </a:r>
            <a:r>
              <a:rPr lang="zh-CN" altLang="en-US" sz="2400">
                <a:latin typeface="微软雅黑" panose="020B0503020204020204" pitchFamily="34" charset="-122"/>
                <a:ea typeface="微软雅黑" panose="020B0503020204020204" pitchFamily="34" charset="-122"/>
              </a:rPr>
              <a:t>是</a:t>
            </a:r>
            <a:r>
              <a:rPr lang="en-US" altLang="en-US" sz="2400" b="1">
                <a:solidFill>
                  <a:srgbClr val="0070C0"/>
                </a:solidFill>
                <a:latin typeface="微软雅黑" panose="020B0503020204020204" pitchFamily="34" charset="-122"/>
                <a:ea typeface="微软雅黑" panose="020B0503020204020204" pitchFamily="34" charset="-122"/>
              </a:rPr>
              <a:t>C-SCAN</a:t>
            </a:r>
            <a:r>
              <a:rPr lang="zh-CN" altLang="en-US" sz="2400">
                <a:latin typeface="微软雅黑" panose="020B0503020204020204" pitchFamily="34" charset="-122"/>
                <a:ea typeface="微软雅黑" panose="020B0503020204020204" pitchFamily="34" charset="-122"/>
              </a:rPr>
              <a:t>的一个版本</a:t>
            </a:r>
            <a:endParaRPr lang="en-US" altLang="zh-CN" sz="2400">
              <a:latin typeface="微软雅黑" panose="020B0503020204020204" pitchFamily="34" charset="-122"/>
              <a:ea typeface="微软雅黑" panose="020B0503020204020204" pitchFamily="34" charset="-122"/>
            </a:endParaRPr>
          </a:p>
          <a:p>
            <a:pPr algn="just">
              <a:lnSpc>
                <a:spcPct val="200000"/>
              </a:lnSpc>
              <a:spcBef>
                <a:spcPts val="240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磁臂只到达每个方向的最后一个请求，然后立即反转方向，而不是首先到达磁盘的末端</a:t>
            </a:r>
          </a:p>
        </p:txBody>
      </p:sp>
      <p:pic>
        <p:nvPicPr>
          <p:cNvPr id="55300" name="图片 1">
            <a:extLst>
              <a:ext uri="{FF2B5EF4-FFF2-40B4-BE49-F238E27FC236}">
                <a16:creationId xmlns:a16="http://schemas.microsoft.com/office/drawing/2014/main" id="{F3626AFB-31C3-D9DA-3919-3DBEB20C34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4313" y="1851025"/>
            <a:ext cx="5227637"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0235F26E-81B1-31DC-1756-7229C1025EE9}"/>
              </a:ext>
            </a:extLst>
          </p:cNvPr>
          <p:cNvSpPr>
            <a:spLocks noGrp="1" noChangeArrowheads="1"/>
          </p:cNvSpPr>
          <p:nvPr>
            <p:ph type="title"/>
          </p:nvPr>
        </p:nvSpPr>
        <p:spPr>
          <a:xfrm>
            <a:off x="2800350" y="150813"/>
            <a:ext cx="7712075" cy="576262"/>
          </a:xfrm>
        </p:spPr>
        <p:txBody>
          <a:bodyPr/>
          <a:lstStyle/>
          <a:p>
            <a:pPr eaLnBrk="1" hangingPunct="1"/>
            <a:r>
              <a:rPr lang="zh-CN" altLang="en-US" sz="3000">
                <a:latin typeface="微软雅黑" panose="020B0503020204020204" pitchFamily="34" charset="-122"/>
                <a:ea typeface="微软雅黑" panose="020B0503020204020204" pitchFamily="34" charset="-122"/>
              </a:rPr>
              <a:t>选择磁盘调度算法</a:t>
            </a:r>
            <a:endParaRPr lang="en-US" altLang="zh-CN" sz="3000"/>
          </a:p>
        </p:txBody>
      </p:sp>
      <p:sp>
        <p:nvSpPr>
          <p:cNvPr id="57347" name="Rectangle 3">
            <a:extLst>
              <a:ext uri="{FF2B5EF4-FFF2-40B4-BE49-F238E27FC236}">
                <a16:creationId xmlns:a16="http://schemas.microsoft.com/office/drawing/2014/main" id="{B4E96D58-1129-B87C-54D2-D619E86E27A7}"/>
              </a:ext>
            </a:extLst>
          </p:cNvPr>
          <p:cNvSpPr>
            <a:spLocks noGrp="1" noChangeArrowheads="1"/>
          </p:cNvSpPr>
          <p:nvPr>
            <p:ph type="body" idx="1"/>
          </p:nvPr>
        </p:nvSpPr>
        <p:spPr>
          <a:xfrm>
            <a:off x="623888" y="1081088"/>
            <a:ext cx="10953750" cy="4530725"/>
          </a:xfrm>
        </p:spPr>
        <p:txBody>
          <a:bodyPr/>
          <a:lstStyle/>
          <a:p>
            <a:pPr>
              <a:lnSpc>
                <a:spcPct val="150000"/>
              </a:lnSpc>
              <a:spcBef>
                <a:spcPct val="0"/>
              </a:spcBef>
              <a:buFont typeface="Wingdings" panose="05000000000000000000" pitchFamily="2" charset="2"/>
              <a:buChar char="p"/>
            </a:pPr>
            <a:r>
              <a:rPr lang="en-US" altLang="zh-CN" sz="2400" b="1">
                <a:solidFill>
                  <a:srgbClr val="0070C0"/>
                </a:solidFill>
                <a:latin typeface="微软雅黑" panose="020B0503020204020204" pitchFamily="34" charset="-122"/>
                <a:ea typeface="微软雅黑" panose="020B0503020204020204" pitchFamily="34" charset="-122"/>
              </a:rPr>
              <a:t>SSTF </a:t>
            </a:r>
            <a:r>
              <a:rPr lang="zh-CN" altLang="en-US" sz="2400" b="1">
                <a:solidFill>
                  <a:srgbClr val="0070C0"/>
                </a:solidFill>
                <a:latin typeface="微软雅黑" panose="020B0503020204020204" pitchFamily="34" charset="-122"/>
                <a:ea typeface="微软雅黑" panose="020B0503020204020204" pitchFamily="34" charset="-122"/>
              </a:rPr>
              <a:t>比较常见且性能最好</a:t>
            </a:r>
            <a:endParaRPr lang="en-US" altLang="zh-CN" sz="2400" b="1">
              <a:solidFill>
                <a:srgbClr val="0070C0"/>
              </a:solidFill>
              <a:latin typeface="微软雅黑" panose="020B0503020204020204" pitchFamily="34" charset="-122"/>
              <a:ea typeface="微软雅黑" panose="020B0503020204020204" pitchFamily="34" charset="-122"/>
            </a:endParaRPr>
          </a:p>
          <a:p>
            <a:pPr>
              <a:lnSpc>
                <a:spcPct val="150000"/>
              </a:lnSpc>
              <a:spcBef>
                <a:spcPct val="0"/>
              </a:spcBef>
              <a:buFont typeface="Wingdings" panose="05000000000000000000" pitchFamily="2" charset="2"/>
              <a:buChar char="p"/>
            </a:pPr>
            <a:r>
              <a:rPr lang="en-US" altLang="zh-CN" sz="2400" b="1">
                <a:solidFill>
                  <a:srgbClr val="0070C0"/>
                </a:solidFill>
                <a:latin typeface="微软雅黑" panose="020B0503020204020204" pitchFamily="34" charset="-122"/>
                <a:ea typeface="微软雅黑" panose="020B0503020204020204" pitchFamily="34" charset="-122"/>
              </a:rPr>
              <a:t>SCAN</a:t>
            </a:r>
            <a:r>
              <a:rPr lang="zh-CN" altLang="en-US" sz="2400">
                <a:latin typeface="微软雅黑" panose="020B0503020204020204" pitchFamily="34" charset="-122"/>
                <a:ea typeface="微软雅黑" panose="020B0503020204020204" pitchFamily="34" charset="-122"/>
              </a:rPr>
              <a:t>和</a:t>
            </a:r>
            <a:r>
              <a:rPr lang="en-US" altLang="zh-CN" sz="2400" b="1">
                <a:solidFill>
                  <a:srgbClr val="0070C0"/>
                </a:solidFill>
                <a:latin typeface="微软雅黑" panose="020B0503020204020204" pitchFamily="34" charset="-122"/>
                <a:ea typeface="微软雅黑" panose="020B0503020204020204" pitchFamily="34" charset="-122"/>
              </a:rPr>
              <a:t>C-SCAN</a:t>
            </a:r>
            <a:r>
              <a:rPr lang="zh-CN" altLang="en-US" sz="2400" b="1">
                <a:solidFill>
                  <a:srgbClr val="0070C0"/>
                </a:solidFill>
                <a:latin typeface="微软雅黑" panose="020B0503020204020204" pitchFamily="34" charset="-122"/>
                <a:ea typeface="微软雅黑" panose="020B0503020204020204" pitchFamily="34" charset="-122"/>
              </a:rPr>
              <a:t>对于磁盘负载较重的系统性能更好</a:t>
            </a:r>
            <a:endParaRPr lang="en-US" altLang="zh-CN" sz="2400" b="1">
              <a:solidFill>
                <a:srgbClr val="0070C0"/>
              </a:solidFill>
              <a:latin typeface="微软雅黑" panose="020B0503020204020204" pitchFamily="34" charset="-122"/>
              <a:ea typeface="微软雅黑" panose="020B0503020204020204" pitchFamily="34" charset="-122"/>
            </a:endParaRPr>
          </a:p>
          <a:p>
            <a:pPr lvl="1">
              <a:lnSpc>
                <a:spcPct val="150000"/>
              </a:lnSpc>
              <a:spcBef>
                <a:spcPct val="0"/>
              </a:spcBef>
              <a:buFont typeface="Wingdings" panose="05000000000000000000" pitchFamily="2" charset="2"/>
              <a:buChar char="n"/>
            </a:pPr>
            <a:r>
              <a:rPr lang="zh-CN" altLang="en-US" sz="2400" b="1">
                <a:solidFill>
                  <a:srgbClr val="FF0000"/>
                </a:solidFill>
                <a:latin typeface="微软雅黑" panose="020B0503020204020204" pitchFamily="34" charset="-122"/>
                <a:ea typeface="微软雅黑" panose="020B0503020204020204" pitchFamily="34" charset="-122"/>
              </a:rPr>
              <a:t>减少饥饿</a:t>
            </a:r>
            <a:endParaRPr lang="en-US" altLang="zh-CN" sz="2400" b="1">
              <a:solidFill>
                <a:srgbClr val="FF0000"/>
              </a:solidFill>
              <a:latin typeface="微软雅黑" panose="020B0503020204020204" pitchFamily="34" charset="-122"/>
              <a:ea typeface="微软雅黑" panose="020B0503020204020204" pitchFamily="34" charset="-122"/>
            </a:endParaRPr>
          </a:p>
          <a:p>
            <a:pPr>
              <a:lnSpc>
                <a:spcPct val="15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性能取决于请求的数量和类型</a:t>
            </a:r>
            <a:endParaRPr lang="en-US" altLang="zh-CN" sz="2400">
              <a:latin typeface="微软雅黑" panose="020B0503020204020204" pitchFamily="34" charset="-122"/>
              <a:ea typeface="微软雅黑" panose="020B0503020204020204" pitchFamily="34" charset="-122"/>
            </a:endParaRPr>
          </a:p>
          <a:p>
            <a:pPr>
              <a:lnSpc>
                <a:spcPct val="150000"/>
              </a:lnSpc>
              <a:spcBef>
                <a:spcPct val="0"/>
              </a:spcBef>
              <a:buFont typeface="Wingdings" panose="05000000000000000000" pitchFamily="2" charset="2"/>
              <a:buChar char="p"/>
            </a:pPr>
            <a:r>
              <a:rPr lang="zh-CN" altLang="en-US" sz="2400" b="1">
                <a:solidFill>
                  <a:srgbClr val="0070C0"/>
                </a:solidFill>
                <a:latin typeface="微软雅黑" panose="020B0503020204020204" pitchFamily="34" charset="-122"/>
                <a:ea typeface="微软雅黑" panose="020B0503020204020204" pitchFamily="34" charset="-122"/>
              </a:rPr>
              <a:t>文件存储方法</a:t>
            </a:r>
            <a:r>
              <a:rPr lang="zh-CN" altLang="en-US" sz="2400">
                <a:latin typeface="微软雅黑" panose="020B0503020204020204" pitchFamily="34" charset="-122"/>
                <a:ea typeface="微软雅黑" panose="020B0503020204020204" pitchFamily="34" charset="-122"/>
              </a:rPr>
              <a:t>会影响对磁盘服务的请求</a:t>
            </a:r>
            <a:endParaRPr lang="en-US" altLang="zh-CN" sz="2400">
              <a:latin typeface="微软雅黑" panose="020B0503020204020204" pitchFamily="34" charset="-122"/>
              <a:ea typeface="微软雅黑" panose="020B0503020204020204" pitchFamily="34" charset="-122"/>
            </a:endParaRPr>
          </a:p>
          <a:p>
            <a:pPr lvl="1">
              <a:lnSpc>
                <a:spcPct val="150000"/>
              </a:lnSpc>
              <a:spcBef>
                <a:spcPct val="0"/>
              </a:spcBef>
              <a:buFont typeface="Wingdings" panose="05000000000000000000" pitchFamily="2" charset="2"/>
              <a:buChar char="n"/>
            </a:pPr>
            <a:r>
              <a:rPr lang="zh-CN" altLang="en-US" sz="2400" b="1">
                <a:solidFill>
                  <a:srgbClr val="0070C0"/>
                </a:solidFill>
                <a:latin typeface="微软雅黑" panose="020B0503020204020204" pitchFamily="34" charset="-122"/>
                <a:ea typeface="微软雅黑" panose="020B0503020204020204" pitchFamily="34" charset="-122"/>
              </a:rPr>
              <a:t>元数据布局</a:t>
            </a:r>
            <a:endParaRPr lang="en-US" altLang="zh-CN" sz="2400" b="1">
              <a:solidFill>
                <a:srgbClr val="0070C0"/>
              </a:solidFill>
              <a:latin typeface="微软雅黑" panose="020B0503020204020204" pitchFamily="34" charset="-122"/>
              <a:ea typeface="微软雅黑" panose="020B0503020204020204" pitchFamily="34" charset="-122"/>
            </a:endParaRPr>
          </a:p>
          <a:p>
            <a:pPr>
              <a:lnSpc>
                <a:spcPct val="15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磁盘调度算法应该作为操作系统的一个独立模块来编写，必要时可以用不同的算法来代替</a:t>
            </a:r>
            <a:endParaRPr lang="en-US" altLang="zh-CN" sz="2400">
              <a:latin typeface="微软雅黑" panose="020B0503020204020204" pitchFamily="34" charset="-122"/>
              <a:ea typeface="微软雅黑" panose="020B0503020204020204" pitchFamily="34" charset="-122"/>
            </a:endParaRPr>
          </a:p>
          <a:p>
            <a:pPr>
              <a:lnSpc>
                <a:spcPct val="150000"/>
              </a:lnSpc>
              <a:spcBef>
                <a:spcPct val="0"/>
              </a:spcBef>
              <a:buFont typeface="Wingdings" panose="05000000000000000000" pitchFamily="2" charset="2"/>
              <a:buChar char="p"/>
            </a:pPr>
            <a:r>
              <a:rPr lang="en-US" altLang="zh-CN" sz="2400" b="1">
                <a:latin typeface="微软雅黑" panose="020B0503020204020204" pitchFamily="34" charset="-122"/>
                <a:ea typeface="微软雅黑" panose="020B0503020204020204" pitchFamily="34" charset="-122"/>
              </a:rPr>
              <a:t>SSTF</a:t>
            </a:r>
            <a:r>
              <a:rPr lang="zh-CN" altLang="en-US" sz="2400" b="1">
                <a:latin typeface="微软雅黑" panose="020B0503020204020204" pitchFamily="34" charset="-122"/>
                <a:ea typeface="微软雅黑" panose="020B0503020204020204" pitchFamily="34" charset="-122"/>
              </a:rPr>
              <a:t>或</a:t>
            </a:r>
            <a:r>
              <a:rPr lang="en-US" altLang="zh-CN" sz="2400" b="1">
                <a:latin typeface="微软雅黑" panose="020B0503020204020204" pitchFamily="34" charset="-122"/>
                <a:ea typeface="微软雅黑" panose="020B0503020204020204" pitchFamily="34" charset="-122"/>
              </a:rPr>
              <a:t>LOOK</a:t>
            </a:r>
            <a:r>
              <a:rPr lang="zh-CN" altLang="en-US" sz="2400" b="1">
                <a:latin typeface="微软雅黑" panose="020B0503020204020204" pitchFamily="34" charset="-122"/>
                <a:ea typeface="微软雅黑" panose="020B0503020204020204" pitchFamily="34" charset="-122"/>
              </a:rPr>
              <a:t>都是默认算法的合理选择</a:t>
            </a:r>
            <a:endParaRPr lang="en-US" altLang="zh-CN" sz="2400" b="1">
              <a:latin typeface="微软雅黑" panose="020B0503020204020204" pitchFamily="34" charset="-122"/>
              <a:ea typeface="微软雅黑" panose="020B0503020204020204" pitchFamily="34" charset="-122"/>
            </a:endParaRPr>
          </a:p>
          <a:p>
            <a:pPr>
              <a:lnSpc>
                <a:spcPct val="150000"/>
              </a:lnSpc>
              <a:spcBef>
                <a:spcPct val="0"/>
              </a:spcBef>
            </a:pPr>
            <a:endParaRPr lang="en-US" altLang="zh-CN"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95E90BE-086B-F6F8-76E4-97A5AF2E7EAB}"/>
              </a:ext>
            </a:extLst>
          </p:cNvPr>
          <p:cNvSpPr>
            <a:spLocks noGrp="1" noChangeArrowheads="1"/>
          </p:cNvSpPr>
          <p:nvPr>
            <p:ph type="title"/>
          </p:nvPr>
        </p:nvSpPr>
        <p:spPr>
          <a:xfrm>
            <a:off x="2800350" y="150813"/>
            <a:ext cx="7712075" cy="576262"/>
          </a:xfrm>
        </p:spPr>
        <p:txBody>
          <a:bodyPr/>
          <a:lstStyle/>
          <a:p>
            <a:pPr eaLnBrk="1" hangingPunct="1"/>
            <a:r>
              <a:rPr lang="zh-CN" altLang="en-US" sz="3000">
                <a:latin typeface="微软雅黑" panose="020B0503020204020204" pitchFamily="34" charset="-122"/>
                <a:ea typeface="微软雅黑" panose="020B0503020204020204" pitchFamily="34" charset="-122"/>
              </a:rPr>
              <a:t>选择磁盘调度算法</a:t>
            </a:r>
            <a:endParaRPr lang="en-US" altLang="zh-CN" sz="3000"/>
          </a:p>
        </p:txBody>
      </p:sp>
      <p:sp>
        <p:nvSpPr>
          <p:cNvPr id="59395" name="Rectangle 3">
            <a:extLst>
              <a:ext uri="{FF2B5EF4-FFF2-40B4-BE49-F238E27FC236}">
                <a16:creationId xmlns:a16="http://schemas.microsoft.com/office/drawing/2014/main" id="{821C9398-4201-CD64-CEC8-10DD5503DEDF}"/>
              </a:ext>
            </a:extLst>
          </p:cNvPr>
          <p:cNvSpPr>
            <a:spLocks noGrp="1" noChangeArrowheads="1"/>
          </p:cNvSpPr>
          <p:nvPr>
            <p:ph type="body" idx="1"/>
          </p:nvPr>
        </p:nvSpPr>
        <p:spPr>
          <a:xfrm>
            <a:off x="614363" y="1020763"/>
            <a:ext cx="11118850" cy="4530725"/>
          </a:xfrm>
        </p:spPr>
        <p:txBody>
          <a:bodyPr/>
          <a:lstStyle/>
          <a:p>
            <a:pPr algn="just">
              <a:lnSpc>
                <a:spcPct val="15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旋转延迟的评估</a:t>
            </a:r>
            <a:endParaRPr lang="en-US" altLang="zh-CN" sz="2400">
              <a:latin typeface="微软雅黑" panose="020B0503020204020204" pitchFamily="34" charset="-122"/>
              <a:ea typeface="微软雅黑" panose="020B0503020204020204" pitchFamily="34" charset="-122"/>
            </a:endParaRPr>
          </a:p>
          <a:p>
            <a:pPr lvl="1" algn="just">
              <a:lnSpc>
                <a:spcPct val="150000"/>
              </a:lnSpc>
              <a:spcBef>
                <a:spcPct val="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操作系统难以计算</a:t>
            </a:r>
            <a:endParaRPr lang="en-US" altLang="zh-CN" sz="2400">
              <a:latin typeface="微软雅黑" panose="020B0503020204020204" pitchFamily="34" charset="-122"/>
              <a:ea typeface="微软雅黑" panose="020B0503020204020204" pitchFamily="34" charset="-122"/>
            </a:endParaRPr>
          </a:p>
          <a:p>
            <a:pPr lvl="1" algn="just">
              <a:lnSpc>
                <a:spcPct val="150000"/>
              </a:lnSpc>
              <a:spcBef>
                <a:spcPct val="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使用控制器硬件中的磁盘调度算法改善寻道时间和旋转延迟</a:t>
            </a:r>
            <a:endParaRPr lang="en-US" altLang="zh-CN" sz="2400">
              <a:latin typeface="微软雅黑" panose="020B0503020204020204" pitchFamily="34" charset="-122"/>
              <a:ea typeface="微软雅黑" panose="020B0503020204020204" pitchFamily="34" charset="-122"/>
            </a:endParaRPr>
          </a:p>
          <a:p>
            <a:pPr algn="just">
              <a:lnSpc>
                <a:spcPct val="15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磁盘的排队如何影响</a:t>
            </a:r>
            <a:r>
              <a:rPr lang="en-US" altLang="zh-CN" sz="2400">
                <a:latin typeface="微软雅黑" panose="020B0503020204020204" pitchFamily="34" charset="-122"/>
                <a:ea typeface="微软雅黑" panose="020B0503020204020204" pitchFamily="34" charset="-122"/>
              </a:rPr>
              <a:t>OS</a:t>
            </a:r>
            <a:r>
              <a:rPr lang="zh-CN" altLang="en-US" sz="2400">
                <a:latin typeface="微软雅黑" panose="020B0503020204020204" pitchFamily="34" charset="-122"/>
                <a:ea typeface="微软雅黑" panose="020B0503020204020204" pitchFamily="34" charset="-122"/>
              </a:rPr>
              <a:t>队列的调度</a:t>
            </a:r>
            <a:endParaRPr lang="en-US" altLang="zh-CN" sz="2400">
              <a:latin typeface="微软雅黑" panose="020B0503020204020204" pitchFamily="34" charset="-122"/>
              <a:ea typeface="微软雅黑" panose="020B0503020204020204" pitchFamily="34" charset="-122"/>
            </a:endParaRPr>
          </a:p>
          <a:p>
            <a:pPr lvl="1" algn="just">
              <a:lnSpc>
                <a:spcPct val="150000"/>
              </a:lnSpc>
              <a:spcBef>
                <a:spcPct val="0"/>
              </a:spcBef>
              <a:buFont typeface="Wingdings" panose="05000000000000000000" pitchFamily="2" charset="2"/>
              <a:buChar char="n"/>
            </a:pPr>
            <a:r>
              <a:rPr lang="zh-CN" altLang="en-US" sz="2400" b="1">
                <a:solidFill>
                  <a:srgbClr val="0070C0"/>
                </a:solidFill>
                <a:latin typeface="微软雅黑" panose="020B0503020204020204" pitchFamily="34" charset="-122"/>
                <a:ea typeface="微软雅黑" panose="020B0503020204020204" pitchFamily="34" charset="-122"/>
              </a:rPr>
              <a:t>请求分页</a:t>
            </a:r>
            <a:r>
              <a:rPr lang="zh-CN" altLang="en-US" sz="2400" b="1">
                <a:solidFill>
                  <a:srgbClr val="FF0000"/>
                </a:solidFill>
                <a:latin typeface="微软雅黑" panose="020B0503020204020204" pitchFamily="34" charset="-122"/>
                <a:ea typeface="微软雅黑" panose="020B0503020204020204" pitchFamily="34" charset="-122"/>
              </a:rPr>
              <a:t>优先于</a:t>
            </a:r>
            <a:r>
              <a:rPr lang="zh-CN" altLang="en-US" sz="2400" b="1">
                <a:solidFill>
                  <a:srgbClr val="0070C0"/>
                </a:solidFill>
                <a:latin typeface="微软雅黑" panose="020B0503020204020204" pitchFamily="34" charset="-122"/>
                <a:ea typeface="微软雅黑" panose="020B0503020204020204" pitchFamily="34" charset="-122"/>
              </a:rPr>
              <a:t>应用程序 </a:t>
            </a:r>
            <a:r>
              <a:rPr lang="en-US" altLang="zh-CN" sz="2400" b="1">
                <a:solidFill>
                  <a:srgbClr val="0070C0"/>
                </a:solidFill>
                <a:latin typeface="微软雅黑" panose="020B0503020204020204" pitchFamily="34" charset="-122"/>
                <a:ea typeface="微软雅黑" panose="020B0503020204020204" pitchFamily="34" charset="-122"/>
              </a:rPr>
              <a:t>I/O</a:t>
            </a:r>
            <a:r>
              <a:rPr lang="zh-CN" altLang="en-US" sz="2400">
                <a:latin typeface="微软雅黑" panose="020B0503020204020204" pitchFamily="34" charset="-122"/>
                <a:ea typeface="微软雅黑" panose="020B0503020204020204" pitchFamily="34" charset="-122"/>
              </a:rPr>
              <a:t>，</a:t>
            </a:r>
            <a:r>
              <a:rPr lang="zh-CN" altLang="en-US" sz="2400" b="1">
                <a:latin typeface="微软雅黑" panose="020B0503020204020204" pitchFamily="34" charset="-122"/>
                <a:ea typeface="微软雅黑" panose="020B0503020204020204" pitchFamily="34" charset="-122"/>
              </a:rPr>
              <a:t>如果缓存中的可用页面用完，则写入比读取更紧迫。</a:t>
            </a:r>
            <a:endParaRPr lang="en-US" altLang="zh-CN" sz="2400" b="1">
              <a:latin typeface="微软雅黑" panose="020B0503020204020204" pitchFamily="34" charset="-122"/>
              <a:ea typeface="微软雅黑" panose="020B0503020204020204" pitchFamily="34" charset="-122"/>
            </a:endParaRPr>
          </a:p>
          <a:p>
            <a:pPr algn="just">
              <a:lnSpc>
                <a:spcPct val="150000"/>
              </a:lnSpc>
              <a:spcBef>
                <a:spcPct val="0"/>
              </a:spcBef>
              <a:buFont typeface="Wingdings" panose="05000000000000000000" pitchFamily="2" charset="2"/>
              <a:buChar char="p"/>
            </a:pPr>
            <a:r>
              <a:rPr lang="en-US" altLang="zh-CN" sz="2400" b="1">
                <a:latin typeface="微软雅黑" panose="020B0503020204020204" pitchFamily="34" charset="-122"/>
                <a:ea typeface="微软雅黑" panose="020B0503020204020204" pitchFamily="34" charset="-122"/>
              </a:rPr>
              <a:t>SSD </a:t>
            </a:r>
            <a:r>
              <a:rPr lang="zh-CN" altLang="en-US" sz="2400" b="1">
                <a:latin typeface="微软雅黑" panose="020B0503020204020204" pitchFamily="34" charset="-122"/>
                <a:ea typeface="微软雅黑" panose="020B0503020204020204" pitchFamily="34" charset="-122"/>
              </a:rPr>
              <a:t>通常使用 </a:t>
            </a:r>
            <a:r>
              <a:rPr lang="en-US" altLang="zh-CN" sz="2400" b="1">
                <a:solidFill>
                  <a:srgbClr val="0070C0"/>
                </a:solidFill>
                <a:latin typeface="微软雅黑" panose="020B0503020204020204" pitchFamily="34" charset="-122"/>
                <a:ea typeface="微软雅黑" panose="020B0503020204020204" pitchFamily="34" charset="-122"/>
              </a:rPr>
              <a:t>FCFS </a:t>
            </a:r>
            <a:r>
              <a:rPr lang="zh-CN" altLang="en-US" sz="2400" b="1">
                <a:solidFill>
                  <a:srgbClr val="0070C0"/>
                </a:solidFill>
                <a:latin typeface="微软雅黑" panose="020B0503020204020204" pitchFamily="34" charset="-122"/>
                <a:ea typeface="微软雅黑" panose="020B0503020204020204" pitchFamily="34" charset="-122"/>
              </a:rPr>
              <a:t>策略</a:t>
            </a:r>
            <a:endParaRPr lang="en-US" altLang="zh-CN" sz="2400" b="1">
              <a:solidFill>
                <a:srgbClr val="0070C0"/>
              </a:solidFill>
              <a:latin typeface="微软雅黑" panose="020B0503020204020204" pitchFamily="34" charset="-122"/>
              <a:ea typeface="微软雅黑" panose="020B0503020204020204" pitchFamily="34" charset="-122"/>
            </a:endParaRPr>
          </a:p>
          <a:p>
            <a:pPr lvl="1" algn="just">
              <a:lnSpc>
                <a:spcPct val="150000"/>
              </a:lnSpc>
              <a:spcBef>
                <a:spcPct val="0"/>
              </a:spcBef>
              <a:buFont typeface="Wingdings" panose="05000000000000000000" pitchFamily="2" charset="2"/>
              <a:buChar char="n"/>
            </a:pPr>
            <a:r>
              <a:rPr lang="en-US" altLang="zh-CN" sz="2400">
                <a:latin typeface="微软雅黑" panose="020B0503020204020204" pitchFamily="34" charset="-122"/>
                <a:ea typeface="微软雅黑" panose="020B0503020204020204" pitchFamily="34" charset="-122"/>
              </a:rPr>
              <a:t>Linux Noop </a:t>
            </a:r>
            <a:r>
              <a:rPr lang="zh-CN" altLang="en-US" sz="2400">
                <a:latin typeface="微软雅黑" panose="020B0503020204020204" pitchFamily="34" charset="-122"/>
                <a:ea typeface="微软雅黑" panose="020B0503020204020204" pitchFamily="34" charset="-122"/>
              </a:rPr>
              <a:t>调度程序使用 </a:t>
            </a:r>
            <a:r>
              <a:rPr lang="en-US" altLang="zh-CN" sz="2400">
                <a:latin typeface="微软雅黑" panose="020B0503020204020204" pitchFamily="34" charset="-122"/>
                <a:ea typeface="微软雅黑" panose="020B0503020204020204" pitchFamily="34" charset="-122"/>
              </a:rPr>
              <a:t>FCFS </a:t>
            </a:r>
            <a:r>
              <a:rPr lang="zh-CN" altLang="en-US" sz="2400">
                <a:latin typeface="微软雅黑" panose="020B0503020204020204" pitchFamily="34" charset="-122"/>
                <a:ea typeface="微软雅黑" panose="020B0503020204020204" pitchFamily="34" charset="-122"/>
              </a:rPr>
              <a:t>策略，但修改它以合并相邻请求</a:t>
            </a:r>
            <a:endParaRPr lang="en-US" altLang="zh-CN" sz="2400">
              <a:latin typeface="微软雅黑" panose="020B0503020204020204" pitchFamily="34" charset="-122"/>
              <a:ea typeface="微软雅黑" panose="020B0503020204020204" pitchFamily="34" charset="-122"/>
            </a:endParaRPr>
          </a:p>
          <a:p>
            <a:pPr lvl="1" algn="just">
              <a:lnSpc>
                <a:spcPct val="150000"/>
              </a:lnSpc>
              <a:spcBef>
                <a:spcPct val="0"/>
              </a:spcBef>
              <a:buFont typeface="Wingdings" panose="05000000000000000000" pitchFamily="2" charset="2"/>
              <a:buChar char="n"/>
            </a:pPr>
            <a:r>
              <a:rPr lang="en-US" altLang="zh-CN" sz="2400">
                <a:latin typeface="微软雅黑" panose="020B0503020204020204" pitchFamily="34" charset="-122"/>
                <a:ea typeface="微软雅黑" panose="020B0503020204020204" pitchFamily="34" charset="-122"/>
              </a:rPr>
              <a:t>SSD </a:t>
            </a:r>
            <a:r>
              <a:rPr lang="zh-CN" altLang="en-US" sz="2400">
                <a:latin typeface="微软雅黑" panose="020B0503020204020204" pitchFamily="34" charset="-122"/>
                <a:ea typeface="微软雅黑" panose="020B0503020204020204" pitchFamily="34" charset="-122"/>
              </a:rPr>
              <a:t>调度程序利用了这个特性，只合并相邻的写入请求，以 </a:t>
            </a:r>
            <a:r>
              <a:rPr lang="en-US" altLang="zh-CN" sz="2400">
                <a:latin typeface="微软雅黑" panose="020B0503020204020204" pitchFamily="34" charset="-122"/>
                <a:ea typeface="微软雅黑" panose="020B0503020204020204" pitchFamily="34" charset="-122"/>
              </a:rPr>
              <a:t>FCFS </a:t>
            </a:r>
            <a:r>
              <a:rPr lang="zh-CN" altLang="en-US" sz="2400">
                <a:latin typeface="微软雅黑" panose="020B0503020204020204" pitchFamily="34" charset="-122"/>
                <a:ea typeface="微软雅黑" panose="020B0503020204020204" pitchFamily="34" charset="-122"/>
              </a:rPr>
              <a:t>顺序服务所有读取请求</a:t>
            </a:r>
            <a:endParaRPr lang="en-US" altLang="zh-CN" sz="2400">
              <a:latin typeface="微软雅黑" panose="020B0503020204020204" pitchFamily="34" charset="-122"/>
              <a:ea typeface="微软雅黑" panose="020B0503020204020204" pitchFamily="34" charset="-122"/>
            </a:endParaRPr>
          </a:p>
          <a:p>
            <a:pPr algn="just">
              <a:lnSpc>
                <a:spcPct val="150000"/>
              </a:lnSpc>
              <a:spcBef>
                <a:spcPct val="0"/>
              </a:spcBef>
            </a:pPr>
            <a:endParaRPr lang="en-US" altLang="zh-CN" sz="3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FFF353AE-03E6-DDFE-3FD3-88A646CB2D8B}"/>
              </a:ext>
            </a:extLst>
          </p:cNvPr>
          <p:cNvSpPr>
            <a:spLocks noGrp="1" noChangeArrowheads="1"/>
          </p:cNvSpPr>
          <p:nvPr>
            <p:ph type="title"/>
          </p:nvPr>
        </p:nvSpPr>
        <p:spPr>
          <a:xfrm>
            <a:off x="2214563" y="214313"/>
            <a:ext cx="7996237" cy="576262"/>
          </a:xfrm>
        </p:spPr>
        <p:txBody>
          <a:bodyPr/>
          <a:lstStyle/>
          <a:p>
            <a:pPr eaLnBrk="1" hangingPunct="1"/>
            <a:r>
              <a:rPr lang="en-US" altLang="zh-CN">
                <a:latin typeface="微软雅黑" panose="020B0503020204020204" pitchFamily="34" charset="-122"/>
                <a:ea typeface="微软雅黑" panose="020B0503020204020204" pitchFamily="34" charset="-122"/>
              </a:rPr>
              <a:t>10.5 </a:t>
            </a:r>
            <a:r>
              <a:rPr lang="zh-CN" altLang="en-US">
                <a:latin typeface="微软雅黑" panose="020B0503020204020204" pitchFamily="34" charset="-122"/>
                <a:ea typeface="微软雅黑" panose="020B0503020204020204" pitchFamily="34" charset="-122"/>
              </a:rPr>
              <a:t>磁盘管理</a:t>
            </a:r>
            <a:endParaRPr lang="en-US" altLang="zh-CN"/>
          </a:p>
        </p:txBody>
      </p:sp>
      <p:sp>
        <p:nvSpPr>
          <p:cNvPr id="61443" name="Rectangle 3">
            <a:extLst>
              <a:ext uri="{FF2B5EF4-FFF2-40B4-BE49-F238E27FC236}">
                <a16:creationId xmlns:a16="http://schemas.microsoft.com/office/drawing/2014/main" id="{604704CE-F35C-1C65-FE0E-1C09EF0AEA07}"/>
              </a:ext>
            </a:extLst>
          </p:cNvPr>
          <p:cNvSpPr>
            <a:spLocks noGrp="1" noChangeArrowheads="1"/>
          </p:cNvSpPr>
          <p:nvPr>
            <p:ph type="body" idx="1"/>
          </p:nvPr>
        </p:nvSpPr>
        <p:spPr>
          <a:xfrm>
            <a:off x="635000" y="1020763"/>
            <a:ext cx="10922000" cy="5622925"/>
          </a:xfrm>
        </p:spPr>
        <p:txBody>
          <a:bodyPr/>
          <a:lstStyle/>
          <a:p>
            <a:pPr>
              <a:lnSpc>
                <a:spcPct val="150000"/>
              </a:lnSpc>
              <a:spcBef>
                <a:spcPts val="600"/>
              </a:spcBef>
              <a:buFont typeface="Wingdings" panose="05000000000000000000" pitchFamily="2" charset="2"/>
              <a:buChar char="p"/>
            </a:pPr>
            <a:r>
              <a:rPr lang="zh-CN" altLang="en-US" sz="2400" b="1">
                <a:solidFill>
                  <a:srgbClr val="0070C0"/>
                </a:solidFill>
                <a:latin typeface="微软雅黑" panose="020B0503020204020204" pitchFamily="34" charset="-122"/>
                <a:ea typeface="微软雅黑" panose="020B0503020204020204" pitchFamily="34" charset="-122"/>
              </a:rPr>
              <a:t>低级格式化</a:t>
            </a:r>
            <a:r>
              <a:rPr lang="zh-CN" altLang="en-US" sz="2400">
                <a:latin typeface="微软雅黑" panose="020B0503020204020204" pitchFamily="34" charset="-122"/>
                <a:ea typeface="微软雅黑" panose="020B0503020204020204" pitchFamily="34" charset="-122"/>
              </a:rPr>
              <a:t>或</a:t>
            </a:r>
            <a:r>
              <a:rPr lang="en-US" altLang="zh-CN" sz="2400">
                <a:latin typeface="微软雅黑" panose="020B0503020204020204" pitchFamily="34" charset="-122"/>
                <a:ea typeface="微软雅黑" panose="020B0503020204020204" pitchFamily="34" charset="-122"/>
              </a:rPr>
              <a:t> </a:t>
            </a:r>
            <a:r>
              <a:rPr lang="zh-CN" altLang="en-US" sz="2400" b="1">
                <a:solidFill>
                  <a:srgbClr val="0070C0"/>
                </a:solidFill>
                <a:latin typeface="微软雅黑" panose="020B0503020204020204" pitchFamily="34" charset="-122"/>
                <a:ea typeface="微软雅黑" panose="020B0503020204020204" pitchFamily="34" charset="-122"/>
              </a:rPr>
              <a:t>物理格式化</a:t>
            </a:r>
            <a:r>
              <a:rPr lang="en-US" altLang="zh-CN" sz="2400">
                <a:solidFill>
                  <a:srgbClr val="0070C0"/>
                </a:solidFill>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将磁盘分成磁盘控制器可以读写的扇区</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每个扇区可以保存报头信息、数据和纠错码</a:t>
            </a:r>
            <a:r>
              <a:rPr lang="en-US" altLang="zh-CN" sz="2400" b="1">
                <a:solidFill>
                  <a:srgbClr val="0070C0"/>
                </a:solidFill>
                <a:latin typeface="微软雅黑" panose="020B0503020204020204" pitchFamily="34" charset="-122"/>
                <a:ea typeface="微软雅黑" panose="020B0503020204020204" pitchFamily="34" charset="-122"/>
              </a:rPr>
              <a:t>(ECC)</a:t>
            </a:r>
          </a:p>
          <a:p>
            <a:pPr lvl="1">
              <a:lnSpc>
                <a:spcPct val="150000"/>
              </a:lnSpc>
              <a:spcBef>
                <a:spcPts val="6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通常是</a:t>
            </a:r>
            <a:r>
              <a:rPr lang="en-US" altLang="zh-CN" sz="2400">
                <a:latin typeface="微软雅黑" panose="020B0503020204020204" pitchFamily="34" charset="-122"/>
                <a:ea typeface="微软雅黑" panose="020B0503020204020204" pitchFamily="34" charset="-122"/>
              </a:rPr>
              <a:t>512</a:t>
            </a:r>
            <a:r>
              <a:rPr lang="zh-CN" altLang="en-US" sz="2400">
                <a:latin typeface="微软雅黑" panose="020B0503020204020204" pitchFamily="34" charset="-122"/>
                <a:ea typeface="微软雅黑" panose="020B0503020204020204" pitchFamily="34" charset="-122"/>
              </a:rPr>
              <a:t>字节的数据，但可以选择</a:t>
            </a:r>
            <a:endParaRPr lang="en-US" altLang="zh-CN" sz="2400">
              <a:latin typeface="微软雅黑" panose="020B0503020204020204" pitchFamily="34" charset="-122"/>
              <a:ea typeface="微软雅黑" panose="020B0503020204020204" pitchFamily="34" charset="-122"/>
            </a:endParaRPr>
          </a:p>
          <a:p>
            <a:pPr>
              <a:lnSpc>
                <a:spcPct val="150000"/>
              </a:lnSpc>
              <a:spcBef>
                <a:spcPts val="60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要使用磁盘保存文件，操作系统仍然需要在磁盘上记录自己的数据结构</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将磁盘</a:t>
            </a:r>
            <a:r>
              <a:rPr lang="zh-CN" altLang="en-US" sz="2400" b="1">
                <a:solidFill>
                  <a:srgbClr val="0070C0"/>
                </a:solidFill>
                <a:latin typeface="微软雅黑" panose="020B0503020204020204" pitchFamily="34" charset="-122"/>
                <a:ea typeface="微软雅黑" panose="020B0503020204020204" pitchFamily="34" charset="-122"/>
              </a:rPr>
              <a:t>分区（</a:t>
            </a:r>
            <a:r>
              <a:rPr lang="en-US" altLang="zh-CN" sz="2400" b="1">
                <a:solidFill>
                  <a:srgbClr val="0070C0"/>
                </a:solidFill>
                <a:latin typeface="微软雅黑" panose="020B0503020204020204" pitchFamily="34" charset="-122"/>
                <a:ea typeface="微软雅黑" panose="020B0503020204020204" pitchFamily="34" charset="-122"/>
              </a:rPr>
              <a:t>Partition</a:t>
            </a:r>
            <a:r>
              <a:rPr lang="zh-CN" altLang="en-US" sz="2400" b="1">
                <a:solidFill>
                  <a:srgbClr val="0070C0"/>
                </a:solidFill>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为一组或多组柱面，每组都被视为一个逻辑磁盘</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zh-CN" altLang="en-US" sz="2400" b="1">
                <a:solidFill>
                  <a:srgbClr val="0070C0"/>
                </a:solidFill>
                <a:latin typeface="微软雅黑" panose="020B0503020204020204" pitchFamily="34" charset="-122"/>
                <a:ea typeface="微软雅黑" panose="020B0503020204020204" pitchFamily="34" charset="-122"/>
              </a:rPr>
              <a:t>逻辑格式化（</a:t>
            </a:r>
            <a:r>
              <a:rPr lang="en-US" altLang="zh-CN" sz="2400" b="1">
                <a:solidFill>
                  <a:srgbClr val="0070C0"/>
                </a:solidFill>
                <a:latin typeface="微软雅黑" panose="020B0503020204020204" pitchFamily="34" charset="-122"/>
                <a:ea typeface="微软雅黑" panose="020B0503020204020204" pitchFamily="34" charset="-122"/>
              </a:rPr>
              <a:t>Logical formatting</a:t>
            </a:r>
            <a:r>
              <a:rPr lang="zh-CN" altLang="en-US" sz="2400" b="1">
                <a:solidFill>
                  <a:srgbClr val="0070C0"/>
                </a:solidFill>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或“制作文件系统”</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为了提高效率，大多数文件系统将数据块分组集中到</a:t>
            </a:r>
            <a:r>
              <a:rPr lang="zh-CN" altLang="en-US" sz="2400" b="1">
                <a:solidFill>
                  <a:srgbClr val="0070C0"/>
                </a:solidFill>
                <a:latin typeface="微软雅黑" panose="020B0503020204020204" pitchFamily="34" charset="-122"/>
                <a:ea typeface="微软雅黑" panose="020B0503020204020204" pitchFamily="34" charset="-122"/>
              </a:rPr>
              <a:t>簇（</a:t>
            </a:r>
            <a:r>
              <a:rPr lang="en-US" altLang="zh-CN" sz="2400" b="1">
                <a:solidFill>
                  <a:srgbClr val="0070C0"/>
                </a:solidFill>
                <a:latin typeface="微软雅黑" panose="020B0503020204020204" pitchFamily="34" charset="-122"/>
                <a:ea typeface="微软雅黑" panose="020B0503020204020204" pitchFamily="34" charset="-122"/>
              </a:rPr>
              <a:t>clusters</a:t>
            </a:r>
            <a:r>
              <a:rPr lang="zh-CN" altLang="en-US" sz="2400" b="1">
                <a:solidFill>
                  <a:srgbClr val="0070C0"/>
                </a:solidFill>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中</a:t>
            </a:r>
            <a:endParaRPr lang="en-US" altLang="zh-CN" sz="2400" b="1">
              <a:solidFill>
                <a:srgbClr val="3366FF"/>
              </a:solidFill>
              <a:latin typeface="微软雅黑" panose="020B0503020204020204" pitchFamily="34" charset="-122"/>
              <a:ea typeface="微软雅黑" panose="020B0503020204020204" pitchFamily="34" charset="-122"/>
            </a:endParaRPr>
          </a:p>
          <a:p>
            <a:pPr lvl="2">
              <a:lnSpc>
                <a:spcPct val="150000"/>
              </a:lnSpc>
              <a:spcBef>
                <a:spcPts val="600"/>
              </a:spcBef>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磁盘</a:t>
            </a:r>
            <a:r>
              <a:rPr lang="en-US" altLang="zh-CN" sz="2400">
                <a:latin typeface="微软雅黑" panose="020B0503020204020204" pitchFamily="34" charset="-122"/>
                <a:ea typeface="微软雅黑" panose="020B0503020204020204" pitchFamily="34" charset="-122"/>
              </a:rPr>
              <a:t>I/O</a:t>
            </a:r>
            <a:r>
              <a:rPr lang="zh-CN" altLang="en-US" sz="2400">
                <a:latin typeface="微软雅黑" panose="020B0503020204020204" pitchFamily="34" charset="-122"/>
                <a:ea typeface="微软雅黑" panose="020B0503020204020204" pitchFamily="34" charset="-122"/>
              </a:rPr>
              <a:t>以</a:t>
            </a:r>
            <a:r>
              <a:rPr lang="zh-CN" altLang="en-US" sz="2400" b="1">
                <a:solidFill>
                  <a:srgbClr val="0070C0"/>
                </a:solidFill>
                <a:latin typeface="微软雅黑" panose="020B0503020204020204" pitchFamily="34" charset="-122"/>
                <a:ea typeface="微软雅黑" panose="020B0503020204020204" pitchFamily="34" charset="-122"/>
              </a:rPr>
              <a:t>块</a:t>
            </a:r>
            <a:r>
              <a:rPr lang="zh-CN" altLang="en-US" sz="2400">
                <a:latin typeface="微软雅黑" panose="020B0503020204020204" pitchFamily="34" charset="-122"/>
                <a:ea typeface="微软雅黑" panose="020B0503020204020204" pitchFamily="34" charset="-122"/>
              </a:rPr>
              <a:t>为单位完成</a:t>
            </a:r>
            <a:endParaRPr lang="en-US" altLang="zh-CN" sz="2400">
              <a:latin typeface="微软雅黑" panose="020B0503020204020204" pitchFamily="34" charset="-122"/>
              <a:ea typeface="微软雅黑" panose="020B0503020204020204" pitchFamily="34" charset="-122"/>
            </a:endParaRPr>
          </a:p>
          <a:p>
            <a:pPr lvl="2">
              <a:lnSpc>
                <a:spcPct val="150000"/>
              </a:lnSpc>
              <a:spcBef>
                <a:spcPts val="600"/>
              </a:spcBef>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文件</a:t>
            </a:r>
            <a:r>
              <a:rPr lang="en-US" altLang="zh-CN" sz="2400">
                <a:latin typeface="微软雅黑" panose="020B0503020204020204" pitchFamily="34" charset="-122"/>
                <a:ea typeface="微软雅黑" panose="020B0503020204020204" pitchFamily="34" charset="-122"/>
              </a:rPr>
              <a:t>I/O</a:t>
            </a:r>
            <a:r>
              <a:rPr lang="zh-CN" altLang="en-US" sz="2400">
                <a:latin typeface="微软雅黑" panose="020B0503020204020204" pitchFamily="34" charset="-122"/>
                <a:ea typeface="微软雅黑" panose="020B0503020204020204" pitchFamily="34" charset="-122"/>
              </a:rPr>
              <a:t>以</a:t>
            </a:r>
            <a:r>
              <a:rPr lang="zh-CN" altLang="en-US" sz="2400" b="1">
                <a:solidFill>
                  <a:srgbClr val="0070C0"/>
                </a:solidFill>
                <a:latin typeface="微软雅黑" panose="020B0503020204020204" pitchFamily="34" charset="-122"/>
                <a:ea typeface="微软雅黑" panose="020B0503020204020204" pitchFamily="34" charset="-122"/>
              </a:rPr>
              <a:t>簇</a:t>
            </a:r>
            <a:r>
              <a:rPr lang="zh-CN" altLang="en-US" sz="2400">
                <a:latin typeface="微软雅黑" panose="020B0503020204020204" pitchFamily="34" charset="-122"/>
                <a:ea typeface="微软雅黑" panose="020B0503020204020204" pitchFamily="34" charset="-122"/>
              </a:rPr>
              <a:t>为单位中完成</a:t>
            </a:r>
            <a:endParaRPr lang="en-US" altLang="zh-CN" sz="2400">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44F44300-004F-E766-3D7B-FD8EEAA7AB6D}"/>
              </a:ext>
            </a:extLst>
          </p:cNvPr>
          <p:cNvSpPr>
            <a:spLocks noGrp="1" noChangeArrowheads="1"/>
          </p:cNvSpPr>
          <p:nvPr>
            <p:ph type="title"/>
          </p:nvPr>
        </p:nvSpPr>
        <p:spPr>
          <a:xfrm>
            <a:off x="2214563" y="214313"/>
            <a:ext cx="7996237" cy="576262"/>
          </a:xfrm>
        </p:spPr>
        <p:txBody>
          <a:bodyPr/>
          <a:lstStyle/>
          <a:p>
            <a:pPr eaLnBrk="1" hangingPunct="1"/>
            <a:r>
              <a:rPr lang="zh-CN" altLang="en-US">
                <a:latin typeface="微软雅黑" panose="020B0503020204020204" pitchFamily="34" charset="-122"/>
                <a:ea typeface="微软雅黑" panose="020B0503020204020204" pitchFamily="34" charset="-122"/>
              </a:rPr>
              <a:t>原始 </a:t>
            </a:r>
            <a:r>
              <a:rPr lang="en-US" altLang="zh-CN">
                <a:latin typeface="微软雅黑" panose="020B0503020204020204" pitchFamily="34" charset="-122"/>
                <a:ea typeface="微软雅黑" panose="020B0503020204020204" pitchFamily="34" charset="-122"/>
              </a:rPr>
              <a:t>I/O</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Raw I/O</a:t>
            </a:r>
            <a:r>
              <a:rPr lang="zh-CN" altLang="en-US">
                <a:latin typeface="微软雅黑" panose="020B0503020204020204" pitchFamily="34" charset="-122"/>
                <a:ea typeface="微软雅黑" panose="020B0503020204020204" pitchFamily="34" charset="-122"/>
              </a:rPr>
              <a:t>）</a:t>
            </a:r>
          </a:p>
        </p:txBody>
      </p:sp>
      <p:sp>
        <p:nvSpPr>
          <p:cNvPr id="63491" name="Rectangle 3">
            <a:extLst>
              <a:ext uri="{FF2B5EF4-FFF2-40B4-BE49-F238E27FC236}">
                <a16:creationId xmlns:a16="http://schemas.microsoft.com/office/drawing/2014/main" id="{4412F6F1-31A6-8BFE-2A05-8258CE1814F6}"/>
              </a:ext>
            </a:extLst>
          </p:cNvPr>
          <p:cNvSpPr>
            <a:spLocks noGrp="1" noChangeArrowheads="1"/>
          </p:cNvSpPr>
          <p:nvPr>
            <p:ph type="body" idx="1"/>
          </p:nvPr>
        </p:nvSpPr>
        <p:spPr>
          <a:xfrm>
            <a:off x="614363" y="928688"/>
            <a:ext cx="11018837" cy="4530725"/>
          </a:xfrm>
        </p:spPr>
        <p:txBody>
          <a:bodyPr/>
          <a:lstStyle/>
          <a:p>
            <a:pPr algn="just">
              <a:lnSpc>
                <a:spcPct val="20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使用磁盘分区作为逻辑块的大型顺序阵列，没有任何文件系统数据结构</a:t>
            </a:r>
            <a:endParaRPr lang="en-US" altLang="zh-CN" sz="2400">
              <a:latin typeface="微软雅黑" panose="020B0503020204020204" pitchFamily="34" charset="-122"/>
              <a:ea typeface="微软雅黑" panose="020B0503020204020204" pitchFamily="34" charset="-122"/>
            </a:endParaRPr>
          </a:p>
          <a:p>
            <a:pPr algn="just">
              <a:lnSpc>
                <a:spcPct val="20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想要进行自己的块管理的应用程序的原始磁盘访问，使操作系统不受影响（例如</a:t>
            </a:r>
            <a:r>
              <a:rPr lang="zh-CN" altLang="en-US" sz="2400" b="1">
                <a:solidFill>
                  <a:srgbClr val="0070C0"/>
                </a:solidFill>
                <a:latin typeface="微软雅黑" panose="020B0503020204020204" pitchFamily="34" charset="-122"/>
                <a:ea typeface="微软雅黑" panose="020B0503020204020204" pitchFamily="34" charset="-122"/>
              </a:rPr>
              <a:t>数据库</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algn="just">
              <a:lnSpc>
                <a:spcPct val="200000"/>
              </a:lnSpc>
              <a:buFont typeface="Wingdings" panose="05000000000000000000" pitchFamily="2" charset="2"/>
              <a:buChar char="p"/>
            </a:pPr>
            <a:r>
              <a:rPr lang="zh-CN" altLang="en-US" sz="2400" b="1">
                <a:solidFill>
                  <a:srgbClr val="0070C0"/>
                </a:solidFill>
                <a:latin typeface="微软雅黑" panose="020B0503020204020204" pitchFamily="34" charset="-122"/>
                <a:ea typeface="微软雅黑" panose="020B0503020204020204" pitchFamily="34" charset="-122"/>
              </a:rPr>
              <a:t>原始 </a:t>
            </a:r>
            <a:r>
              <a:rPr lang="en-US" altLang="zh-CN" sz="2400" b="1">
                <a:solidFill>
                  <a:srgbClr val="0070C0"/>
                </a:solidFill>
                <a:latin typeface="微软雅黑" panose="020B0503020204020204" pitchFamily="34" charset="-122"/>
                <a:ea typeface="微软雅黑" panose="020B0503020204020204" pitchFamily="34" charset="-122"/>
              </a:rPr>
              <a:t>I/O</a:t>
            </a:r>
            <a:r>
              <a:rPr lang="zh-CN" altLang="en-US" sz="2400" b="1">
                <a:solidFill>
                  <a:srgbClr val="0070C0"/>
                </a:solidFill>
                <a:latin typeface="微软雅黑" panose="020B0503020204020204" pitchFamily="34" charset="-122"/>
                <a:ea typeface="微软雅黑" panose="020B0503020204020204" pitchFamily="34" charset="-122"/>
              </a:rPr>
              <a:t>（</a:t>
            </a:r>
            <a:r>
              <a:rPr lang="en-US" altLang="zh-CN" sz="2400" b="1">
                <a:solidFill>
                  <a:srgbClr val="0070C0"/>
                </a:solidFill>
                <a:latin typeface="微软雅黑" panose="020B0503020204020204" pitchFamily="34" charset="-122"/>
                <a:ea typeface="微软雅黑" panose="020B0503020204020204" pitchFamily="34" charset="-122"/>
              </a:rPr>
              <a:t>Raw I/O</a:t>
            </a:r>
            <a:r>
              <a:rPr lang="zh-CN" altLang="en-US" sz="2400" b="1">
                <a:solidFill>
                  <a:srgbClr val="0070C0"/>
                </a:solidFill>
                <a:latin typeface="微软雅黑" panose="020B0503020204020204" pitchFamily="34" charset="-122"/>
                <a:ea typeface="微软雅黑" panose="020B0503020204020204" pitchFamily="34" charset="-122"/>
              </a:rPr>
              <a:t>）</a:t>
            </a:r>
            <a:endParaRPr lang="en-US" altLang="zh-CN" sz="2400" b="1">
              <a:solidFill>
                <a:srgbClr val="0070C0"/>
              </a:solidFill>
              <a:latin typeface="微软雅黑" panose="020B0503020204020204" pitchFamily="34" charset="-122"/>
              <a:ea typeface="微软雅黑" panose="020B0503020204020204" pitchFamily="34" charset="-122"/>
            </a:endParaRPr>
          </a:p>
          <a:p>
            <a:pPr lvl="1" algn="just">
              <a:lnSpc>
                <a:spcPct val="20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原始 </a:t>
            </a:r>
            <a:r>
              <a:rPr lang="en-US" altLang="zh-CN" sz="2400">
                <a:latin typeface="微软雅黑" panose="020B0503020204020204" pitchFamily="34" charset="-122"/>
                <a:ea typeface="微软雅黑" panose="020B0503020204020204" pitchFamily="34" charset="-122"/>
              </a:rPr>
              <a:t>I/O </a:t>
            </a:r>
            <a:r>
              <a:rPr lang="zh-CN" altLang="en-US" sz="2400">
                <a:latin typeface="微软雅黑" panose="020B0503020204020204" pitchFamily="34" charset="-122"/>
                <a:ea typeface="微软雅黑" panose="020B0503020204020204" pitchFamily="34" charset="-122"/>
              </a:rPr>
              <a:t>绕过所有文件系统服务</a:t>
            </a:r>
            <a:endParaRPr lang="en-US" altLang="zh-CN" sz="2400">
              <a:latin typeface="微软雅黑" panose="020B0503020204020204" pitchFamily="34" charset="-122"/>
              <a:ea typeface="微软雅黑" panose="020B0503020204020204" pitchFamily="34" charset="-122"/>
            </a:endParaRPr>
          </a:p>
          <a:p>
            <a:pPr lvl="1" algn="just">
              <a:lnSpc>
                <a:spcPct val="20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如缓冲区缓存、文件锁定、预取、空间分配、文件名和目录</a:t>
            </a:r>
            <a:endParaRPr lang="en-US" altLang="zh-CN" sz="2400">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4FEB8B4E-156B-065B-F4D5-DAAEFC45DD93}"/>
              </a:ext>
            </a:extLst>
          </p:cNvPr>
          <p:cNvSpPr>
            <a:spLocks noGrp="1" noChangeArrowheads="1"/>
          </p:cNvSpPr>
          <p:nvPr>
            <p:ph type="title"/>
          </p:nvPr>
        </p:nvSpPr>
        <p:spPr>
          <a:xfrm>
            <a:off x="2214563" y="214313"/>
            <a:ext cx="7996237" cy="576262"/>
          </a:xfrm>
        </p:spPr>
        <p:txBody>
          <a:bodyPr/>
          <a:lstStyle/>
          <a:p>
            <a:pPr eaLnBrk="1" hangingPunct="1"/>
            <a:r>
              <a:rPr lang="zh-CN" altLang="en-US">
                <a:latin typeface="微软雅黑" panose="020B0503020204020204" pitchFamily="34" charset="-122"/>
                <a:ea typeface="微软雅黑" panose="020B0503020204020204" pitchFamily="34" charset="-122"/>
              </a:rPr>
              <a:t>引导块（</a:t>
            </a:r>
            <a:r>
              <a:rPr lang="en-US" altLang="zh-CN">
                <a:latin typeface="微软雅黑" panose="020B0503020204020204" pitchFamily="34" charset="-122"/>
                <a:ea typeface="微软雅黑" panose="020B0503020204020204" pitchFamily="34" charset="-122"/>
              </a:rPr>
              <a:t>boot block</a:t>
            </a:r>
            <a:r>
              <a:rPr lang="zh-CN" altLang="en-US">
                <a:latin typeface="微软雅黑" panose="020B0503020204020204" pitchFamily="34" charset="-122"/>
                <a:ea typeface="微软雅黑" panose="020B0503020204020204" pitchFamily="34" charset="-122"/>
              </a:rPr>
              <a:t>）</a:t>
            </a:r>
            <a:endParaRPr lang="en-US" altLang="zh-CN"/>
          </a:p>
        </p:txBody>
      </p:sp>
      <p:sp>
        <p:nvSpPr>
          <p:cNvPr id="65539" name="Rectangle 3">
            <a:extLst>
              <a:ext uri="{FF2B5EF4-FFF2-40B4-BE49-F238E27FC236}">
                <a16:creationId xmlns:a16="http://schemas.microsoft.com/office/drawing/2014/main" id="{0A7B0EC1-FCE6-DB4C-152E-87DE304EEA46}"/>
              </a:ext>
            </a:extLst>
          </p:cNvPr>
          <p:cNvSpPr>
            <a:spLocks noGrp="1" noChangeArrowheads="1"/>
          </p:cNvSpPr>
          <p:nvPr>
            <p:ph type="body" idx="1"/>
          </p:nvPr>
        </p:nvSpPr>
        <p:spPr>
          <a:xfrm>
            <a:off x="650875" y="928688"/>
            <a:ext cx="11050588" cy="4530725"/>
          </a:xfrm>
        </p:spPr>
        <p:txBody>
          <a:bodyPr/>
          <a:lstStyle/>
          <a:p>
            <a:pPr>
              <a:lnSpc>
                <a:spcPct val="150000"/>
              </a:lnSpc>
              <a:spcBef>
                <a:spcPct val="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具有引导分区的磁盘称为</a:t>
            </a:r>
            <a:r>
              <a:rPr lang="zh-CN" altLang="en-US" sz="2400" b="1">
                <a:solidFill>
                  <a:srgbClr val="0070C0"/>
                </a:solidFill>
                <a:latin typeface="微软雅黑" panose="020B0503020204020204" pitchFamily="34" charset="-122"/>
                <a:ea typeface="微软雅黑" panose="020B0503020204020204" pitchFamily="34" charset="-122"/>
              </a:rPr>
              <a:t>引导盘</a:t>
            </a:r>
            <a:r>
              <a:rPr lang="en-US" altLang="zh-CN" sz="2400" b="1">
                <a:solidFill>
                  <a:srgbClr val="0070C0"/>
                </a:solidFill>
                <a:latin typeface="微软雅黑" panose="020B0503020204020204" pitchFamily="34" charset="-122"/>
                <a:ea typeface="微软雅黑" panose="020B0503020204020204" pitchFamily="34" charset="-122"/>
              </a:rPr>
              <a:t>(boot disk)</a:t>
            </a:r>
            <a:r>
              <a:rPr lang="zh-CN" altLang="en-US" sz="2400">
                <a:latin typeface="微软雅黑" panose="020B0503020204020204" pitchFamily="34" charset="-122"/>
                <a:ea typeface="微软雅黑" panose="020B0503020204020204" pitchFamily="34" charset="-122"/>
              </a:rPr>
              <a:t>或</a:t>
            </a:r>
            <a:r>
              <a:rPr lang="zh-CN" altLang="en-US" sz="2400" b="1">
                <a:solidFill>
                  <a:srgbClr val="0070C0"/>
                </a:solidFill>
                <a:latin typeface="微软雅黑" panose="020B0503020204020204" pitchFamily="34" charset="-122"/>
                <a:ea typeface="微软雅黑" panose="020B0503020204020204" pitchFamily="34" charset="-122"/>
              </a:rPr>
              <a:t>系统盘</a:t>
            </a:r>
            <a:r>
              <a:rPr lang="en-US" altLang="zh-CN" sz="2400" b="1">
                <a:solidFill>
                  <a:srgbClr val="0070C0"/>
                </a:solidFill>
                <a:latin typeface="微软雅黑" panose="020B0503020204020204" pitchFamily="34" charset="-122"/>
                <a:ea typeface="微软雅黑" panose="020B0503020204020204" pitchFamily="34" charset="-122"/>
              </a:rPr>
              <a:t>(system disk)</a:t>
            </a:r>
          </a:p>
          <a:p>
            <a:pPr>
              <a:lnSpc>
                <a:spcPct val="150000"/>
              </a:lnSpc>
              <a:spcBef>
                <a:spcPct val="0"/>
              </a:spcBef>
              <a:buFont typeface="Wingdings" panose="05000000000000000000" pitchFamily="2" charset="2"/>
              <a:buChar char="p"/>
            </a:pPr>
            <a:r>
              <a:rPr lang="zh-CN" altLang="en-US" sz="2400" b="1">
                <a:solidFill>
                  <a:srgbClr val="0070C0"/>
                </a:solidFill>
                <a:latin typeface="微软雅黑" panose="020B0503020204020204" pitchFamily="34" charset="-122"/>
                <a:ea typeface="微软雅黑" panose="020B0503020204020204" pitchFamily="34" charset="-122"/>
              </a:rPr>
              <a:t>引导块（</a:t>
            </a:r>
            <a:r>
              <a:rPr lang="en-US" altLang="zh-CN" sz="2400" b="1">
                <a:solidFill>
                  <a:srgbClr val="0070C0"/>
                </a:solidFill>
              </a:rPr>
              <a:t> Boot block </a:t>
            </a:r>
            <a:r>
              <a:rPr lang="zh-CN" altLang="en-US" sz="2400" b="1">
                <a:solidFill>
                  <a:srgbClr val="0070C0"/>
                </a:solidFill>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用于初始化系统</a:t>
            </a:r>
            <a:endParaRPr lang="en-US" altLang="zh-CN" sz="2400">
              <a:latin typeface="微软雅黑" panose="020B0503020204020204" pitchFamily="34" charset="-122"/>
              <a:ea typeface="微软雅黑" panose="020B0503020204020204" pitchFamily="34" charset="-122"/>
            </a:endParaRPr>
          </a:p>
          <a:p>
            <a:pPr lvl="1">
              <a:lnSpc>
                <a:spcPct val="150000"/>
              </a:lnSpc>
              <a:spcBef>
                <a:spcPct val="0"/>
              </a:spcBef>
              <a:buFont typeface="Wingdings" panose="05000000000000000000" pitchFamily="2" charset="2"/>
              <a:buChar char="n"/>
            </a:pPr>
            <a:r>
              <a:rPr lang="zh-CN" altLang="en-US" sz="2400" b="1">
                <a:solidFill>
                  <a:srgbClr val="0070C0"/>
                </a:solidFill>
                <a:latin typeface="微软雅黑" panose="020B0503020204020204" pitchFamily="34" charset="-122"/>
                <a:ea typeface="微软雅黑" panose="020B0503020204020204" pitchFamily="34" charset="-122"/>
              </a:rPr>
              <a:t>引导程序</a:t>
            </a:r>
            <a:r>
              <a:rPr lang="en-US" altLang="zh-CN" sz="2400" b="1">
                <a:solidFill>
                  <a:srgbClr val="0070C0"/>
                </a:solidFill>
                <a:latin typeface="微软雅黑" panose="020B0503020204020204" pitchFamily="34" charset="-122"/>
                <a:ea typeface="微软雅黑" panose="020B0503020204020204" pitchFamily="34" charset="-122"/>
              </a:rPr>
              <a:t>(bootstrap)</a:t>
            </a:r>
            <a:r>
              <a:rPr lang="zh-CN" altLang="en-US" sz="2400">
                <a:latin typeface="微软雅黑" panose="020B0503020204020204" pitchFamily="34" charset="-122"/>
                <a:ea typeface="微软雅黑" panose="020B0503020204020204" pitchFamily="34" charset="-122"/>
              </a:rPr>
              <a:t>直接存储在</a:t>
            </a:r>
            <a:r>
              <a:rPr lang="en-US" altLang="zh-CN" sz="2400">
                <a:latin typeface="微软雅黑" panose="020B0503020204020204" pitchFamily="34" charset="-122"/>
                <a:ea typeface="微软雅黑" panose="020B0503020204020204" pitchFamily="34" charset="-122"/>
              </a:rPr>
              <a:t>ROM</a:t>
            </a:r>
            <a:r>
              <a:rPr lang="zh-CN" altLang="en-US" sz="2400">
                <a:latin typeface="微软雅黑" panose="020B0503020204020204" pitchFamily="34" charset="-122"/>
                <a:ea typeface="微软雅黑" panose="020B0503020204020204" pitchFamily="34" charset="-122"/>
              </a:rPr>
              <a:t>中，但是不可修改；</a:t>
            </a:r>
            <a:endParaRPr lang="en-US" altLang="zh-CN" sz="2400">
              <a:latin typeface="微软雅黑" panose="020B0503020204020204" pitchFamily="34" charset="-122"/>
              <a:ea typeface="微软雅黑" panose="020B0503020204020204" pitchFamily="34" charset="-122"/>
            </a:endParaRPr>
          </a:p>
          <a:p>
            <a:pPr lvl="1">
              <a:lnSpc>
                <a:spcPct val="150000"/>
              </a:lnSpc>
              <a:spcBef>
                <a:spcPct val="0"/>
              </a:spcBef>
              <a:buFont typeface="Wingdings" panose="05000000000000000000" pitchFamily="2" charset="2"/>
              <a:buChar char="n"/>
            </a:pPr>
            <a:r>
              <a:rPr lang="zh-CN" altLang="en-US" sz="2400" b="1">
                <a:solidFill>
                  <a:srgbClr val="0070C0"/>
                </a:solidFill>
                <a:latin typeface="微软雅黑" panose="020B0503020204020204" pitchFamily="34" charset="-122"/>
                <a:ea typeface="微软雅黑" panose="020B0503020204020204" pitchFamily="34" charset="-122"/>
              </a:rPr>
              <a:t>引导加载程序</a:t>
            </a:r>
            <a:r>
              <a:rPr lang="en-US" altLang="zh-CN" sz="2400" b="1">
                <a:solidFill>
                  <a:srgbClr val="0070C0"/>
                </a:solidFill>
                <a:latin typeface="微软雅黑" panose="020B0503020204020204" pitchFamily="34" charset="-122"/>
                <a:ea typeface="微软雅黑" panose="020B0503020204020204" pitchFamily="34" charset="-122"/>
              </a:rPr>
              <a:t>(</a:t>
            </a:r>
            <a:r>
              <a:rPr lang="en-US" altLang="zh-CN" sz="2400" b="1">
                <a:solidFill>
                  <a:srgbClr val="0070C0"/>
                </a:solidFill>
              </a:rPr>
              <a:t>bootstrap loader</a:t>
            </a:r>
            <a:r>
              <a:rPr lang="zh-CN" altLang="en-US" sz="2400" b="1">
                <a:solidFill>
                  <a:srgbClr val="0070C0"/>
                </a:solidFill>
              </a:rPr>
              <a:t>，</a:t>
            </a:r>
            <a:r>
              <a:rPr lang="zh-CN" altLang="en-US" sz="2400" b="1">
                <a:solidFill>
                  <a:srgbClr val="0070C0"/>
                </a:solidFill>
                <a:latin typeface="微软雅黑" panose="020B0503020204020204" pitchFamily="34" charset="-122"/>
                <a:ea typeface="微软雅黑" panose="020B0503020204020204" pitchFamily="34" charset="-122"/>
              </a:rPr>
              <a:t>引导程序的一部分</a:t>
            </a:r>
            <a:r>
              <a:rPr lang="en-US" altLang="zh-CN" sz="2400" b="1">
                <a:solidFill>
                  <a:srgbClr val="0070C0"/>
                </a:solidFill>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存储在引导分区的引导块中，由他去加载完整的引导程序</a:t>
            </a:r>
            <a:endParaRPr lang="en-US" altLang="zh-CN" sz="2400">
              <a:latin typeface="微软雅黑" panose="020B0503020204020204" pitchFamily="34" charset="-122"/>
              <a:ea typeface="微软雅黑" panose="020B0503020204020204" pitchFamily="34" charset="-122"/>
            </a:endParaRPr>
          </a:p>
          <a:p>
            <a:pPr>
              <a:lnSpc>
                <a:spcPct val="150000"/>
              </a:lnSpc>
              <a:spcBef>
                <a:spcPct val="0"/>
              </a:spcBef>
              <a:buFont typeface="Wingdings" panose="05000000000000000000" pitchFamily="2" charset="2"/>
              <a:buChar char="p"/>
            </a:pPr>
            <a:r>
              <a:rPr lang="en-US" altLang="zh-CN" sz="2400">
                <a:latin typeface="微软雅黑" panose="020B0503020204020204" pitchFamily="34" charset="-122"/>
                <a:ea typeface="微软雅黑" panose="020B0503020204020204" pitchFamily="34" charset="-122"/>
              </a:rPr>
              <a:t>Windows </a:t>
            </a:r>
            <a:r>
              <a:rPr lang="zh-CN" altLang="en-US" sz="2400">
                <a:latin typeface="微软雅黑" panose="020B0503020204020204" pitchFamily="34" charset="-122"/>
                <a:ea typeface="微软雅黑" panose="020B0503020204020204" pitchFamily="34" charset="-122"/>
              </a:rPr>
              <a:t>中的启动过程</a:t>
            </a:r>
            <a:endParaRPr lang="en-US" altLang="zh-CN" sz="2400">
              <a:latin typeface="微软雅黑" panose="020B0503020204020204" pitchFamily="34" charset="-122"/>
              <a:ea typeface="微软雅黑" panose="020B0503020204020204" pitchFamily="34" charset="-122"/>
            </a:endParaRPr>
          </a:p>
          <a:p>
            <a:pPr lvl="1">
              <a:lnSpc>
                <a:spcPct val="150000"/>
              </a:lnSpc>
              <a:spcBef>
                <a:spcPct val="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将其引导加载程序放在硬盘的第一个扇区中，称为</a:t>
            </a:r>
            <a:r>
              <a:rPr lang="zh-CN" altLang="en-US" sz="2400" b="1">
                <a:solidFill>
                  <a:srgbClr val="0070C0"/>
                </a:solidFill>
                <a:latin typeface="微软雅黑" panose="020B0503020204020204" pitchFamily="34" charset="-122"/>
                <a:ea typeface="微软雅黑" panose="020B0503020204020204" pitchFamily="34" charset="-122"/>
              </a:rPr>
              <a:t>主引导记录</a:t>
            </a:r>
            <a:r>
              <a:rPr lang="en-US" altLang="zh-CN" sz="2400" b="1">
                <a:solidFill>
                  <a:srgbClr val="0070C0"/>
                </a:solidFill>
                <a:latin typeface="微软雅黑" panose="020B0503020204020204" pitchFamily="34" charset="-122"/>
                <a:ea typeface="微软雅黑" panose="020B0503020204020204" pitchFamily="34" charset="-122"/>
              </a:rPr>
              <a:t>(MBR, master boot record)</a:t>
            </a:r>
          </a:p>
          <a:p>
            <a:pPr lvl="1">
              <a:lnSpc>
                <a:spcPct val="150000"/>
              </a:lnSpc>
              <a:spcBef>
                <a:spcPct val="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加载引导分区</a:t>
            </a:r>
            <a:r>
              <a:rPr lang="zh-CN" altLang="en-US" sz="2400" b="1">
                <a:solidFill>
                  <a:srgbClr val="0070C0"/>
                </a:solidFill>
                <a:latin typeface="微软雅黑" panose="020B0503020204020204" pitchFamily="34" charset="-122"/>
                <a:ea typeface="微软雅黑" panose="020B0503020204020204" pitchFamily="34" charset="-122"/>
              </a:rPr>
              <a:t>（</a:t>
            </a:r>
            <a:r>
              <a:rPr lang="en-US" altLang="zh-CN" sz="2400" b="1">
                <a:solidFill>
                  <a:srgbClr val="0070C0"/>
                </a:solidFill>
                <a:latin typeface="微软雅黑" panose="020B0503020204020204" pitchFamily="34" charset="-122"/>
                <a:ea typeface="微软雅黑" panose="020B0503020204020204" pitchFamily="34" charset="-122"/>
              </a:rPr>
              <a:t>boot partition, </a:t>
            </a:r>
            <a:r>
              <a:rPr lang="zh-CN" altLang="en-US" sz="2400" b="1">
                <a:solidFill>
                  <a:srgbClr val="0070C0"/>
                </a:solidFill>
                <a:latin typeface="微软雅黑" panose="020B0503020204020204" pitchFamily="34" charset="-122"/>
                <a:ea typeface="微软雅黑" panose="020B0503020204020204" pitchFamily="34" charset="-122"/>
              </a:rPr>
              <a:t>操作系统代码）</a:t>
            </a:r>
            <a:r>
              <a:rPr lang="zh-CN" altLang="en-US" sz="2400">
                <a:latin typeface="微软雅黑" panose="020B0503020204020204" pitchFamily="34" charset="-122"/>
                <a:ea typeface="微软雅黑" panose="020B0503020204020204" pitchFamily="34" charset="-122"/>
              </a:rPr>
              <a:t>的第一个扇区，也称为引导扇区</a:t>
            </a:r>
            <a:r>
              <a:rPr lang="zh-CN" altLang="en-US" sz="2400" b="1">
                <a:solidFill>
                  <a:srgbClr val="0070C0"/>
                </a:solidFill>
                <a:latin typeface="微软雅黑" panose="020B0503020204020204" pitchFamily="34" charset="-122"/>
                <a:ea typeface="微软雅黑" panose="020B0503020204020204" pitchFamily="34" charset="-122"/>
              </a:rPr>
              <a:t>（</a:t>
            </a:r>
            <a:r>
              <a:rPr lang="en-US" altLang="zh-CN" sz="2400" b="1">
                <a:solidFill>
                  <a:srgbClr val="0070C0"/>
                </a:solidFill>
                <a:latin typeface="微软雅黑" panose="020B0503020204020204" pitchFamily="34" charset="-122"/>
                <a:ea typeface="微软雅黑" panose="020B0503020204020204" pitchFamily="34" charset="-122"/>
              </a:rPr>
              <a:t>boot sector</a:t>
            </a:r>
            <a:r>
              <a:rPr lang="zh-CN" altLang="en-US" sz="2400" b="1">
                <a:solidFill>
                  <a:srgbClr val="0070C0"/>
                </a:solidFill>
                <a:latin typeface="微软雅黑" panose="020B0503020204020204" pitchFamily="34" charset="-122"/>
                <a:ea typeface="微软雅黑" panose="020B0503020204020204" pitchFamily="34" charset="-122"/>
              </a:rPr>
              <a:t>）</a:t>
            </a:r>
            <a:endParaRPr lang="en-US" altLang="zh-CN" sz="2400" b="1">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60E0FC4C-DCC4-3B2E-8502-858F04AB9F00}"/>
              </a:ext>
            </a:extLst>
          </p:cNvPr>
          <p:cNvSpPr>
            <a:spLocks noGrp="1" noChangeArrowheads="1"/>
          </p:cNvSpPr>
          <p:nvPr>
            <p:ph type="title"/>
          </p:nvPr>
        </p:nvSpPr>
        <p:spPr>
          <a:xfrm>
            <a:off x="2565400" y="277813"/>
            <a:ext cx="7645400" cy="576262"/>
          </a:xfrm>
        </p:spPr>
        <p:txBody>
          <a:bodyPr/>
          <a:lstStyle/>
          <a:p>
            <a:pPr eaLnBrk="1" hangingPunct="1"/>
            <a:r>
              <a:rPr lang="zh-CN" altLang="en-US">
                <a:latin typeface="微软雅黑" panose="020B0503020204020204" pitchFamily="34" charset="-122"/>
                <a:ea typeface="微软雅黑" panose="020B0503020204020204" pitchFamily="34" charset="-122"/>
              </a:rPr>
              <a:t>在</a:t>
            </a:r>
            <a:r>
              <a:rPr lang="en-US" altLang="zh-CN">
                <a:latin typeface="微软雅黑" panose="020B0503020204020204" pitchFamily="34" charset="-122"/>
                <a:ea typeface="微软雅黑" panose="020B0503020204020204" pitchFamily="34" charset="-122"/>
              </a:rPr>
              <a:t>Windows</a:t>
            </a:r>
            <a:r>
              <a:rPr lang="zh-CN" altLang="en-US">
                <a:latin typeface="微软雅黑" panose="020B0503020204020204" pitchFamily="34" charset="-122"/>
                <a:ea typeface="微软雅黑" panose="020B0503020204020204" pitchFamily="34" charset="-122"/>
              </a:rPr>
              <a:t>中从磁盘启动</a:t>
            </a:r>
            <a:endParaRPr lang="en-US" altLang="zh-CN" sz="2400"/>
          </a:p>
        </p:txBody>
      </p:sp>
      <p:pic>
        <p:nvPicPr>
          <p:cNvPr id="67587" name="Picture 5">
            <a:extLst>
              <a:ext uri="{FF2B5EF4-FFF2-40B4-BE49-F238E27FC236}">
                <a16:creationId xmlns:a16="http://schemas.microsoft.com/office/drawing/2014/main" id="{79E1A3FD-45B6-342F-EFE2-30D9E63522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0600" y="1241425"/>
            <a:ext cx="5778500" cy="432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C8E9F302-53F7-4637-BBBF-99FCFEFB98F3}"/>
              </a:ext>
            </a:extLst>
          </p:cNvPr>
          <p:cNvSpPr>
            <a:spLocks noGrp="1" noChangeArrowheads="1"/>
          </p:cNvSpPr>
          <p:nvPr>
            <p:ph type="title"/>
          </p:nvPr>
        </p:nvSpPr>
        <p:spPr>
          <a:xfrm>
            <a:off x="2214563" y="214313"/>
            <a:ext cx="7996237" cy="576262"/>
          </a:xfrm>
        </p:spPr>
        <p:txBody>
          <a:bodyPr/>
          <a:lstStyle/>
          <a:p>
            <a:pPr eaLnBrk="1" hangingPunct="1"/>
            <a:r>
              <a:rPr lang="zh-CN" altLang="en-US">
                <a:latin typeface="微软雅黑" panose="020B0503020204020204" pitchFamily="34" charset="-122"/>
                <a:ea typeface="微软雅黑" panose="020B0503020204020204" pitchFamily="34" charset="-122"/>
              </a:rPr>
              <a:t>磁盘维护</a:t>
            </a:r>
            <a:endParaRPr lang="en-US" altLang="zh-CN"/>
          </a:p>
        </p:txBody>
      </p:sp>
      <p:sp>
        <p:nvSpPr>
          <p:cNvPr id="69635" name="Rectangle 3">
            <a:extLst>
              <a:ext uri="{FF2B5EF4-FFF2-40B4-BE49-F238E27FC236}">
                <a16:creationId xmlns:a16="http://schemas.microsoft.com/office/drawing/2014/main" id="{429D8476-46BC-E64E-3740-75D15D6086CA}"/>
              </a:ext>
            </a:extLst>
          </p:cNvPr>
          <p:cNvSpPr>
            <a:spLocks noGrp="1" noChangeArrowheads="1"/>
          </p:cNvSpPr>
          <p:nvPr>
            <p:ph type="body" idx="1"/>
          </p:nvPr>
        </p:nvSpPr>
        <p:spPr>
          <a:xfrm>
            <a:off x="614363" y="928688"/>
            <a:ext cx="11323637" cy="5016500"/>
          </a:xfrm>
        </p:spPr>
        <p:txBody>
          <a:bodyPr/>
          <a:lstStyle/>
          <a:p>
            <a:pPr>
              <a:lnSpc>
                <a:spcPct val="150000"/>
              </a:lnSpc>
              <a:spcBef>
                <a:spcPts val="120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磁盘容易出现故障</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12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一个或多个扇区出现缺陷</a:t>
            </a:r>
            <a:endParaRPr lang="en-US" altLang="zh-CN" sz="2400">
              <a:latin typeface="微软雅黑" panose="020B0503020204020204" pitchFamily="34" charset="-122"/>
              <a:ea typeface="微软雅黑" panose="020B0503020204020204" pitchFamily="34" charset="-122"/>
            </a:endParaRPr>
          </a:p>
          <a:p>
            <a:pPr>
              <a:lnSpc>
                <a:spcPct val="150000"/>
              </a:lnSpc>
              <a:spcBef>
                <a:spcPts val="120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用于处理坏块</a:t>
            </a:r>
            <a:r>
              <a:rPr lang="en-US" altLang="zh-CN" sz="2400">
                <a:latin typeface="微软雅黑" panose="020B0503020204020204" pitchFamily="34" charset="-122"/>
                <a:ea typeface="微软雅黑" panose="020B0503020204020204" pitchFamily="34" charset="-122"/>
              </a:rPr>
              <a:t>—</a:t>
            </a:r>
            <a:r>
              <a:rPr lang="zh-CN" altLang="en-US" sz="2400" b="1">
                <a:solidFill>
                  <a:srgbClr val="0070C0"/>
                </a:solidFill>
                <a:latin typeface="微软雅黑" panose="020B0503020204020204" pitchFamily="34" charset="-122"/>
                <a:ea typeface="微软雅黑" panose="020B0503020204020204" pitchFamily="34" charset="-122"/>
              </a:rPr>
              <a:t>备用扇区</a:t>
            </a:r>
            <a:endParaRPr lang="en-US" altLang="zh-CN" sz="2400">
              <a:latin typeface="微软雅黑" panose="020B0503020204020204" pitchFamily="34" charset="-122"/>
              <a:ea typeface="微软雅黑" panose="020B0503020204020204" pitchFamily="34" charset="-122"/>
            </a:endParaRPr>
          </a:p>
          <a:p>
            <a:pPr>
              <a:lnSpc>
                <a:spcPct val="150000"/>
              </a:lnSpc>
              <a:spcBef>
                <a:spcPts val="120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一种策略是在格式化磁盘时扫描磁盘以查找坏块。发现的任何坏块都被标记为不可用，以便文件系统不会分配它们</a:t>
            </a:r>
            <a:endParaRPr lang="en-US" altLang="zh-CN" sz="2400">
              <a:latin typeface="微软雅黑" panose="020B0503020204020204" pitchFamily="34" charset="-122"/>
              <a:ea typeface="微软雅黑" panose="020B0503020204020204" pitchFamily="34" charset="-122"/>
            </a:endParaRPr>
          </a:p>
          <a:p>
            <a:pPr>
              <a:lnSpc>
                <a:spcPct val="150000"/>
              </a:lnSpc>
              <a:spcBef>
                <a:spcPts val="120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控制器维护磁盘上的坏块列表</a:t>
            </a:r>
            <a:endParaRPr lang="en-US" altLang="zh-CN" sz="2400">
              <a:latin typeface="微软雅黑" panose="020B0503020204020204" pitchFamily="34" charset="-122"/>
              <a:ea typeface="微软雅黑" panose="020B0503020204020204" pitchFamily="34" charset="-122"/>
            </a:endParaRPr>
          </a:p>
          <a:p>
            <a:pPr>
              <a:lnSpc>
                <a:spcPct val="150000"/>
              </a:lnSpc>
              <a:spcBef>
                <a:spcPts val="120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低级格式化还会留出操作系统不可见的备用扇区</a:t>
            </a:r>
            <a:endParaRPr lang="en-US" altLang="zh-CN" sz="2400">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112F98C-D72C-9D8D-6524-D5970B139270}"/>
              </a:ext>
            </a:extLst>
          </p:cNvPr>
          <p:cNvSpPr>
            <a:spLocks noGrp="1" noChangeArrowheads="1"/>
          </p:cNvSpPr>
          <p:nvPr>
            <p:ph type="title"/>
          </p:nvPr>
        </p:nvSpPr>
        <p:spPr>
          <a:xfrm>
            <a:off x="2574925" y="176213"/>
            <a:ext cx="7635875" cy="576262"/>
          </a:xfrm>
        </p:spPr>
        <p:txBody>
          <a:bodyPr/>
          <a:lstStyle/>
          <a:p>
            <a:pPr eaLnBrk="1" hangingPunct="1"/>
            <a:r>
              <a:rPr lang="en-US" altLang="zh-CN">
                <a:latin typeface="微软雅黑" panose="020B0503020204020204" pitchFamily="34" charset="-122"/>
                <a:ea typeface="微软雅黑" panose="020B0503020204020204" pitchFamily="34" charset="-122"/>
              </a:rPr>
              <a:t>10.6 </a:t>
            </a:r>
            <a:r>
              <a:rPr lang="zh-CN" altLang="en-US">
                <a:latin typeface="微软雅黑" panose="020B0503020204020204" pitchFamily="34" charset="-122"/>
                <a:ea typeface="微软雅黑" panose="020B0503020204020204" pitchFamily="34" charset="-122"/>
              </a:rPr>
              <a:t>交换空间管理</a:t>
            </a:r>
            <a:endParaRPr lang="en-US" altLang="zh-CN"/>
          </a:p>
        </p:txBody>
      </p:sp>
      <p:sp>
        <p:nvSpPr>
          <p:cNvPr id="71683" name="Rectangle 3">
            <a:extLst>
              <a:ext uri="{FF2B5EF4-FFF2-40B4-BE49-F238E27FC236}">
                <a16:creationId xmlns:a16="http://schemas.microsoft.com/office/drawing/2014/main" id="{7F26F547-8BD2-C61F-2A27-1E7873F47209}"/>
              </a:ext>
            </a:extLst>
          </p:cNvPr>
          <p:cNvSpPr>
            <a:spLocks noGrp="1" noChangeArrowheads="1"/>
          </p:cNvSpPr>
          <p:nvPr>
            <p:ph type="body" idx="1"/>
          </p:nvPr>
        </p:nvSpPr>
        <p:spPr>
          <a:xfrm>
            <a:off x="592138" y="1011238"/>
            <a:ext cx="11141075" cy="4530725"/>
          </a:xfrm>
        </p:spPr>
        <p:txBody>
          <a:bodyPr/>
          <a:lstStyle/>
          <a:p>
            <a:pPr>
              <a:lnSpc>
                <a:spcPct val="150000"/>
              </a:lnSpc>
              <a:spcBef>
                <a:spcPts val="1200"/>
              </a:spcBef>
              <a:buFont typeface="Wingdings" panose="05000000000000000000" pitchFamily="2" charset="2"/>
              <a:buChar char="p"/>
            </a:pPr>
            <a:r>
              <a:rPr lang="zh-CN" altLang="en-US" sz="2400" b="1">
                <a:solidFill>
                  <a:srgbClr val="0070C0"/>
                </a:solidFill>
                <a:latin typeface="微软雅黑" panose="020B0503020204020204" pitchFamily="34" charset="-122"/>
                <a:ea typeface="微软雅黑" panose="020B0503020204020204" pitchFamily="34" charset="-122"/>
              </a:rPr>
              <a:t>交换空间</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虚拟内存使用磁盘空间作为主内存的扩展</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12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为虚拟内存系统提供最佳吞吐量</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12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交换空间在引导时重新初始化</a:t>
            </a:r>
            <a:endParaRPr lang="en-US" altLang="zh-CN" sz="2400">
              <a:latin typeface="微软雅黑" panose="020B0503020204020204" pitchFamily="34" charset="-122"/>
              <a:ea typeface="微软雅黑" panose="020B0503020204020204" pitchFamily="34" charset="-122"/>
            </a:endParaRPr>
          </a:p>
          <a:p>
            <a:pPr lvl="1">
              <a:lnSpc>
                <a:spcPct val="150000"/>
              </a:lnSpc>
              <a:spcBef>
                <a:spcPts val="12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由于内存容量增加，现在不太常见</a:t>
            </a:r>
            <a:endParaRPr lang="en-US" altLang="zh-CN" sz="2400">
              <a:latin typeface="微软雅黑" panose="020B0503020204020204" pitchFamily="34" charset="-122"/>
              <a:ea typeface="微软雅黑" panose="020B0503020204020204" pitchFamily="34" charset="-122"/>
            </a:endParaRPr>
          </a:p>
          <a:p>
            <a:pPr>
              <a:lnSpc>
                <a:spcPct val="150000"/>
              </a:lnSpc>
              <a:spcBef>
                <a:spcPts val="1200"/>
              </a:spcBef>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交换空间可以从普通文件系统中分割出来，或者更常见的是，它可以位于单独的磁盘分区</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原始</a:t>
            </a:r>
            <a:r>
              <a:rPr lang="en-US" altLang="zh-CN" sz="2400">
                <a:latin typeface="微软雅黑" panose="020B0503020204020204" pitchFamily="34" charset="-122"/>
                <a:ea typeface="微软雅黑" panose="020B0503020204020204" pitchFamily="34" charset="-122"/>
              </a:rPr>
              <a:t>)</a:t>
            </a:r>
          </a:p>
          <a:p>
            <a:pPr lvl="1">
              <a:lnSpc>
                <a:spcPct val="150000"/>
              </a:lnSpc>
              <a:spcBef>
                <a:spcPts val="1200"/>
              </a:spcBef>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交换空间存储管理器</a:t>
            </a:r>
            <a:r>
              <a:rPr lang="zh-CN" altLang="en-US" sz="2400" b="1">
                <a:solidFill>
                  <a:srgbClr val="0070C0"/>
                </a:solidFill>
                <a:latin typeface="微软雅黑" panose="020B0503020204020204" pitchFamily="34" charset="-122"/>
                <a:ea typeface="微软雅黑" panose="020B0503020204020204" pitchFamily="34" charset="-122"/>
              </a:rPr>
              <a:t>对速度进行了优化</a:t>
            </a:r>
            <a:endParaRPr lang="en-US" altLang="zh-CN" sz="2400" b="1">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BDA5533B-5DDE-C28E-23BC-4C61150B0500}"/>
              </a:ext>
            </a:extLst>
          </p:cNvPr>
          <p:cNvSpPr>
            <a:spLocks noGrp="1" noChangeArrowheads="1"/>
          </p:cNvSpPr>
          <p:nvPr>
            <p:ph type="title"/>
          </p:nvPr>
        </p:nvSpPr>
        <p:spPr>
          <a:xfrm>
            <a:off x="2574925" y="176213"/>
            <a:ext cx="7635875" cy="576262"/>
          </a:xfrm>
        </p:spPr>
        <p:txBody>
          <a:bodyPr/>
          <a:lstStyle/>
          <a:p>
            <a:pPr eaLnBrk="1" hangingPunct="1"/>
            <a:r>
              <a:rPr lang="zh-CN" altLang="en-US">
                <a:latin typeface="微软雅黑" panose="020B0503020204020204" pitchFamily="34" charset="-122"/>
                <a:ea typeface="微软雅黑" panose="020B0503020204020204" pitchFamily="34" charset="-122"/>
              </a:rPr>
              <a:t>交换空间管理</a:t>
            </a:r>
            <a:endParaRPr lang="en-US" altLang="zh-CN"/>
          </a:p>
        </p:txBody>
      </p:sp>
      <p:sp>
        <p:nvSpPr>
          <p:cNvPr id="72707" name="Rectangle 3">
            <a:extLst>
              <a:ext uri="{FF2B5EF4-FFF2-40B4-BE49-F238E27FC236}">
                <a16:creationId xmlns:a16="http://schemas.microsoft.com/office/drawing/2014/main" id="{5B320327-0B5B-933F-98EA-E0BD570EABFF}"/>
              </a:ext>
            </a:extLst>
          </p:cNvPr>
          <p:cNvSpPr>
            <a:spLocks noGrp="1" noChangeArrowheads="1"/>
          </p:cNvSpPr>
          <p:nvPr>
            <p:ph type="body" idx="1"/>
          </p:nvPr>
        </p:nvSpPr>
        <p:spPr>
          <a:xfrm>
            <a:off x="646113" y="942975"/>
            <a:ext cx="11372850" cy="4530725"/>
          </a:xfrm>
        </p:spPr>
        <p:txBody>
          <a:bodyPr/>
          <a:lstStyle/>
          <a:p>
            <a:pPr algn="just">
              <a:lnSpc>
                <a:spcPct val="150000"/>
              </a:lnSpc>
              <a:buFont typeface="Wingdings" panose="05000000000000000000" pitchFamily="2" charset="2"/>
              <a:buChar char="p"/>
              <a:defRPr/>
            </a:pPr>
            <a:r>
              <a:rPr lang="en-US" altLang="zh-CN" sz="2400" dirty="0">
                <a:latin typeface="微软雅黑" panose="020B0503020204020204" pitchFamily="34" charset="-122"/>
                <a:ea typeface="微软雅黑" panose="020B0503020204020204" pitchFamily="34" charset="-122"/>
              </a:rPr>
              <a:t>Linux</a:t>
            </a:r>
          </a:p>
          <a:p>
            <a:pPr lvl="1" algn="just">
              <a:lnSpc>
                <a:spcPct val="150000"/>
              </a:lnSpc>
              <a:buFont typeface="Wingdings" panose="05000000000000000000" pitchFamily="2" charset="2"/>
              <a:buChar char="n"/>
              <a:defRPr/>
            </a:pPr>
            <a:r>
              <a:rPr lang="zh-CN" altLang="en-US" sz="2400" dirty="0">
                <a:latin typeface="微软雅黑" panose="020B0503020204020204" pitchFamily="34" charset="-122"/>
                <a:ea typeface="微软雅黑" panose="020B0503020204020204" pitchFamily="34" charset="-122"/>
              </a:rPr>
              <a:t>交换空间仅用于</a:t>
            </a:r>
            <a:r>
              <a:rPr lang="zh-CN" altLang="en-US" sz="2400" b="1" dirty="0">
                <a:solidFill>
                  <a:srgbClr val="0070C0"/>
                </a:solidFill>
                <a:latin typeface="微软雅黑" panose="020B0503020204020204" pitchFamily="34" charset="-122"/>
                <a:ea typeface="微软雅黑" panose="020B0503020204020204" pitchFamily="34" charset="-122"/>
              </a:rPr>
              <a:t>匿名内存（</a:t>
            </a:r>
            <a:r>
              <a:rPr lang="en-US" altLang="zh-CN" sz="2400" b="1" dirty="0">
                <a:solidFill>
                  <a:srgbClr val="0070C0"/>
                </a:solidFill>
                <a:latin typeface="微软雅黑" panose="020B0503020204020204" pitchFamily="34" charset="-122"/>
                <a:ea typeface="微软雅黑" panose="020B0503020204020204" pitchFamily="34" charset="-122"/>
              </a:rPr>
              <a:t> Anonymous Memory </a:t>
            </a:r>
            <a:r>
              <a:rPr lang="zh-CN" altLang="en-US" sz="2400" b="1" dirty="0">
                <a:solidFill>
                  <a:srgbClr val="0070C0"/>
                </a:solidFill>
                <a:latin typeface="微软雅黑" panose="020B0503020204020204" pitchFamily="34" charset="-122"/>
                <a:ea typeface="微软雅黑" panose="020B0503020204020204" pitchFamily="34" charset="-122"/>
              </a:rPr>
              <a:t>，如动态分配的堆、栈）</a:t>
            </a:r>
            <a:endParaRPr lang="en-US" altLang="zh-CN" sz="2400" b="1" dirty="0">
              <a:solidFill>
                <a:srgbClr val="0070C0"/>
              </a:solidFill>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defRPr/>
            </a:pPr>
            <a:r>
              <a:rPr lang="zh-CN" altLang="en-US" sz="2400" dirty="0">
                <a:latin typeface="微软雅黑" panose="020B0503020204020204" pitchFamily="34" charset="-122"/>
                <a:ea typeface="微软雅黑" panose="020B0503020204020204" pitchFamily="34" charset="-122"/>
              </a:rPr>
              <a:t>允许建立一个或多个交换区域，可以是常规文件系统上的交换文件，也可以是专用交换分区</a:t>
            </a:r>
            <a:endParaRPr lang="en-US" altLang="zh-CN" sz="2400" dirty="0">
              <a:latin typeface="微软雅黑" panose="020B0503020204020204" pitchFamily="34" charset="-122"/>
              <a:ea typeface="微软雅黑" panose="020B0503020204020204" pitchFamily="34" charset="-122"/>
            </a:endParaRPr>
          </a:p>
          <a:p>
            <a:pPr marL="0" indent="0" algn="just">
              <a:lnSpc>
                <a:spcPct val="150000"/>
              </a:lnSpc>
              <a:buFont typeface="Arial" panose="020B0604020202020204" pitchFamily="34" charset="0"/>
              <a:buNone/>
              <a:defRPr/>
            </a:pPr>
            <a:endParaRPr lang="en-US" altLang="zh-CN" sz="3600" dirty="0"/>
          </a:p>
        </p:txBody>
      </p:sp>
      <p:pic>
        <p:nvPicPr>
          <p:cNvPr id="73732" name="图片 1">
            <a:extLst>
              <a:ext uri="{FF2B5EF4-FFF2-40B4-BE49-F238E27FC236}">
                <a16:creationId xmlns:a16="http://schemas.microsoft.com/office/drawing/2014/main" id="{80B39F06-EA56-D7F0-8C41-4C31664F458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62288" y="3736975"/>
            <a:ext cx="5353050"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9D4D6ABD-F134-FA2C-B347-4754D248DD2B}"/>
              </a:ext>
            </a:extLst>
          </p:cNvPr>
          <p:cNvSpPr>
            <a:spLocks noGrp="1" noChangeArrowheads="1"/>
          </p:cNvSpPr>
          <p:nvPr>
            <p:ph type="title"/>
          </p:nvPr>
        </p:nvSpPr>
        <p:spPr>
          <a:xfrm>
            <a:off x="2225675" y="239713"/>
            <a:ext cx="7761288" cy="576262"/>
          </a:xfrm>
        </p:spPr>
        <p:txBody>
          <a:bodyPr/>
          <a:lstStyle/>
          <a:p>
            <a:pPr eaLnBrk="1" hangingPunct="1"/>
            <a:r>
              <a:rPr lang="en-US" altLang="zh-CN"/>
              <a:t>10.7 RAID </a:t>
            </a:r>
            <a:r>
              <a:rPr lang="zh-CN" altLang="en-US">
                <a:latin typeface="微软雅黑" panose="020B0503020204020204" pitchFamily="34" charset="-122"/>
                <a:ea typeface="微软雅黑" panose="020B0503020204020204" pitchFamily="34" charset="-122"/>
              </a:rPr>
              <a:t>结构</a:t>
            </a:r>
            <a:r>
              <a:rPr lang="en-US" altLang="zh-CN"/>
              <a:t>*</a:t>
            </a:r>
          </a:p>
        </p:txBody>
      </p:sp>
      <p:sp>
        <p:nvSpPr>
          <p:cNvPr id="75779" name="Rectangle 3">
            <a:extLst>
              <a:ext uri="{FF2B5EF4-FFF2-40B4-BE49-F238E27FC236}">
                <a16:creationId xmlns:a16="http://schemas.microsoft.com/office/drawing/2014/main" id="{AA86F8B0-532D-1156-3B1F-6147C731E0E8}"/>
              </a:ext>
            </a:extLst>
          </p:cNvPr>
          <p:cNvSpPr>
            <a:spLocks noGrp="1" noChangeArrowheads="1"/>
          </p:cNvSpPr>
          <p:nvPr>
            <p:ph type="body" idx="1"/>
          </p:nvPr>
        </p:nvSpPr>
        <p:spPr>
          <a:xfrm>
            <a:off x="604838" y="1109663"/>
            <a:ext cx="11396662" cy="4840287"/>
          </a:xfrm>
        </p:spPr>
        <p:txBody>
          <a:bodyPr/>
          <a:lstStyle/>
          <a:p>
            <a:pPr>
              <a:lnSpc>
                <a:spcPct val="150000"/>
              </a:lnSpc>
              <a:spcBef>
                <a:spcPts val="600"/>
              </a:spcBef>
              <a:buFont typeface="Wingdings" panose="05000000000000000000" pitchFamily="2" charset="2"/>
              <a:buChar char="p"/>
            </a:pPr>
            <a:r>
              <a:rPr lang="en-US" altLang="zh-CN">
                <a:latin typeface="微软雅黑" panose="020B0503020204020204" pitchFamily="34" charset="-122"/>
                <a:ea typeface="微软雅黑" panose="020B0503020204020204" pitchFamily="34" charset="-122"/>
              </a:rPr>
              <a:t>RAID – </a:t>
            </a:r>
            <a:r>
              <a:rPr lang="zh-CN" altLang="en-US">
                <a:latin typeface="微软雅黑" panose="020B0503020204020204" pitchFamily="34" charset="-122"/>
                <a:ea typeface="微软雅黑" panose="020B0503020204020204" pitchFamily="34" charset="-122"/>
              </a:rPr>
              <a:t>廉价磁盘冗余阵列</a:t>
            </a:r>
            <a:endParaRPr lang="en-US" altLang="zh-CN">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zh-CN" altLang="en-US">
                <a:latin typeface="微软雅黑" panose="020B0503020204020204" pitchFamily="34" charset="-122"/>
                <a:ea typeface="微软雅黑" panose="020B0503020204020204" pitchFamily="34" charset="-122"/>
              </a:rPr>
              <a:t>性能</a:t>
            </a:r>
            <a:endParaRPr lang="en-US" altLang="zh-CN">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n"/>
            </a:pPr>
            <a:r>
              <a:rPr lang="zh-CN" altLang="en-US">
                <a:latin typeface="微软雅黑" panose="020B0503020204020204" pitchFamily="34" charset="-122"/>
                <a:ea typeface="微软雅黑" panose="020B0503020204020204" pitchFamily="34" charset="-122"/>
              </a:rPr>
              <a:t>多个磁盘驱动器通过</a:t>
            </a:r>
            <a:r>
              <a:rPr lang="zh-CN" altLang="en-US" b="1">
                <a:solidFill>
                  <a:srgbClr val="0070C0"/>
                </a:solidFill>
                <a:latin typeface="微软雅黑" panose="020B0503020204020204" pitchFamily="34" charset="-122"/>
                <a:ea typeface="微软雅黑" panose="020B0503020204020204" pitchFamily="34" charset="-122"/>
              </a:rPr>
              <a:t>冗余</a:t>
            </a:r>
            <a:r>
              <a:rPr lang="zh-CN" altLang="en-US">
                <a:latin typeface="微软雅黑" panose="020B0503020204020204" pitchFamily="34" charset="-122"/>
                <a:ea typeface="微软雅黑" panose="020B0503020204020204" pitchFamily="34" charset="-122"/>
              </a:rPr>
              <a:t>提供可靠性</a:t>
            </a:r>
            <a:endParaRPr lang="en-US" altLang="zh-CN" b="1">
              <a:latin typeface="微软雅黑" panose="020B0503020204020204" pitchFamily="34" charset="-122"/>
              <a:ea typeface="微软雅黑" panose="020B0503020204020204" pitchFamily="34" charset="-122"/>
            </a:endParaRPr>
          </a:p>
          <a:p>
            <a:pPr>
              <a:lnSpc>
                <a:spcPct val="150000"/>
              </a:lnSpc>
              <a:spcBef>
                <a:spcPts val="600"/>
              </a:spcBef>
              <a:buFont typeface="Wingdings" panose="05000000000000000000" pitchFamily="2" charset="2"/>
              <a:buChar char="p"/>
            </a:pPr>
            <a:r>
              <a:rPr lang="zh-CN" altLang="en-US">
                <a:latin typeface="微软雅黑" panose="020B0503020204020204" pitchFamily="34" charset="-122"/>
                <a:ea typeface="微软雅黑" panose="020B0503020204020204" pitchFamily="34" charset="-122"/>
              </a:rPr>
              <a:t>增加</a:t>
            </a:r>
            <a:r>
              <a:rPr lang="zh-CN" altLang="en-US" b="1">
                <a:solidFill>
                  <a:srgbClr val="0070C0"/>
                </a:solidFill>
                <a:latin typeface="微软雅黑" panose="020B0503020204020204" pitchFamily="34" charset="-122"/>
                <a:ea typeface="微软雅黑" panose="020B0503020204020204" pitchFamily="34" charset="-122"/>
              </a:rPr>
              <a:t>平均失效前时间</a:t>
            </a:r>
            <a:endParaRPr lang="en-US" altLang="zh-CN" b="1">
              <a:solidFill>
                <a:srgbClr val="0070C0"/>
              </a:solidFill>
              <a:latin typeface="微软雅黑" panose="020B0503020204020204" pitchFamily="34" charset="-122"/>
              <a:ea typeface="微软雅黑" panose="020B0503020204020204" pitchFamily="34" charset="-122"/>
            </a:endParaRPr>
          </a:p>
          <a:p>
            <a:pPr>
              <a:lnSpc>
                <a:spcPct val="150000"/>
              </a:lnSpc>
              <a:spcBef>
                <a:spcPts val="600"/>
              </a:spcBef>
              <a:buFont typeface="Wingdings" panose="05000000000000000000" pitchFamily="2" charset="2"/>
              <a:buChar char="p"/>
            </a:pPr>
            <a:r>
              <a:rPr lang="zh-CN" altLang="en-US" b="1">
                <a:solidFill>
                  <a:srgbClr val="0070C0"/>
                </a:solidFill>
                <a:latin typeface="微软雅黑" panose="020B0503020204020204" pitchFamily="34" charset="-122"/>
                <a:ea typeface="微软雅黑" panose="020B0503020204020204" pitchFamily="34" charset="-122"/>
              </a:rPr>
              <a:t>平均修复时间</a:t>
            </a:r>
            <a:r>
              <a:rPr lang="en-US" altLang="zh-CN" b="1">
                <a:solidFill>
                  <a:srgbClr val="3366FF"/>
                </a:solidFill>
                <a:latin typeface="微软雅黑" panose="020B0503020204020204" pitchFamily="34" charset="-122"/>
                <a:ea typeface="微软雅黑" panose="020B0503020204020204" pitchFamily="34" charset="-122"/>
              </a:rPr>
              <a:t> </a:t>
            </a:r>
            <a:r>
              <a:rPr lang="en-US" altLang="zh-CN" b="1">
                <a:latin typeface="微软雅黑" panose="020B0503020204020204" pitchFamily="34" charset="-122"/>
                <a:ea typeface="微软雅黑" panose="020B0503020204020204" pitchFamily="34" charset="-122"/>
              </a:rPr>
              <a:t>–</a:t>
            </a:r>
            <a:r>
              <a:rPr lang="en-US" altLang="zh-CN" b="1">
                <a:solidFill>
                  <a:srgbClr val="3366FF"/>
                </a:solidFill>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另一个故障可能导致数据丢失时的暴露时间</a:t>
            </a:r>
            <a:endParaRPr lang="en-US" altLang="zh-CN">
              <a:latin typeface="微软雅黑" panose="020B0503020204020204" pitchFamily="34" charset="-122"/>
              <a:ea typeface="微软雅黑" panose="020B0503020204020204" pitchFamily="34" charset="-122"/>
            </a:endParaRPr>
          </a:p>
          <a:p>
            <a:pPr>
              <a:lnSpc>
                <a:spcPct val="150000"/>
              </a:lnSpc>
              <a:spcBef>
                <a:spcPts val="600"/>
              </a:spcBef>
              <a:buFont typeface="Wingdings" panose="05000000000000000000" pitchFamily="2" charset="2"/>
              <a:buChar char="p"/>
            </a:pPr>
            <a:r>
              <a:rPr lang="zh-CN" altLang="en-US">
                <a:latin typeface="微软雅黑" panose="020B0503020204020204" pitchFamily="34" charset="-122"/>
                <a:ea typeface="微软雅黑" panose="020B0503020204020204" pitchFamily="34" charset="-122"/>
              </a:rPr>
              <a:t>基于上述因素的</a:t>
            </a:r>
            <a:r>
              <a:rPr lang="zh-CN" altLang="en-US" b="1">
                <a:solidFill>
                  <a:srgbClr val="0070C0"/>
                </a:solidFill>
                <a:latin typeface="微软雅黑" panose="020B0503020204020204" pitchFamily="34" charset="-122"/>
                <a:ea typeface="微软雅黑" panose="020B0503020204020204" pitchFamily="34" charset="-122"/>
              </a:rPr>
              <a:t>平均数据丢失时间</a:t>
            </a:r>
            <a:endParaRPr lang="en-US" altLang="zh-CN" b="1">
              <a:solidFill>
                <a:srgbClr val="0070C0"/>
              </a:solidFill>
              <a:latin typeface="微软雅黑" panose="020B0503020204020204" pitchFamily="34" charset="-122"/>
              <a:ea typeface="微软雅黑" panose="020B0503020204020204" pitchFamily="34" charset="-122"/>
            </a:endParaRPr>
          </a:p>
          <a:p>
            <a:pPr>
              <a:lnSpc>
                <a:spcPct val="150000"/>
              </a:lnSpc>
              <a:spcBef>
                <a:spcPts val="600"/>
              </a:spcBef>
              <a:buFont typeface="Wingdings" panose="05000000000000000000" pitchFamily="2" charset="2"/>
              <a:buChar char="p"/>
            </a:pPr>
            <a:r>
              <a:rPr lang="zh-CN" altLang="en-US">
                <a:latin typeface="微软雅黑" panose="020B0503020204020204" pitchFamily="34" charset="-122"/>
                <a:ea typeface="微软雅黑" panose="020B0503020204020204" pitchFamily="34" charset="-122"/>
              </a:rPr>
              <a:t>如果镜像磁盘独立出现故障，请考虑平均故障时间为</a:t>
            </a:r>
            <a:r>
              <a:rPr lang="en-US" altLang="zh-CN">
                <a:latin typeface="微软雅黑" panose="020B0503020204020204" pitchFamily="34" charset="-122"/>
                <a:ea typeface="微软雅黑" panose="020B0503020204020204" pitchFamily="34" charset="-122"/>
              </a:rPr>
              <a:t>1300</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000</a:t>
            </a:r>
            <a:r>
              <a:rPr lang="zh-CN" altLang="en-US">
                <a:latin typeface="微软雅黑" panose="020B0503020204020204" pitchFamily="34" charset="-122"/>
                <a:ea typeface="微软雅黑" panose="020B0503020204020204" pitchFamily="34" charset="-122"/>
              </a:rPr>
              <a:t>且平均修复时间为</a:t>
            </a:r>
            <a:r>
              <a:rPr lang="en-US" altLang="zh-CN">
                <a:latin typeface="微软雅黑" panose="020B0503020204020204" pitchFamily="34" charset="-122"/>
                <a:ea typeface="微软雅黑" panose="020B0503020204020204" pitchFamily="34" charset="-122"/>
              </a:rPr>
              <a:t>10</a:t>
            </a:r>
            <a:r>
              <a:rPr lang="zh-CN" altLang="en-US">
                <a:latin typeface="微软雅黑" panose="020B0503020204020204" pitchFamily="34" charset="-122"/>
                <a:ea typeface="微软雅黑" panose="020B0503020204020204" pitchFamily="34" charset="-122"/>
              </a:rPr>
              <a:t>小时的磁盘</a:t>
            </a:r>
            <a:endParaRPr lang="en-US" altLang="zh-CN">
              <a:latin typeface="微软雅黑" panose="020B0503020204020204" pitchFamily="34" charset="-122"/>
              <a:ea typeface="微软雅黑" panose="020B0503020204020204" pitchFamily="34" charset="-122"/>
            </a:endParaRPr>
          </a:p>
          <a:p>
            <a:pPr lvl="1">
              <a:lnSpc>
                <a:spcPct val="150000"/>
              </a:lnSpc>
              <a:spcBef>
                <a:spcPts val="600"/>
              </a:spcBef>
              <a:buFont typeface="Wingdings" panose="05000000000000000000" pitchFamily="2" charset="2"/>
              <a:buChar char="p"/>
            </a:pPr>
            <a:r>
              <a:rPr lang="zh-CN" altLang="en-US">
                <a:latin typeface="微软雅黑" panose="020B0503020204020204" pitchFamily="34" charset="-122"/>
                <a:ea typeface="微软雅黑" panose="020B0503020204020204" pitchFamily="34" charset="-122"/>
              </a:rPr>
              <a:t>平均数据丢失时间为</a:t>
            </a:r>
            <a:r>
              <a:rPr lang="en-US" altLang="zh-CN">
                <a:latin typeface="微软雅黑" panose="020B0503020204020204" pitchFamily="34" charset="-122"/>
                <a:ea typeface="微软雅黑" panose="020B0503020204020204" pitchFamily="34" charset="-122"/>
              </a:rPr>
              <a:t>100, 000</a:t>
            </a:r>
            <a:r>
              <a:rPr lang="en-US" altLang="zh-CN" baseline="30000">
                <a:latin typeface="微软雅黑" panose="020B0503020204020204" pitchFamily="34" charset="-122"/>
                <a:ea typeface="微软雅黑" panose="020B0503020204020204" pitchFamily="34" charset="-122"/>
              </a:rPr>
              <a:t>2</a:t>
            </a:r>
            <a:r>
              <a:rPr lang="en-US" altLang="zh-CN">
                <a:latin typeface="微软雅黑" panose="020B0503020204020204" pitchFamily="34" charset="-122"/>
                <a:ea typeface="微软雅黑" panose="020B0503020204020204" pitchFamily="34" charset="-122"/>
              </a:rPr>
              <a:t> / (2 ∗ 10) = 500 ∗ 10</a:t>
            </a:r>
            <a:r>
              <a:rPr lang="en-US" altLang="zh-CN" baseline="30000">
                <a:latin typeface="微软雅黑" panose="020B0503020204020204" pitchFamily="34" charset="-122"/>
                <a:ea typeface="微软雅黑" panose="020B0503020204020204" pitchFamily="34" charset="-122"/>
              </a:rPr>
              <a:t>6</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小时</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或</a:t>
            </a:r>
            <a:r>
              <a:rPr lang="en-US" altLang="zh-CN">
                <a:latin typeface="微软雅黑" panose="020B0503020204020204" pitchFamily="34" charset="-122"/>
                <a:ea typeface="微软雅黑" panose="020B0503020204020204" pitchFamily="34" charset="-122"/>
              </a:rPr>
              <a:t> 57,000</a:t>
            </a:r>
            <a:r>
              <a:rPr lang="zh-CN" altLang="en-US">
                <a:latin typeface="微软雅黑" panose="020B0503020204020204" pitchFamily="34" charset="-122"/>
                <a:ea typeface="微软雅黑" panose="020B0503020204020204" pitchFamily="34" charset="-122"/>
              </a:rPr>
              <a:t>年</a:t>
            </a:r>
            <a:r>
              <a:rPr lang="en-US" altLang="zh-CN">
                <a:latin typeface="微软雅黑" panose="020B0503020204020204" pitchFamily="34" charset="-122"/>
                <a:ea typeface="微软雅黑" panose="020B0503020204020204" pitchFamily="34" charset="-122"/>
              </a:rPr>
              <a:t>! </a:t>
            </a:r>
          </a:p>
          <a:p>
            <a:pPr>
              <a:lnSpc>
                <a:spcPct val="150000"/>
              </a:lnSpc>
              <a:spcBef>
                <a:spcPts val="600"/>
              </a:spcBef>
              <a:buFont typeface="Wingdings" panose="05000000000000000000" pitchFamily="2" charset="2"/>
              <a:buChar char="p"/>
            </a:pPr>
            <a:r>
              <a:rPr lang="zh-CN" altLang="en-US">
                <a:latin typeface="微软雅黑" panose="020B0503020204020204" pitchFamily="34" charset="-122"/>
                <a:ea typeface="微软雅黑" panose="020B0503020204020204" pitchFamily="34" charset="-122"/>
              </a:rPr>
              <a:t>经常与</a:t>
            </a:r>
            <a:r>
              <a:rPr lang="en-US" altLang="zh-CN" b="1">
                <a:solidFill>
                  <a:srgbClr val="0070C0"/>
                </a:solidFill>
                <a:latin typeface="微软雅黑" panose="020B0503020204020204" pitchFamily="34" charset="-122"/>
                <a:ea typeface="微软雅黑" panose="020B0503020204020204" pitchFamily="34" charset="-122"/>
              </a:rPr>
              <a:t>NVRAM</a:t>
            </a:r>
            <a:r>
              <a:rPr lang="zh-CN" altLang="en-US">
                <a:latin typeface="微软雅黑" panose="020B0503020204020204" pitchFamily="34" charset="-122"/>
                <a:ea typeface="微软雅黑" panose="020B0503020204020204" pitchFamily="34" charset="-122"/>
              </a:rPr>
              <a:t>结合以提高写入性能</a:t>
            </a:r>
            <a:endParaRPr lang="en-US" altLang="zh-CN">
              <a:latin typeface="微软雅黑" panose="020B0503020204020204" pitchFamily="34" charset="-122"/>
              <a:ea typeface="微软雅黑" panose="020B0503020204020204" pitchFamily="34" charset="-122"/>
            </a:endParaRPr>
          </a:p>
          <a:p>
            <a:pPr>
              <a:lnSpc>
                <a:spcPct val="150000"/>
              </a:lnSpc>
              <a:spcBef>
                <a:spcPts val="600"/>
              </a:spcBef>
              <a:buFont typeface="Wingdings" panose="05000000000000000000" pitchFamily="2" charset="2"/>
              <a:buChar char="p"/>
            </a:pPr>
            <a:r>
              <a:rPr lang="zh-CN" altLang="en-US">
                <a:latin typeface="微软雅黑" panose="020B0503020204020204" pitchFamily="34" charset="-122"/>
                <a:ea typeface="微软雅黑" panose="020B0503020204020204" pitchFamily="34" charset="-122"/>
              </a:rPr>
              <a:t>磁盘使用技术的几项改进包括使用多个磁盘协同工作</a:t>
            </a:r>
          </a:p>
          <a:p>
            <a:pPr>
              <a:lnSpc>
                <a:spcPct val="150000"/>
              </a:lnSpc>
              <a:spcBef>
                <a:spcPts val="600"/>
              </a:spcBef>
            </a:pPr>
            <a:endParaRPr lang="en-US" altLang="zh-CN" sz="800"/>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CEE09012-1254-7F17-1CD7-94ACF907E3F7}"/>
              </a:ext>
            </a:extLst>
          </p:cNvPr>
          <p:cNvSpPr>
            <a:spLocks noGrp="1" noChangeArrowheads="1"/>
          </p:cNvSpPr>
          <p:nvPr>
            <p:ph type="title"/>
          </p:nvPr>
        </p:nvSpPr>
        <p:spPr>
          <a:xfrm>
            <a:off x="2478088" y="201613"/>
            <a:ext cx="7732712" cy="576262"/>
          </a:xfrm>
        </p:spPr>
        <p:txBody>
          <a:bodyPr/>
          <a:lstStyle/>
          <a:p>
            <a:pPr eaLnBrk="1" hangingPunct="1"/>
            <a:r>
              <a:rPr lang="en-US" altLang="zh-CN">
                <a:latin typeface="微软雅黑" panose="020B0503020204020204" pitchFamily="34" charset="-122"/>
                <a:ea typeface="微软雅黑" panose="020B0503020204020204" pitchFamily="34" charset="-122"/>
              </a:rPr>
              <a:t>10.8 </a:t>
            </a:r>
            <a:r>
              <a:rPr lang="zh-CN" altLang="en-US">
                <a:latin typeface="微软雅黑" panose="020B0503020204020204" pitchFamily="34" charset="-122"/>
                <a:ea typeface="微软雅黑" panose="020B0503020204020204" pitchFamily="34" charset="-122"/>
              </a:rPr>
              <a:t>稳定的存储实现</a:t>
            </a:r>
            <a:r>
              <a:rPr lang="en-US" altLang="zh-CN" sz="2800"/>
              <a:t>*</a:t>
            </a:r>
          </a:p>
        </p:txBody>
      </p:sp>
      <p:sp>
        <p:nvSpPr>
          <p:cNvPr id="77827" name="Rectangle 3">
            <a:extLst>
              <a:ext uri="{FF2B5EF4-FFF2-40B4-BE49-F238E27FC236}">
                <a16:creationId xmlns:a16="http://schemas.microsoft.com/office/drawing/2014/main" id="{66412078-E9D9-5DD6-C420-F4A904D7A735}"/>
              </a:ext>
            </a:extLst>
          </p:cNvPr>
          <p:cNvSpPr>
            <a:spLocks noGrp="1" noChangeArrowheads="1"/>
          </p:cNvSpPr>
          <p:nvPr>
            <p:ph type="body" idx="1"/>
          </p:nvPr>
        </p:nvSpPr>
        <p:spPr>
          <a:xfrm>
            <a:off x="604838" y="1157288"/>
            <a:ext cx="11004550" cy="4530725"/>
          </a:xfrm>
        </p:spPr>
        <p:txBody>
          <a:bodyPr/>
          <a:lstStyle/>
          <a:p>
            <a:pPr algn="just">
              <a:lnSpc>
                <a:spcPct val="15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预写日志方案需要稳定的存储</a:t>
            </a:r>
            <a:endParaRPr lang="en-US" altLang="zh-CN" sz="2400">
              <a:latin typeface="微软雅黑" panose="020B0503020204020204" pitchFamily="34" charset="-122"/>
              <a:ea typeface="微软雅黑" panose="020B0503020204020204" pitchFamily="34" charset="-122"/>
            </a:endParaRPr>
          </a:p>
          <a:p>
            <a:pPr algn="just">
              <a:lnSpc>
                <a:spcPct val="15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稳定的存储意味着数据永远不会丢失</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由于故障等</a:t>
            </a:r>
            <a:r>
              <a:rPr lang="en-US" altLang="zh-CN" sz="2400">
                <a:latin typeface="微软雅黑" panose="020B0503020204020204" pitchFamily="34" charset="-122"/>
                <a:ea typeface="微软雅黑" panose="020B0503020204020204" pitchFamily="34" charset="-122"/>
              </a:rPr>
              <a:t>)</a:t>
            </a:r>
          </a:p>
          <a:p>
            <a:pPr algn="just">
              <a:lnSpc>
                <a:spcPct val="150000"/>
              </a:lnSpc>
              <a:buFont typeface="Wingdings" panose="05000000000000000000" pitchFamily="2" charset="2"/>
              <a:buChar char="p"/>
            </a:pPr>
            <a:r>
              <a:rPr lang="zh-CN" altLang="en-US" sz="2400">
                <a:latin typeface="微软雅黑" panose="020B0503020204020204" pitchFamily="34" charset="-122"/>
                <a:ea typeface="微软雅黑" panose="020B0503020204020204" pitchFamily="34" charset="-122"/>
              </a:rPr>
              <a:t>实现稳定存储：</a:t>
            </a:r>
            <a:endParaRPr lang="en-US" altLang="zh-CN" sz="2400">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在多个具有独立故障模式的非易失性存储介质上复制信息</a:t>
            </a:r>
            <a:r>
              <a:rPr lang="zh-CN" altLang="en-US" sz="2400" b="1">
                <a:solidFill>
                  <a:srgbClr val="0070C0"/>
                </a:solidFill>
                <a:latin typeface="微软雅黑" panose="020B0503020204020204" pitchFamily="34" charset="-122"/>
                <a:ea typeface="微软雅黑" panose="020B0503020204020204" pitchFamily="34" charset="-122"/>
              </a:rPr>
              <a:t>（热机备份）</a:t>
            </a:r>
            <a:endParaRPr lang="en-US" altLang="zh-CN" sz="2400" b="1">
              <a:solidFill>
                <a:srgbClr val="0070C0"/>
              </a:solidFill>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以可控的方式更新信息，以确保我们能够在数据传输或恢复过程中出现任何故障后都能恢复稳定的数据</a:t>
            </a:r>
            <a:endParaRPr lang="en-US" altLang="zh-CN" sz="240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a:extLst>
              <a:ext uri="{FF2B5EF4-FFF2-40B4-BE49-F238E27FC236}">
                <a16:creationId xmlns:a16="http://schemas.microsoft.com/office/drawing/2014/main" id="{0166D1B8-398E-249F-37CE-8A2A1A5B4686}"/>
              </a:ext>
            </a:extLst>
          </p:cNvPr>
          <p:cNvSpPr>
            <a:spLocks noGrp="1" noChangeArrowheads="1"/>
          </p:cNvSpPr>
          <p:nvPr>
            <p:ph type="title"/>
          </p:nvPr>
        </p:nvSpPr>
        <p:spPr/>
        <p:txBody>
          <a:bodyPr/>
          <a:lstStyle/>
          <a:p>
            <a:r>
              <a:rPr lang="zh-CN" altLang="en-US">
                <a:latin typeface="微软雅黑" panose="020B0503020204020204" pitchFamily="34" charset="-122"/>
                <a:ea typeface="微软雅黑" panose="020B0503020204020204" pitchFamily="34" charset="-122"/>
              </a:rPr>
              <a:t>练习</a:t>
            </a:r>
          </a:p>
        </p:txBody>
      </p:sp>
      <p:sp>
        <p:nvSpPr>
          <p:cNvPr id="79875" name="内容占位符 2">
            <a:extLst>
              <a:ext uri="{FF2B5EF4-FFF2-40B4-BE49-F238E27FC236}">
                <a16:creationId xmlns:a16="http://schemas.microsoft.com/office/drawing/2014/main" id="{0CFEABDF-0E21-6A47-7048-D57101109B40}"/>
              </a:ext>
            </a:extLst>
          </p:cNvPr>
          <p:cNvSpPr>
            <a:spLocks noGrp="1" noChangeArrowheads="1"/>
          </p:cNvSpPr>
          <p:nvPr>
            <p:ph idx="1"/>
          </p:nvPr>
        </p:nvSpPr>
        <p:spPr/>
        <p:txBody>
          <a:bodyPr/>
          <a:lstStyle/>
          <a:p>
            <a:pPr>
              <a:buFont typeface="Wingdings" panose="05000000000000000000" pitchFamily="2" charset="2"/>
              <a:buChar char="p"/>
            </a:pPr>
            <a:r>
              <a:rPr lang="en-US" altLang="zh-CN" sz="2400" b="1">
                <a:latin typeface="微软雅黑" panose="020B0503020204020204" pitchFamily="34" charset="-122"/>
                <a:ea typeface="微软雅黑" panose="020B0503020204020204" pitchFamily="34" charset="-122"/>
              </a:rPr>
              <a:t>10.4, 10.5,10.9, 10.10, 10.11, 10.14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8F1E7947-C055-7340-83DD-81F7A37822B1}"/>
              </a:ext>
            </a:extLst>
          </p:cNvPr>
          <p:cNvSpPr>
            <a:spLocks noGrp="1" noChangeArrowheads="1"/>
          </p:cNvSpPr>
          <p:nvPr>
            <p:ph type="ctrTitle"/>
          </p:nvPr>
        </p:nvSpPr>
        <p:spPr/>
        <p:txBody>
          <a:bodyPr/>
          <a:lstStyle/>
          <a:p>
            <a:pPr eaLnBrk="1" hangingPunct="1"/>
            <a:r>
              <a:rPr lang="zh-CN" altLang="en-US">
                <a:latin typeface="微软雅黑" panose="020B0503020204020204" pitchFamily="34" charset="-122"/>
                <a:ea typeface="微软雅黑" panose="020B0503020204020204" pitchFamily="34" charset="-122"/>
              </a:rPr>
              <a:t>第十章 结束</a:t>
            </a:r>
            <a:endParaRPr lang="en-US" altLang="en-US"/>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19036</TotalTime>
  <Words>2555</Words>
  <Application>Microsoft Office PowerPoint</Application>
  <PresentationFormat>宽屏</PresentationFormat>
  <Paragraphs>287</Paragraphs>
  <Slides>41</Slides>
  <Notes>35</Notes>
  <HiddenSlides>7</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41</vt:i4>
      </vt:variant>
    </vt:vector>
  </HeadingPairs>
  <TitlesOfParts>
    <vt:vector size="51" baseType="lpstr">
      <vt:lpstr>Verdana</vt:lpstr>
      <vt:lpstr>MS PGothic</vt:lpstr>
      <vt:lpstr>Arial</vt:lpstr>
      <vt:lpstr>Helvetica</vt:lpstr>
      <vt:lpstr>Times New Roman</vt:lpstr>
      <vt:lpstr>微软雅黑</vt:lpstr>
      <vt:lpstr>Wingdings</vt:lpstr>
      <vt:lpstr>Symbol</vt:lpstr>
      <vt:lpstr>Monotype Sorts</vt:lpstr>
      <vt:lpstr>os-8</vt:lpstr>
      <vt:lpstr>第十章  大容量存储系统</vt:lpstr>
      <vt:lpstr>第十章  大容量存储系统</vt:lpstr>
      <vt:lpstr>10.1 大容量存储结构</vt:lpstr>
      <vt:lpstr>大容量存储结构</vt:lpstr>
      <vt:lpstr>磁头移动机制</vt:lpstr>
      <vt:lpstr>硬盘</vt:lpstr>
      <vt:lpstr>硬盘性能</vt:lpstr>
      <vt:lpstr>硬盘性能</vt:lpstr>
      <vt:lpstr>固态磁盘（SSD）</vt:lpstr>
      <vt:lpstr>磁带</vt:lpstr>
      <vt:lpstr>10.2 磁盘结构</vt:lpstr>
      <vt:lpstr>磁盘结构</vt:lpstr>
      <vt:lpstr>10.3  磁盘连接*</vt:lpstr>
      <vt:lpstr>网络附加存储*</vt:lpstr>
      <vt:lpstr>存储阵列*</vt:lpstr>
      <vt:lpstr>存储区域网络*</vt:lpstr>
      <vt:lpstr>存储区域网络*</vt:lpstr>
      <vt:lpstr>10.4  磁盘调度</vt:lpstr>
      <vt:lpstr>磁盘调度</vt:lpstr>
      <vt:lpstr>磁盘调度</vt:lpstr>
      <vt:lpstr>磁盘调度</vt:lpstr>
      <vt:lpstr>先来先服务（FCFS）</vt:lpstr>
      <vt:lpstr>最短寻道时间（SSTF）</vt:lpstr>
      <vt:lpstr>扫描算法（SCAN）</vt:lpstr>
      <vt:lpstr>扫描算法（SCAN）</vt:lpstr>
      <vt:lpstr>循环扫描算法（C-SCAN）</vt:lpstr>
      <vt:lpstr>循环扫描算法（C-SCAN）</vt:lpstr>
      <vt:lpstr>C-LOOK</vt:lpstr>
      <vt:lpstr>选择磁盘调度算法</vt:lpstr>
      <vt:lpstr>选择磁盘调度算法</vt:lpstr>
      <vt:lpstr>10.5 磁盘管理</vt:lpstr>
      <vt:lpstr>原始 I/O（Raw I/O）</vt:lpstr>
      <vt:lpstr>引导块（boot block）</vt:lpstr>
      <vt:lpstr>在Windows中从磁盘启动</vt:lpstr>
      <vt:lpstr>磁盘维护</vt:lpstr>
      <vt:lpstr>10.6 交换空间管理</vt:lpstr>
      <vt:lpstr>交换空间管理</vt:lpstr>
      <vt:lpstr>10.7 RAID 结构*</vt:lpstr>
      <vt:lpstr>10.8 稳定的存储实现*</vt:lpstr>
      <vt:lpstr>练习</vt:lpstr>
      <vt:lpstr>第十章 结束</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浩嘉 申</cp:lastModifiedBy>
  <cp:revision>320</cp:revision>
  <cp:lastPrinted>2013-09-10T17:57:57Z</cp:lastPrinted>
  <dcterms:created xsi:type="dcterms:W3CDTF">2011-01-13T23:43:38Z</dcterms:created>
  <dcterms:modified xsi:type="dcterms:W3CDTF">2026-06-03T15:01:30Z</dcterms:modified>
</cp:coreProperties>
</file>