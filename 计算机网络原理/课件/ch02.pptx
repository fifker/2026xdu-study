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5"/>
  </p:notesMasterIdLst>
  <p:sldIdLst>
    <p:sldId id="634" r:id="rId2"/>
    <p:sldId id="635" r:id="rId3"/>
    <p:sldId id="637" r:id="rId4"/>
    <p:sldId id="673" r:id="rId5"/>
    <p:sldId id="638" r:id="rId6"/>
    <p:sldId id="639" r:id="rId7"/>
    <p:sldId id="640" r:id="rId8"/>
    <p:sldId id="641" r:id="rId9"/>
    <p:sldId id="590" r:id="rId10"/>
    <p:sldId id="643" r:id="rId11"/>
    <p:sldId id="644" r:id="rId12"/>
    <p:sldId id="645" r:id="rId13"/>
    <p:sldId id="646" r:id="rId14"/>
    <p:sldId id="674" r:id="rId15"/>
    <p:sldId id="610" r:id="rId16"/>
    <p:sldId id="593" r:id="rId17"/>
    <p:sldId id="594" r:id="rId18"/>
    <p:sldId id="611" r:id="rId19"/>
    <p:sldId id="647" r:id="rId20"/>
    <p:sldId id="648" r:id="rId21"/>
    <p:sldId id="649" r:id="rId22"/>
    <p:sldId id="650" r:id="rId23"/>
    <p:sldId id="651" r:id="rId24"/>
    <p:sldId id="652" r:id="rId25"/>
    <p:sldId id="653" r:id="rId26"/>
    <p:sldId id="654" r:id="rId27"/>
    <p:sldId id="655" r:id="rId28"/>
    <p:sldId id="656" r:id="rId29"/>
    <p:sldId id="657" r:id="rId30"/>
    <p:sldId id="658" r:id="rId31"/>
    <p:sldId id="659" r:id="rId32"/>
    <p:sldId id="660" r:id="rId33"/>
    <p:sldId id="661" r:id="rId34"/>
    <p:sldId id="662" r:id="rId35"/>
    <p:sldId id="663" r:id="rId36"/>
    <p:sldId id="664" r:id="rId37"/>
    <p:sldId id="665" r:id="rId38"/>
    <p:sldId id="666" r:id="rId39"/>
    <p:sldId id="667" r:id="rId40"/>
    <p:sldId id="668" r:id="rId41"/>
    <p:sldId id="669" r:id="rId42"/>
    <p:sldId id="671" r:id="rId43"/>
    <p:sldId id="672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66"/>
    <a:srgbClr val="00CC00"/>
    <a:srgbClr val="D9ECFF"/>
    <a:srgbClr val="99CCFF"/>
    <a:srgbClr val="FFFF00"/>
    <a:srgbClr val="F2F3B7"/>
    <a:srgbClr val="EAE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8" autoAdjust="0"/>
    <p:restoredTop sz="93645" autoAdjust="0"/>
  </p:normalViewPr>
  <p:slideViewPr>
    <p:cSldViewPr>
      <p:cViewPr>
        <p:scale>
          <a:sx n="100" d="100"/>
          <a:sy n="100" d="100"/>
        </p:scale>
        <p:origin x="-1416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0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>
            <a:extLst>
              <a:ext uri="{FF2B5EF4-FFF2-40B4-BE49-F238E27FC236}">
                <a16:creationId xmlns:a16="http://schemas.microsoft.com/office/drawing/2014/main" id="{A48A3A7B-2BA2-6488-FBE2-4D2E309AEB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083" name="Rectangle 3">
            <a:extLst>
              <a:ext uri="{FF2B5EF4-FFF2-40B4-BE49-F238E27FC236}">
                <a16:creationId xmlns:a16="http://schemas.microsoft.com/office/drawing/2014/main" id="{68753A44-9B4B-264E-F9D2-B3D9D521FA8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40F22FF0-BB04-C580-39E8-124C75A8B4E0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085" name="Rectangle 5">
            <a:extLst>
              <a:ext uri="{FF2B5EF4-FFF2-40B4-BE49-F238E27FC236}">
                <a16:creationId xmlns:a16="http://schemas.microsoft.com/office/drawing/2014/main" id="{EFED30FF-036F-1F56-CF18-EA5B041544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86086" name="Rectangle 6">
            <a:extLst>
              <a:ext uri="{FF2B5EF4-FFF2-40B4-BE49-F238E27FC236}">
                <a16:creationId xmlns:a16="http://schemas.microsoft.com/office/drawing/2014/main" id="{EAA811E5-FE63-03DF-CB68-98D5E6F4EA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087" name="Rectangle 7">
            <a:extLst>
              <a:ext uri="{FF2B5EF4-FFF2-40B4-BE49-F238E27FC236}">
                <a16:creationId xmlns:a16="http://schemas.microsoft.com/office/drawing/2014/main" id="{F6E07929-C1E1-779C-DEB1-AC2CEF0445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3A28FE31-2097-42CA-AF76-9B815AC8ED9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683DCCEE-EDF6-9857-AD70-70CC989219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71741C6-A3A6-4DE3-96C0-10416FB0A2A6}" type="slidenum">
              <a:rPr lang="en-US" altLang="zh-CN" b="0"/>
              <a:pPr/>
              <a:t>5</a:t>
            </a:fld>
            <a:endParaRPr lang="en-US" altLang="zh-CN" b="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6FAEF27-414C-EEB9-BB20-D4495FCF0B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B4B5CF6-E121-16E6-BEAD-517493F88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E14AC885-740B-4011-D608-232DA74526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0676B2-481D-4DBF-BABE-9522FB9D687C}" type="slidenum">
              <a:rPr lang="en-US" altLang="zh-CN" b="0"/>
              <a:pPr/>
              <a:t>6</a:t>
            </a:fld>
            <a:endParaRPr lang="en-US" altLang="zh-CN" b="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DB3BC704-5CAF-AE7D-64C6-8C4E3D53C1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7A81190-771F-27F8-0A4B-E7EFED445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A91277E5-17D8-C760-6F51-4F3B325314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A42C7D-A571-496C-85D1-B595A45BF334}" type="slidenum">
              <a:rPr lang="en-US" altLang="zh-CN" b="0"/>
              <a:pPr/>
              <a:t>7</a:t>
            </a:fld>
            <a:endParaRPr lang="en-US" altLang="zh-CN" b="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1B48CCC9-2B88-74B8-CBB2-9238288FBAB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F6D7F2F1-B69D-27AB-1D77-75C03FB06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27DB42BF-6F38-2AE8-4CAD-ECAAA34420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7DE2F9C-369E-4D64-802E-F6E8F42434CF}" type="slidenum">
              <a:rPr lang="en-US" altLang="zh-CN" b="0"/>
              <a:pPr/>
              <a:t>8</a:t>
            </a:fld>
            <a:endParaRPr lang="en-US" altLang="zh-CN" b="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E08A7FE2-1706-6231-E7CA-E30F7FBD092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99C1FD23-68AD-D392-D95A-CA74997F1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D866A368-EB02-630E-F0C1-55673F3406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E371DFF-4BB8-4013-A6F0-E9436429EA86}" type="slidenum">
              <a:rPr lang="en-US" altLang="zh-CN" b="0"/>
              <a:pPr/>
              <a:t>9</a:t>
            </a:fld>
            <a:endParaRPr lang="en-US" altLang="zh-CN" b="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6DD7EA44-1812-A6B3-F2FB-1F749F638B0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75EA303F-B116-FAEE-3EB7-31569E3AA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76C5E2E8-CEC8-D5EE-C77E-13FEC65A91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A095E7-CE62-47B3-A070-F94B3570E07A}" type="slidenum">
              <a:rPr lang="en-US" altLang="zh-CN" b="0"/>
              <a:pPr/>
              <a:t>10</a:t>
            </a:fld>
            <a:endParaRPr lang="en-US" altLang="zh-CN" b="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F96ECF5B-1FDF-1552-16D6-31D97B806B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931837B-2479-775F-4969-76ABF34A27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601811DC-14A4-5C51-B9DC-376FBBF6B5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99B010-CF7C-41A1-ADE0-16108FB11860}" type="slidenum">
              <a:rPr lang="en-US" altLang="zh-CN" b="0"/>
              <a:pPr/>
              <a:t>11</a:t>
            </a:fld>
            <a:endParaRPr lang="en-US" altLang="zh-CN" b="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1249E49-AFF8-DDA9-A6AD-08FB553CA23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8317F24-0E9D-99B2-BCB2-2B2F28785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BFFC1782-CAFB-B5EC-DC37-BA1FAA9070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0A6AF2-F60E-4808-A61A-685B771CA9D4}" type="slidenum">
              <a:rPr lang="en-US" altLang="zh-CN" b="0"/>
              <a:pPr/>
              <a:t>12</a:t>
            </a:fld>
            <a:endParaRPr lang="en-US" altLang="zh-CN" b="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C92892C1-62D1-6FC1-4ABD-AB800C86CF4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7A42574-DD32-60DA-A2A5-8C33F5A9D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D2094BCD-0107-D4AA-ED00-031CEF7BDE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38AF8B-1184-4C5E-ABCF-E2A4584ADF70}" type="slidenum">
              <a:rPr lang="en-US" altLang="zh-CN" b="0"/>
              <a:pPr/>
              <a:t>13</a:t>
            </a:fld>
            <a:endParaRPr lang="en-US" altLang="zh-CN" b="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9064FC7-1F52-B472-EBDE-8E4BB5A78A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F95088F5-3CCB-A62F-D466-130FBC46A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0B471953-AC02-6BD5-0120-014281C374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C228AC-E4A6-4BDC-9294-2AAE281FB9EF}" type="slidenum">
              <a:rPr lang="en-US" altLang="zh-CN" b="0"/>
              <a:pPr/>
              <a:t>14</a:t>
            </a:fld>
            <a:endParaRPr lang="en-US" altLang="zh-CN" b="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4453C915-13C9-7775-2FD1-981ADD28DC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DC31004A-940B-B7C1-A04A-2BEB7B25F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69E07559-13C1-7DA4-C816-4226DECD3B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3947F1-1CC5-450C-8F1C-1D80D0D52B01}" type="slidenum">
              <a:rPr lang="en-US" altLang="zh-CN" b="0"/>
              <a:pPr/>
              <a:t>15</a:t>
            </a:fld>
            <a:endParaRPr lang="en-US" altLang="zh-CN" b="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7604E217-2CAB-AC6F-1B15-8DD0B07DDCD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8E398B3F-1321-6F1D-DEE2-045AD8ABEC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4D499F8C-F41A-E9E1-9D3C-5B0861F73C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386B6CD-B05D-4A55-B88C-27079D875554}" type="slidenum">
              <a:rPr lang="en-US" altLang="zh-CN" b="0"/>
              <a:pPr/>
              <a:t>16</a:t>
            </a:fld>
            <a:endParaRPr lang="en-US" altLang="zh-CN" b="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27C6360-6A9B-60CF-B0D7-8BCCA0024A2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48B50348-5457-682B-4A3F-FFC9DA79C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B6289363-9695-7A1F-32D3-79F4E6ADF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D294E54-15FD-492B-81CC-B8EF0D557E40}" type="slidenum">
              <a:rPr lang="en-US" altLang="zh-CN" b="0"/>
              <a:pPr/>
              <a:t>17</a:t>
            </a:fld>
            <a:endParaRPr lang="en-US" altLang="zh-CN" b="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3B3333FA-EDA7-771E-6D66-60D9F7DF84A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FF573B64-6426-86FE-381E-86E43C3B81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87D9537A-7C93-599D-98AD-8FF2EE6C7F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4A9F8E-9F25-43FE-8C55-01E69D7ECDA2}" type="slidenum">
              <a:rPr lang="en-US" altLang="zh-CN" b="0"/>
              <a:pPr/>
              <a:t>18</a:t>
            </a:fld>
            <a:endParaRPr lang="en-US" altLang="zh-CN" b="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831F1A7-010E-8E53-0886-CB7A7B2CA11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2C01FEE7-0B93-2AD3-79E7-F1B5FFFE2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4C3D4431-697E-67D9-9045-1A4DF1A739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09420C-C23E-4BDD-A976-B1E9211AB250}" type="slidenum">
              <a:rPr lang="en-US" altLang="zh-CN" b="0"/>
              <a:pPr/>
              <a:t>19</a:t>
            </a:fld>
            <a:endParaRPr lang="en-US" altLang="zh-CN" b="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C7AF4127-8A0E-7DDC-1F83-810EBF8E5C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D5375D78-DD0D-391C-0F89-078FB4167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8D1CEC90-4AAE-297A-6A0E-8B12F8DD80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60A199-6482-41E7-BCB9-B20418FA9118}" type="slidenum">
              <a:rPr lang="en-US" altLang="zh-CN" b="0"/>
              <a:pPr/>
              <a:t>20</a:t>
            </a:fld>
            <a:endParaRPr lang="en-US" altLang="zh-CN" b="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6C7B4BE-03E5-BC29-5EE4-9180BDE416B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815C626C-BD77-0E84-D778-11C54C7151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F4D2BA89-0613-D4BA-C28C-5B77E3545B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E24A72-379A-402D-BE49-2FE8225E9420}" type="slidenum">
              <a:rPr lang="en-US" altLang="zh-CN" b="0"/>
              <a:pPr/>
              <a:t>21</a:t>
            </a:fld>
            <a:endParaRPr lang="en-US" altLang="zh-CN" b="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D7C9DBEC-A085-C803-8041-6ACF38167C7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1464322-80A9-055C-7569-76CF6EBC5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E5B71306-D561-8B88-DBE5-F52A2E033C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62D22E-58C1-4BA0-8944-EF8A9CED4C98}" type="slidenum">
              <a:rPr lang="en-US" altLang="zh-CN" b="0"/>
              <a:pPr/>
              <a:t>22</a:t>
            </a:fld>
            <a:endParaRPr lang="en-US" altLang="zh-CN" b="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C573DE2B-E399-6100-ACC5-F5F54702CA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8463259-607A-84AB-8BBD-18EB1CE07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A8E3A4BB-356A-4C81-1AEE-69950B74DE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FCAB6E-AC8C-4AF1-AEE8-E3551D271F20}" type="slidenum">
              <a:rPr lang="en-US" altLang="zh-CN" b="0"/>
              <a:pPr/>
              <a:t>23</a:t>
            </a:fld>
            <a:endParaRPr lang="en-US" altLang="zh-CN" b="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D1D2C57C-45DE-3EEE-EADA-772A09C5231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AB90880-1A79-19B4-1BFD-737CE57CF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86BD0422-67C1-EB15-4EF5-8C28B9B773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EA14BE-0CE2-4E88-9BFA-5E4FBEAF3D31}" type="slidenum">
              <a:rPr lang="en-US" altLang="zh-CN" b="0"/>
              <a:pPr/>
              <a:t>24</a:t>
            </a:fld>
            <a:endParaRPr lang="en-US" altLang="zh-CN" b="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395B7D3A-F386-282A-FF33-2BFBA07B73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78D661A3-5CAC-1B30-17C2-E63336F94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32E8490A-372B-308F-EA82-E4C9CC39A4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234488F-6F41-4283-8CBC-A872ABEBFF84}" type="slidenum">
              <a:rPr lang="en-US" altLang="zh-CN" b="0"/>
              <a:pPr/>
              <a:t>25</a:t>
            </a:fld>
            <a:endParaRPr lang="en-US" altLang="zh-CN" b="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8DFD1C3A-C14B-2553-1014-9EC6AFAE18B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EB5147D2-8C79-22D2-572F-4749C2F20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5AF78F02-6F9D-A625-D2DE-470DDAC401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99A516C-4E1D-45F3-AE1B-1E999D1A9D7F}" type="slidenum">
              <a:rPr lang="en-US" altLang="zh-CN" b="0"/>
              <a:pPr/>
              <a:t>26</a:t>
            </a:fld>
            <a:endParaRPr lang="en-US" altLang="zh-CN" b="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1F7D5E68-2A00-7216-B11D-2CD05646CA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A00784A1-5F90-7AC4-1D3C-A8546944DB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B884B8F0-8EDD-8C4E-805E-E06D06A126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020D89-5280-43BF-AA11-9063B4C4DA7F}" type="slidenum">
              <a:rPr lang="en-US" altLang="zh-CN" b="0"/>
              <a:pPr/>
              <a:t>27</a:t>
            </a:fld>
            <a:endParaRPr lang="en-US" altLang="zh-CN" b="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4566759-3388-8E27-77E5-BAE2A1EB12A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CA6596DC-5E7F-BC04-66A0-A6D4ACC71F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68C80EEE-7075-61FD-A955-DE5B211E86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55805E1-6ECB-4A00-AFDC-E92D5C2C8700}" type="slidenum">
              <a:rPr lang="en-US" altLang="zh-CN" b="0"/>
              <a:pPr/>
              <a:t>28</a:t>
            </a:fld>
            <a:endParaRPr lang="en-US" altLang="zh-CN" b="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40227D1D-3856-C790-18B2-B261CEA362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8B88734F-ED54-D791-4A32-34943220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580E3D3E-BB62-1A35-3CBC-20AEF9AA39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17DB26F-3788-4222-97A8-9E6E6C795DC6}" type="slidenum">
              <a:rPr lang="en-US" altLang="zh-CN" b="0"/>
              <a:pPr/>
              <a:t>29</a:t>
            </a:fld>
            <a:endParaRPr lang="en-US" altLang="zh-CN" b="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30033B6-A499-BF13-2EF7-C38E9546F18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A811837C-5C1D-7430-0C69-A80332592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FA5E5A9A-8208-88BE-0874-4AE90E3452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B8BD3F2-43BE-4B58-A813-62475C59B118}" type="slidenum">
              <a:rPr lang="en-US" altLang="zh-CN" b="0"/>
              <a:pPr/>
              <a:t>30</a:t>
            </a:fld>
            <a:endParaRPr lang="en-US" altLang="zh-CN" b="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95F16F5E-65B1-6CF4-A9F9-60243D9A46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3D3E00B9-D1BD-C62C-E645-3459E5F49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4A9470E9-FFE3-771B-B8F7-69C36B8903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05EAD4-F6E6-476D-84BF-6A82A08ED533}" type="slidenum">
              <a:rPr lang="en-US" altLang="zh-CN" b="0"/>
              <a:pPr/>
              <a:t>31</a:t>
            </a:fld>
            <a:endParaRPr lang="en-US" altLang="zh-CN" b="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4D9875D-A84A-1497-F953-39E1E8F921A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38A8545-AD84-9F26-78DC-CE76F9D5F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F32D4CD7-EFB1-BCD8-2039-EEBAD0F604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ECBBBCD-77FB-4203-B094-EE971FD45BFC}" type="slidenum">
              <a:rPr lang="en-US" altLang="zh-CN" b="0"/>
              <a:pPr/>
              <a:t>32</a:t>
            </a:fld>
            <a:endParaRPr lang="en-US" altLang="zh-CN" b="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0BCC2DED-6192-5A07-7475-99FF94A388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67C8D298-E34E-B342-F46D-8323E80E7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BA7A62E6-4B72-13A3-1E16-85897FCFB0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352C482-A4DF-4395-A6A7-4D43B0D5D1E3}" type="slidenum">
              <a:rPr lang="en-US" altLang="zh-CN" b="0"/>
              <a:pPr/>
              <a:t>33</a:t>
            </a:fld>
            <a:endParaRPr lang="en-US" altLang="zh-CN" b="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6445F04-A2EE-A1D7-5C1D-1C9F121D5A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1B54AC9C-9340-DEF3-662E-4E7EE0C5F4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CDD3EC5E-6300-247A-5EBC-4A93971AC4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3665DF0-C8B2-439D-81D8-BCEBB5DD4C4E}" type="slidenum">
              <a:rPr lang="en-US" altLang="zh-CN" b="0"/>
              <a:pPr/>
              <a:t>34</a:t>
            </a:fld>
            <a:endParaRPr lang="en-US" altLang="zh-CN" b="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39AFA7B2-D764-2356-4D99-C585252328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242ED35D-EE88-35D1-A4E8-0AA97CB48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EED18841-1534-D577-3ABC-0DAB3012A3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47AB826-F7AE-4B69-B49A-068EC0931757}" type="slidenum">
              <a:rPr lang="en-US" altLang="zh-CN" b="0"/>
              <a:pPr/>
              <a:t>35</a:t>
            </a:fld>
            <a:endParaRPr lang="en-US" altLang="zh-CN" b="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E16CAE84-81CE-28FB-0654-FA7F858BA7C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45137FCF-8443-DB20-8A0D-D33FCF243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4BDDE29D-BEE7-EE1F-A30D-30BB9FF580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F06818C-2D4A-44BE-BADF-B7E08CC3BAF5}" type="slidenum">
              <a:rPr lang="en-US" altLang="zh-CN" b="0"/>
              <a:pPr/>
              <a:t>36</a:t>
            </a:fld>
            <a:endParaRPr lang="en-US" altLang="zh-CN" b="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C64C0A46-D01E-C902-D76D-94390A9FACC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07B588E9-4E9F-3352-E49A-3209EB5E9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A5330AC3-E018-8FB7-3CA8-9D07156276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D30B878-BB3A-4B01-8C48-D9334A3F9479}" type="slidenum">
              <a:rPr lang="en-US" altLang="zh-CN" b="0"/>
              <a:pPr/>
              <a:t>37</a:t>
            </a:fld>
            <a:endParaRPr lang="en-US" altLang="zh-CN" b="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6D82C7E-F76A-C86A-B133-2892E9B243B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7BC0ADD9-9B44-A501-ED91-2CABCA3DF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1443423-F03C-ED9D-B73A-6E48EDE27C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74772A-6F45-4F39-931A-DF34D43C7D77}" type="slidenum">
              <a:rPr lang="en-US" altLang="zh-CN" b="0"/>
              <a:pPr/>
              <a:t>38</a:t>
            </a:fld>
            <a:endParaRPr lang="en-US" altLang="zh-CN" b="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3F2B423-B718-8D07-D9E5-C47F775F9C1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C10464B3-3EDE-8431-AC58-1F5E7323AF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28279AC5-1308-C047-FB5D-35539A4302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538944-F007-4A85-A93D-88BF77974254}" type="slidenum">
              <a:rPr lang="en-US" altLang="zh-CN" b="0"/>
              <a:pPr/>
              <a:t>39</a:t>
            </a:fld>
            <a:endParaRPr lang="en-US" altLang="zh-CN" b="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6D652F69-3162-23AE-33A2-06A72ADDCE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BA1B68E-4DAE-1E4A-0C32-42F05ED08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0227AD0E-66CC-3BDA-BE53-C131D6CB4F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4C34F0-0165-45FF-97DA-94609EFB35C2}" type="slidenum">
              <a:rPr lang="en-US" altLang="zh-CN" b="0"/>
              <a:pPr/>
              <a:t>40</a:t>
            </a:fld>
            <a:endParaRPr lang="en-US" altLang="zh-CN" b="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3A4BB8CA-BB33-68CB-5D27-788313140C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27E2ABEF-0818-A201-1ACA-B54E42467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B211C48A-F504-A10C-AAFF-E5A17B0D15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5C4F632-EE50-4244-B510-8B23DDF3333E}" type="slidenum">
              <a:rPr lang="en-US" altLang="zh-CN" b="0"/>
              <a:pPr/>
              <a:t>41</a:t>
            </a:fld>
            <a:endParaRPr lang="en-US" altLang="zh-CN" b="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1EC37C5D-A838-D6D3-4BF7-0FE9B9F6FC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01D797E6-F40D-DF8F-F806-3BCB31188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93822D0C-8EF8-E643-4BF9-B9D8028C68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C0B2453-D937-4102-B5AC-54873BB63567}" type="slidenum">
              <a:rPr lang="en-US" altLang="zh-CN" b="0"/>
              <a:pPr/>
              <a:t>42</a:t>
            </a:fld>
            <a:endParaRPr lang="en-US" altLang="zh-CN" b="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90C8A948-FFED-F755-B85D-6B1F8BB478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FA0E0376-3AC3-678B-22FD-DDAC712E05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C3E5E905-D836-BC27-1448-F7D64022E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49A8F08-34AA-440D-8185-008FF53879C4}" type="slidenum">
              <a:rPr lang="en-US" altLang="zh-CN" b="0"/>
              <a:pPr/>
              <a:t>43</a:t>
            </a:fld>
            <a:endParaRPr lang="en-US" altLang="zh-CN" b="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D505BA3-6205-1033-8588-FF8B558EFA6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8D7CBB7B-CA44-762F-5187-F0E83D0AF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2624513-0884-9B7A-58BB-64C4B4B3F6F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5BA02C7-610A-EDD6-BDB0-022CDC8800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30369510-6780-5B90-1245-8F5CFA13B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366A1ADB-9395-C045-3F2B-8233D9615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8960AEB3-7968-E73C-9AED-F1C4355AB9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96585F4-B1DC-0CB0-A7B5-8730528AF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95E197A-B7E5-C916-F0AE-7BD5AF0B9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B6243470-9422-E308-7877-6140CCD4D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D445564-AE65-EB90-2963-9159BBBA7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1F0D6887-E3A5-9738-9588-29BC4A7678B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0F5B6F83-2014-5557-2FC8-6ADDB61081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/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CD7BDCC7-5ACB-0BC9-5950-492614B96A7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/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701FA8F-77D5-6A94-1556-8AAD97484B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E99F901-6B26-4C65-D9BA-33373604CA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2.#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ECE759FD-B0DF-198B-20F1-17A251F011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5ED2CFB8-E15C-4005-9D9B-B87BFE487C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856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ED631CD-2A0C-0BD3-37FA-D73C4BC7BC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E1E9F361-7D8B-44E4-B3C4-61D546C869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2261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FE895908-5600-858C-59B3-A8FF2B25BA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FECE922A-DF2A-4C4F-8731-5F9589DF35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754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22600EF-FECC-6F54-3FC0-9EE20886B9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2C766CC7-9F81-4875-B177-333F88A7FAD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936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240F3BB-92D7-7ACC-3252-9BF4AB7B32E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17FB60EC-56F1-4A16-A4C6-DCDB7AF556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072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CDA7761-64DC-8471-B5AA-86EEC13E5C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83A78FC5-2CBF-4CEF-8664-4B40E78467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5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3B52883A-7F7B-92CF-B8AD-02AFB71BC0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6FF17468-FD79-472A-B5DD-6D56B6C1116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225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0E10B3A-9DB9-3552-6B6A-65AF005FB6B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2141F715-128F-4B7C-8CEF-836593D7D6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3783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67172D8-E49E-9A13-3C51-C2D5E03040C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F9100C66-F27A-4ABC-9BA3-C59C84BC54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622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AB07618-D5D5-85E3-86B1-1E628645ED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BA88E683-4C64-4A1F-AF3F-8797463438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11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972F397D-BFD6-E324-F9CF-4279FFEC4F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3E6EAAB1-568C-4ACE-8F58-75F63884A9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962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5AC1322B-F25D-ADCD-E446-A2B17507D0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2.</a:t>
            </a:r>
            <a:fld id="{A9B54F25-59A4-4466-A4F1-50A8630F66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744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3" name="Rectangle 13">
            <a:extLst>
              <a:ext uri="{FF2B5EF4-FFF2-40B4-BE49-F238E27FC236}">
                <a16:creationId xmlns:a16="http://schemas.microsoft.com/office/drawing/2014/main" id="{F0C37CA3-FAC2-2451-6507-6E6482230B5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2.</a:t>
            </a:r>
            <a:fld id="{EC7A9AAE-8052-4585-8EA3-1CA825EAB27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内容占位符 1">
            <a:extLst>
              <a:ext uri="{FF2B5EF4-FFF2-40B4-BE49-F238E27FC236}">
                <a16:creationId xmlns:a16="http://schemas.microsoft.com/office/drawing/2014/main" id="{2D3B7F11-52DF-D0FD-56E4-436EA13AC736}"/>
              </a:ext>
            </a:extLst>
          </p:cNvPr>
          <p:cNvSpPr>
            <a:spLocks noGrp="1"/>
          </p:cNvSpPr>
          <p:nvPr>
            <p:ph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                      </a:t>
            </a:r>
            <a:r>
              <a:rPr lang="zh-CN" altLang="en-US" sz="4000" b="1">
                <a:ea typeface="宋体" panose="02010600030101010101" pitchFamily="2" charset="-122"/>
              </a:rPr>
              <a:t>第二章</a:t>
            </a:r>
            <a:endParaRPr lang="en-US" altLang="zh-CN" sz="4000" b="1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4000" b="1">
                <a:ea typeface="宋体" panose="02010600030101010101" pitchFamily="2" charset="-122"/>
              </a:rPr>
              <a:t>                    网络模型</a:t>
            </a:r>
          </a:p>
        </p:txBody>
      </p:sp>
      <p:sp>
        <p:nvSpPr>
          <p:cNvPr id="3075" name="灯片编号占位符 2">
            <a:extLst>
              <a:ext uri="{FF2B5EF4-FFF2-40B4-BE49-F238E27FC236}">
                <a16:creationId xmlns:a16="http://schemas.microsoft.com/office/drawing/2014/main" id="{8CB865B4-52F3-5A40-8AFC-E545BF99C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33040ED6-A9D0-47CC-8C81-36FBB38786DF}" type="slidenum">
              <a:rPr lang="en-US" altLang="zh-CN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pic>
        <p:nvPicPr>
          <p:cNvPr id="3076" name="Picture 2" descr="Forouzan4e07_banner">
            <a:extLst>
              <a:ext uri="{FF2B5EF4-FFF2-40B4-BE49-F238E27FC236}">
                <a16:creationId xmlns:a16="http://schemas.microsoft.com/office/drawing/2014/main" id="{7FAF496F-8F32-A27F-6318-CA6291888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内容占位符 6">
            <a:extLst>
              <a:ext uri="{FF2B5EF4-FFF2-40B4-BE49-F238E27FC236}">
                <a16:creationId xmlns:a16="http://schemas.microsoft.com/office/drawing/2014/main" id="{C85BE12E-405C-AB85-05DF-4EFA84F7111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在日常生活中，我们使用分层的概念。例如，两个好朋友通过发送邮件来进行通信，如果没有邮局所提供的服务，那么两个人的通信过程会非常的复杂。</a:t>
            </a:r>
            <a:endParaRPr lang="en-US" altLang="zh-CN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i="1" u="sng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本节所讨论的内容：</a:t>
            </a:r>
            <a:endParaRPr lang="en-US" altLang="zh-CN" sz="2800" b="1" i="1" u="sng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发送方，接收方和载体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层次结构</a:t>
            </a:r>
          </a:p>
        </p:txBody>
      </p:sp>
      <p:sp>
        <p:nvSpPr>
          <p:cNvPr id="4099" name="灯片编号占位符 1">
            <a:extLst>
              <a:ext uri="{FF2B5EF4-FFF2-40B4-BE49-F238E27FC236}">
                <a16:creationId xmlns:a16="http://schemas.microsoft.com/office/drawing/2014/main" id="{2DC546CA-3D8E-8C44-4AA5-B29DFA80B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792949C2-E34B-472D-AE44-4D32F849CA6D}" type="slidenum">
              <a:rPr lang="en-US" altLang="zh-CN">
                <a:latin typeface="Arial" panose="020B0604020202020204" pitchFamily="34" charset="0"/>
              </a:rPr>
              <a:pPr/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1ABA8B-AA82-D690-5DD7-8BF75E411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  <a:ea typeface="宋体" pitchFamily="2" charset="-122"/>
                <a:cs typeface="Times New Roman" pitchFamily="18" charset="0"/>
              </a:rPr>
              <a:t> 2.1 </a:t>
            </a:r>
            <a:r>
              <a:rPr lang="zh-CN" altLang="en-US" sz="4000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  <a:ea typeface="宋体" pitchFamily="2" charset="-122"/>
                <a:cs typeface="Times New Roman" pitchFamily="18" charset="0"/>
              </a:rPr>
              <a:t>任务分层</a:t>
            </a:r>
            <a:endParaRPr lang="zh-CN" altLang="zh-CN" sz="4000" dirty="0">
              <a:effectLst>
                <a:outerShdw blurRad="38100" dist="38100" dir="2700000" algn="tl">
                  <a:srgbClr val="FFFFFF"/>
                </a:outerShdw>
              </a:effectLst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>
            <a:extLst>
              <a:ext uri="{FF2B5EF4-FFF2-40B4-BE49-F238E27FC236}">
                <a16:creationId xmlns:a16="http://schemas.microsoft.com/office/drawing/2014/main" id="{F2143D24-07D1-C2E2-3783-C50BE0C12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C4DE223A-763B-4AE9-BB2A-BA2F79849A79}" type="slidenum">
              <a:rPr lang="en-US" altLang="zh-CN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123" name="灯片编号占位符 1">
            <a:extLst>
              <a:ext uri="{FF2B5EF4-FFF2-40B4-BE49-F238E27FC236}">
                <a16:creationId xmlns:a16="http://schemas.microsoft.com/office/drawing/2014/main" id="{B41F9015-54D6-6337-10C9-F76A9BEC75E3}"/>
              </a:ext>
            </a:extLst>
          </p:cNvPr>
          <p:cNvSpPr txBox="1">
            <a:spLocks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2.</a:t>
            </a:r>
            <a:fld id="{844B8F13-21F0-4D6E-B319-A004DC724AD7}" type="slidenum"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/>
              <a:t>3</a:t>
            </a:fld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4" name="Line 2">
            <a:extLst>
              <a:ext uri="{FF2B5EF4-FFF2-40B4-BE49-F238E27FC236}">
                <a16:creationId xmlns:a16="http://schemas.microsoft.com/office/drawing/2014/main" id="{C8C15D24-FF07-0388-8C1B-5C51CEB3F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Line 3">
            <a:extLst>
              <a:ext uri="{FF2B5EF4-FFF2-40B4-BE49-F238E27FC236}">
                <a16:creationId xmlns:a16="http://schemas.microsoft.com/office/drawing/2014/main" id="{2BE2806F-1436-6FFC-460C-9875500FF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Text Box 4">
            <a:extLst>
              <a:ext uri="{FF2B5EF4-FFF2-40B4-BE49-F238E27FC236}">
                <a16:creationId xmlns:a16="http://schemas.microsoft.com/office/drawing/2014/main" id="{DEBF31C1-BE39-FFA3-9D16-23C8543C8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870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2.1 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发送信件所包含的任务</a:t>
            </a:r>
            <a:endParaRPr lang="en-US" altLang="zh-CN" sz="2800" i="1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7" name="Line 5">
            <a:extLst>
              <a:ext uri="{FF2B5EF4-FFF2-40B4-BE49-F238E27FC236}">
                <a16:creationId xmlns:a16="http://schemas.microsoft.com/office/drawing/2014/main" id="{D39700BB-F628-B19B-5EFF-33FCF567C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8" name="Picture 2">
            <a:extLst>
              <a:ext uri="{FF2B5EF4-FFF2-40B4-BE49-F238E27FC236}">
                <a16:creationId xmlns:a16="http://schemas.microsoft.com/office/drawing/2014/main" id="{21C96D1B-982F-2616-8A26-14BC4CD11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95400"/>
            <a:ext cx="5638800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AD54282E-C924-67E6-9C81-4367677C4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9.</a:t>
            </a:r>
            <a:fld id="{532471C0-0189-4F9E-96F9-0DC8B1146EFE}" type="slidenum">
              <a:rPr lang="en-US" altLang="zh-CN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F7F8E53-9293-CAEB-1F65-D0D4A26E8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C23497A-636E-07C7-0C03-E3DDD387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6430B7FE-35A1-F9AB-BE39-3239941A5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213DA323-610C-AC8B-0A61-FDAFA483E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1" name="Rectangle 6">
            <a:extLst>
              <a:ext uri="{FF2B5EF4-FFF2-40B4-BE49-F238E27FC236}">
                <a16:creationId xmlns:a16="http://schemas.microsoft.com/office/drawing/2014/main" id="{51C25FAD-98C5-592A-3230-6C6174AB9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2" name="Rectangle 7">
            <a:extLst>
              <a:ext uri="{FF2B5EF4-FFF2-40B4-BE49-F238E27FC236}">
                <a16:creationId xmlns:a16="http://schemas.microsoft.com/office/drawing/2014/main" id="{591D19E6-1E4E-B39F-07C7-270819105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Rectangle 8">
            <a:extLst>
              <a:ext uri="{FF2B5EF4-FFF2-40B4-BE49-F238E27FC236}">
                <a16:creationId xmlns:a16="http://schemas.microsoft.com/office/drawing/2014/main" id="{C4D348C9-B61E-AD5E-C08B-8F3E62F2F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4" name="Line 9">
            <a:extLst>
              <a:ext uri="{FF2B5EF4-FFF2-40B4-BE49-F238E27FC236}">
                <a16:creationId xmlns:a16="http://schemas.microsoft.com/office/drawing/2014/main" id="{EC341952-4D40-3C8A-9C4A-815BF2E36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5" name="Line 10">
            <a:extLst>
              <a:ext uri="{FF2B5EF4-FFF2-40B4-BE49-F238E27FC236}">
                <a16:creationId xmlns:a16="http://schemas.microsoft.com/office/drawing/2014/main" id="{D5978663-05D9-C417-FF63-A59522B997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038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6" name="Rectangle 11">
            <a:extLst>
              <a:ext uri="{FF2B5EF4-FFF2-40B4-BE49-F238E27FC236}">
                <a16:creationId xmlns:a16="http://schemas.microsoft.com/office/drawing/2014/main" id="{9C712CDF-6ECE-B9D5-7D33-E388F93CE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59075"/>
            <a:ext cx="8077200" cy="12001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服务：每一层都使用其直接下层提供的功能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分层模型：开放系统互联</a:t>
            </a:r>
            <a:r>
              <a:rPr lang="en-US" altLang="zh-CN" sz="2400">
                <a:ea typeface="宋体" panose="02010600030101010101" pitchFamily="2" charset="-122"/>
              </a:rPr>
              <a:t>OSI</a:t>
            </a:r>
            <a:r>
              <a:rPr lang="zh-CN" altLang="en-US" sz="2400">
                <a:ea typeface="宋体" panose="02010600030101010101" pitchFamily="2" charset="-122"/>
              </a:rPr>
              <a:t>、</a:t>
            </a:r>
            <a:r>
              <a:rPr lang="en-US" altLang="zh-CN" sz="2400">
                <a:ea typeface="宋体" panose="02010600030101010101" pitchFamily="2" charset="-122"/>
              </a:rPr>
              <a:t>TCP/IP</a:t>
            </a:r>
            <a:r>
              <a:rPr lang="zh-CN" altLang="en-US" sz="2400">
                <a:ea typeface="宋体" panose="02010600030101010101" pitchFamily="2" charset="-122"/>
              </a:rPr>
              <a:t>模型</a:t>
            </a:r>
          </a:p>
        </p:txBody>
      </p:sp>
      <p:grpSp>
        <p:nvGrpSpPr>
          <p:cNvPr id="6157" name="Group 12">
            <a:extLst>
              <a:ext uri="{FF2B5EF4-FFF2-40B4-BE49-F238E27FC236}">
                <a16:creationId xmlns:a16="http://schemas.microsoft.com/office/drawing/2014/main" id="{5489DEBE-C1D3-E900-D5B1-C3838671054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6158" name="Picture 13">
              <a:extLst>
                <a:ext uri="{FF2B5EF4-FFF2-40B4-BE49-F238E27FC236}">
                  <a16:creationId xmlns:a16="http://schemas.microsoft.com/office/drawing/2014/main" id="{8DEB3DD3-9BF5-FE2F-5180-F4A730DE1F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9" name="Text Box 14">
              <a:extLst>
                <a:ext uri="{FF2B5EF4-FFF2-40B4-BE49-F238E27FC236}">
                  <a16:creationId xmlns:a16="http://schemas.microsoft.com/office/drawing/2014/main" id="{8EFB9983-F802-A837-3685-680911E9C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2F333DA0-53EA-1F8A-DA12-22B9F8276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7153E93F-6B8D-4E9B-95CC-CBFE86ADA04A}" type="slidenum">
              <a:rPr lang="en-US" altLang="zh-CN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77890" name="Rectangle 2">
            <a:extLst>
              <a:ext uri="{FF2B5EF4-FFF2-40B4-BE49-F238E27FC236}">
                <a16:creationId xmlns:a16="http://schemas.microsoft.com/office/drawing/2014/main" id="{FEB2D8EB-B094-3263-CE0E-5AF9C23C9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3200">
              <a:effectLst>
                <a:outerShdw blurRad="38100" dist="38100" dir="2700000" algn="tl">
                  <a:srgbClr val="FFFFFF"/>
                </a:outerShdw>
              </a:effectLst>
              <a:ea typeface="宋体" charset="-122"/>
            </a:endParaRPr>
          </a:p>
        </p:txBody>
      </p:sp>
      <p:sp>
        <p:nvSpPr>
          <p:cNvPr id="677891" name="Text Box 3">
            <a:extLst>
              <a:ext uri="{FF2B5EF4-FFF2-40B4-BE49-F238E27FC236}">
                <a16:creationId xmlns:a16="http://schemas.microsoft.com/office/drawing/2014/main" id="{00B6D057-AFDA-B580-5CF7-475D0EC36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329565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2-2   OSI </a:t>
            </a:r>
            <a:r>
              <a:rPr lang="zh-CN" altLang="en-US" sz="4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模型</a:t>
            </a:r>
            <a:endParaRPr lang="en-US" altLang="zh-CN" sz="4000" dirty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5684E25C-1DCD-934E-8665-2BFB329DF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677893" name="Rectangle 5">
            <a:extLst>
              <a:ext uri="{FF2B5EF4-FFF2-40B4-BE49-F238E27FC236}">
                <a16:creationId xmlns:a16="http://schemas.microsoft.com/office/drawing/2014/main" id="{B96BDA82-7072-19BA-4284-17C4A022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900113"/>
            <a:ext cx="8610600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国际标准化组织（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ISO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）成立于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1947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年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, 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它是一个致力于在全世界范围内建立统一国际化标准的多国组织。一个包含网络通信的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 ISO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标准是开放系统互联（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Open System Interconnection , 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OSI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）的模型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 .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它的第一次创立是在上世纪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70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年代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ea typeface="宋体" charset="-122"/>
            </a:endParaRPr>
          </a:p>
        </p:txBody>
      </p:sp>
      <p:sp>
        <p:nvSpPr>
          <p:cNvPr id="7175" name="Rectangle 6">
            <a:extLst>
              <a:ext uri="{FF2B5EF4-FFF2-40B4-BE49-F238E27FC236}">
                <a16:creationId xmlns:a16="http://schemas.microsoft.com/office/drawing/2014/main" id="{178A794F-6285-521C-0247-A165A50B5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972050"/>
            <a:ext cx="5715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分层结构</a:t>
            </a:r>
            <a:br>
              <a:rPr lang="fr-FR" altLang="zh-CN" sz="2800">
                <a:solidFill>
                  <a:srgbClr val="0033CC"/>
                </a:solidFill>
                <a:ea typeface="宋体" panose="02010600030101010101" pitchFamily="2" charset="-122"/>
              </a:rPr>
            </a:b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对等进程</a:t>
            </a:r>
            <a:endParaRPr lang="en-US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封装</a:t>
            </a:r>
            <a:endParaRPr lang="en-US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</p:txBody>
      </p:sp>
      <p:sp>
        <p:nvSpPr>
          <p:cNvPr id="677895" name="Text Box 7">
            <a:extLst>
              <a:ext uri="{FF2B5EF4-FFF2-40B4-BE49-F238E27FC236}">
                <a16:creationId xmlns:a16="http://schemas.microsoft.com/office/drawing/2014/main" id="{4385D3C3-01CB-33DA-3B90-DC27B8065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495800"/>
            <a:ext cx="30702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本节所讨论的内容</a:t>
            </a:r>
            <a:endParaRPr lang="en-US" altLang="zh-CN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47EA2CAA-813E-68AF-BF5D-CC976CD3CD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E288F009-3814-436D-B2FA-CEB7296D6490}" type="slidenum">
              <a:rPr lang="en-US" altLang="zh-CN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4428E2B-29F2-290E-399F-02EEB1B2B4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DC2D2E3-034A-EA84-1A09-30C64987D93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7" name="Rectangle 4">
            <a:extLst>
              <a:ext uri="{FF2B5EF4-FFF2-40B4-BE49-F238E27FC236}">
                <a16:creationId xmlns:a16="http://schemas.microsoft.com/office/drawing/2014/main" id="{9009171E-9082-6853-8E3F-F28E850F341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8" name="Rectangle 5">
            <a:extLst>
              <a:ext uri="{FF2B5EF4-FFF2-40B4-BE49-F238E27FC236}">
                <a16:creationId xmlns:a16="http://schemas.microsoft.com/office/drawing/2014/main" id="{67071268-4D10-F14C-ADBC-16E07B545D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9" name="Rectangle 6">
            <a:extLst>
              <a:ext uri="{FF2B5EF4-FFF2-40B4-BE49-F238E27FC236}">
                <a16:creationId xmlns:a16="http://schemas.microsoft.com/office/drawing/2014/main" id="{2E9817E2-1143-76E2-2837-A3074B8C62F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0" name="Rectangle 7">
            <a:extLst>
              <a:ext uri="{FF2B5EF4-FFF2-40B4-BE49-F238E27FC236}">
                <a16:creationId xmlns:a16="http://schemas.microsoft.com/office/drawing/2014/main" id="{EBCDEB35-4C7E-4DD8-D641-E289ECDB888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1" name="Rectangle 8">
            <a:extLst>
              <a:ext uri="{FF2B5EF4-FFF2-40B4-BE49-F238E27FC236}">
                <a16:creationId xmlns:a16="http://schemas.microsoft.com/office/drawing/2014/main" id="{543F98DC-9153-22AF-4D70-50C6DEB465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2" name="Line 9">
            <a:extLst>
              <a:ext uri="{FF2B5EF4-FFF2-40B4-BE49-F238E27FC236}">
                <a16:creationId xmlns:a16="http://schemas.microsoft.com/office/drawing/2014/main" id="{58221D5A-D3A0-695D-BCCA-8FBAEDB67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819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Line 10">
            <a:extLst>
              <a:ext uri="{FF2B5EF4-FFF2-40B4-BE49-F238E27FC236}">
                <a16:creationId xmlns:a16="http://schemas.microsoft.com/office/drawing/2014/main" id="{B0890DAE-5973-0400-6108-6F80CFD5B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572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Rectangle 11">
            <a:extLst>
              <a:ext uri="{FF2B5EF4-FFF2-40B4-BE49-F238E27FC236}">
                <a16:creationId xmlns:a16="http://schemas.microsoft.com/office/drawing/2014/main" id="{EDCC66CF-1CC3-EA8C-6EAC-84D4B678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114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2400">
                <a:ea typeface="宋体" panose="02010600030101010101" pitchFamily="2" charset="-122"/>
              </a:rPr>
              <a:t>ISO </a:t>
            </a:r>
            <a:r>
              <a:rPr lang="zh-CN" altLang="en-US" sz="2400">
                <a:ea typeface="宋体" panose="02010600030101010101" pitchFamily="2" charset="-122"/>
              </a:rPr>
              <a:t>是组织</a:t>
            </a:r>
            <a:r>
              <a:rPr lang="en-US" altLang="zh-CN" sz="2400">
                <a:ea typeface="宋体" panose="02010600030101010101" pitchFamily="2" charset="-122"/>
              </a:rPr>
              <a:t> .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OSI </a:t>
            </a:r>
            <a:r>
              <a:rPr lang="zh-CN" altLang="en-US" sz="2400">
                <a:ea typeface="宋体" panose="02010600030101010101" pitchFamily="2" charset="-122"/>
              </a:rPr>
              <a:t>是模型</a:t>
            </a:r>
            <a:r>
              <a:rPr lang="en-US" altLang="zh-CN" sz="2400">
                <a:ea typeface="宋体" panose="02010600030101010101" pitchFamily="2" charset="-122"/>
              </a:rPr>
              <a:t>.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OSI</a:t>
            </a:r>
            <a:r>
              <a:rPr lang="zh-CN" altLang="en-US" sz="2400">
                <a:ea typeface="宋体" panose="02010600030101010101" pitchFamily="2" charset="-122"/>
              </a:rPr>
              <a:t>不是一个协议，而是一个模型，其提供了一个用来进行网络系统设计的层次化框架。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8205" name="Group 17">
            <a:extLst>
              <a:ext uri="{FF2B5EF4-FFF2-40B4-BE49-F238E27FC236}">
                <a16:creationId xmlns:a16="http://schemas.microsoft.com/office/drawing/2014/main" id="{D2F684BE-C98B-AE58-C367-DC869A4D778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133600"/>
            <a:ext cx="1143000" cy="566738"/>
            <a:chOff x="1200" y="1248"/>
            <a:chExt cx="720" cy="357"/>
          </a:xfrm>
        </p:grpSpPr>
        <p:pic>
          <p:nvPicPr>
            <p:cNvPr id="8206" name="Picture 18">
              <a:extLst>
                <a:ext uri="{FF2B5EF4-FFF2-40B4-BE49-F238E27FC236}">
                  <a16:creationId xmlns:a16="http://schemas.microsoft.com/office/drawing/2014/main" id="{01A42E48-9411-276A-EA0C-6210AC8E6E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7" name="Text Box 19">
              <a:extLst>
                <a:ext uri="{FF2B5EF4-FFF2-40B4-BE49-F238E27FC236}">
                  <a16:creationId xmlns:a16="http://schemas.microsoft.com/office/drawing/2014/main" id="{7B4BA8AC-4166-B3FB-C7F8-764696A67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注：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D643E7DD-F8DB-C193-B642-5E0483BA9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F1BC4FFB-C3D8-4BDA-92CA-CAA4AFF9F2F9}" type="slidenum">
              <a:rPr lang="en-US" altLang="zh-CN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219" name="Line 2">
            <a:extLst>
              <a:ext uri="{FF2B5EF4-FFF2-40B4-BE49-F238E27FC236}">
                <a16:creationId xmlns:a16="http://schemas.microsoft.com/office/drawing/2014/main" id="{CC733442-8621-9835-2995-E83BCEB77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Line 3">
            <a:extLst>
              <a:ext uri="{FF2B5EF4-FFF2-40B4-BE49-F238E27FC236}">
                <a16:creationId xmlns:a16="http://schemas.microsoft.com/office/drawing/2014/main" id="{8579B84E-1CC5-903A-B1D2-8B7B3586D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F5C82641-A3DE-C431-22D7-67FFC3DAE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3798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2.2  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OSI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七层模型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22" name="Line 5">
            <a:extLst>
              <a:ext uri="{FF2B5EF4-FFF2-40B4-BE49-F238E27FC236}">
                <a16:creationId xmlns:a16="http://schemas.microsoft.com/office/drawing/2014/main" id="{8F4C6CB6-F9E2-147B-18EC-16213C4A4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223" name="Picture 6">
            <a:extLst>
              <a:ext uri="{FF2B5EF4-FFF2-40B4-BE49-F238E27FC236}">
                <a16:creationId xmlns:a16="http://schemas.microsoft.com/office/drawing/2014/main" id="{21BEF75B-735F-FBDD-562C-719A8E697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1427163"/>
            <a:ext cx="4251325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FA59CD4E-3680-8F16-8123-B1A278E73D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D19A41BD-9924-4836-B7BA-EFB8B52758D9}" type="slidenum">
              <a:rPr lang="en-US" altLang="zh-CN">
                <a:latin typeface="Arial" panose="020B0604020202020204" pitchFamily="34" charset="0"/>
              </a:rPr>
              <a:pPr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243" name="Line 2">
            <a:extLst>
              <a:ext uri="{FF2B5EF4-FFF2-40B4-BE49-F238E27FC236}">
                <a16:creationId xmlns:a16="http://schemas.microsoft.com/office/drawing/2014/main" id="{D40F65CF-F53D-4AC4-F4BA-DD2888E8B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57E6683B-2DD5-3543-F9C5-B5EDFD982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C0FC3589-3F10-C7E9-DE2B-20BEBCCF0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9642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2.3  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OSI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模型层次间的相互作用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46" name="Line 5">
            <a:extLst>
              <a:ext uri="{FF2B5EF4-FFF2-40B4-BE49-F238E27FC236}">
                <a16:creationId xmlns:a16="http://schemas.microsoft.com/office/drawing/2014/main" id="{8E10F654-DFE9-3A1F-9514-2428DD796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47" name="Picture 6">
            <a:extLst>
              <a:ext uri="{FF2B5EF4-FFF2-40B4-BE49-F238E27FC236}">
                <a16:creationId xmlns:a16="http://schemas.microsoft.com/office/drawing/2014/main" id="{CD179CF0-E3B8-776C-75C7-F043A5943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1066800"/>
            <a:ext cx="6965950" cy="516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1E23398A-D12A-5DA8-3B8D-A36F6AEA2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B5B74F63-102F-495F-95CB-B6A44073A34E}" type="slidenum">
              <a:rPr lang="en-US" altLang="zh-CN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281C9DCA-FF56-E55D-C5E0-62B8830A0B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991E3A32-750C-219C-1E2F-6CA74965B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6931B9B6-7D8F-457B-8AF6-7DADF8EB0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595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Figure 2.4 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800">
                <a:ea typeface="宋体" panose="02010600030101010101" pitchFamily="2" charset="-122"/>
                <a:cs typeface="Times New Roman" panose="02020603050405020304" pitchFamily="18" charset="0"/>
              </a:rPr>
              <a:t> OSI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模型传输过程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1A7958FB-DB10-E7E4-3C32-C07B103749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1" name="Picture 6">
            <a:extLst>
              <a:ext uri="{FF2B5EF4-FFF2-40B4-BE49-F238E27FC236}">
                <a16:creationId xmlns:a16="http://schemas.microsoft.com/office/drawing/2014/main" id="{055A2138-2CAB-B23A-D59E-88FC4F43D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200150"/>
            <a:ext cx="7523162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35BF7961-45E6-EA7C-8156-977AACE212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3814C971-D32F-436F-885E-D8BF10932B80}" type="slidenum">
              <a:rPr lang="en-US" altLang="zh-CN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78914" name="Rectangle 2">
            <a:extLst>
              <a:ext uri="{FF2B5EF4-FFF2-40B4-BE49-F238E27FC236}">
                <a16:creationId xmlns:a16="http://schemas.microsoft.com/office/drawing/2014/main" id="{EA7D8534-7602-4229-8818-50E67AF0C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3200">
              <a:effectLst>
                <a:outerShdw blurRad="38100" dist="38100" dir="2700000" algn="tl">
                  <a:srgbClr val="FFFFFF"/>
                </a:outerShdw>
              </a:effectLst>
              <a:ea typeface="宋体" charset="-122"/>
            </a:endParaRPr>
          </a:p>
        </p:txBody>
      </p:sp>
      <p:sp>
        <p:nvSpPr>
          <p:cNvPr id="678915" name="Text Box 3">
            <a:extLst>
              <a:ext uri="{FF2B5EF4-FFF2-40B4-BE49-F238E27FC236}">
                <a16:creationId xmlns:a16="http://schemas.microsoft.com/office/drawing/2014/main" id="{AA9D4FD8-5735-D9FF-E6C4-B2C0B2FF5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522605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2-3  OSI </a:t>
            </a:r>
            <a:r>
              <a:rPr lang="zh-CN" altLang="en-US" sz="4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模型的各个层</a:t>
            </a:r>
            <a:endParaRPr lang="en-US" altLang="zh-CN" sz="4000" dirty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AB90721C-6F44-CF80-E596-AE7A280E6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678917" name="Rectangle 5">
            <a:extLst>
              <a:ext uri="{FF2B5EF4-FFF2-40B4-BE49-F238E27FC236}">
                <a16:creationId xmlns:a16="http://schemas.microsoft.com/office/drawing/2014/main" id="{C4D48684-C729-B175-69E0-95C2D1124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168400"/>
            <a:ext cx="86106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在本节我们简要介绍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OSI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模型的各层的功能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.</a:t>
            </a: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D3336F28-9CC2-3AEE-4E1D-BD96A9587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95650"/>
            <a:ext cx="57150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物理层</a:t>
            </a:r>
            <a:br>
              <a:rPr lang="fr-FR" altLang="zh-CN" sz="2800">
                <a:solidFill>
                  <a:srgbClr val="0033CC"/>
                </a:solidFill>
                <a:ea typeface="宋体" panose="02010600030101010101" pitchFamily="2" charset="-122"/>
              </a:rPr>
            </a:b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数据链路层</a:t>
            </a:r>
            <a:endParaRPr lang="fr-FR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网络层</a:t>
            </a:r>
            <a:endParaRPr lang="en-US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传输层</a:t>
            </a:r>
            <a:endParaRPr lang="en-US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会话层</a:t>
            </a:r>
            <a:endParaRPr lang="en-US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表示层</a:t>
            </a:r>
            <a:endParaRPr lang="en-US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应用层</a:t>
            </a:r>
            <a:endParaRPr lang="en-US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</p:txBody>
      </p:sp>
      <p:sp>
        <p:nvSpPr>
          <p:cNvPr id="678919" name="Text Box 7">
            <a:extLst>
              <a:ext uri="{FF2B5EF4-FFF2-40B4-BE49-F238E27FC236}">
                <a16:creationId xmlns:a16="http://schemas.microsoft.com/office/drawing/2014/main" id="{0EEEE4F7-F67F-C166-DF55-D08299920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771775"/>
            <a:ext cx="30702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just">
              <a:defRPr/>
            </a:pPr>
            <a:r>
              <a:rPr lang="zh-CN" altLang="en-US" sz="2800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本节所讨论的内容</a:t>
            </a:r>
            <a:endParaRPr lang="en-US" altLang="zh-CN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8E9A8837-937B-3D81-7049-B18E097DAB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74E111E5-15F8-41A0-877B-672A0A2BD2DD}" type="slidenum">
              <a:rPr lang="en-US" altLang="zh-CN">
                <a:latin typeface="Arial" panose="020B0604020202020204" pitchFamily="34" charset="0"/>
              </a:rPr>
              <a:pPr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BDEE557A-C178-23BE-013C-9E5C5F8264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B325D22E-1035-A9BC-199F-BBD0D85D5E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B674B794-6614-2E0F-8CA6-0781D7A5C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344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</a:rPr>
              <a:t> 2.5  </a:t>
            </a:r>
            <a:r>
              <a:rPr lang="zh-CN" altLang="en-US" sz="2800">
                <a:ea typeface="宋体" panose="02010600030101010101" pitchFamily="2" charset="-122"/>
              </a:rPr>
              <a:t>物理层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4C5AA833-2CDD-1492-8959-100C6E9C8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172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6">
            <a:extLst>
              <a:ext uri="{FF2B5EF4-FFF2-40B4-BE49-F238E27FC236}">
                <a16:creationId xmlns:a16="http://schemas.microsoft.com/office/drawing/2014/main" id="{D97584BB-3306-9980-738F-AF7FF6AD9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349500"/>
            <a:ext cx="862965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32B01C81-F501-4F4E-5C17-166A76BF5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927E5999-743F-4D60-A37E-067EA3DF4B07}" type="slidenum">
              <a:rPr lang="en-US" altLang="zh-CN">
                <a:latin typeface="Arial" panose="020B0604020202020204" pitchFamily="34" charset="0"/>
              </a:rPr>
              <a:pPr/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C2958F6A-290D-B4FD-8CF9-49089D3724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7906E54-F482-61AC-9383-02C1586B53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E9DF7C67-79C7-7920-1D4C-AC9B6D139C9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Rectangle 5">
            <a:extLst>
              <a:ext uri="{FF2B5EF4-FFF2-40B4-BE49-F238E27FC236}">
                <a16:creationId xmlns:a16="http://schemas.microsoft.com/office/drawing/2014/main" id="{83EDFCDF-ADC4-3297-0963-6DD2587C3E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BB7FF9F9-799B-477E-0225-04F94DBF39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9219E83A-62A8-368E-CE43-6354C48225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5" name="Rectangle 8">
            <a:extLst>
              <a:ext uri="{FF2B5EF4-FFF2-40B4-BE49-F238E27FC236}">
                <a16:creationId xmlns:a16="http://schemas.microsoft.com/office/drawing/2014/main" id="{1F16D66E-7DCD-4E17-2A26-7C3CB677DF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6" name="Line 9">
            <a:extLst>
              <a:ext uri="{FF2B5EF4-FFF2-40B4-BE49-F238E27FC236}">
                <a16:creationId xmlns:a16="http://schemas.microsoft.com/office/drawing/2014/main" id="{B2093E27-8BA9-7DE5-FB7E-3B4FDA39D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7" name="Line 10">
            <a:extLst>
              <a:ext uri="{FF2B5EF4-FFF2-40B4-BE49-F238E27FC236}">
                <a16:creationId xmlns:a16="http://schemas.microsoft.com/office/drawing/2014/main" id="{9E96E90A-DEB0-769D-0115-BE540B389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8" name="Rectangle 11">
            <a:extLst>
              <a:ext uri="{FF2B5EF4-FFF2-40B4-BE49-F238E27FC236}">
                <a16:creationId xmlns:a16="http://schemas.microsoft.com/office/drawing/2014/main" id="{63E359C5-EC2B-732F-87E0-2976CBB3D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302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ea typeface="宋体" panose="02010600030101010101" pitchFamily="2" charset="-122"/>
              </a:rPr>
              <a:t>  物理层负责位从一跳（节点）</a:t>
            </a:r>
            <a:endParaRPr lang="en-US" altLang="zh-CN" sz="2400">
              <a:ea typeface="宋体" panose="02010600030101010101" pitchFamily="2" charset="-122"/>
            </a:endParaRPr>
          </a:p>
          <a:p>
            <a:pPr algn="ctr"/>
            <a:r>
              <a:rPr lang="zh-CN" altLang="en-US" sz="2400">
                <a:ea typeface="宋体" panose="02010600030101010101" pitchFamily="2" charset="-122"/>
              </a:rPr>
              <a:t>到另一跳（节点）的传递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14349" name="Group 15">
            <a:extLst>
              <a:ext uri="{FF2B5EF4-FFF2-40B4-BE49-F238E27FC236}">
                <a16:creationId xmlns:a16="http://schemas.microsoft.com/office/drawing/2014/main" id="{254A65BE-D643-630A-3CB0-E202BBBB83D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0"/>
            <a:ext cx="1143000" cy="566738"/>
            <a:chOff x="1200" y="1248"/>
            <a:chExt cx="720" cy="357"/>
          </a:xfrm>
        </p:grpSpPr>
        <p:pic>
          <p:nvPicPr>
            <p:cNvPr id="14350" name="Picture 16">
              <a:extLst>
                <a:ext uri="{FF2B5EF4-FFF2-40B4-BE49-F238E27FC236}">
                  <a16:creationId xmlns:a16="http://schemas.microsoft.com/office/drawing/2014/main" id="{6D21BED2-64C7-DB08-F47A-65C477D6A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1" name="Text Box 17">
              <a:extLst>
                <a:ext uri="{FF2B5EF4-FFF2-40B4-BE49-F238E27FC236}">
                  <a16:creationId xmlns:a16="http://schemas.microsoft.com/office/drawing/2014/main" id="{9FD2967B-0EEF-A703-24B5-5841CD1BF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972C5859-D847-4D43-37F8-10ABFF43C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9A61F301-9D8B-4259-9AF4-7E6F51FDC61D}" type="slidenum">
              <a:rPr lang="en-US" altLang="zh-CN">
                <a:latin typeface="Arial" panose="020B0604020202020204" pitchFamily="34" charset="0"/>
              </a:rPr>
              <a:pPr/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5363" name="Line 2">
            <a:extLst>
              <a:ext uri="{FF2B5EF4-FFF2-40B4-BE49-F238E27FC236}">
                <a16:creationId xmlns:a16="http://schemas.microsoft.com/office/drawing/2014/main" id="{B2D9E0D6-B3B8-3139-0FE5-B95E49DE87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Line 3">
            <a:extLst>
              <a:ext uri="{FF2B5EF4-FFF2-40B4-BE49-F238E27FC236}">
                <a16:creationId xmlns:a16="http://schemas.microsoft.com/office/drawing/2014/main" id="{2340362D-1A12-F72C-D725-3AC76E3B5B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C1F2BDC7-02F5-2657-4EA3-E44A452D0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3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2.6 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数据链路层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6" name="Line 5">
            <a:extLst>
              <a:ext uri="{FF2B5EF4-FFF2-40B4-BE49-F238E27FC236}">
                <a16:creationId xmlns:a16="http://schemas.microsoft.com/office/drawing/2014/main" id="{0CDA1156-0EAA-FD40-E95F-BCA293027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7" name="Picture 6">
            <a:extLst>
              <a:ext uri="{FF2B5EF4-FFF2-40B4-BE49-F238E27FC236}">
                <a16:creationId xmlns:a16="http://schemas.microsoft.com/office/drawing/2014/main" id="{F7CB5DCA-AEB6-B407-CA66-2C11905A9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057400"/>
            <a:ext cx="8418512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78055E65-BF88-65BE-5DC3-0B8C4D1B7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C6B89241-307A-4B91-8040-34B20F24F1AA}" type="slidenum">
              <a:rPr lang="en-US" altLang="zh-CN">
                <a:latin typeface="Arial" panose="020B0604020202020204" pitchFamily="34" charset="0"/>
              </a:rPr>
              <a:pPr/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861A782-4465-5131-3BBF-8339977766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1678D61-DFCF-27A0-0626-6AA730594B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87BC876A-07EC-1932-027A-675B65D9EF6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CF74A6D9-6647-5099-17FC-A26067CC272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0FB8CC75-9FC4-91EE-85B7-3B1F9072738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2" name="Rectangle 7">
            <a:extLst>
              <a:ext uri="{FF2B5EF4-FFF2-40B4-BE49-F238E27FC236}">
                <a16:creationId xmlns:a16="http://schemas.microsoft.com/office/drawing/2014/main" id="{4C118BB6-5537-78D2-6E63-BABBBBA4E84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3" name="Rectangle 8">
            <a:extLst>
              <a:ext uri="{FF2B5EF4-FFF2-40B4-BE49-F238E27FC236}">
                <a16:creationId xmlns:a16="http://schemas.microsoft.com/office/drawing/2014/main" id="{43140BDC-C8AD-C40A-9047-74FD680193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4" name="Line 9">
            <a:extLst>
              <a:ext uri="{FF2B5EF4-FFF2-40B4-BE49-F238E27FC236}">
                <a16:creationId xmlns:a16="http://schemas.microsoft.com/office/drawing/2014/main" id="{36977559-3CAD-62CC-7F79-41276E809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52BA8FE4-55A3-1730-093B-D3DA25E98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6" name="Rectangle 11">
            <a:extLst>
              <a:ext uri="{FF2B5EF4-FFF2-40B4-BE49-F238E27FC236}">
                <a16:creationId xmlns:a16="http://schemas.microsoft.com/office/drawing/2014/main" id="{351D19CF-E035-EC84-640F-D558B5F31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302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ea typeface="宋体" panose="02010600030101010101" pitchFamily="2" charset="-122"/>
              </a:rPr>
              <a:t>      数据链路层将物理层─对数据不做任何改动的传输通道变成可靠的链路。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16397" name="Group 15">
            <a:extLst>
              <a:ext uri="{FF2B5EF4-FFF2-40B4-BE49-F238E27FC236}">
                <a16:creationId xmlns:a16="http://schemas.microsoft.com/office/drawing/2014/main" id="{F5F4C3D6-6A31-4A09-5BF7-63F2342B59E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0"/>
            <a:ext cx="1143000" cy="566738"/>
            <a:chOff x="1200" y="1248"/>
            <a:chExt cx="720" cy="357"/>
          </a:xfrm>
        </p:grpSpPr>
        <p:pic>
          <p:nvPicPr>
            <p:cNvPr id="16398" name="Picture 16">
              <a:extLst>
                <a:ext uri="{FF2B5EF4-FFF2-40B4-BE49-F238E27FC236}">
                  <a16:creationId xmlns:a16="http://schemas.microsoft.com/office/drawing/2014/main" id="{B7612D34-0B50-4C7B-382E-892B0AC45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9" name="Text Box 17">
              <a:extLst>
                <a:ext uri="{FF2B5EF4-FFF2-40B4-BE49-F238E27FC236}">
                  <a16:creationId xmlns:a16="http://schemas.microsoft.com/office/drawing/2014/main" id="{EEB2A1DF-3474-F250-3516-C2CBD936F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543A76B2-B127-F298-376E-17FF81E8E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7E287780-3AB8-4BEB-8E50-1E8F286920A8}" type="slidenum">
              <a:rPr lang="en-US" altLang="zh-CN">
                <a:latin typeface="Arial" panose="020B0604020202020204" pitchFamily="34" charset="0"/>
              </a:rPr>
              <a:pPr/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9E684FB-AEB8-B61F-E5D2-5A617EDAA2C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0189A27C-974C-D7C3-7617-42934443516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07420A1C-1DB6-61A9-A3A4-00C94D2AB5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62ECE349-9C08-C912-924B-12A2300E957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34185340-C248-911F-C713-E48D1AD5CD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9C4B48F6-87EB-D72F-23D3-26E53491DB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8D6D4626-E30C-4AEE-CEF9-306296C111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8" name="Line 9">
            <a:extLst>
              <a:ext uri="{FF2B5EF4-FFF2-40B4-BE49-F238E27FC236}">
                <a16:creationId xmlns:a16="http://schemas.microsoft.com/office/drawing/2014/main" id="{D3FBD623-42D7-8DE1-DB09-4B1EF461B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Line 10">
            <a:extLst>
              <a:ext uri="{FF2B5EF4-FFF2-40B4-BE49-F238E27FC236}">
                <a16:creationId xmlns:a16="http://schemas.microsoft.com/office/drawing/2014/main" id="{C8C3803D-E7A5-FA2E-1BC8-9E426498A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0" name="Rectangle 11">
            <a:extLst>
              <a:ext uri="{FF2B5EF4-FFF2-40B4-BE49-F238E27FC236}">
                <a16:creationId xmlns:a16="http://schemas.microsoft.com/office/drawing/2014/main" id="{3B8F4344-CA30-DA9A-B5A4-4F1A3C13B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302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ea typeface="宋体" panose="02010600030101010101" pitchFamily="2" charset="-122"/>
              </a:rPr>
              <a:t>      数据链路层负责帧从一跳（节点）</a:t>
            </a:r>
            <a:endParaRPr lang="en-US" altLang="zh-CN" sz="2400">
              <a:ea typeface="宋体" panose="02010600030101010101" pitchFamily="2" charset="-122"/>
            </a:endParaRPr>
          </a:p>
          <a:p>
            <a:pPr algn="ctr"/>
            <a:r>
              <a:rPr lang="zh-CN" altLang="en-US" sz="2400">
                <a:ea typeface="宋体" panose="02010600030101010101" pitchFamily="2" charset="-122"/>
              </a:rPr>
              <a:t>到下一跳（节点）传递。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17421" name="Group 15">
            <a:extLst>
              <a:ext uri="{FF2B5EF4-FFF2-40B4-BE49-F238E27FC236}">
                <a16:creationId xmlns:a16="http://schemas.microsoft.com/office/drawing/2014/main" id="{4FE862FF-47FD-4E3B-8E6D-A37CADB6F94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86000"/>
            <a:ext cx="1143000" cy="566738"/>
            <a:chOff x="1200" y="1248"/>
            <a:chExt cx="720" cy="357"/>
          </a:xfrm>
        </p:grpSpPr>
        <p:pic>
          <p:nvPicPr>
            <p:cNvPr id="17422" name="Picture 16">
              <a:extLst>
                <a:ext uri="{FF2B5EF4-FFF2-40B4-BE49-F238E27FC236}">
                  <a16:creationId xmlns:a16="http://schemas.microsoft.com/office/drawing/2014/main" id="{561D73E2-E722-41F4-ED27-39B9DD0ACC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3" name="Text Box 17">
              <a:extLst>
                <a:ext uri="{FF2B5EF4-FFF2-40B4-BE49-F238E27FC236}">
                  <a16:creationId xmlns:a16="http://schemas.microsoft.com/office/drawing/2014/main" id="{2A466C0A-9CC1-07C9-B820-A1EE1CAE1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8E203D0F-CE61-5C2D-8BEE-3CEA2310FC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7509F751-71A3-404E-83A3-5899E482CDF1}" type="slidenum">
              <a:rPr lang="en-US" altLang="zh-CN">
                <a:latin typeface="Arial" panose="020B0604020202020204" pitchFamily="34" charset="0"/>
              </a:rPr>
              <a:pPr/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435" name="Line 2">
            <a:extLst>
              <a:ext uri="{FF2B5EF4-FFF2-40B4-BE49-F238E27FC236}">
                <a16:creationId xmlns:a16="http://schemas.microsoft.com/office/drawing/2014/main" id="{1FA10C6C-27DB-EE6A-5D6D-400A9FB9D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Line 3">
            <a:extLst>
              <a:ext uri="{FF2B5EF4-FFF2-40B4-BE49-F238E27FC236}">
                <a16:creationId xmlns:a16="http://schemas.microsoft.com/office/drawing/2014/main" id="{2B19CE60-ECC4-3D9B-F1BC-F0385753BE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14275A02-A445-8DBD-D73D-4FD13C6F9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274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2.7 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跳到跳的传递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38" name="Line 5">
            <a:extLst>
              <a:ext uri="{FF2B5EF4-FFF2-40B4-BE49-F238E27FC236}">
                <a16:creationId xmlns:a16="http://schemas.microsoft.com/office/drawing/2014/main" id="{1709AB62-A0A3-8D68-7837-1FAB407E3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439" name="Picture 6">
            <a:extLst>
              <a:ext uri="{FF2B5EF4-FFF2-40B4-BE49-F238E27FC236}">
                <a16:creationId xmlns:a16="http://schemas.microsoft.com/office/drawing/2014/main" id="{91C724E2-1230-2C3A-0382-0C1454D12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143000"/>
            <a:ext cx="6216650" cy="457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4E377D56-AA10-DACA-B8D4-22A2F6938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6D591362-9A0A-46F6-A8A1-15860CD74B8C}" type="slidenum">
              <a:rPr lang="en-US" altLang="zh-CN">
                <a:latin typeface="Arial" panose="020B0604020202020204" pitchFamily="34" charset="0"/>
              </a:rPr>
              <a:pPr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9459" name="Line 2">
            <a:extLst>
              <a:ext uri="{FF2B5EF4-FFF2-40B4-BE49-F238E27FC236}">
                <a16:creationId xmlns:a16="http://schemas.microsoft.com/office/drawing/2014/main" id="{66709D66-5462-A224-5DF8-44A96B5861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Line 3">
            <a:extLst>
              <a:ext uri="{FF2B5EF4-FFF2-40B4-BE49-F238E27FC236}">
                <a16:creationId xmlns:a16="http://schemas.microsoft.com/office/drawing/2014/main" id="{1787E80B-6980-BE24-05E7-1C3E22A20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2360424B-7FFA-6D08-7287-933BB82CD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714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2.8 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网络层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62" name="Line 5">
            <a:extLst>
              <a:ext uri="{FF2B5EF4-FFF2-40B4-BE49-F238E27FC236}">
                <a16:creationId xmlns:a16="http://schemas.microsoft.com/office/drawing/2014/main" id="{0A0B3B31-F29A-4ABE-F6A4-7D2303DF3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463" name="Picture 6">
            <a:extLst>
              <a:ext uri="{FF2B5EF4-FFF2-40B4-BE49-F238E27FC236}">
                <a16:creationId xmlns:a16="http://schemas.microsoft.com/office/drawing/2014/main" id="{7BE180F0-BF6B-C419-7CE1-E81F3162E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1963738"/>
            <a:ext cx="8675687" cy="291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42F29B03-CAB7-68B6-A4B5-F63F5A995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4A4AEFC6-F326-4C0C-8FFC-15EB1C321C8C}" type="slidenum">
              <a:rPr lang="en-US" altLang="zh-CN">
                <a:latin typeface="Arial" panose="020B0604020202020204" pitchFamily="34" charset="0"/>
              </a:rPr>
              <a:pPr/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2608FEC-D068-7D6F-A860-CE82241A91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6FD75E3-DEE9-CF6D-657E-EB384E8BEF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3D15F59B-7A1F-B863-F552-C1A1C3F7EBE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E0091AA4-DAB5-1A84-20FD-3A1FEDC10D1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675660FE-CCD6-E173-2E08-1611D7CD274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8" name="Rectangle 7">
            <a:extLst>
              <a:ext uri="{FF2B5EF4-FFF2-40B4-BE49-F238E27FC236}">
                <a16:creationId xmlns:a16="http://schemas.microsoft.com/office/drawing/2014/main" id="{02507A83-DCA9-94A1-CEE9-E79BDFA2AD2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9" name="Rectangle 8">
            <a:extLst>
              <a:ext uri="{FF2B5EF4-FFF2-40B4-BE49-F238E27FC236}">
                <a16:creationId xmlns:a16="http://schemas.microsoft.com/office/drawing/2014/main" id="{D00F5EE4-C5A9-6EB9-08A5-C849D3EB13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90" name="Line 9">
            <a:extLst>
              <a:ext uri="{FF2B5EF4-FFF2-40B4-BE49-F238E27FC236}">
                <a16:creationId xmlns:a16="http://schemas.microsoft.com/office/drawing/2014/main" id="{D7636640-824D-93E6-E8A6-EF186CE38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1" name="Line 10">
            <a:extLst>
              <a:ext uri="{FF2B5EF4-FFF2-40B4-BE49-F238E27FC236}">
                <a16:creationId xmlns:a16="http://schemas.microsoft.com/office/drawing/2014/main" id="{0308D686-C8EB-8F94-3D79-D84CDE41F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913" y="4038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2" name="Rectangle 11">
            <a:extLst>
              <a:ext uri="{FF2B5EF4-FFF2-40B4-BE49-F238E27FC236}">
                <a16:creationId xmlns:a16="http://schemas.microsoft.com/office/drawing/2014/main" id="{F93FBD03-5623-68BB-C17A-0970A4804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3078163"/>
            <a:ext cx="8077200" cy="8318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ea typeface="宋体" panose="02010600030101010101" pitchFamily="2" charset="-122"/>
              </a:rPr>
              <a:t>网络层负责将各个分组</a:t>
            </a:r>
            <a:endParaRPr lang="en-US" altLang="zh-CN" sz="2400">
              <a:ea typeface="宋体" panose="02010600030101010101" pitchFamily="2" charset="-122"/>
            </a:endParaRPr>
          </a:p>
          <a:p>
            <a:pPr algn="ctr"/>
            <a:r>
              <a:rPr lang="zh-CN" altLang="en-US" sz="2400">
                <a:ea typeface="宋体" panose="02010600030101010101" pitchFamily="2" charset="-122"/>
              </a:rPr>
              <a:t>从源地址传递到目的地址，可能会通过多个网络（链路）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20493" name="Group 15">
            <a:extLst>
              <a:ext uri="{FF2B5EF4-FFF2-40B4-BE49-F238E27FC236}">
                <a16:creationId xmlns:a16="http://schemas.microsoft.com/office/drawing/2014/main" id="{40F89F05-5012-21EE-E5C9-276460B50680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286000"/>
            <a:ext cx="1143000" cy="566738"/>
            <a:chOff x="1200" y="1248"/>
            <a:chExt cx="720" cy="357"/>
          </a:xfrm>
        </p:grpSpPr>
        <p:pic>
          <p:nvPicPr>
            <p:cNvPr id="20494" name="Picture 16">
              <a:extLst>
                <a:ext uri="{FF2B5EF4-FFF2-40B4-BE49-F238E27FC236}">
                  <a16:creationId xmlns:a16="http://schemas.microsoft.com/office/drawing/2014/main" id="{2BA9B985-02C3-2A8A-1D9A-2E8DBB3276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5" name="Text Box 17">
              <a:extLst>
                <a:ext uri="{FF2B5EF4-FFF2-40B4-BE49-F238E27FC236}">
                  <a16:creationId xmlns:a16="http://schemas.microsoft.com/office/drawing/2014/main" id="{C1CB5492-1CB9-F546-3542-52536D860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F9D475D6-D64E-8415-F297-680967D4D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72D196BA-9E60-4E85-8F0E-C763509623FB}" type="slidenum">
              <a:rPr lang="en-US" altLang="zh-CN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1507" name="Line 2">
            <a:extLst>
              <a:ext uri="{FF2B5EF4-FFF2-40B4-BE49-F238E27FC236}">
                <a16:creationId xmlns:a16="http://schemas.microsoft.com/office/drawing/2014/main" id="{9D0BA4D6-97ED-FE58-26B6-07B8DFB16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Line 3">
            <a:extLst>
              <a:ext uri="{FF2B5EF4-FFF2-40B4-BE49-F238E27FC236}">
                <a16:creationId xmlns:a16="http://schemas.microsoft.com/office/drawing/2014/main" id="{1DDF1DC5-08A3-C119-B7D3-4EDDA707D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D2395AD5-1BF3-5815-D65B-4DBEE8BED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4274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2.9 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源到目的传递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10" name="Line 5">
            <a:extLst>
              <a:ext uri="{FF2B5EF4-FFF2-40B4-BE49-F238E27FC236}">
                <a16:creationId xmlns:a16="http://schemas.microsoft.com/office/drawing/2014/main" id="{8B447D34-0A7D-E3CB-D289-89A0069BD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1511" name="Picture 6">
            <a:extLst>
              <a:ext uri="{FF2B5EF4-FFF2-40B4-BE49-F238E27FC236}">
                <a16:creationId xmlns:a16="http://schemas.microsoft.com/office/drawing/2014/main" id="{9874AD74-4B93-1307-0C85-C56D54C1E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" y="1195388"/>
            <a:ext cx="5083175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140DEF67-2087-E176-B786-8BEEBE02D9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4D416B1A-FC8F-4845-AEDF-F2A0459E82ED}" type="slidenum">
              <a:rPr lang="en-US" altLang="zh-CN">
                <a:latin typeface="Arial" panose="020B0604020202020204" pitchFamily="34" charset="0"/>
              </a:rPr>
              <a:pPr/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2531" name="Line 2">
            <a:extLst>
              <a:ext uri="{FF2B5EF4-FFF2-40B4-BE49-F238E27FC236}">
                <a16:creationId xmlns:a16="http://schemas.microsoft.com/office/drawing/2014/main" id="{22464F6D-7500-EE18-D660-70BF95D6E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Line 3">
            <a:extLst>
              <a:ext uri="{FF2B5EF4-FFF2-40B4-BE49-F238E27FC236}">
                <a16:creationId xmlns:a16="http://schemas.microsoft.com/office/drawing/2014/main" id="{33EBC708-EBEF-FEFE-6641-61C137A2F6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76D9463A-1813-D355-0686-0C0FE9F4C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25257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2.10 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传输层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34" name="Line 5">
            <a:extLst>
              <a:ext uri="{FF2B5EF4-FFF2-40B4-BE49-F238E27FC236}">
                <a16:creationId xmlns:a16="http://schemas.microsoft.com/office/drawing/2014/main" id="{E888216A-CFA2-C7C6-F05F-EDE163618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5" name="Picture 6">
            <a:extLst>
              <a:ext uri="{FF2B5EF4-FFF2-40B4-BE49-F238E27FC236}">
                <a16:creationId xmlns:a16="http://schemas.microsoft.com/office/drawing/2014/main" id="{E9EEB15F-05A3-EBE0-1AB6-CE6BB5B3F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825"/>
            <a:ext cx="8693150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5D3AC73D-C3C7-4BCB-289A-1ACAD6059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5D5BF38F-A11F-4E81-9483-9729451655C0}" type="slidenum">
              <a:rPr lang="en-US" altLang="zh-CN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64A3C6A-3095-6528-FD7F-39B0AD789B8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FDCE3CF-26F3-D54B-9B3F-3C7BB43282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197C6940-B414-D0A1-20EC-732E73ABFC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4235C9A4-49E1-82D6-B2E1-82ED9C2F58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185083F0-569F-5D7D-7304-47F7C9E5D6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0" name="Rectangle 7">
            <a:extLst>
              <a:ext uri="{FF2B5EF4-FFF2-40B4-BE49-F238E27FC236}">
                <a16:creationId xmlns:a16="http://schemas.microsoft.com/office/drawing/2014/main" id="{AA62795B-D838-0361-F569-46005AC924D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1" name="Rectangle 8">
            <a:extLst>
              <a:ext uri="{FF2B5EF4-FFF2-40B4-BE49-F238E27FC236}">
                <a16:creationId xmlns:a16="http://schemas.microsoft.com/office/drawing/2014/main" id="{4337F832-226C-B6FD-E6CC-E5B345FBBF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2" name="Line 9">
            <a:extLst>
              <a:ext uri="{FF2B5EF4-FFF2-40B4-BE49-F238E27FC236}">
                <a16:creationId xmlns:a16="http://schemas.microsoft.com/office/drawing/2014/main" id="{7DFAFCBF-AA73-4808-B810-77337AE3E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3" name="Line 10">
            <a:extLst>
              <a:ext uri="{FF2B5EF4-FFF2-40B4-BE49-F238E27FC236}">
                <a16:creationId xmlns:a16="http://schemas.microsoft.com/office/drawing/2014/main" id="{70F720BF-EFAE-31AF-43DC-7BD816430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4" name="Rectangle 11">
            <a:extLst>
              <a:ext uri="{FF2B5EF4-FFF2-40B4-BE49-F238E27FC236}">
                <a16:creationId xmlns:a16="http://schemas.microsoft.com/office/drawing/2014/main" id="{C303510D-3DE7-5D2A-FE91-4B085E731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302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ea typeface="宋体" panose="02010600030101010101" pitchFamily="2" charset="-122"/>
              </a:rPr>
              <a:t>传输层负责一个报文</a:t>
            </a:r>
            <a:endParaRPr lang="en-US" altLang="zh-CN" sz="2400">
              <a:ea typeface="宋体" panose="02010600030101010101" pitchFamily="2" charset="-122"/>
            </a:endParaRPr>
          </a:p>
          <a:p>
            <a:pPr algn="ctr"/>
            <a:r>
              <a:rPr lang="zh-CN" altLang="en-US" sz="2400">
                <a:ea typeface="宋体" panose="02010600030101010101" pitchFamily="2" charset="-122"/>
              </a:rPr>
              <a:t>从一个进程到另一个进程的传递。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23565" name="Group 15">
            <a:extLst>
              <a:ext uri="{FF2B5EF4-FFF2-40B4-BE49-F238E27FC236}">
                <a16:creationId xmlns:a16="http://schemas.microsoft.com/office/drawing/2014/main" id="{69BFF699-05A8-7F87-1880-E96DD00552A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286000"/>
            <a:ext cx="1143000" cy="566738"/>
            <a:chOff x="1200" y="1248"/>
            <a:chExt cx="720" cy="357"/>
          </a:xfrm>
        </p:grpSpPr>
        <p:pic>
          <p:nvPicPr>
            <p:cNvPr id="23566" name="Picture 16">
              <a:extLst>
                <a:ext uri="{FF2B5EF4-FFF2-40B4-BE49-F238E27FC236}">
                  <a16:creationId xmlns:a16="http://schemas.microsoft.com/office/drawing/2014/main" id="{481E56B5-658A-5991-9E82-F30D3A3D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7" name="Text Box 17">
              <a:extLst>
                <a:ext uri="{FF2B5EF4-FFF2-40B4-BE49-F238E27FC236}">
                  <a16:creationId xmlns:a16="http://schemas.microsoft.com/office/drawing/2014/main" id="{33CA4D0A-B255-0BFB-0901-AB7871633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33069526-2CEB-3D8D-DE8B-A4E378F54C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BB7C2C89-6A15-494B-8CEA-1AF5C5A9F4AA}" type="slidenum">
              <a:rPr lang="en-US" altLang="zh-CN">
                <a:latin typeface="Arial" panose="020B0604020202020204" pitchFamily="34" charset="0"/>
              </a:rPr>
              <a:pPr/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4579" name="Line 2">
            <a:extLst>
              <a:ext uri="{FF2B5EF4-FFF2-40B4-BE49-F238E27FC236}">
                <a16:creationId xmlns:a16="http://schemas.microsoft.com/office/drawing/2014/main" id="{0C00B23A-949D-B7B9-4C4B-29E4E8522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Line 3">
            <a:extLst>
              <a:ext uri="{FF2B5EF4-FFF2-40B4-BE49-F238E27FC236}">
                <a16:creationId xmlns:a16="http://schemas.microsoft.com/office/drawing/2014/main" id="{AC5ED4B0-20EE-9C72-EFA0-149A2D2D68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CD6DAE7C-8A48-0F80-EBBF-C80E3A9CB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6202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</a:rPr>
              <a:t> 2.11 </a:t>
            </a:r>
            <a:r>
              <a:rPr lang="zh-CN" altLang="en-US" sz="2800">
                <a:ea typeface="宋体" panose="02010600030101010101" pitchFamily="2" charset="-122"/>
              </a:rPr>
              <a:t>一个报文在进程间的可靠传递</a:t>
            </a:r>
            <a:r>
              <a:rPr lang="en-US" altLang="zh-CN" sz="2800">
                <a:ea typeface="宋体" panose="02010600030101010101" pitchFamily="2" charset="-122"/>
              </a:rPr>
              <a:t>  </a:t>
            </a:r>
            <a:endParaRPr lang="en-US" altLang="zh-CN" sz="2800" i="1">
              <a:ea typeface="宋体" panose="02010600030101010101" pitchFamily="2" charset="-122"/>
            </a:endParaRPr>
          </a:p>
        </p:txBody>
      </p:sp>
      <p:sp>
        <p:nvSpPr>
          <p:cNvPr id="24582" name="Line 5">
            <a:extLst>
              <a:ext uri="{FF2B5EF4-FFF2-40B4-BE49-F238E27FC236}">
                <a16:creationId xmlns:a16="http://schemas.microsoft.com/office/drawing/2014/main" id="{971717EC-476C-5756-4498-267F68DF5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83" name="Picture 6">
            <a:extLst>
              <a:ext uri="{FF2B5EF4-FFF2-40B4-BE49-F238E27FC236}">
                <a16:creationId xmlns:a16="http://schemas.microsoft.com/office/drawing/2014/main" id="{EBAAA2BC-250F-7A0D-D140-AE0F2885F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025650"/>
            <a:ext cx="7623175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DF93CC23-1951-517A-A611-40D577B65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977C2BFA-59DD-4BC2-89B4-E8EFEDA4C2E7}" type="slidenum">
              <a:rPr lang="en-US" altLang="zh-CN">
                <a:latin typeface="Arial" panose="020B0604020202020204" pitchFamily="34" charset="0"/>
              </a:rPr>
              <a:pPr/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5603" name="Line 2">
            <a:extLst>
              <a:ext uri="{FF2B5EF4-FFF2-40B4-BE49-F238E27FC236}">
                <a16:creationId xmlns:a16="http://schemas.microsoft.com/office/drawing/2014/main" id="{CE31B3D5-900D-7F73-5E3B-5DE443E99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Line 3">
            <a:extLst>
              <a:ext uri="{FF2B5EF4-FFF2-40B4-BE49-F238E27FC236}">
                <a16:creationId xmlns:a16="http://schemas.microsoft.com/office/drawing/2014/main" id="{5CAC03AC-A74A-36AA-4C8A-D416D6FB5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4B2A7D1C-D648-D12C-4BE6-ACA9E1E16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00088"/>
            <a:ext cx="25257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2.12 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会话层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606" name="Line 5">
            <a:extLst>
              <a:ext uri="{FF2B5EF4-FFF2-40B4-BE49-F238E27FC236}">
                <a16:creationId xmlns:a16="http://schemas.microsoft.com/office/drawing/2014/main" id="{3FCDE657-3325-02D0-5A96-861957004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07" name="Picture 6">
            <a:extLst>
              <a:ext uri="{FF2B5EF4-FFF2-40B4-BE49-F238E27FC236}">
                <a16:creationId xmlns:a16="http://schemas.microsoft.com/office/drawing/2014/main" id="{2B153BFC-E3FA-FB0C-FCFD-CAE53B569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665288"/>
            <a:ext cx="8556625" cy="397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94728F94-6B43-76F5-220A-19F5DAF98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1C66ABA4-FD3B-4B70-9E27-B374383D6A48}" type="slidenum">
              <a:rPr lang="en-US" altLang="zh-CN">
                <a:latin typeface="Arial" panose="020B0604020202020204" pitchFamily="34" charset="0"/>
              </a:rPr>
              <a:pPr/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7" name="Line 9">
            <a:extLst>
              <a:ext uri="{FF2B5EF4-FFF2-40B4-BE49-F238E27FC236}">
                <a16:creationId xmlns:a16="http://schemas.microsoft.com/office/drawing/2014/main" id="{EF5C06CF-05B1-FBA5-0ED7-773303B2B6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Line 10">
            <a:extLst>
              <a:ext uri="{FF2B5EF4-FFF2-40B4-BE49-F238E27FC236}">
                <a16:creationId xmlns:a16="http://schemas.microsoft.com/office/drawing/2014/main" id="{4006C4EB-DD1A-CA15-BD65-B10EAD952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Rectangle 11">
            <a:extLst>
              <a:ext uri="{FF2B5EF4-FFF2-40B4-BE49-F238E27FC236}">
                <a16:creationId xmlns:a16="http://schemas.microsoft.com/office/drawing/2014/main" id="{8891D46F-1ED2-4981-6D3C-93F12D514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302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ea typeface="宋体" panose="02010600030101010101" pitchFamily="2" charset="-122"/>
              </a:rPr>
              <a:t>会话层负责对话控制和同步</a:t>
            </a:r>
            <a:endParaRPr lang="en-US" altLang="zh-CN" sz="2400">
              <a:ea typeface="宋体" panose="02010600030101010101" pitchFamily="2" charset="-122"/>
            </a:endParaRPr>
          </a:p>
          <a:p>
            <a:pPr algn="ctr"/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26630" name="Group 24">
            <a:extLst>
              <a:ext uri="{FF2B5EF4-FFF2-40B4-BE49-F238E27FC236}">
                <a16:creationId xmlns:a16="http://schemas.microsoft.com/office/drawing/2014/main" id="{F8635281-3A37-0C15-6B05-9AC64E6A30F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286000"/>
            <a:ext cx="1143000" cy="566738"/>
            <a:chOff x="1200" y="1248"/>
            <a:chExt cx="720" cy="357"/>
          </a:xfrm>
        </p:grpSpPr>
        <p:pic>
          <p:nvPicPr>
            <p:cNvPr id="26631" name="Picture 23">
              <a:extLst>
                <a:ext uri="{FF2B5EF4-FFF2-40B4-BE49-F238E27FC236}">
                  <a16:creationId xmlns:a16="http://schemas.microsoft.com/office/drawing/2014/main" id="{1A66ACC8-A668-A3F3-D1DE-1B8A69711F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2" name="Text Box 13">
              <a:extLst>
                <a:ext uri="{FF2B5EF4-FFF2-40B4-BE49-F238E27FC236}">
                  <a16:creationId xmlns:a16="http://schemas.microsoft.com/office/drawing/2014/main" id="{C9F29C19-FCA3-E37D-E8C1-5A8F7C15D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5078BF5B-A89D-375E-D241-FEAFE63B1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B5457672-5909-4BA0-B0DB-D17DC9F18F94}" type="slidenum">
              <a:rPr lang="en-US" altLang="zh-CN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7651" name="Line 2">
            <a:extLst>
              <a:ext uri="{FF2B5EF4-FFF2-40B4-BE49-F238E27FC236}">
                <a16:creationId xmlns:a16="http://schemas.microsoft.com/office/drawing/2014/main" id="{944C747C-8D9C-701F-8336-700984C2B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2" name="Line 3">
            <a:extLst>
              <a:ext uri="{FF2B5EF4-FFF2-40B4-BE49-F238E27FC236}">
                <a16:creationId xmlns:a16="http://schemas.microsoft.com/office/drawing/2014/main" id="{625FE89D-8501-94FA-FCD9-780672EE46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83E9EA5D-708B-8856-3099-59C99F389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5257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2.13 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表示层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54" name="Line 5">
            <a:extLst>
              <a:ext uri="{FF2B5EF4-FFF2-40B4-BE49-F238E27FC236}">
                <a16:creationId xmlns:a16="http://schemas.microsoft.com/office/drawing/2014/main" id="{B17DC70E-B75D-F59A-F37F-30C70356B4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655" name="Picture 6">
            <a:extLst>
              <a:ext uri="{FF2B5EF4-FFF2-40B4-BE49-F238E27FC236}">
                <a16:creationId xmlns:a16="http://schemas.microsoft.com/office/drawing/2014/main" id="{C0CF2F2A-3CF8-5500-4E8C-DC86ABFFD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2014538"/>
            <a:ext cx="8418512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AED421E5-EA14-0F98-39E4-F0D624600E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16C0DF0C-B130-437E-B6AA-3CC54ECA55CC}" type="slidenum">
              <a:rPr lang="en-US" altLang="zh-CN">
                <a:latin typeface="Arial" panose="020B0604020202020204" pitchFamily="34" charset="0"/>
              </a:rPr>
              <a:pPr/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03EEA7F-AD6C-AE24-4ED7-6C4068DDB9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6B0EC73-F041-27C7-F479-7A702246570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990C75FA-5096-1803-4390-6AB2C910C4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122FCFF2-F1A2-36C3-6C50-600CA006A2A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2399955C-4471-8BBC-8B83-FE734624139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0" name="Rectangle 7">
            <a:extLst>
              <a:ext uri="{FF2B5EF4-FFF2-40B4-BE49-F238E27FC236}">
                <a16:creationId xmlns:a16="http://schemas.microsoft.com/office/drawing/2014/main" id="{E79D8E56-A86B-CD82-5F96-5C4D2443082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1" name="Rectangle 8">
            <a:extLst>
              <a:ext uri="{FF2B5EF4-FFF2-40B4-BE49-F238E27FC236}">
                <a16:creationId xmlns:a16="http://schemas.microsoft.com/office/drawing/2014/main" id="{7581FF0A-E1AF-BFA0-D4F1-B51985F8B0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2" name="Line 9">
            <a:extLst>
              <a:ext uri="{FF2B5EF4-FFF2-40B4-BE49-F238E27FC236}">
                <a16:creationId xmlns:a16="http://schemas.microsoft.com/office/drawing/2014/main" id="{46DDCD33-43C3-B40C-5A6C-873859663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3" name="Line 10">
            <a:extLst>
              <a:ext uri="{FF2B5EF4-FFF2-40B4-BE49-F238E27FC236}">
                <a16:creationId xmlns:a16="http://schemas.microsoft.com/office/drawing/2014/main" id="{C69CD190-D678-AC86-89D5-3CE109BFE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4" name="Rectangle 11">
            <a:extLst>
              <a:ext uri="{FF2B5EF4-FFF2-40B4-BE49-F238E27FC236}">
                <a16:creationId xmlns:a16="http://schemas.microsoft.com/office/drawing/2014/main" id="{7A1956B2-F81A-035C-05FE-66533AC13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302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ea typeface="宋体" panose="02010600030101010101" pitchFamily="2" charset="-122"/>
              </a:rPr>
              <a:t>表示层负责翻译、加密和压缩数据</a:t>
            </a:r>
            <a:endParaRPr lang="en-US" altLang="zh-CN" sz="2400">
              <a:ea typeface="宋体" panose="02010600030101010101" pitchFamily="2" charset="-122"/>
            </a:endParaRPr>
          </a:p>
          <a:p>
            <a:pPr algn="ctr"/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28685" name="Group 15">
            <a:extLst>
              <a:ext uri="{FF2B5EF4-FFF2-40B4-BE49-F238E27FC236}">
                <a16:creationId xmlns:a16="http://schemas.microsoft.com/office/drawing/2014/main" id="{2DE19CBF-9C2C-1185-F076-59405D45569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286000"/>
            <a:ext cx="1143000" cy="566738"/>
            <a:chOff x="1200" y="1248"/>
            <a:chExt cx="720" cy="357"/>
          </a:xfrm>
        </p:grpSpPr>
        <p:pic>
          <p:nvPicPr>
            <p:cNvPr id="28686" name="Picture 16">
              <a:extLst>
                <a:ext uri="{FF2B5EF4-FFF2-40B4-BE49-F238E27FC236}">
                  <a16:creationId xmlns:a16="http://schemas.microsoft.com/office/drawing/2014/main" id="{8FC81BF2-22A4-4415-86C2-F72CE1BF6F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87" name="Text Box 17">
              <a:extLst>
                <a:ext uri="{FF2B5EF4-FFF2-40B4-BE49-F238E27FC236}">
                  <a16:creationId xmlns:a16="http://schemas.microsoft.com/office/drawing/2014/main" id="{C5801FD4-967D-A00B-7D92-003610EAE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B5519DEA-218A-ECF1-F087-08D537C4A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26C9DD01-DDC1-480D-9922-3CE09AF76EF2}" type="slidenum">
              <a:rPr lang="en-US" altLang="zh-CN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9699" name="Line 2">
            <a:extLst>
              <a:ext uri="{FF2B5EF4-FFF2-40B4-BE49-F238E27FC236}">
                <a16:creationId xmlns:a16="http://schemas.microsoft.com/office/drawing/2014/main" id="{46469A2F-CA2B-A69D-DAFF-0910C764A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Line 3">
            <a:extLst>
              <a:ext uri="{FF2B5EF4-FFF2-40B4-BE49-F238E27FC236}">
                <a16:creationId xmlns:a16="http://schemas.microsoft.com/office/drawing/2014/main" id="{5E3FBE72-FD57-733B-A823-7EB8DDD449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EBDC15B5-6727-63AF-9D9F-8F75E942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5257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</a:rPr>
              <a:t> 2.14  </a:t>
            </a:r>
            <a:r>
              <a:rPr lang="zh-CN" altLang="en-US" sz="2800">
                <a:ea typeface="宋体" panose="02010600030101010101" pitchFamily="2" charset="-122"/>
              </a:rPr>
              <a:t>应用层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29702" name="Line 5">
            <a:extLst>
              <a:ext uri="{FF2B5EF4-FFF2-40B4-BE49-F238E27FC236}">
                <a16:creationId xmlns:a16="http://schemas.microsoft.com/office/drawing/2014/main" id="{82EFDAD0-B140-7520-61DF-38E8AEEE5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3" name="Picture 6">
            <a:extLst>
              <a:ext uri="{FF2B5EF4-FFF2-40B4-BE49-F238E27FC236}">
                <a16:creationId xmlns:a16="http://schemas.microsoft.com/office/drawing/2014/main" id="{05965521-F79C-6E2E-67F0-2FF68B0AE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1371600"/>
            <a:ext cx="8455025" cy="427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DD1AD75E-07FC-538D-BC5C-BF4C989D3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A07CFF2E-E758-47EB-AC8C-3A54364CD976}" type="slidenum">
              <a:rPr lang="en-US" altLang="zh-CN">
                <a:latin typeface="Arial" panose="020B0604020202020204" pitchFamily="34" charset="0"/>
              </a:rPr>
              <a:pPr/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08BE232-DE62-0A68-ACC0-0CB9C61548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A96F605-B7CE-E788-69E9-0CDAFAAFAAD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547CA618-C48F-1536-FF36-5A968CBD111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048BE9AC-C3A8-53DF-3912-C48D5C2A8D1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7" name="Rectangle 6">
            <a:extLst>
              <a:ext uri="{FF2B5EF4-FFF2-40B4-BE49-F238E27FC236}">
                <a16:creationId xmlns:a16="http://schemas.microsoft.com/office/drawing/2014/main" id="{644CE31F-2244-61EC-5420-1B4D58B4BDB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8" name="Rectangle 7">
            <a:extLst>
              <a:ext uri="{FF2B5EF4-FFF2-40B4-BE49-F238E27FC236}">
                <a16:creationId xmlns:a16="http://schemas.microsoft.com/office/drawing/2014/main" id="{23557539-7CCC-809D-D9BC-2D726413BE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9" name="Rectangle 8">
            <a:extLst>
              <a:ext uri="{FF2B5EF4-FFF2-40B4-BE49-F238E27FC236}">
                <a16:creationId xmlns:a16="http://schemas.microsoft.com/office/drawing/2014/main" id="{AE19CA56-C05F-8ECE-804E-BC4A2DAC14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30" name="Line 9">
            <a:extLst>
              <a:ext uri="{FF2B5EF4-FFF2-40B4-BE49-F238E27FC236}">
                <a16:creationId xmlns:a16="http://schemas.microsoft.com/office/drawing/2014/main" id="{D5A6357D-229D-D00D-DF7C-2AF834840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1" name="Line 10">
            <a:extLst>
              <a:ext uri="{FF2B5EF4-FFF2-40B4-BE49-F238E27FC236}">
                <a16:creationId xmlns:a16="http://schemas.microsoft.com/office/drawing/2014/main" id="{DB86B50F-5B81-EC04-D532-5A6559B30B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Rectangle 11">
            <a:extLst>
              <a:ext uri="{FF2B5EF4-FFF2-40B4-BE49-F238E27FC236}">
                <a16:creationId xmlns:a16="http://schemas.microsoft.com/office/drawing/2014/main" id="{4D5490F7-5A52-6C12-4CE2-823B7F542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302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ea typeface="宋体" panose="02010600030101010101" pitchFamily="2" charset="-122"/>
              </a:rPr>
              <a:t>应用层负责向用户提供服务</a:t>
            </a:r>
            <a:endParaRPr lang="en-US" altLang="zh-CN" sz="2400">
              <a:ea typeface="宋体" panose="02010600030101010101" pitchFamily="2" charset="-122"/>
            </a:endParaRPr>
          </a:p>
          <a:p>
            <a:pPr algn="ctr"/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30733" name="Group 15">
            <a:extLst>
              <a:ext uri="{FF2B5EF4-FFF2-40B4-BE49-F238E27FC236}">
                <a16:creationId xmlns:a16="http://schemas.microsoft.com/office/drawing/2014/main" id="{8F2532C6-8C89-E0CF-4EC9-803154E00D60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286000"/>
            <a:ext cx="1143000" cy="566738"/>
            <a:chOff x="1200" y="1248"/>
            <a:chExt cx="720" cy="357"/>
          </a:xfrm>
        </p:grpSpPr>
        <p:pic>
          <p:nvPicPr>
            <p:cNvPr id="30734" name="Picture 16">
              <a:extLst>
                <a:ext uri="{FF2B5EF4-FFF2-40B4-BE49-F238E27FC236}">
                  <a16:creationId xmlns:a16="http://schemas.microsoft.com/office/drawing/2014/main" id="{C84ED4FE-D719-8C37-39B1-52F40CCD28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35" name="Text Box 17">
              <a:extLst>
                <a:ext uri="{FF2B5EF4-FFF2-40B4-BE49-F238E27FC236}">
                  <a16:creationId xmlns:a16="http://schemas.microsoft.com/office/drawing/2014/main" id="{389DCE30-BB68-E8D8-C391-642A9B0BE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72CC97B2-96E7-B14F-7328-2095E6CAE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5F4E028A-6DE9-43A8-83E1-B6E039DBF282}" type="slidenum">
              <a:rPr lang="en-US" altLang="zh-CN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1747" name="Line 2">
            <a:extLst>
              <a:ext uri="{FF2B5EF4-FFF2-40B4-BE49-F238E27FC236}">
                <a16:creationId xmlns:a16="http://schemas.microsoft.com/office/drawing/2014/main" id="{6FC18B39-2E0D-53CC-3095-E76E65C73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Line 3">
            <a:extLst>
              <a:ext uri="{FF2B5EF4-FFF2-40B4-BE49-F238E27FC236}">
                <a16:creationId xmlns:a16="http://schemas.microsoft.com/office/drawing/2014/main" id="{13E30000-76B8-6A40-CCBF-CE07CE44E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6DE4BAA7-E088-2782-0090-77FC44067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3967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2.15 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各层功能的总结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50" name="Line 5">
            <a:extLst>
              <a:ext uri="{FF2B5EF4-FFF2-40B4-BE49-F238E27FC236}">
                <a16:creationId xmlns:a16="http://schemas.microsoft.com/office/drawing/2014/main" id="{B1EEC063-698D-D278-3558-50D058860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1751" name="Picture 6">
            <a:extLst>
              <a:ext uri="{FF2B5EF4-FFF2-40B4-BE49-F238E27FC236}">
                <a16:creationId xmlns:a16="http://schemas.microsoft.com/office/drawing/2014/main" id="{4A36CA2A-C77A-6BF0-9EEE-F1C705E1D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644650"/>
            <a:ext cx="8189912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38D343EA-A636-66E2-C4FE-798311078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BEA71E81-D8E0-4C08-8C4B-BE67AE9BD64B}" type="slidenum">
              <a:rPr lang="en-US" altLang="zh-CN">
                <a:latin typeface="Arial" panose="020B0604020202020204" pitchFamily="34" charset="0"/>
              </a:rPr>
              <a:pPr/>
              <a:t>30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79938" name="Rectangle 2">
            <a:extLst>
              <a:ext uri="{FF2B5EF4-FFF2-40B4-BE49-F238E27FC236}">
                <a16:creationId xmlns:a16="http://schemas.microsoft.com/office/drawing/2014/main" id="{9DB2B5E4-D9C2-4BED-1541-1BDC044BB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3200">
              <a:effectLst>
                <a:outerShdw blurRad="38100" dist="38100" dir="2700000" algn="tl">
                  <a:srgbClr val="FFFFFF"/>
                </a:outerShdw>
              </a:effectLst>
              <a:ea typeface="宋体" charset="-122"/>
            </a:endParaRPr>
          </a:p>
        </p:txBody>
      </p:sp>
      <p:sp>
        <p:nvSpPr>
          <p:cNvPr id="679939" name="Text Box 3">
            <a:extLst>
              <a:ext uri="{FF2B5EF4-FFF2-40B4-BE49-F238E27FC236}">
                <a16:creationId xmlns:a16="http://schemas.microsoft.com/office/drawing/2014/main" id="{1B6A383E-1E67-0447-FA4E-343FE325F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4568825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2-4   TCP/IP </a:t>
            </a:r>
            <a:r>
              <a:rPr lang="zh-CN" altLang="en-US" sz="4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协议簇</a:t>
            </a:r>
            <a:endParaRPr lang="en-US" altLang="zh-CN" sz="4000" dirty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2773" name="Text Box 4">
            <a:extLst>
              <a:ext uri="{FF2B5EF4-FFF2-40B4-BE49-F238E27FC236}">
                <a16:creationId xmlns:a16="http://schemas.microsoft.com/office/drawing/2014/main" id="{B15FDC52-0C35-D62D-EA4D-1B66E38FD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679941" name="Rectangle 5">
            <a:extLst>
              <a:ext uri="{FF2B5EF4-FFF2-40B4-BE49-F238E27FC236}">
                <a16:creationId xmlns:a16="http://schemas.microsoft.com/office/drawing/2014/main" id="{42ED96F5-3A0C-70C6-D79F-9E573837C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62000"/>
            <a:ext cx="8610600" cy="353853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TCP/IP </a:t>
            </a: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协议簇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是在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OSI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模型之前所开发的，因此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TCP/IP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协议簇的各层并不与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OSI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模型的各层严格对应。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 TCP/IP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协议簇被定义为四个层次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: </a:t>
            </a:r>
            <a:r>
              <a:rPr lang="zh-CN" altLang="en-US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主机到网络层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,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互联网层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, </a:t>
            </a:r>
            <a:r>
              <a:rPr lang="zh-CN" altLang="en-US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传输层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和</a:t>
            </a:r>
            <a:r>
              <a:rPr lang="zh-CN" altLang="en-US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应用层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。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然而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,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当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TCP/IP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与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OSI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模型进行比较的时候，可以说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 TCP/IP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协议簇有五层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: </a:t>
            </a:r>
            <a:r>
              <a:rPr lang="zh-CN" altLang="en-US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物理层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, </a:t>
            </a:r>
            <a:r>
              <a:rPr lang="zh-CN" altLang="en-US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数据链路层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, </a:t>
            </a:r>
            <a:r>
              <a:rPr lang="zh-CN" altLang="en-US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网络层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, </a:t>
            </a:r>
            <a:r>
              <a:rPr lang="zh-CN" altLang="en-US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传输层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和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应用层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。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F49B2470-4BB8-9806-1851-48E123C2C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819650"/>
            <a:ext cx="5715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物理层和数据链路层</a:t>
            </a:r>
            <a:br>
              <a:rPr lang="fr-FR" altLang="zh-CN" sz="2800">
                <a:solidFill>
                  <a:srgbClr val="0033CC"/>
                </a:solidFill>
                <a:ea typeface="宋体" panose="02010600030101010101" pitchFamily="2" charset="-122"/>
              </a:rPr>
            </a:b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网络层</a:t>
            </a:r>
            <a:br>
              <a:rPr lang="fr-FR" altLang="zh-CN" sz="2800">
                <a:solidFill>
                  <a:srgbClr val="0033CC"/>
                </a:solidFill>
                <a:ea typeface="宋体" panose="02010600030101010101" pitchFamily="2" charset="-122"/>
              </a:rPr>
            </a:b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传输层</a:t>
            </a:r>
            <a:endParaRPr lang="en-US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ea typeface="宋体" panose="02010600030101010101" pitchFamily="2" charset="-122"/>
              </a:rPr>
              <a:t>应用层</a:t>
            </a:r>
            <a:endParaRPr lang="en-US" altLang="zh-CN" sz="2800">
              <a:solidFill>
                <a:srgbClr val="0033CC"/>
              </a:solidFill>
              <a:ea typeface="宋体" panose="02010600030101010101" pitchFamily="2" charset="-122"/>
            </a:endParaRPr>
          </a:p>
        </p:txBody>
      </p:sp>
      <p:sp>
        <p:nvSpPr>
          <p:cNvPr id="679943" name="Text Box 7">
            <a:extLst>
              <a:ext uri="{FF2B5EF4-FFF2-40B4-BE49-F238E27FC236}">
                <a16:creationId xmlns:a16="http://schemas.microsoft.com/office/drawing/2014/main" id="{04C76967-51E7-630A-1812-AF2297509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95775"/>
            <a:ext cx="319087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本节所讨论的内容</a:t>
            </a:r>
            <a:r>
              <a:rPr lang="en-US" altLang="zh-CN" sz="2800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DF0EC962-5212-9644-722B-DB2D2E92C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6D6E05F3-0D3F-4C96-A793-2753BBDDFA50}" type="slidenum">
              <a:rPr lang="en-US" altLang="zh-CN">
                <a:latin typeface="Arial" panose="020B0604020202020204" pitchFamily="34" charset="0"/>
              </a:rPr>
              <a:pPr/>
              <a:t>31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3795" name="Line 2">
            <a:extLst>
              <a:ext uri="{FF2B5EF4-FFF2-40B4-BE49-F238E27FC236}">
                <a16:creationId xmlns:a16="http://schemas.microsoft.com/office/drawing/2014/main" id="{65540B03-C53F-3A8B-CEC1-EC4122827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Line 3">
            <a:extLst>
              <a:ext uri="{FF2B5EF4-FFF2-40B4-BE49-F238E27FC236}">
                <a16:creationId xmlns:a16="http://schemas.microsoft.com/office/drawing/2014/main" id="{04241441-881B-FB32-9346-04AA61D3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FA009DA4-E495-77F4-094C-B2BD51F7F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6529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</a:rPr>
              <a:t> 2.16  </a:t>
            </a:r>
            <a:r>
              <a:rPr lang="en-US" altLang="zh-CN" sz="2800">
                <a:ea typeface="宋体" panose="02010600030101010101" pitchFamily="2" charset="-122"/>
              </a:rPr>
              <a:t>TCP/IP  </a:t>
            </a:r>
            <a:r>
              <a:rPr lang="zh-CN" altLang="en-US" sz="2800">
                <a:ea typeface="宋体" panose="02010600030101010101" pitchFamily="2" charset="-122"/>
              </a:rPr>
              <a:t>和 </a:t>
            </a:r>
            <a:r>
              <a:rPr lang="en-US" altLang="zh-CN" sz="2800">
                <a:ea typeface="宋体" panose="02010600030101010101" pitchFamily="2" charset="-122"/>
              </a:rPr>
              <a:t>OSI </a:t>
            </a:r>
            <a:r>
              <a:rPr lang="zh-CN" altLang="en-US" sz="2800">
                <a:ea typeface="宋体" panose="02010600030101010101" pitchFamily="2" charset="-122"/>
              </a:rPr>
              <a:t>模型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33798" name="Line 5">
            <a:extLst>
              <a:ext uri="{FF2B5EF4-FFF2-40B4-BE49-F238E27FC236}">
                <a16:creationId xmlns:a16="http://schemas.microsoft.com/office/drawing/2014/main" id="{57325F41-73BC-2126-DE11-9FE4422E9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799" name="Picture 7">
            <a:extLst>
              <a:ext uri="{FF2B5EF4-FFF2-40B4-BE49-F238E27FC236}">
                <a16:creationId xmlns:a16="http://schemas.microsoft.com/office/drawing/2014/main" id="{9CBA453A-049D-2FC9-0305-992154087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1143000"/>
            <a:ext cx="7532687" cy="500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7E0CC855-9A93-0972-71F5-6A108248B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DEF52AE0-FF3B-456A-B03A-F33FDBF9E7B4}" type="slidenum">
              <a:rPr lang="en-US" altLang="zh-CN">
                <a:latin typeface="Arial" panose="020B0604020202020204" pitchFamily="34" charset="0"/>
              </a:rPr>
              <a:pPr/>
              <a:t>32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80962" name="Rectangle 2">
            <a:extLst>
              <a:ext uri="{FF2B5EF4-FFF2-40B4-BE49-F238E27FC236}">
                <a16:creationId xmlns:a16="http://schemas.microsoft.com/office/drawing/2014/main" id="{89744992-4C25-AFED-7A1C-3A48628D6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3200" dirty="0">
              <a:effectLst>
                <a:outerShdw blurRad="38100" dist="38100" dir="2700000" algn="tl">
                  <a:srgbClr val="FFFFFF"/>
                </a:outerShdw>
              </a:effectLst>
              <a:ea typeface="宋体" charset="-122"/>
            </a:endParaRPr>
          </a:p>
        </p:txBody>
      </p:sp>
      <p:sp>
        <p:nvSpPr>
          <p:cNvPr id="680963" name="Text Box 3">
            <a:extLst>
              <a:ext uri="{FF2B5EF4-FFF2-40B4-BE49-F238E27FC236}">
                <a16:creationId xmlns:a16="http://schemas.microsoft.com/office/drawing/2014/main" id="{33F4B970-AEB9-4B15-A1DB-51613E9A0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2282825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2-5   </a:t>
            </a:r>
            <a:r>
              <a:rPr lang="zh-CN" altLang="en-US" sz="40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  <a:cs typeface="Times New Roman" pitchFamily="18" charset="0"/>
              </a:rPr>
              <a:t>寻址</a:t>
            </a:r>
            <a:endParaRPr lang="en-US" altLang="zh-CN" sz="4000" dirty="0"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0D20208B-4701-3E64-C65E-A011CF7BF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7AB5920C-7FD0-DD20-FF82-239576E12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001713"/>
            <a:ext cx="89154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/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TCP/IP 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协议簇的应用网络中使用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层地址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物理地址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逻辑地址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端口地址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专用地址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1B081537-CF16-22A5-D8C4-66BD7448D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933825"/>
            <a:ext cx="5715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物理地址</a:t>
            </a:r>
            <a:br>
              <a:rPr lang="fr-FR" altLang="zh-CN" sz="28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8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逻辑地址</a:t>
            </a:r>
            <a:br>
              <a:rPr lang="fr-FR" altLang="zh-CN" sz="28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8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端口地址</a:t>
            </a:r>
            <a:br>
              <a:rPr lang="en-US" altLang="zh-CN" sz="28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800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专用地址</a:t>
            </a:r>
            <a:endParaRPr lang="en-US" altLang="zh-CN" sz="2800">
              <a:solidFill>
                <a:srgbClr val="00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0967" name="Text Box 7">
            <a:extLst>
              <a:ext uri="{FF2B5EF4-FFF2-40B4-BE49-F238E27FC236}">
                <a16:creationId xmlns:a16="http://schemas.microsoft.com/office/drawing/2014/main" id="{51657F49-5B1B-3E1D-C2CE-B07E2C5B1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448050"/>
            <a:ext cx="30702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本节所讨论的内容</a:t>
            </a:r>
            <a:endParaRPr lang="en-US" altLang="zh-CN" sz="2800" i="1" u="sng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E0EE17E7-F353-FB17-D7C0-416211AA1E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1773A175-C170-451B-8FBD-A0821B085922}" type="slidenum">
              <a:rPr lang="en-US" altLang="zh-CN">
                <a:latin typeface="Arial" panose="020B0604020202020204" pitchFamily="34" charset="0"/>
              </a:rPr>
              <a:pPr/>
              <a:t>33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5843" name="Line 2">
            <a:extLst>
              <a:ext uri="{FF2B5EF4-FFF2-40B4-BE49-F238E27FC236}">
                <a16:creationId xmlns:a16="http://schemas.microsoft.com/office/drawing/2014/main" id="{487DDE7E-5F8C-CCF5-3F00-79E796887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Line 3">
            <a:extLst>
              <a:ext uri="{FF2B5EF4-FFF2-40B4-BE49-F238E27FC236}">
                <a16:creationId xmlns:a16="http://schemas.microsoft.com/office/drawing/2014/main" id="{7EBB812A-E1F3-1DAF-EC9D-E0948E8E2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C463FB1F-2ABB-8B19-1538-1BD453118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776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2.17  </a:t>
            </a:r>
            <a:r>
              <a:rPr lang="en-US" altLang="zh-CN" sz="2800">
                <a:ea typeface="宋体" panose="02010600030101010101" pitchFamily="2" charset="-122"/>
                <a:cs typeface="Times New Roman" panose="02020603050405020304" pitchFamily="18" charset="0"/>
              </a:rPr>
              <a:t>TCP/IP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中的物理地址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846" name="Line 5">
            <a:extLst>
              <a:ext uri="{FF2B5EF4-FFF2-40B4-BE49-F238E27FC236}">
                <a16:creationId xmlns:a16="http://schemas.microsoft.com/office/drawing/2014/main" id="{63F10169-9496-08FC-76FE-9CE2D9B84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5847" name="Picture 6">
            <a:extLst>
              <a:ext uri="{FF2B5EF4-FFF2-40B4-BE49-F238E27FC236}">
                <a16:creationId xmlns:a16="http://schemas.microsoft.com/office/drawing/2014/main" id="{CD7E0E35-DB61-4D23-2DC6-BC585074A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86000"/>
            <a:ext cx="7834312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B7D53AC3-530E-D39C-BABB-C185845E31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97C4EDB5-DB4F-4E1B-80D9-B1ECACA1DB9A}" type="slidenum">
              <a:rPr lang="en-US" altLang="zh-CN">
                <a:latin typeface="Arial" panose="020B0604020202020204" pitchFamily="34" charset="0"/>
              </a:rPr>
              <a:pPr/>
              <a:t>34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6867" name="Line 2">
            <a:extLst>
              <a:ext uri="{FF2B5EF4-FFF2-40B4-BE49-F238E27FC236}">
                <a16:creationId xmlns:a16="http://schemas.microsoft.com/office/drawing/2014/main" id="{A493F48C-E2A0-F45B-3BC7-4F43DC56D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Line 3">
            <a:extLst>
              <a:ext uri="{FF2B5EF4-FFF2-40B4-BE49-F238E27FC236}">
                <a16:creationId xmlns:a16="http://schemas.microsoft.com/office/drawing/2014/main" id="{9ED9B5B6-667F-11C7-D696-54E9BFB54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5CD63AE0-4260-2645-148B-9E4438605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94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</a:rPr>
              <a:t> 2.18 </a:t>
            </a:r>
            <a:r>
              <a:rPr lang="en-US" altLang="zh-CN" sz="2800">
                <a:ea typeface="宋体" panose="02010600030101010101" pitchFamily="2" charset="-122"/>
              </a:rPr>
              <a:t> TCP/IP</a:t>
            </a:r>
            <a:r>
              <a:rPr lang="zh-CN" altLang="en-US" sz="2800">
                <a:ea typeface="宋体" panose="02010600030101010101" pitchFamily="2" charset="-122"/>
              </a:rPr>
              <a:t>协议中的各层与地址的关系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36870" name="Line 5">
            <a:extLst>
              <a:ext uri="{FF2B5EF4-FFF2-40B4-BE49-F238E27FC236}">
                <a16:creationId xmlns:a16="http://schemas.microsoft.com/office/drawing/2014/main" id="{09BD3907-8F6A-D0AA-D14B-BDA6393A8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6871" name="Picture 6">
            <a:extLst>
              <a:ext uri="{FF2B5EF4-FFF2-40B4-BE49-F238E27FC236}">
                <a16:creationId xmlns:a16="http://schemas.microsoft.com/office/drawing/2014/main" id="{BE1FEE03-9D38-B53C-1B4A-6FFC2B6F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66825"/>
            <a:ext cx="7467600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AF0070CB-729C-9D7C-622C-3F138505B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FCD22459-6651-48E2-A78B-2F7D06DB963A}" type="slidenum">
              <a:rPr lang="en-US" altLang="zh-CN">
                <a:latin typeface="Arial" panose="020B0604020202020204" pitchFamily="34" charset="0"/>
              </a:rPr>
              <a:pPr/>
              <a:t>35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4EA4C0BE-A84A-8952-98BB-60465427FA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806511F4-8F1D-616D-4D93-B5488A3340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7893" name="Group 14">
            <a:extLst>
              <a:ext uri="{FF2B5EF4-FFF2-40B4-BE49-F238E27FC236}">
                <a16:creationId xmlns:a16="http://schemas.microsoft.com/office/drawing/2014/main" id="{84A90E52-C9B5-AD8C-B33A-B29FB3372A52}"/>
              </a:ext>
            </a:extLst>
          </p:cNvPr>
          <p:cNvGrpSpPr>
            <a:grpSpLocks/>
          </p:cNvGrpSpPr>
          <p:nvPr/>
        </p:nvGrpSpPr>
        <p:grpSpPr bwMode="auto">
          <a:xfrm>
            <a:off x="490538" y="773113"/>
            <a:ext cx="738187" cy="474662"/>
            <a:chOff x="309" y="487"/>
            <a:chExt cx="465" cy="299"/>
          </a:xfrm>
        </p:grpSpPr>
        <p:sp>
          <p:nvSpPr>
            <p:cNvPr id="37900" name="Rectangle 4">
              <a:extLst>
                <a:ext uri="{FF2B5EF4-FFF2-40B4-BE49-F238E27FC236}">
                  <a16:creationId xmlns:a16="http://schemas.microsoft.com/office/drawing/2014/main" id="{58AF46A8-BB69-FB32-EB85-C07DFDFF88F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1" name="Rectangle 5">
              <a:extLst>
                <a:ext uri="{FF2B5EF4-FFF2-40B4-BE49-F238E27FC236}">
                  <a16:creationId xmlns:a16="http://schemas.microsoft.com/office/drawing/2014/main" id="{10616B6E-673C-8720-4549-0CE330BDAD9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894" name="Rectangle 6">
            <a:extLst>
              <a:ext uri="{FF2B5EF4-FFF2-40B4-BE49-F238E27FC236}">
                <a16:creationId xmlns:a16="http://schemas.microsoft.com/office/drawing/2014/main" id="{373D9B56-8E99-CDD4-C2FA-AA6AA44335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7000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7672AF01-C9CA-E7E7-CC11-1AE68BBB526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6" name="Rectangle 8">
            <a:extLst>
              <a:ext uri="{FF2B5EF4-FFF2-40B4-BE49-F238E27FC236}">
                <a16:creationId xmlns:a16="http://schemas.microsoft.com/office/drawing/2014/main" id="{98455C22-044C-D691-F4CC-EC519D3DF90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7" name="Rectangle 10">
            <a:extLst>
              <a:ext uri="{FF2B5EF4-FFF2-40B4-BE49-F238E27FC236}">
                <a16:creationId xmlns:a16="http://schemas.microsoft.com/office/drawing/2014/main" id="{D4DA5B10-2C9D-253F-FC7C-E840AFE32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8" name="Rectangle 11">
            <a:extLst>
              <a:ext uri="{FF2B5EF4-FFF2-40B4-BE49-F238E27FC236}">
                <a16:creationId xmlns:a16="http://schemas.microsoft.com/office/drawing/2014/main" id="{68F843B3-F5D0-5345-B109-15EA71857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85344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在图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2.19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中，物理地址为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的节点想物理地址为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87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的节点发送了一个帧。这两个节点通过链路连接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总线结构的局域网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。如图所示，物理地址为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的计算机是发送方，物理地址为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87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的计算机是接收方。</a:t>
            </a:r>
            <a:endParaRPr lang="en-US" altLang="zh-CN" sz="32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9" name="Text Box 13">
            <a:extLst>
              <a:ext uri="{FF2B5EF4-FFF2-40B4-BE49-F238E27FC236}">
                <a16:creationId xmlns:a16="http://schemas.microsoft.com/office/drawing/2014/main" id="{DD14334A-19FD-35A1-507E-4696B09FE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82563"/>
            <a:ext cx="1212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3200" i="1">
                <a:solidFill>
                  <a:schemeClr val="hlink"/>
                </a:solidFill>
                <a:ea typeface="宋体" panose="02010600030101010101" pitchFamily="2" charset="-122"/>
              </a:rPr>
              <a:t>例 </a:t>
            </a:r>
            <a:r>
              <a:rPr lang="en-US" altLang="zh-CN" sz="3200" i="1">
                <a:solidFill>
                  <a:schemeClr val="hlink"/>
                </a:solidFill>
                <a:ea typeface="宋体" panose="02010600030101010101" pitchFamily="2" charset="-122"/>
              </a:rPr>
              <a:t>2.1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155944B7-F5E5-8A09-2B49-A2BA82411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AAD29DEB-9600-4A6C-8E65-0807CC16AAD1}" type="slidenum">
              <a:rPr lang="en-US" altLang="zh-CN">
                <a:latin typeface="Arial" panose="020B0604020202020204" pitchFamily="34" charset="0"/>
              </a:rPr>
              <a:pPr/>
              <a:t>36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8915" name="Line 2">
            <a:extLst>
              <a:ext uri="{FF2B5EF4-FFF2-40B4-BE49-F238E27FC236}">
                <a16:creationId xmlns:a16="http://schemas.microsoft.com/office/drawing/2014/main" id="{93E92DE7-5FED-8042-EB41-C38321EF9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Line 3">
            <a:extLst>
              <a:ext uri="{FF2B5EF4-FFF2-40B4-BE49-F238E27FC236}">
                <a16:creationId xmlns:a16="http://schemas.microsoft.com/office/drawing/2014/main" id="{11EEC648-2E21-8149-D00A-27ECC74EF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5DB9CD66-A2A2-1254-E4E0-B84A3338B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886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2.19 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物理地址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918" name="Line 5">
            <a:extLst>
              <a:ext uri="{FF2B5EF4-FFF2-40B4-BE49-F238E27FC236}">
                <a16:creationId xmlns:a16="http://schemas.microsoft.com/office/drawing/2014/main" id="{2F0ED4AF-2459-06DE-F5F7-103D9897E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919" name="Picture 6">
            <a:extLst>
              <a:ext uri="{FF2B5EF4-FFF2-40B4-BE49-F238E27FC236}">
                <a16:creationId xmlns:a16="http://schemas.microsoft.com/office/drawing/2014/main" id="{43E1322D-1572-A9CD-B7F2-8D47A245B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2487613"/>
            <a:ext cx="8053387" cy="185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0A4719AE-9F69-2A04-7F6E-11E3F939F9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556D0AA1-BE32-4BB6-8063-EEFA6209D192}" type="slidenum">
              <a:rPr lang="en-US" altLang="zh-CN">
                <a:latin typeface="Arial" panose="020B0604020202020204" pitchFamily="34" charset="0"/>
              </a:rPr>
              <a:pPr/>
              <a:t>37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BD74539-33DE-718B-DFE7-32729E1219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CF01865-CD90-5BA3-102F-30FE2791B52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9941" name="Group 4">
            <a:extLst>
              <a:ext uri="{FF2B5EF4-FFF2-40B4-BE49-F238E27FC236}">
                <a16:creationId xmlns:a16="http://schemas.microsoft.com/office/drawing/2014/main" id="{AB05A473-9559-9BF2-E468-40B9F6FA7152}"/>
              </a:ext>
            </a:extLst>
          </p:cNvPr>
          <p:cNvGrpSpPr>
            <a:grpSpLocks/>
          </p:cNvGrpSpPr>
          <p:nvPr/>
        </p:nvGrpSpPr>
        <p:grpSpPr bwMode="auto">
          <a:xfrm>
            <a:off x="490538" y="773113"/>
            <a:ext cx="738187" cy="474662"/>
            <a:chOff x="309" y="487"/>
            <a:chExt cx="465" cy="299"/>
          </a:xfrm>
        </p:grpSpPr>
        <p:sp>
          <p:nvSpPr>
            <p:cNvPr id="39949" name="Rectangle 5">
              <a:extLst>
                <a:ext uri="{FF2B5EF4-FFF2-40B4-BE49-F238E27FC236}">
                  <a16:creationId xmlns:a16="http://schemas.microsoft.com/office/drawing/2014/main" id="{5326DCAF-C97B-C5BE-BBD8-359C97FF05D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50" name="Rectangle 6">
              <a:extLst>
                <a:ext uri="{FF2B5EF4-FFF2-40B4-BE49-F238E27FC236}">
                  <a16:creationId xmlns:a16="http://schemas.microsoft.com/office/drawing/2014/main" id="{4A0C6003-0746-D414-D87E-F5DCEA24105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942" name="Rectangle 7">
            <a:extLst>
              <a:ext uri="{FF2B5EF4-FFF2-40B4-BE49-F238E27FC236}">
                <a16:creationId xmlns:a16="http://schemas.microsoft.com/office/drawing/2014/main" id="{5AEA331C-4708-C0E2-3A22-C960CACF4A2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7000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Rectangle 8">
            <a:extLst>
              <a:ext uri="{FF2B5EF4-FFF2-40B4-BE49-F238E27FC236}">
                <a16:creationId xmlns:a16="http://schemas.microsoft.com/office/drawing/2014/main" id="{50E1A44B-5CAD-BCBF-C5F2-68B170821C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4" name="Rectangle 9">
            <a:extLst>
              <a:ext uri="{FF2B5EF4-FFF2-40B4-BE49-F238E27FC236}">
                <a16:creationId xmlns:a16="http://schemas.microsoft.com/office/drawing/2014/main" id="{827240D7-38FD-584F-4C8C-38C7C1603B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5" name="Rectangle 10">
            <a:extLst>
              <a:ext uri="{FF2B5EF4-FFF2-40B4-BE49-F238E27FC236}">
                <a16:creationId xmlns:a16="http://schemas.microsoft.com/office/drawing/2014/main" id="{01F8EC38-F9A6-4EB7-B105-B520BFD34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9946" name="Rectangle 11">
            <a:extLst>
              <a:ext uri="{FF2B5EF4-FFF2-40B4-BE49-F238E27FC236}">
                <a16:creationId xmlns:a16="http://schemas.microsoft.com/office/drawing/2014/main" id="{C938E29C-4F5C-6C36-3AA8-BC7244BD9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85344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我们将在第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章看到，大多数的局域网使用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48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位（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个字节）的物理地址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，这个物理地址并被写成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个十六进制的数字；每个字节（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个十六进制数）用冒号分开，如下面所示：</a:t>
            </a:r>
            <a:endParaRPr lang="en-US" altLang="zh-CN" sz="32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47" name="Text Box 12">
            <a:extLst>
              <a:ext uri="{FF2B5EF4-FFF2-40B4-BE49-F238E27FC236}">
                <a16:creationId xmlns:a16="http://schemas.microsoft.com/office/drawing/2014/main" id="{0D31A7F8-FA7D-09E8-81FC-F2CFCB186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82563"/>
            <a:ext cx="1212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3200" i="1">
                <a:solidFill>
                  <a:schemeClr val="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3200" i="1">
                <a:solidFill>
                  <a:schemeClr val="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2.2</a:t>
            </a:r>
          </a:p>
        </p:txBody>
      </p:sp>
      <p:sp>
        <p:nvSpPr>
          <p:cNvPr id="39948" name="Rectangle 14">
            <a:extLst>
              <a:ext uri="{FF2B5EF4-FFF2-40B4-BE49-F238E27FC236}">
                <a16:creationId xmlns:a16="http://schemas.microsoft.com/office/drawing/2014/main" id="{AA85092D-8D7B-3578-E7CB-105137E62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717925"/>
            <a:ext cx="8534400" cy="15033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>
                <a:solidFill>
                  <a:schemeClr val="folHlink"/>
                </a:solidFill>
                <a:ea typeface="宋体" panose="02010600030101010101" pitchFamily="2" charset="-122"/>
              </a:rPr>
              <a:t>07:01:02:01:2C:4B</a:t>
            </a:r>
            <a:br>
              <a:rPr lang="en-US" altLang="zh-CN" sz="3200">
                <a:solidFill>
                  <a:schemeClr val="folHlink"/>
                </a:solidFill>
                <a:ea typeface="宋体" panose="02010600030101010101" pitchFamily="2" charset="-122"/>
              </a:rPr>
            </a:br>
            <a:endParaRPr lang="en-US" altLang="zh-CN" sz="320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ctr"/>
            <a:r>
              <a:rPr lang="en-US" altLang="zh-CN" sz="2800">
                <a:ea typeface="宋体" panose="02010600030101010101" pitchFamily="2" charset="-122"/>
              </a:rPr>
              <a:t>6</a:t>
            </a:r>
            <a:r>
              <a:rPr lang="zh-CN" altLang="en-US" sz="2800">
                <a:ea typeface="宋体" panose="02010600030101010101" pitchFamily="2" charset="-122"/>
              </a:rPr>
              <a:t>个字节</a:t>
            </a:r>
            <a:r>
              <a:rPr lang="en-US" altLang="zh-CN" sz="2800">
                <a:ea typeface="宋体" panose="02010600030101010101" pitchFamily="2" charset="-122"/>
              </a:rPr>
              <a:t> (12 </a:t>
            </a:r>
            <a:r>
              <a:rPr lang="zh-CN" altLang="en-US" sz="2800">
                <a:ea typeface="宋体" panose="02010600030101010101" pitchFamily="2" charset="-122"/>
              </a:rPr>
              <a:t>个十六进制</a:t>
            </a:r>
            <a:r>
              <a:rPr lang="en-US" altLang="zh-CN" sz="2800">
                <a:ea typeface="宋体" panose="02010600030101010101" pitchFamily="2" charset="-122"/>
              </a:rPr>
              <a:t>) </a:t>
            </a:r>
            <a:r>
              <a:rPr lang="zh-CN" altLang="en-US" sz="2800">
                <a:ea typeface="宋体" panose="02010600030101010101" pitchFamily="2" charset="-122"/>
              </a:rPr>
              <a:t>物理地址。</a:t>
            </a:r>
            <a:endParaRPr lang="en-US" altLang="zh-CN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>
            <a:extLst>
              <a:ext uri="{FF2B5EF4-FFF2-40B4-BE49-F238E27FC236}">
                <a16:creationId xmlns:a16="http://schemas.microsoft.com/office/drawing/2014/main" id="{B8A4EF8F-9CE1-C1B2-3361-F63FCFD37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E1DB0765-0506-4DD4-8263-053235AFB18E}" type="slidenum">
              <a:rPr lang="en-US" altLang="zh-CN">
                <a:latin typeface="Arial" panose="020B0604020202020204" pitchFamily="34" charset="0"/>
              </a:rPr>
              <a:pPr/>
              <a:t>38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03A51743-AF2F-F58C-02EC-59A9F03D1F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1AF2560-4677-B1F5-560D-E63CC63E20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0965" name="Group 4">
            <a:extLst>
              <a:ext uri="{FF2B5EF4-FFF2-40B4-BE49-F238E27FC236}">
                <a16:creationId xmlns:a16="http://schemas.microsoft.com/office/drawing/2014/main" id="{9C5D72C9-3475-C88B-9631-A04917AE653E}"/>
              </a:ext>
            </a:extLst>
          </p:cNvPr>
          <p:cNvGrpSpPr>
            <a:grpSpLocks/>
          </p:cNvGrpSpPr>
          <p:nvPr/>
        </p:nvGrpSpPr>
        <p:grpSpPr bwMode="auto">
          <a:xfrm>
            <a:off x="490538" y="773113"/>
            <a:ext cx="738187" cy="474662"/>
            <a:chOff x="309" y="487"/>
            <a:chExt cx="465" cy="299"/>
          </a:xfrm>
        </p:grpSpPr>
        <p:sp>
          <p:nvSpPr>
            <p:cNvPr id="40972" name="Rectangle 5">
              <a:extLst>
                <a:ext uri="{FF2B5EF4-FFF2-40B4-BE49-F238E27FC236}">
                  <a16:creationId xmlns:a16="http://schemas.microsoft.com/office/drawing/2014/main" id="{449B4FC9-DDD1-6BDC-BFEA-C1272E1CC2D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3" name="Rectangle 6">
              <a:extLst>
                <a:ext uri="{FF2B5EF4-FFF2-40B4-BE49-F238E27FC236}">
                  <a16:creationId xmlns:a16="http://schemas.microsoft.com/office/drawing/2014/main" id="{E14BD020-0C3D-CE6B-621F-CEA7DCE3815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966" name="Rectangle 7">
            <a:extLst>
              <a:ext uri="{FF2B5EF4-FFF2-40B4-BE49-F238E27FC236}">
                <a16:creationId xmlns:a16="http://schemas.microsoft.com/office/drawing/2014/main" id="{F579C4AE-B0D3-7FE7-30C2-D34BAEFA01B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7000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7" name="Rectangle 8">
            <a:extLst>
              <a:ext uri="{FF2B5EF4-FFF2-40B4-BE49-F238E27FC236}">
                <a16:creationId xmlns:a16="http://schemas.microsoft.com/office/drawing/2014/main" id="{768A044A-3F4C-C2F6-755A-08614003B3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8" name="Rectangle 9">
            <a:extLst>
              <a:ext uri="{FF2B5EF4-FFF2-40B4-BE49-F238E27FC236}">
                <a16:creationId xmlns:a16="http://schemas.microsoft.com/office/drawing/2014/main" id="{9C21DCB1-35BA-9979-9F3B-4CB9786407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9" name="Rectangle 10">
            <a:extLst>
              <a:ext uri="{FF2B5EF4-FFF2-40B4-BE49-F238E27FC236}">
                <a16:creationId xmlns:a16="http://schemas.microsoft.com/office/drawing/2014/main" id="{A1E8C225-76E0-1697-E48A-E1C7067BE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70" name="Rectangle 11">
            <a:extLst>
              <a:ext uri="{FF2B5EF4-FFF2-40B4-BE49-F238E27FC236}">
                <a16:creationId xmlns:a16="http://schemas.microsoft.com/office/drawing/2014/main" id="{1B238417-0933-E18A-2A93-1944A863B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0"/>
            <a:ext cx="85344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zh-CN" altLang="en-US" sz="2800">
                <a:ea typeface="宋体" panose="02010600030101010101" pitchFamily="2" charset="-122"/>
              </a:rPr>
              <a:t>图</a:t>
            </a:r>
            <a:r>
              <a:rPr lang="en-US" altLang="zh-CN" sz="2800">
                <a:ea typeface="宋体" panose="02010600030101010101" pitchFamily="2" charset="-122"/>
              </a:rPr>
              <a:t> 2.20 </a:t>
            </a:r>
            <a:r>
              <a:rPr lang="zh-CN" altLang="en-US" sz="2800">
                <a:ea typeface="宋体" panose="02010600030101010101" pitchFamily="2" charset="-122"/>
              </a:rPr>
              <a:t>显示了由两个路由器连接三个局域网的互联网的一部分。为了相互的连接，每个设备（计算机或者路由器）都有一对地址（物理地址和逻辑地址）。在这个例子中，每台计算机只与一个链路相连，因此只有一对地址。然而，每个路由器和三个网络相连（在图中只显示了两个）。因此每个路由器有三对地址，一对地址对应一个连接。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40971" name="Text Box 12">
            <a:extLst>
              <a:ext uri="{FF2B5EF4-FFF2-40B4-BE49-F238E27FC236}">
                <a16:creationId xmlns:a16="http://schemas.microsoft.com/office/drawing/2014/main" id="{BD81BF90-4CE8-5DB4-2B88-E7CA49577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82563"/>
            <a:ext cx="1212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3200" i="1">
                <a:solidFill>
                  <a:schemeClr val="hlink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200" i="1">
                <a:solidFill>
                  <a:schemeClr val="hlink"/>
                </a:solidFill>
                <a:ea typeface="宋体" panose="02010600030101010101" pitchFamily="2" charset="-122"/>
              </a:rPr>
              <a:t> 2.3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FC98638B-0652-75FE-27E2-707316C2B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C73F3307-7B96-4BB3-AA59-E20BBCFA7787}" type="slidenum">
              <a:rPr lang="en-US" altLang="zh-CN">
                <a:latin typeface="Arial" panose="020B0604020202020204" pitchFamily="34" charset="0"/>
              </a:rPr>
              <a:pPr/>
              <a:t>39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1987" name="Line 2">
            <a:extLst>
              <a:ext uri="{FF2B5EF4-FFF2-40B4-BE49-F238E27FC236}">
                <a16:creationId xmlns:a16="http://schemas.microsoft.com/office/drawing/2014/main" id="{65E3CB23-9559-AD17-1350-C500D1013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8" name="Line 3">
            <a:extLst>
              <a:ext uri="{FF2B5EF4-FFF2-40B4-BE49-F238E27FC236}">
                <a16:creationId xmlns:a16="http://schemas.microsoft.com/office/drawing/2014/main" id="{8B1BDE29-F94D-648F-963F-63ED25CE2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934BBCCE-2AF8-DFA1-8984-2373A03D2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593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2.20  </a:t>
            </a:r>
            <a:r>
              <a:rPr lang="en-US" altLang="zh-CN" sz="2800">
                <a:ea typeface="宋体" panose="02010600030101010101" pitchFamily="2" charset="-122"/>
                <a:cs typeface="Times New Roman" panose="02020603050405020304" pitchFamily="18" charset="0"/>
              </a:rPr>
              <a:t>IP </a:t>
            </a:r>
            <a:r>
              <a:rPr lang="zh-CN" altLang="en-US" sz="2800">
                <a:ea typeface="宋体" panose="02010600030101010101" pitchFamily="2" charset="-122"/>
                <a:cs typeface="Times New Roman" panose="02020603050405020304" pitchFamily="18" charset="0"/>
              </a:rPr>
              <a:t>地址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990" name="Line 5">
            <a:extLst>
              <a:ext uri="{FF2B5EF4-FFF2-40B4-BE49-F238E27FC236}">
                <a16:creationId xmlns:a16="http://schemas.microsoft.com/office/drawing/2014/main" id="{124B0CC0-CDC3-4E29-ECF3-DE17D8928E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991" name="Picture 6">
            <a:extLst>
              <a:ext uri="{FF2B5EF4-FFF2-40B4-BE49-F238E27FC236}">
                <a16:creationId xmlns:a16="http://schemas.microsoft.com/office/drawing/2014/main" id="{2DF69A63-6D73-A02C-1A2A-7D19E1F66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1089025"/>
            <a:ext cx="6069012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2" name="TextBox 7">
            <a:extLst>
              <a:ext uri="{FF2B5EF4-FFF2-40B4-BE49-F238E27FC236}">
                <a16:creationId xmlns:a16="http://schemas.microsoft.com/office/drawing/2014/main" id="{3C1D867E-D192-7E87-C940-B4B01436E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276600"/>
            <a:ext cx="2057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字母：逻辑地址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数字：物理地址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4776CE1E-C76C-D6BF-A1F6-CC70C4401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94420827-3719-47A5-BC0B-72087C601B54}" type="slidenum">
              <a:rPr lang="en-US" altLang="zh-CN">
                <a:latin typeface="Arial" panose="020B0604020202020204" pitchFamily="34" charset="0"/>
              </a:rPr>
              <a:pPr/>
              <a:t>40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D1FA50A-22F6-7BF1-981A-5522A1D08C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37C4863-45F3-37D8-0FCF-46A02D193D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3013" name="Group 4">
            <a:extLst>
              <a:ext uri="{FF2B5EF4-FFF2-40B4-BE49-F238E27FC236}">
                <a16:creationId xmlns:a16="http://schemas.microsoft.com/office/drawing/2014/main" id="{229F4681-5E85-ACD0-6583-CA508871DB0A}"/>
              </a:ext>
            </a:extLst>
          </p:cNvPr>
          <p:cNvGrpSpPr>
            <a:grpSpLocks/>
          </p:cNvGrpSpPr>
          <p:nvPr/>
        </p:nvGrpSpPr>
        <p:grpSpPr bwMode="auto">
          <a:xfrm>
            <a:off x="490538" y="773113"/>
            <a:ext cx="738187" cy="474662"/>
            <a:chOff x="309" y="487"/>
            <a:chExt cx="465" cy="299"/>
          </a:xfrm>
        </p:grpSpPr>
        <p:sp>
          <p:nvSpPr>
            <p:cNvPr id="43020" name="Rectangle 5">
              <a:extLst>
                <a:ext uri="{FF2B5EF4-FFF2-40B4-BE49-F238E27FC236}">
                  <a16:creationId xmlns:a16="http://schemas.microsoft.com/office/drawing/2014/main" id="{7D6BFC16-FE6A-9FFE-6697-D86E1001626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21" name="Rectangle 6">
              <a:extLst>
                <a:ext uri="{FF2B5EF4-FFF2-40B4-BE49-F238E27FC236}">
                  <a16:creationId xmlns:a16="http://schemas.microsoft.com/office/drawing/2014/main" id="{1C193C5D-93E0-F24D-DA04-2CABBB35D3A5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3014" name="Rectangle 7">
            <a:extLst>
              <a:ext uri="{FF2B5EF4-FFF2-40B4-BE49-F238E27FC236}">
                <a16:creationId xmlns:a16="http://schemas.microsoft.com/office/drawing/2014/main" id="{3A0CC96D-C700-D799-3BE7-EEE0F56344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7000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5" name="Rectangle 8">
            <a:extLst>
              <a:ext uri="{FF2B5EF4-FFF2-40B4-BE49-F238E27FC236}">
                <a16:creationId xmlns:a16="http://schemas.microsoft.com/office/drawing/2014/main" id="{EA453CA0-7086-1C33-2E3F-270D3BF6BF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6" name="Rectangle 9">
            <a:extLst>
              <a:ext uri="{FF2B5EF4-FFF2-40B4-BE49-F238E27FC236}">
                <a16:creationId xmlns:a16="http://schemas.microsoft.com/office/drawing/2014/main" id="{663DF27C-7C2D-48EB-3EBF-C04389DD024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7" name="Rectangle 10">
            <a:extLst>
              <a:ext uri="{FF2B5EF4-FFF2-40B4-BE49-F238E27FC236}">
                <a16:creationId xmlns:a16="http://schemas.microsoft.com/office/drawing/2014/main" id="{B5258DA9-51D5-FC8B-8F57-C5006BCCB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3018" name="Rectangle 11">
            <a:extLst>
              <a:ext uri="{FF2B5EF4-FFF2-40B4-BE49-F238E27FC236}">
                <a16:creationId xmlns:a16="http://schemas.microsoft.com/office/drawing/2014/main" id="{72861A80-0150-2A70-F34F-B6C0724AB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85344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 2.21 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表示了两台计算机通过网络通信。发送方计算机有三个进程正在进行，分别使用端口 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。同时，接收方计算机有两个进程正在进行，端口地址分别是 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j 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。在发送方计算机中的进程 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需要和在接收方计算机的进程 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j 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通信 。尽管从跳到跳物理地址会改变，但是逻辑地址和端口地址从源地址到目的地址保持不变。</a:t>
            </a:r>
            <a:endParaRPr lang="en-US" altLang="zh-CN" sz="32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019" name="Text Box 12">
            <a:extLst>
              <a:ext uri="{FF2B5EF4-FFF2-40B4-BE49-F238E27FC236}">
                <a16:creationId xmlns:a16="http://schemas.microsoft.com/office/drawing/2014/main" id="{741CEA41-93EF-3DA1-A81C-55CA86AF0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82563"/>
            <a:ext cx="1212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3200" i="1">
                <a:solidFill>
                  <a:schemeClr val="hlink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200" i="1">
                <a:solidFill>
                  <a:schemeClr val="hlink"/>
                </a:solidFill>
                <a:ea typeface="宋体" panose="02010600030101010101" pitchFamily="2" charset="-122"/>
              </a:rPr>
              <a:t> 2.4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>
            <a:extLst>
              <a:ext uri="{FF2B5EF4-FFF2-40B4-BE49-F238E27FC236}">
                <a16:creationId xmlns:a16="http://schemas.microsoft.com/office/drawing/2014/main" id="{B986A6D6-0D8A-9D14-D885-03633D717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2FC65CE7-A5F2-4DF5-8846-7C36756BF6D1}" type="slidenum">
              <a:rPr lang="en-US" altLang="zh-CN">
                <a:latin typeface="Arial" panose="020B0604020202020204" pitchFamily="34" charset="0"/>
              </a:rPr>
              <a:pPr/>
              <a:t>41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4035" name="Line 2">
            <a:extLst>
              <a:ext uri="{FF2B5EF4-FFF2-40B4-BE49-F238E27FC236}">
                <a16:creationId xmlns:a16="http://schemas.microsoft.com/office/drawing/2014/main" id="{0075FCB9-B390-C219-9F91-FCEA5A68C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Line 3">
            <a:extLst>
              <a:ext uri="{FF2B5EF4-FFF2-40B4-BE49-F238E27FC236}">
                <a16:creationId xmlns:a16="http://schemas.microsoft.com/office/drawing/2014/main" id="{2D2DDF3D-11C1-1F95-A149-E341440315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7" name="Text Box 4">
            <a:extLst>
              <a:ext uri="{FF2B5EF4-FFF2-40B4-BE49-F238E27FC236}">
                <a16:creationId xmlns:a16="http://schemas.microsoft.com/office/drawing/2014/main" id="{A0F842F2-0513-EE34-2263-693BBD99B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2886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</a:rPr>
              <a:t>图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</a:rPr>
              <a:t> 2.21  </a:t>
            </a:r>
            <a:r>
              <a:rPr lang="zh-CN" altLang="en-US" sz="2800">
                <a:ea typeface="宋体" panose="02010600030101010101" pitchFamily="2" charset="-122"/>
              </a:rPr>
              <a:t>端口地址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44038" name="Line 5">
            <a:extLst>
              <a:ext uri="{FF2B5EF4-FFF2-40B4-BE49-F238E27FC236}">
                <a16:creationId xmlns:a16="http://schemas.microsoft.com/office/drawing/2014/main" id="{5BE6CF03-450C-D977-91CD-E2A315440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4039" name="Picture 6">
            <a:extLst>
              <a:ext uri="{FF2B5EF4-FFF2-40B4-BE49-F238E27FC236}">
                <a16:creationId xmlns:a16="http://schemas.microsoft.com/office/drawing/2014/main" id="{92A763BD-BD20-3E47-495F-8DFA0CDF7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990600"/>
            <a:ext cx="7038975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>
            <a:extLst>
              <a:ext uri="{FF2B5EF4-FFF2-40B4-BE49-F238E27FC236}">
                <a16:creationId xmlns:a16="http://schemas.microsoft.com/office/drawing/2014/main" id="{E8E8D9ED-E1A1-0FF8-5A77-06FF11719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213E9A00-9C34-4A88-BDE7-0BAEB2CC7469}" type="slidenum">
              <a:rPr lang="en-US" altLang="zh-CN">
                <a:latin typeface="Arial" panose="020B0604020202020204" pitchFamily="34" charset="0"/>
              </a:rPr>
              <a:pPr/>
              <a:t>42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CE4AB4F-EBA8-AA93-AA8E-E925492173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4281F80-FECA-D9B0-F066-23E90C9664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5061" name="Group 4">
            <a:extLst>
              <a:ext uri="{FF2B5EF4-FFF2-40B4-BE49-F238E27FC236}">
                <a16:creationId xmlns:a16="http://schemas.microsoft.com/office/drawing/2014/main" id="{F74831DB-0F9F-1F12-9687-F7E1AF181B84}"/>
              </a:ext>
            </a:extLst>
          </p:cNvPr>
          <p:cNvGrpSpPr>
            <a:grpSpLocks/>
          </p:cNvGrpSpPr>
          <p:nvPr/>
        </p:nvGrpSpPr>
        <p:grpSpPr bwMode="auto">
          <a:xfrm>
            <a:off x="490538" y="773113"/>
            <a:ext cx="738187" cy="474662"/>
            <a:chOff x="309" y="487"/>
            <a:chExt cx="465" cy="299"/>
          </a:xfrm>
        </p:grpSpPr>
        <p:sp>
          <p:nvSpPr>
            <p:cNvPr id="45069" name="Rectangle 5">
              <a:extLst>
                <a:ext uri="{FF2B5EF4-FFF2-40B4-BE49-F238E27FC236}">
                  <a16:creationId xmlns:a16="http://schemas.microsoft.com/office/drawing/2014/main" id="{F478B806-E0F2-F6A8-7432-664DEEB7679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70" name="Rectangle 6">
              <a:extLst>
                <a:ext uri="{FF2B5EF4-FFF2-40B4-BE49-F238E27FC236}">
                  <a16:creationId xmlns:a16="http://schemas.microsoft.com/office/drawing/2014/main" id="{88DDAD50-1E47-77C9-978B-FCC02DBB0C5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kumimoji="1" lang="zh-CN" altLang="zh-CN" sz="2400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5062" name="Rectangle 7">
            <a:extLst>
              <a:ext uri="{FF2B5EF4-FFF2-40B4-BE49-F238E27FC236}">
                <a16:creationId xmlns:a16="http://schemas.microsoft.com/office/drawing/2014/main" id="{2EDEA019-56DC-04B8-1788-D6619876A7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7000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3" name="Rectangle 8">
            <a:extLst>
              <a:ext uri="{FF2B5EF4-FFF2-40B4-BE49-F238E27FC236}">
                <a16:creationId xmlns:a16="http://schemas.microsoft.com/office/drawing/2014/main" id="{9387A7A7-B9C5-AD1E-D0DA-9B57425C76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4" name="Rectangle 9">
            <a:extLst>
              <a:ext uri="{FF2B5EF4-FFF2-40B4-BE49-F238E27FC236}">
                <a16:creationId xmlns:a16="http://schemas.microsoft.com/office/drawing/2014/main" id="{AFB60F6B-5AF3-63FC-5F5D-774A3F28E8E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5" name="Rectangle 10">
            <a:extLst>
              <a:ext uri="{FF2B5EF4-FFF2-40B4-BE49-F238E27FC236}">
                <a16:creationId xmlns:a16="http://schemas.microsoft.com/office/drawing/2014/main" id="{2F9A53B4-59C1-AE49-4AF6-14D56A875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66" name="Text Box 12">
            <a:extLst>
              <a:ext uri="{FF2B5EF4-FFF2-40B4-BE49-F238E27FC236}">
                <a16:creationId xmlns:a16="http://schemas.microsoft.com/office/drawing/2014/main" id="{63A30C45-C1B1-848B-6F54-847030E20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82563"/>
            <a:ext cx="1212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3200" i="1">
                <a:solidFill>
                  <a:schemeClr val="hlink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3200" i="1">
                <a:solidFill>
                  <a:schemeClr val="hlink"/>
                </a:solidFill>
                <a:ea typeface="宋体" panose="02010600030101010101" pitchFamily="2" charset="-122"/>
              </a:rPr>
              <a:t> 2.5</a:t>
            </a:r>
          </a:p>
        </p:txBody>
      </p:sp>
      <p:sp>
        <p:nvSpPr>
          <p:cNvPr id="45067" name="Rectangle 13">
            <a:extLst>
              <a:ext uri="{FF2B5EF4-FFF2-40B4-BE49-F238E27FC236}">
                <a16:creationId xmlns:a16="http://schemas.microsoft.com/office/drawing/2014/main" id="{93DF4FB7-7311-15B9-C1D7-17F09E669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85344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我们将在第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23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章中看到</a:t>
            </a:r>
            <a:r>
              <a:rPr lang="en-US" altLang="zh-CN" sz="3200">
                <a:ea typeface="宋体" panose="02010600030101010101" pitchFamily="2" charset="-122"/>
                <a:cs typeface="Times New Roman" panose="02020603050405020304" pitchFamily="18" charset="0"/>
              </a:rPr>
              <a:t>, 16</a:t>
            </a:r>
            <a:r>
              <a:rPr lang="zh-CN" altLang="en-US" sz="3200">
                <a:ea typeface="宋体" panose="02010600030101010101" pitchFamily="2" charset="-122"/>
                <a:cs typeface="Times New Roman" panose="02020603050405020304" pitchFamily="18" charset="0"/>
              </a:rPr>
              <a:t>位的端口地址是用十进制数所表示，如下所示：</a:t>
            </a:r>
            <a:endParaRPr lang="en-US" altLang="zh-CN" sz="32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068" name="Rectangle 16">
            <a:extLst>
              <a:ext uri="{FF2B5EF4-FFF2-40B4-BE49-F238E27FC236}">
                <a16:creationId xmlns:a16="http://schemas.microsoft.com/office/drawing/2014/main" id="{70F01C95-5D45-9E9E-77B8-D395F6684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19400"/>
            <a:ext cx="8382000" cy="15081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>
                <a:solidFill>
                  <a:schemeClr val="folHlink"/>
                </a:solidFill>
                <a:ea typeface="宋体" panose="02010600030101010101" pitchFamily="2" charset="-122"/>
              </a:rPr>
              <a:t>753</a:t>
            </a:r>
            <a:br>
              <a:rPr lang="en-US" altLang="zh-CN" sz="3200">
                <a:solidFill>
                  <a:schemeClr val="folHlink"/>
                </a:solidFill>
                <a:ea typeface="宋体" panose="02010600030101010101" pitchFamily="2" charset="-122"/>
              </a:rPr>
            </a:br>
            <a:endParaRPr lang="en-US" altLang="zh-CN" sz="320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pPr algn="ctr"/>
            <a:r>
              <a:rPr lang="zh-CN" altLang="en-US" sz="2800">
                <a:ea typeface="宋体" panose="02010600030101010101" pitchFamily="2" charset="-122"/>
              </a:rPr>
              <a:t>一个</a:t>
            </a:r>
            <a:r>
              <a:rPr lang="en-US" altLang="zh-CN" sz="2800">
                <a:ea typeface="宋体" panose="02010600030101010101" pitchFamily="2" charset="-122"/>
              </a:rPr>
              <a:t>16</a:t>
            </a:r>
            <a:r>
              <a:rPr lang="zh-CN" altLang="en-US" sz="2800">
                <a:ea typeface="宋体" panose="02010600030101010101" pitchFamily="2" charset="-122"/>
              </a:rPr>
              <a:t>位端口地址被表示成一个数字。</a:t>
            </a:r>
            <a:endParaRPr lang="en-US" altLang="zh-CN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>
            <a:extLst>
              <a:ext uri="{FF2B5EF4-FFF2-40B4-BE49-F238E27FC236}">
                <a16:creationId xmlns:a16="http://schemas.microsoft.com/office/drawing/2014/main" id="{9F8F1E76-9D88-1A07-584C-803F34B540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Arial" panose="020B0604020202020204" pitchFamily="34" charset="0"/>
              </a:rPr>
              <a:t>2.</a:t>
            </a:r>
            <a:fld id="{20042B2A-499B-4DD3-B310-6C450FE1652C}" type="slidenum">
              <a:rPr lang="en-US" altLang="zh-CN">
                <a:latin typeface="Arial" panose="020B0604020202020204" pitchFamily="34" charset="0"/>
              </a:rPr>
              <a:pPr/>
              <a:t>43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B40C2B1-AAAA-F3C9-626F-F4AC9C84C2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8ED715A0-AB96-AE7A-E495-4F16B3E3BA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137AF787-B4B5-1C21-DDFD-8DA93805332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6" name="Rectangle 5">
            <a:extLst>
              <a:ext uri="{FF2B5EF4-FFF2-40B4-BE49-F238E27FC236}">
                <a16:creationId xmlns:a16="http://schemas.microsoft.com/office/drawing/2014/main" id="{48A47ED2-DD37-A7D3-1469-49C05761E1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8AE7813C-96A1-D1D4-11E4-BF1539F0C4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1E1FE453-E261-0C74-0155-A3D86F7E42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9" name="Rectangle 8">
            <a:extLst>
              <a:ext uri="{FF2B5EF4-FFF2-40B4-BE49-F238E27FC236}">
                <a16:creationId xmlns:a16="http://schemas.microsoft.com/office/drawing/2014/main" id="{91BA4FD9-CD48-AEE0-7CC8-FBB76E9527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90" name="Line 9">
            <a:extLst>
              <a:ext uri="{FF2B5EF4-FFF2-40B4-BE49-F238E27FC236}">
                <a16:creationId xmlns:a16="http://schemas.microsoft.com/office/drawing/2014/main" id="{015AD794-A5B8-4F5A-7C54-18EF59FF0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1" name="Line 10">
            <a:extLst>
              <a:ext uri="{FF2B5EF4-FFF2-40B4-BE49-F238E27FC236}">
                <a16:creationId xmlns:a16="http://schemas.microsoft.com/office/drawing/2014/main" id="{E3D44F13-B82B-FBD3-C5E4-91E2272E8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2" name="Rectangle 11">
            <a:extLst>
              <a:ext uri="{FF2B5EF4-FFF2-40B4-BE49-F238E27FC236}">
                <a16:creationId xmlns:a16="http://schemas.microsoft.com/office/drawing/2014/main" id="{8A87B1FC-2C5D-176D-EC56-70CF9E4D7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8302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2400">
                <a:ea typeface="宋体" panose="02010600030101010101" pitchFamily="2" charset="-122"/>
              </a:rPr>
              <a:t>跳到跳时物理地址将改变，</a:t>
            </a:r>
            <a:endParaRPr lang="en-US" altLang="zh-CN" sz="2400">
              <a:ea typeface="宋体" panose="02010600030101010101" pitchFamily="2" charset="-122"/>
            </a:endParaRPr>
          </a:p>
          <a:p>
            <a:pPr algn="ctr"/>
            <a:r>
              <a:rPr lang="zh-CN" altLang="en-US" sz="2400">
                <a:ea typeface="宋体" panose="02010600030101010101" pitchFamily="2" charset="-122"/>
              </a:rPr>
              <a:t>但是逻辑地址保持不变。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46093" name="Group 15">
            <a:extLst>
              <a:ext uri="{FF2B5EF4-FFF2-40B4-BE49-F238E27FC236}">
                <a16:creationId xmlns:a16="http://schemas.microsoft.com/office/drawing/2014/main" id="{A4E69113-8C71-F0B7-2D1D-00EF8677A72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286000"/>
            <a:ext cx="1143000" cy="566738"/>
            <a:chOff x="1200" y="1248"/>
            <a:chExt cx="720" cy="357"/>
          </a:xfrm>
        </p:grpSpPr>
        <p:pic>
          <p:nvPicPr>
            <p:cNvPr id="46094" name="Picture 16">
              <a:extLst>
                <a:ext uri="{FF2B5EF4-FFF2-40B4-BE49-F238E27FC236}">
                  <a16:creationId xmlns:a16="http://schemas.microsoft.com/office/drawing/2014/main" id="{4DA479BA-2B28-1FDE-1CA5-7D0514A24B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95" name="Text Box 17">
              <a:extLst>
                <a:ext uri="{FF2B5EF4-FFF2-40B4-BE49-F238E27FC236}">
                  <a16:creationId xmlns:a16="http://schemas.microsoft.com/office/drawing/2014/main" id="{B5324E54-8172-E0B5-EBD0-C94C086F3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ea typeface="宋体" panose="02010600030101010101" pitchFamily="2" charset="-122"/>
                </a:rPr>
                <a:t>注</a:t>
              </a:r>
              <a:endParaRPr lang="en-US" altLang="zh-CN" sz="2800" i="1">
                <a:solidFill>
                  <a:schemeClr val="hlink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2576</TotalTime>
  <Words>1111</Words>
  <Application>Microsoft Office PowerPoint</Application>
  <PresentationFormat>全屏显示(4:3)</PresentationFormat>
  <Paragraphs>185</Paragraphs>
  <Slides>43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0" baseType="lpstr">
      <vt:lpstr>Times New Roman</vt:lpstr>
      <vt:lpstr>Arial</vt:lpstr>
      <vt:lpstr>Tahoma</vt:lpstr>
      <vt:lpstr>Wingdings</vt:lpstr>
      <vt:lpstr>宋体</vt:lpstr>
      <vt:lpstr>McGrawHill-Italic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164</cp:revision>
  <dcterms:created xsi:type="dcterms:W3CDTF">2000-01-15T04:50:39Z</dcterms:created>
  <dcterms:modified xsi:type="dcterms:W3CDTF">2026-06-02T07:11:55Z</dcterms:modified>
</cp:coreProperties>
</file>