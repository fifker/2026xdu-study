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3"/>
  </p:notesMasterIdLst>
  <p:sldIdLst>
    <p:sldId id="886" r:id="rId2"/>
    <p:sldId id="834" r:id="rId3"/>
    <p:sldId id="835" r:id="rId4"/>
    <p:sldId id="535" r:id="rId5"/>
    <p:sldId id="838" r:id="rId6"/>
    <p:sldId id="839" r:id="rId7"/>
    <p:sldId id="876" r:id="rId8"/>
    <p:sldId id="882" r:id="rId9"/>
    <p:sldId id="840" r:id="rId10"/>
    <p:sldId id="877" r:id="rId11"/>
    <p:sldId id="865" r:id="rId12"/>
    <p:sldId id="878" r:id="rId13"/>
    <p:sldId id="883" r:id="rId14"/>
    <p:sldId id="841" r:id="rId15"/>
    <p:sldId id="842" r:id="rId16"/>
    <p:sldId id="866" r:id="rId17"/>
    <p:sldId id="884" r:id="rId18"/>
    <p:sldId id="885" r:id="rId19"/>
    <p:sldId id="888" r:id="rId20"/>
    <p:sldId id="843" r:id="rId21"/>
    <p:sldId id="844" r:id="rId22"/>
    <p:sldId id="845" r:id="rId23"/>
    <p:sldId id="846" r:id="rId24"/>
    <p:sldId id="847" r:id="rId25"/>
    <p:sldId id="848" r:id="rId26"/>
    <p:sldId id="880" r:id="rId27"/>
    <p:sldId id="849" r:id="rId28"/>
    <p:sldId id="850" r:id="rId29"/>
    <p:sldId id="889" r:id="rId30"/>
    <p:sldId id="890" r:id="rId31"/>
    <p:sldId id="851" r:id="rId32"/>
    <p:sldId id="891" r:id="rId33"/>
    <p:sldId id="867" r:id="rId34"/>
    <p:sldId id="892" r:id="rId35"/>
    <p:sldId id="868" r:id="rId36"/>
    <p:sldId id="893" r:id="rId37"/>
    <p:sldId id="852" r:id="rId38"/>
    <p:sldId id="836" r:id="rId39"/>
    <p:sldId id="853" r:id="rId40"/>
    <p:sldId id="854" r:id="rId41"/>
    <p:sldId id="855" r:id="rId42"/>
    <p:sldId id="837" r:id="rId43"/>
    <p:sldId id="856" r:id="rId44"/>
    <p:sldId id="870" r:id="rId45"/>
    <p:sldId id="894" r:id="rId46"/>
    <p:sldId id="857" r:id="rId47"/>
    <p:sldId id="871" r:id="rId48"/>
    <p:sldId id="872" r:id="rId49"/>
    <p:sldId id="858" r:id="rId50"/>
    <p:sldId id="859" r:id="rId51"/>
    <p:sldId id="860" r:id="rId52"/>
    <p:sldId id="861" r:id="rId53"/>
    <p:sldId id="862" r:id="rId54"/>
    <p:sldId id="863" r:id="rId55"/>
    <p:sldId id="864" r:id="rId56"/>
    <p:sldId id="873" r:id="rId57"/>
    <p:sldId id="833" r:id="rId58"/>
    <p:sldId id="874" r:id="rId59"/>
    <p:sldId id="875" r:id="rId60"/>
    <p:sldId id="881" r:id="rId61"/>
    <p:sldId id="887" r:id="rId62"/>
  </p:sldIdLst>
  <p:sldSz cx="9144000" cy="6858000" type="screen4x3"/>
  <p:notesSz cx="6858000" cy="9144000"/>
  <p:defaultTextStyle>
    <a:defPPr>
      <a:defRPr lang="en-US"/>
    </a:defPPr>
    <a:lvl1pPr algn="l" rtl="0" eaLnBrk="0" fontAlgn="base" hangingPunct="0">
      <a:spcBef>
        <a:spcPct val="0"/>
      </a:spcBef>
      <a:spcAft>
        <a:spcPct val="0"/>
      </a:spcAft>
      <a:defRPr sz="2800" b="1" i="1" kern="1200" baseline="-100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800" b="1" i="1" kern="1200" baseline="-100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800" b="1" i="1" kern="1200" baseline="-100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800" b="1" i="1" kern="1200" baseline="-100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800" b="1" i="1" kern="1200" baseline="-10000">
        <a:solidFill>
          <a:schemeClr val="tx1"/>
        </a:solidFill>
        <a:latin typeface="Times New Roman" panose="02020603050405020304" pitchFamily="18" charset="0"/>
        <a:ea typeface="+mn-ea"/>
        <a:cs typeface="+mn-cs"/>
      </a:defRPr>
    </a:lvl5pPr>
    <a:lvl6pPr marL="2286000" algn="l" defTabSz="914400" rtl="0" eaLnBrk="1" latinLnBrk="0" hangingPunct="1">
      <a:defRPr sz="2800" b="1" i="1" kern="1200" baseline="-10000">
        <a:solidFill>
          <a:schemeClr val="tx1"/>
        </a:solidFill>
        <a:latin typeface="Times New Roman" panose="02020603050405020304" pitchFamily="18" charset="0"/>
        <a:ea typeface="+mn-ea"/>
        <a:cs typeface="+mn-cs"/>
      </a:defRPr>
    </a:lvl6pPr>
    <a:lvl7pPr marL="2743200" algn="l" defTabSz="914400" rtl="0" eaLnBrk="1" latinLnBrk="0" hangingPunct="1">
      <a:defRPr sz="2800" b="1" i="1" kern="1200" baseline="-10000">
        <a:solidFill>
          <a:schemeClr val="tx1"/>
        </a:solidFill>
        <a:latin typeface="Times New Roman" panose="02020603050405020304" pitchFamily="18" charset="0"/>
        <a:ea typeface="+mn-ea"/>
        <a:cs typeface="+mn-cs"/>
      </a:defRPr>
    </a:lvl7pPr>
    <a:lvl8pPr marL="3200400" algn="l" defTabSz="914400" rtl="0" eaLnBrk="1" latinLnBrk="0" hangingPunct="1">
      <a:defRPr sz="2800" b="1" i="1" kern="1200" baseline="-10000">
        <a:solidFill>
          <a:schemeClr val="tx1"/>
        </a:solidFill>
        <a:latin typeface="Times New Roman" panose="02020603050405020304" pitchFamily="18" charset="0"/>
        <a:ea typeface="+mn-ea"/>
        <a:cs typeface="+mn-cs"/>
      </a:defRPr>
    </a:lvl8pPr>
    <a:lvl9pPr marL="3657600" algn="l" defTabSz="914400" rtl="0" eaLnBrk="1" latinLnBrk="0" hangingPunct="1">
      <a:defRPr sz="2800" b="1" i="1" kern="1200" baseline="-100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00CC00"/>
    <a:srgbClr val="996633"/>
    <a:srgbClr val="6666FF"/>
    <a:srgbClr val="3366FF"/>
    <a:srgbClr val="CCFF99"/>
    <a:srgbClr val="99FF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695" autoAdjust="0"/>
    <p:restoredTop sz="94680" autoAdjust="0"/>
  </p:normalViewPr>
  <p:slideViewPr>
    <p:cSldViewPr>
      <p:cViewPr>
        <p:scale>
          <a:sx n="75" d="100"/>
          <a:sy n="75" d="100"/>
        </p:scale>
        <p:origin x="-1110"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8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62562" name="Rectangle 2">
            <a:extLst>
              <a:ext uri="{FF2B5EF4-FFF2-40B4-BE49-F238E27FC236}">
                <a16:creationId xmlns:a16="http://schemas.microsoft.com/office/drawing/2014/main" id="{BCE84E9B-5EFD-ACB9-3FEF-4BEA136E9494}"/>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b="0" i="0" baseline="0"/>
            </a:lvl1pPr>
          </a:lstStyle>
          <a:p>
            <a:pPr>
              <a:defRPr/>
            </a:pPr>
            <a:endParaRPr lang="en-US" altLang="zh-CN"/>
          </a:p>
        </p:txBody>
      </p:sp>
      <p:sp>
        <p:nvSpPr>
          <p:cNvPr id="962563" name="Rectangle 3">
            <a:extLst>
              <a:ext uri="{FF2B5EF4-FFF2-40B4-BE49-F238E27FC236}">
                <a16:creationId xmlns:a16="http://schemas.microsoft.com/office/drawing/2014/main" id="{719D5C08-3CC4-F158-2084-9964469A1A11}"/>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b="0" i="0" baseline="0"/>
            </a:lvl1pPr>
          </a:lstStyle>
          <a:p>
            <a:pPr>
              <a:defRPr/>
            </a:pPr>
            <a:endParaRPr lang="en-US" altLang="zh-CN"/>
          </a:p>
        </p:txBody>
      </p:sp>
      <p:sp>
        <p:nvSpPr>
          <p:cNvPr id="65540" name="Rectangle 4">
            <a:extLst>
              <a:ext uri="{FF2B5EF4-FFF2-40B4-BE49-F238E27FC236}">
                <a16:creationId xmlns:a16="http://schemas.microsoft.com/office/drawing/2014/main" id="{7D00A61A-782F-1826-B121-450759C897B1}"/>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65" name="Rectangle 5">
            <a:extLst>
              <a:ext uri="{FF2B5EF4-FFF2-40B4-BE49-F238E27FC236}">
                <a16:creationId xmlns:a16="http://schemas.microsoft.com/office/drawing/2014/main" id="{3B2127AF-4E80-3D32-B80C-B2E22394C33B}"/>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962566" name="Rectangle 6">
            <a:extLst>
              <a:ext uri="{FF2B5EF4-FFF2-40B4-BE49-F238E27FC236}">
                <a16:creationId xmlns:a16="http://schemas.microsoft.com/office/drawing/2014/main" id="{501914E5-AF98-02C2-E0A2-6482914DCEB9}"/>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b="0" i="0" baseline="0"/>
            </a:lvl1pPr>
          </a:lstStyle>
          <a:p>
            <a:pPr>
              <a:defRPr/>
            </a:pPr>
            <a:endParaRPr lang="en-US" altLang="zh-CN"/>
          </a:p>
        </p:txBody>
      </p:sp>
      <p:sp>
        <p:nvSpPr>
          <p:cNvPr id="962567" name="Rectangle 7">
            <a:extLst>
              <a:ext uri="{FF2B5EF4-FFF2-40B4-BE49-F238E27FC236}">
                <a16:creationId xmlns:a16="http://schemas.microsoft.com/office/drawing/2014/main" id="{9E316385-4D8E-F7C5-4273-3E4EA22F9FD7}"/>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b="0" i="0" baseline="0"/>
            </a:lvl1pPr>
          </a:lstStyle>
          <a:p>
            <a:fld id="{60B071F8-5B10-4106-B1CA-FBE1A816F610}"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0FB5627F-C95D-F7CF-6980-2EEA3B8F768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2E4339E2-51C3-4FCB-952B-4E4A37164429}" type="slidenum">
              <a:rPr lang="en-US" altLang="zh-CN" sz="1200" b="0" i="0" baseline="0"/>
              <a:pPr/>
              <a:t>1</a:t>
            </a:fld>
            <a:endParaRPr lang="en-US" altLang="zh-CN" sz="1200" b="0" i="0" baseline="0"/>
          </a:p>
        </p:txBody>
      </p:sp>
      <p:sp>
        <p:nvSpPr>
          <p:cNvPr id="66563" name="Rectangle 2">
            <a:extLst>
              <a:ext uri="{FF2B5EF4-FFF2-40B4-BE49-F238E27FC236}">
                <a16:creationId xmlns:a16="http://schemas.microsoft.com/office/drawing/2014/main" id="{E687FFFE-1FFE-022D-70C4-4AF5CE1DE068}"/>
              </a:ext>
            </a:extLst>
          </p:cNvPr>
          <p:cNvSpPr>
            <a:spLocks noRot="1" noChangeArrowheads="1" noTextEdit="1"/>
          </p:cNvSpPr>
          <p:nvPr>
            <p:ph type="sldImg"/>
          </p:nvPr>
        </p:nvSpPr>
        <p:spPr>
          <a:ln/>
        </p:spPr>
      </p:sp>
      <p:sp>
        <p:nvSpPr>
          <p:cNvPr id="66564" name="Rectangle 3">
            <a:extLst>
              <a:ext uri="{FF2B5EF4-FFF2-40B4-BE49-F238E27FC236}">
                <a16:creationId xmlns:a16="http://schemas.microsoft.com/office/drawing/2014/main" id="{93678B65-F093-ED94-7AD2-20C67CA830F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3394C490-7625-E1AE-0EA3-89C8CA5EBE0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49CEB77-312B-42C1-8EDF-95CC0AEA37E4}" type="slidenum">
              <a:rPr lang="en-US" altLang="zh-CN" sz="1200" b="0" i="0" baseline="0"/>
              <a:pPr/>
              <a:t>2</a:t>
            </a:fld>
            <a:endParaRPr lang="en-US" altLang="zh-CN" sz="1200" b="0" i="0" baseline="0"/>
          </a:p>
        </p:txBody>
      </p:sp>
      <p:sp>
        <p:nvSpPr>
          <p:cNvPr id="67587" name="Rectangle 2">
            <a:extLst>
              <a:ext uri="{FF2B5EF4-FFF2-40B4-BE49-F238E27FC236}">
                <a16:creationId xmlns:a16="http://schemas.microsoft.com/office/drawing/2014/main" id="{B4A32FBB-2467-B979-A488-95C5560A2EC4}"/>
              </a:ext>
            </a:extLst>
          </p:cNvPr>
          <p:cNvSpPr>
            <a:spLocks noRot="1" noChangeArrowheads="1" noTextEdit="1"/>
          </p:cNvSpPr>
          <p:nvPr>
            <p:ph type="sldImg"/>
          </p:nvPr>
        </p:nvSpPr>
        <p:spPr>
          <a:ln/>
        </p:spPr>
      </p:sp>
      <p:sp>
        <p:nvSpPr>
          <p:cNvPr id="67588" name="Rectangle 3">
            <a:extLst>
              <a:ext uri="{FF2B5EF4-FFF2-40B4-BE49-F238E27FC236}">
                <a16:creationId xmlns:a16="http://schemas.microsoft.com/office/drawing/2014/main" id="{20AC6546-709B-011D-D739-A00D5FF5F3B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1C3F58FA-4E4A-899D-146E-022566FD4EE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7BB781C7-7078-45B7-BAC8-85B94102E692}" type="slidenum">
              <a:rPr lang="en-US" altLang="zh-CN" sz="1200" b="0" i="0" baseline="0"/>
              <a:pPr/>
              <a:t>3</a:t>
            </a:fld>
            <a:endParaRPr lang="en-US" altLang="zh-CN" sz="1200" b="0" i="0" baseline="0"/>
          </a:p>
        </p:txBody>
      </p:sp>
      <p:sp>
        <p:nvSpPr>
          <p:cNvPr id="68611" name="Rectangle 2">
            <a:extLst>
              <a:ext uri="{FF2B5EF4-FFF2-40B4-BE49-F238E27FC236}">
                <a16:creationId xmlns:a16="http://schemas.microsoft.com/office/drawing/2014/main" id="{280EFF07-8A6F-D675-0B1B-4D96858857AC}"/>
              </a:ext>
            </a:extLst>
          </p:cNvPr>
          <p:cNvSpPr>
            <a:spLocks noRot="1" noChangeArrowheads="1" noTextEdit="1"/>
          </p:cNvSpPr>
          <p:nvPr>
            <p:ph type="sldImg"/>
          </p:nvPr>
        </p:nvSpPr>
        <p:spPr>
          <a:ln/>
        </p:spPr>
      </p:sp>
      <p:sp>
        <p:nvSpPr>
          <p:cNvPr id="68612" name="Rectangle 3">
            <a:extLst>
              <a:ext uri="{FF2B5EF4-FFF2-40B4-BE49-F238E27FC236}">
                <a16:creationId xmlns:a16="http://schemas.microsoft.com/office/drawing/2014/main" id="{747896EC-D956-E1D2-DFEF-3AA9957C3CC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2D35C891-55D6-FC6B-4544-E3DEE0F77B8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E5C0FE9A-4D79-4A6D-97B2-6EF824AA4EEA}" type="slidenum">
              <a:rPr lang="en-US" altLang="zh-CN" sz="1200" b="0" i="0" baseline="0"/>
              <a:pPr/>
              <a:t>4</a:t>
            </a:fld>
            <a:endParaRPr lang="en-US" altLang="zh-CN" sz="1200" b="0" i="0" baseline="0"/>
          </a:p>
        </p:txBody>
      </p:sp>
      <p:sp>
        <p:nvSpPr>
          <p:cNvPr id="69635" name="Rectangle 2">
            <a:extLst>
              <a:ext uri="{FF2B5EF4-FFF2-40B4-BE49-F238E27FC236}">
                <a16:creationId xmlns:a16="http://schemas.microsoft.com/office/drawing/2014/main" id="{3F7826A4-21A0-ACE3-E2DD-5F901747A48E}"/>
              </a:ext>
            </a:extLst>
          </p:cNvPr>
          <p:cNvSpPr>
            <a:spLocks noRot="1" noChangeArrowheads="1" noTextEdit="1"/>
          </p:cNvSpPr>
          <p:nvPr>
            <p:ph type="sldImg"/>
          </p:nvPr>
        </p:nvSpPr>
        <p:spPr>
          <a:ln/>
        </p:spPr>
      </p:sp>
      <p:sp>
        <p:nvSpPr>
          <p:cNvPr id="69636" name="Rectangle 3">
            <a:extLst>
              <a:ext uri="{FF2B5EF4-FFF2-40B4-BE49-F238E27FC236}">
                <a16:creationId xmlns:a16="http://schemas.microsoft.com/office/drawing/2014/main" id="{FD1665CE-E4CB-36B4-35B3-CE33D88E907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644D9BA2-1732-2C2C-F9AA-E1721EBE99D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8FCF9B7C-DAE2-412A-A3BF-B170B1F73CBF}" type="slidenum">
              <a:rPr lang="en-US" altLang="zh-CN" sz="1200" b="0" i="0" baseline="0"/>
              <a:pPr/>
              <a:t>5</a:t>
            </a:fld>
            <a:endParaRPr lang="en-US" altLang="zh-CN" sz="1200" b="0" i="0" baseline="0"/>
          </a:p>
        </p:txBody>
      </p:sp>
      <p:sp>
        <p:nvSpPr>
          <p:cNvPr id="70659" name="Rectangle 2">
            <a:extLst>
              <a:ext uri="{FF2B5EF4-FFF2-40B4-BE49-F238E27FC236}">
                <a16:creationId xmlns:a16="http://schemas.microsoft.com/office/drawing/2014/main" id="{000785E6-6978-89F6-8AA8-3AD21BFC3F16}"/>
              </a:ext>
            </a:extLst>
          </p:cNvPr>
          <p:cNvSpPr>
            <a:spLocks noRot="1" noChangeArrowheads="1" noTextEdit="1"/>
          </p:cNvSpPr>
          <p:nvPr>
            <p:ph type="sldImg"/>
          </p:nvPr>
        </p:nvSpPr>
        <p:spPr>
          <a:ln/>
        </p:spPr>
      </p:sp>
      <p:sp>
        <p:nvSpPr>
          <p:cNvPr id="70660" name="Rectangle 3">
            <a:extLst>
              <a:ext uri="{FF2B5EF4-FFF2-40B4-BE49-F238E27FC236}">
                <a16:creationId xmlns:a16="http://schemas.microsoft.com/office/drawing/2014/main" id="{14500B69-2FDF-AF08-8D6A-4947E18C5F2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a:extLst>
              <a:ext uri="{FF2B5EF4-FFF2-40B4-BE49-F238E27FC236}">
                <a16:creationId xmlns:a16="http://schemas.microsoft.com/office/drawing/2014/main" id="{0543C1A3-4B86-6546-70CE-CC490804D40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EF6935F-D8AF-49D7-967B-62D437B9FD87}" type="slidenum">
              <a:rPr lang="en-US" altLang="zh-CN" sz="1200" b="0" i="0" baseline="0"/>
              <a:pPr/>
              <a:t>6</a:t>
            </a:fld>
            <a:endParaRPr lang="en-US" altLang="zh-CN" sz="1200" b="0" i="0" baseline="0"/>
          </a:p>
        </p:txBody>
      </p:sp>
      <p:sp>
        <p:nvSpPr>
          <p:cNvPr id="71683" name="Rectangle 2">
            <a:extLst>
              <a:ext uri="{FF2B5EF4-FFF2-40B4-BE49-F238E27FC236}">
                <a16:creationId xmlns:a16="http://schemas.microsoft.com/office/drawing/2014/main" id="{AE2FC630-FA62-4F91-0742-83FD0D29ABE2}"/>
              </a:ext>
            </a:extLst>
          </p:cNvPr>
          <p:cNvSpPr>
            <a:spLocks noRot="1" noChangeArrowheads="1" noTextEdit="1"/>
          </p:cNvSpPr>
          <p:nvPr>
            <p:ph type="sldImg"/>
          </p:nvPr>
        </p:nvSpPr>
        <p:spPr>
          <a:ln/>
        </p:spPr>
      </p:sp>
      <p:sp>
        <p:nvSpPr>
          <p:cNvPr id="71684" name="Rectangle 3">
            <a:extLst>
              <a:ext uri="{FF2B5EF4-FFF2-40B4-BE49-F238E27FC236}">
                <a16:creationId xmlns:a16="http://schemas.microsoft.com/office/drawing/2014/main" id="{01DE3C9C-35B2-6D6A-884A-B606A98A6C7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F9957B94-51F9-306D-577D-F0A88D0C001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AF5207A-BE21-4D33-ACE3-40943849A5BF}" type="slidenum">
              <a:rPr lang="en-US" altLang="zh-CN" sz="1200" b="0" i="0" baseline="0"/>
              <a:pPr/>
              <a:t>7</a:t>
            </a:fld>
            <a:endParaRPr lang="en-US" altLang="zh-CN" sz="1200" b="0" i="0" baseline="0"/>
          </a:p>
        </p:txBody>
      </p:sp>
      <p:sp>
        <p:nvSpPr>
          <p:cNvPr id="72707" name="Rectangle 2">
            <a:extLst>
              <a:ext uri="{FF2B5EF4-FFF2-40B4-BE49-F238E27FC236}">
                <a16:creationId xmlns:a16="http://schemas.microsoft.com/office/drawing/2014/main" id="{07082FCD-3474-9307-0851-34D6665B365F}"/>
              </a:ext>
            </a:extLst>
          </p:cNvPr>
          <p:cNvSpPr>
            <a:spLocks noRot="1" noChangeArrowheads="1" noTextEdit="1"/>
          </p:cNvSpPr>
          <p:nvPr>
            <p:ph type="sldImg"/>
          </p:nvPr>
        </p:nvSpPr>
        <p:spPr>
          <a:ln/>
        </p:spPr>
      </p:sp>
      <p:sp>
        <p:nvSpPr>
          <p:cNvPr id="72708" name="Rectangle 3">
            <a:extLst>
              <a:ext uri="{FF2B5EF4-FFF2-40B4-BE49-F238E27FC236}">
                <a16:creationId xmlns:a16="http://schemas.microsoft.com/office/drawing/2014/main" id="{81598B68-5781-9715-8DB9-24FAC69908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52BBC031-D816-0333-A086-4167A5C1FD3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A5D8796E-CC33-40DB-84AD-09B59909EC4A}" type="slidenum">
              <a:rPr lang="en-US" altLang="zh-CN" sz="1200" b="0" i="0" baseline="0"/>
              <a:pPr/>
              <a:t>8</a:t>
            </a:fld>
            <a:endParaRPr lang="en-US" altLang="zh-CN" sz="1200" b="0" i="0" baseline="0"/>
          </a:p>
        </p:txBody>
      </p:sp>
      <p:sp>
        <p:nvSpPr>
          <p:cNvPr id="73731" name="Rectangle 2">
            <a:extLst>
              <a:ext uri="{FF2B5EF4-FFF2-40B4-BE49-F238E27FC236}">
                <a16:creationId xmlns:a16="http://schemas.microsoft.com/office/drawing/2014/main" id="{79320B5B-B1EA-81FC-045F-1D7D43908C42}"/>
              </a:ext>
            </a:extLst>
          </p:cNvPr>
          <p:cNvSpPr>
            <a:spLocks noRot="1" noChangeArrowheads="1" noTextEdit="1"/>
          </p:cNvSpPr>
          <p:nvPr>
            <p:ph type="sldImg"/>
          </p:nvPr>
        </p:nvSpPr>
        <p:spPr>
          <a:ln/>
        </p:spPr>
      </p:sp>
      <p:sp>
        <p:nvSpPr>
          <p:cNvPr id="73732" name="Rectangle 3">
            <a:extLst>
              <a:ext uri="{FF2B5EF4-FFF2-40B4-BE49-F238E27FC236}">
                <a16:creationId xmlns:a16="http://schemas.microsoft.com/office/drawing/2014/main" id="{66945D20-23F6-C212-3B29-43D1992E9DB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C9168ACF-A557-1767-5656-2BB7B19036B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0BB1996A-B297-4305-985F-85198FEE8BCE}" type="slidenum">
              <a:rPr lang="en-US" altLang="zh-CN" sz="1200" b="0" i="0" baseline="0"/>
              <a:pPr/>
              <a:t>9</a:t>
            </a:fld>
            <a:endParaRPr lang="en-US" altLang="zh-CN" sz="1200" b="0" i="0" baseline="0"/>
          </a:p>
        </p:txBody>
      </p:sp>
      <p:sp>
        <p:nvSpPr>
          <p:cNvPr id="74755" name="Rectangle 2">
            <a:extLst>
              <a:ext uri="{FF2B5EF4-FFF2-40B4-BE49-F238E27FC236}">
                <a16:creationId xmlns:a16="http://schemas.microsoft.com/office/drawing/2014/main" id="{8346B66A-EC2D-25A5-B4F3-A7891104B6E3}"/>
              </a:ext>
            </a:extLst>
          </p:cNvPr>
          <p:cNvSpPr>
            <a:spLocks noRot="1" noChangeArrowheads="1" noTextEdit="1"/>
          </p:cNvSpPr>
          <p:nvPr>
            <p:ph type="sldImg"/>
          </p:nvPr>
        </p:nvSpPr>
        <p:spPr>
          <a:ln/>
        </p:spPr>
      </p:sp>
      <p:sp>
        <p:nvSpPr>
          <p:cNvPr id="74756" name="Rectangle 3">
            <a:extLst>
              <a:ext uri="{FF2B5EF4-FFF2-40B4-BE49-F238E27FC236}">
                <a16:creationId xmlns:a16="http://schemas.microsoft.com/office/drawing/2014/main" id="{2E1F27A3-714B-2EF2-256A-441AFB07A2B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E45FA62D-0581-A942-4930-B5F19CD482F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EDC75D85-9F4F-488A-9BE9-A0B2D631BD41}" type="slidenum">
              <a:rPr lang="en-US" altLang="zh-CN" sz="1200" b="0" i="0" baseline="0"/>
              <a:pPr/>
              <a:t>10</a:t>
            </a:fld>
            <a:endParaRPr lang="en-US" altLang="zh-CN" sz="1200" b="0" i="0" baseline="0"/>
          </a:p>
        </p:txBody>
      </p:sp>
      <p:sp>
        <p:nvSpPr>
          <p:cNvPr id="75779" name="Rectangle 2">
            <a:extLst>
              <a:ext uri="{FF2B5EF4-FFF2-40B4-BE49-F238E27FC236}">
                <a16:creationId xmlns:a16="http://schemas.microsoft.com/office/drawing/2014/main" id="{58C9D330-6CDB-52FA-26CF-F34A6CF6A344}"/>
              </a:ext>
            </a:extLst>
          </p:cNvPr>
          <p:cNvSpPr>
            <a:spLocks noRot="1" noChangeArrowheads="1" noTextEdit="1"/>
          </p:cNvSpPr>
          <p:nvPr>
            <p:ph type="sldImg"/>
          </p:nvPr>
        </p:nvSpPr>
        <p:spPr>
          <a:ln/>
        </p:spPr>
      </p:sp>
      <p:sp>
        <p:nvSpPr>
          <p:cNvPr id="75780" name="Rectangle 3">
            <a:extLst>
              <a:ext uri="{FF2B5EF4-FFF2-40B4-BE49-F238E27FC236}">
                <a16:creationId xmlns:a16="http://schemas.microsoft.com/office/drawing/2014/main" id="{0D473ADD-3F97-08C3-0F22-F1C76FAF40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80C6136E-5954-FB48-7663-702D5157A08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9EFBC2B1-B66B-4577-91D4-6E046BE1EC4E}" type="slidenum">
              <a:rPr lang="en-US" altLang="zh-CN" sz="1200" b="0" i="0" baseline="0"/>
              <a:pPr/>
              <a:t>11</a:t>
            </a:fld>
            <a:endParaRPr lang="en-US" altLang="zh-CN" sz="1200" b="0" i="0" baseline="0"/>
          </a:p>
        </p:txBody>
      </p:sp>
      <p:sp>
        <p:nvSpPr>
          <p:cNvPr id="76803" name="Rectangle 2">
            <a:extLst>
              <a:ext uri="{FF2B5EF4-FFF2-40B4-BE49-F238E27FC236}">
                <a16:creationId xmlns:a16="http://schemas.microsoft.com/office/drawing/2014/main" id="{86F11842-235E-5588-9E62-743C7056AA03}"/>
              </a:ext>
            </a:extLst>
          </p:cNvPr>
          <p:cNvSpPr>
            <a:spLocks noRot="1" noChangeArrowheads="1" noTextEdit="1"/>
          </p:cNvSpPr>
          <p:nvPr>
            <p:ph type="sldImg"/>
          </p:nvPr>
        </p:nvSpPr>
        <p:spPr>
          <a:ln/>
        </p:spPr>
      </p:sp>
      <p:sp>
        <p:nvSpPr>
          <p:cNvPr id="76804" name="Rectangle 3">
            <a:extLst>
              <a:ext uri="{FF2B5EF4-FFF2-40B4-BE49-F238E27FC236}">
                <a16:creationId xmlns:a16="http://schemas.microsoft.com/office/drawing/2014/main" id="{E776AA97-FE67-8985-90A4-18A8640FD7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0EDB564C-C9D2-A7B1-B43C-299E103EEB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86E6A2BC-2B9D-4E42-A097-1CCEA4E6CCD9}" type="slidenum">
              <a:rPr lang="en-US" altLang="zh-CN" sz="1200" b="0" i="0" baseline="0"/>
              <a:pPr/>
              <a:t>12</a:t>
            </a:fld>
            <a:endParaRPr lang="en-US" altLang="zh-CN" sz="1200" b="0" i="0" baseline="0"/>
          </a:p>
        </p:txBody>
      </p:sp>
      <p:sp>
        <p:nvSpPr>
          <p:cNvPr id="77827" name="Rectangle 2">
            <a:extLst>
              <a:ext uri="{FF2B5EF4-FFF2-40B4-BE49-F238E27FC236}">
                <a16:creationId xmlns:a16="http://schemas.microsoft.com/office/drawing/2014/main" id="{33C6DF9D-92A7-2BD1-0CF0-ED33D4E0C2AD}"/>
              </a:ext>
            </a:extLst>
          </p:cNvPr>
          <p:cNvSpPr>
            <a:spLocks noRot="1" noChangeArrowheads="1" noTextEdit="1"/>
          </p:cNvSpPr>
          <p:nvPr>
            <p:ph type="sldImg"/>
          </p:nvPr>
        </p:nvSpPr>
        <p:spPr>
          <a:ln/>
        </p:spPr>
      </p:sp>
      <p:sp>
        <p:nvSpPr>
          <p:cNvPr id="77828" name="Rectangle 3">
            <a:extLst>
              <a:ext uri="{FF2B5EF4-FFF2-40B4-BE49-F238E27FC236}">
                <a16:creationId xmlns:a16="http://schemas.microsoft.com/office/drawing/2014/main" id="{2B6C6044-D64B-2E35-13A7-562BA8F0546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93E1F087-51EE-3477-0509-F36726D523E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894E21C3-8931-44E7-A3DD-33CEEF2E2A1A}" type="slidenum">
              <a:rPr lang="en-US" altLang="zh-CN" sz="1200" b="0" i="0" baseline="0"/>
              <a:pPr/>
              <a:t>13</a:t>
            </a:fld>
            <a:endParaRPr lang="en-US" altLang="zh-CN" sz="1200" b="0" i="0" baseline="0"/>
          </a:p>
        </p:txBody>
      </p:sp>
      <p:sp>
        <p:nvSpPr>
          <p:cNvPr id="78851" name="Rectangle 2">
            <a:extLst>
              <a:ext uri="{FF2B5EF4-FFF2-40B4-BE49-F238E27FC236}">
                <a16:creationId xmlns:a16="http://schemas.microsoft.com/office/drawing/2014/main" id="{1D5424B3-83C5-22A2-3D3B-3DE388FEFA28}"/>
              </a:ext>
            </a:extLst>
          </p:cNvPr>
          <p:cNvSpPr>
            <a:spLocks noRot="1" noChangeArrowheads="1" noTextEdit="1"/>
          </p:cNvSpPr>
          <p:nvPr>
            <p:ph type="sldImg"/>
          </p:nvPr>
        </p:nvSpPr>
        <p:spPr>
          <a:ln/>
        </p:spPr>
      </p:sp>
      <p:sp>
        <p:nvSpPr>
          <p:cNvPr id="78852" name="Rectangle 3">
            <a:extLst>
              <a:ext uri="{FF2B5EF4-FFF2-40B4-BE49-F238E27FC236}">
                <a16:creationId xmlns:a16="http://schemas.microsoft.com/office/drawing/2014/main" id="{3167EC6F-B965-2D45-65A9-FF2F6976903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87E1295F-7F7D-784A-CB5C-1FC3A47242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88019FE-67B6-4874-A051-8C03912A07FB}" type="slidenum">
              <a:rPr lang="en-US" altLang="zh-CN" sz="1200" b="0" i="0" baseline="0"/>
              <a:pPr/>
              <a:t>14</a:t>
            </a:fld>
            <a:endParaRPr lang="en-US" altLang="zh-CN" sz="1200" b="0" i="0" baseline="0"/>
          </a:p>
        </p:txBody>
      </p:sp>
      <p:sp>
        <p:nvSpPr>
          <p:cNvPr id="79875" name="Rectangle 2">
            <a:extLst>
              <a:ext uri="{FF2B5EF4-FFF2-40B4-BE49-F238E27FC236}">
                <a16:creationId xmlns:a16="http://schemas.microsoft.com/office/drawing/2014/main" id="{C4B25381-C2B0-AC71-9258-5ABB24A5B0B2}"/>
              </a:ext>
            </a:extLst>
          </p:cNvPr>
          <p:cNvSpPr>
            <a:spLocks noRot="1" noChangeArrowheads="1" noTextEdit="1"/>
          </p:cNvSpPr>
          <p:nvPr>
            <p:ph type="sldImg"/>
          </p:nvPr>
        </p:nvSpPr>
        <p:spPr>
          <a:ln/>
        </p:spPr>
      </p:sp>
      <p:sp>
        <p:nvSpPr>
          <p:cNvPr id="79876" name="Rectangle 3">
            <a:extLst>
              <a:ext uri="{FF2B5EF4-FFF2-40B4-BE49-F238E27FC236}">
                <a16:creationId xmlns:a16="http://schemas.microsoft.com/office/drawing/2014/main" id="{208E5682-7916-ACBC-778D-DBFA477F493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09FF30AA-6C75-EA4E-609D-7389FF16F6E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0800906-3FF1-4FA1-9F84-34057CDD0645}" type="slidenum">
              <a:rPr lang="en-US" altLang="zh-CN" sz="1200" b="0" i="0" baseline="0"/>
              <a:pPr/>
              <a:t>15</a:t>
            </a:fld>
            <a:endParaRPr lang="en-US" altLang="zh-CN" sz="1200" b="0" i="0" baseline="0"/>
          </a:p>
        </p:txBody>
      </p:sp>
      <p:sp>
        <p:nvSpPr>
          <p:cNvPr id="80899" name="Rectangle 2">
            <a:extLst>
              <a:ext uri="{FF2B5EF4-FFF2-40B4-BE49-F238E27FC236}">
                <a16:creationId xmlns:a16="http://schemas.microsoft.com/office/drawing/2014/main" id="{A74D7A14-A06E-29A4-8019-D6A53F9FE553}"/>
              </a:ext>
            </a:extLst>
          </p:cNvPr>
          <p:cNvSpPr>
            <a:spLocks noRot="1" noChangeArrowheads="1" noTextEdit="1"/>
          </p:cNvSpPr>
          <p:nvPr>
            <p:ph type="sldImg"/>
          </p:nvPr>
        </p:nvSpPr>
        <p:spPr>
          <a:ln/>
        </p:spPr>
      </p:sp>
      <p:sp>
        <p:nvSpPr>
          <p:cNvPr id="80900" name="Rectangle 3">
            <a:extLst>
              <a:ext uri="{FF2B5EF4-FFF2-40B4-BE49-F238E27FC236}">
                <a16:creationId xmlns:a16="http://schemas.microsoft.com/office/drawing/2014/main" id="{4960F46E-0FD0-0C05-1684-916881FF4DF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E5E7E37F-D299-2415-3DBB-378F41020D9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7C7716EB-3359-410D-AC24-73582C58E693}" type="slidenum">
              <a:rPr lang="en-US" altLang="zh-CN" sz="1200" b="0" i="0" baseline="0"/>
              <a:pPr/>
              <a:t>16</a:t>
            </a:fld>
            <a:endParaRPr lang="en-US" altLang="zh-CN" sz="1200" b="0" i="0" baseline="0"/>
          </a:p>
        </p:txBody>
      </p:sp>
      <p:sp>
        <p:nvSpPr>
          <p:cNvPr id="81923" name="Rectangle 2">
            <a:extLst>
              <a:ext uri="{FF2B5EF4-FFF2-40B4-BE49-F238E27FC236}">
                <a16:creationId xmlns:a16="http://schemas.microsoft.com/office/drawing/2014/main" id="{29C276A5-3581-060D-601D-979F448D80E6}"/>
              </a:ext>
            </a:extLst>
          </p:cNvPr>
          <p:cNvSpPr>
            <a:spLocks noRot="1" noChangeArrowheads="1" noTextEdit="1"/>
          </p:cNvSpPr>
          <p:nvPr>
            <p:ph type="sldImg"/>
          </p:nvPr>
        </p:nvSpPr>
        <p:spPr>
          <a:ln/>
        </p:spPr>
      </p:sp>
      <p:sp>
        <p:nvSpPr>
          <p:cNvPr id="81924" name="Rectangle 3">
            <a:extLst>
              <a:ext uri="{FF2B5EF4-FFF2-40B4-BE49-F238E27FC236}">
                <a16:creationId xmlns:a16="http://schemas.microsoft.com/office/drawing/2014/main" id="{205A308E-A553-B458-D596-28C30577B55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3706D9FC-AB1D-B4F1-567C-0A9B80DEC80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720F6B70-5D25-4E16-9A95-7FE8028517D4}" type="slidenum">
              <a:rPr lang="en-US" altLang="zh-CN" sz="1200" b="0" i="0" baseline="0"/>
              <a:pPr/>
              <a:t>17</a:t>
            </a:fld>
            <a:endParaRPr lang="en-US" altLang="zh-CN" sz="1200" b="0" i="0" baseline="0"/>
          </a:p>
        </p:txBody>
      </p:sp>
      <p:sp>
        <p:nvSpPr>
          <p:cNvPr id="82947" name="Rectangle 2">
            <a:extLst>
              <a:ext uri="{FF2B5EF4-FFF2-40B4-BE49-F238E27FC236}">
                <a16:creationId xmlns:a16="http://schemas.microsoft.com/office/drawing/2014/main" id="{5DC8F5AD-2E4A-3DFE-AFC0-D8F91BE3C523}"/>
              </a:ext>
            </a:extLst>
          </p:cNvPr>
          <p:cNvSpPr>
            <a:spLocks noRot="1" noChangeArrowheads="1" noTextEdit="1"/>
          </p:cNvSpPr>
          <p:nvPr>
            <p:ph type="sldImg"/>
          </p:nvPr>
        </p:nvSpPr>
        <p:spPr>
          <a:ln/>
        </p:spPr>
      </p:sp>
      <p:sp>
        <p:nvSpPr>
          <p:cNvPr id="82948" name="Rectangle 3">
            <a:extLst>
              <a:ext uri="{FF2B5EF4-FFF2-40B4-BE49-F238E27FC236}">
                <a16:creationId xmlns:a16="http://schemas.microsoft.com/office/drawing/2014/main" id="{81FB77FF-FE69-1433-F55E-294FD2205E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2D6029EB-52B0-F1ED-3714-86271E3F31D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782F1D7-A609-487F-8BC5-609EE6B45BBC}" type="slidenum">
              <a:rPr lang="en-US" altLang="zh-CN" sz="1200" b="0" i="0" baseline="0"/>
              <a:pPr/>
              <a:t>18</a:t>
            </a:fld>
            <a:endParaRPr lang="en-US" altLang="zh-CN" sz="1200" b="0" i="0" baseline="0"/>
          </a:p>
        </p:txBody>
      </p:sp>
      <p:sp>
        <p:nvSpPr>
          <p:cNvPr id="83971" name="Rectangle 2">
            <a:extLst>
              <a:ext uri="{FF2B5EF4-FFF2-40B4-BE49-F238E27FC236}">
                <a16:creationId xmlns:a16="http://schemas.microsoft.com/office/drawing/2014/main" id="{333F84C9-F07A-3FCA-9A78-D21E4E439BCD}"/>
              </a:ext>
            </a:extLst>
          </p:cNvPr>
          <p:cNvSpPr>
            <a:spLocks noRot="1" noChangeArrowheads="1" noTextEdit="1"/>
          </p:cNvSpPr>
          <p:nvPr>
            <p:ph type="sldImg"/>
          </p:nvPr>
        </p:nvSpPr>
        <p:spPr>
          <a:ln/>
        </p:spPr>
      </p:sp>
      <p:sp>
        <p:nvSpPr>
          <p:cNvPr id="83972" name="Rectangle 3">
            <a:extLst>
              <a:ext uri="{FF2B5EF4-FFF2-40B4-BE49-F238E27FC236}">
                <a16:creationId xmlns:a16="http://schemas.microsoft.com/office/drawing/2014/main" id="{1CB15B15-628B-B8B1-7FD3-6914200F8A7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FFA2436F-0FC0-10EB-AFC1-1168FE8B39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9E828E8A-54EF-48DE-AEDF-90F90A222ED0}" type="slidenum">
              <a:rPr lang="en-US" altLang="zh-CN" sz="1200" b="0" i="0" baseline="0"/>
              <a:pPr/>
              <a:t>19</a:t>
            </a:fld>
            <a:endParaRPr lang="en-US" altLang="zh-CN" sz="1200" b="0" i="0" baseline="0"/>
          </a:p>
        </p:txBody>
      </p:sp>
      <p:sp>
        <p:nvSpPr>
          <p:cNvPr id="84995" name="Rectangle 2">
            <a:extLst>
              <a:ext uri="{FF2B5EF4-FFF2-40B4-BE49-F238E27FC236}">
                <a16:creationId xmlns:a16="http://schemas.microsoft.com/office/drawing/2014/main" id="{B032FA09-BB33-043E-8B65-CBF16CBCADC6}"/>
              </a:ext>
            </a:extLst>
          </p:cNvPr>
          <p:cNvSpPr>
            <a:spLocks noRot="1" noChangeArrowheads="1" noTextEdit="1"/>
          </p:cNvSpPr>
          <p:nvPr>
            <p:ph type="sldImg"/>
          </p:nvPr>
        </p:nvSpPr>
        <p:spPr>
          <a:ln/>
        </p:spPr>
      </p:sp>
      <p:sp>
        <p:nvSpPr>
          <p:cNvPr id="84996" name="Rectangle 3">
            <a:extLst>
              <a:ext uri="{FF2B5EF4-FFF2-40B4-BE49-F238E27FC236}">
                <a16:creationId xmlns:a16="http://schemas.microsoft.com/office/drawing/2014/main" id="{16C80E7E-8D51-10BF-91F3-50CCAB36311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B414F9C9-008A-4030-FC84-D5F84CA54E0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753AB44F-5C63-419C-BF8D-F4CDE31598FC}" type="slidenum">
              <a:rPr lang="en-US" altLang="zh-CN" sz="1200" b="0" i="0" baseline="0"/>
              <a:pPr/>
              <a:t>20</a:t>
            </a:fld>
            <a:endParaRPr lang="en-US" altLang="zh-CN" sz="1200" b="0" i="0" baseline="0"/>
          </a:p>
        </p:txBody>
      </p:sp>
      <p:sp>
        <p:nvSpPr>
          <p:cNvPr id="86019" name="Rectangle 2">
            <a:extLst>
              <a:ext uri="{FF2B5EF4-FFF2-40B4-BE49-F238E27FC236}">
                <a16:creationId xmlns:a16="http://schemas.microsoft.com/office/drawing/2014/main" id="{7889B147-7C78-707A-E17A-8E02242AA858}"/>
              </a:ext>
            </a:extLst>
          </p:cNvPr>
          <p:cNvSpPr>
            <a:spLocks noRot="1" noChangeArrowheads="1" noTextEdit="1"/>
          </p:cNvSpPr>
          <p:nvPr>
            <p:ph type="sldImg"/>
          </p:nvPr>
        </p:nvSpPr>
        <p:spPr>
          <a:ln/>
        </p:spPr>
      </p:sp>
      <p:sp>
        <p:nvSpPr>
          <p:cNvPr id="86020" name="Rectangle 3">
            <a:extLst>
              <a:ext uri="{FF2B5EF4-FFF2-40B4-BE49-F238E27FC236}">
                <a16:creationId xmlns:a16="http://schemas.microsoft.com/office/drawing/2014/main" id="{495FC007-4BCD-1256-E289-857D11796D6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A327F4C9-C090-C9B1-735F-F969E395EC6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C2D46FA-6CCF-42AB-92AD-C624FB53349E}" type="slidenum">
              <a:rPr lang="en-US" altLang="zh-CN" sz="1200" b="0" i="0" baseline="0"/>
              <a:pPr/>
              <a:t>21</a:t>
            </a:fld>
            <a:endParaRPr lang="en-US" altLang="zh-CN" sz="1200" b="0" i="0" baseline="0"/>
          </a:p>
        </p:txBody>
      </p:sp>
      <p:sp>
        <p:nvSpPr>
          <p:cNvPr id="87043" name="Rectangle 2">
            <a:extLst>
              <a:ext uri="{FF2B5EF4-FFF2-40B4-BE49-F238E27FC236}">
                <a16:creationId xmlns:a16="http://schemas.microsoft.com/office/drawing/2014/main" id="{269B30ED-34F4-49CD-83C8-4C5792F969C9}"/>
              </a:ext>
            </a:extLst>
          </p:cNvPr>
          <p:cNvSpPr>
            <a:spLocks noRot="1" noChangeArrowheads="1" noTextEdit="1"/>
          </p:cNvSpPr>
          <p:nvPr>
            <p:ph type="sldImg"/>
          </p:nvPr>
        </p:nvSpPr>
        <p:spPr>
          <a:ln/>
        </p:spPr>
      </p:sp>
      <p:sp>
        <p:nvSpPr>
          <p:cNvPr id="87044" name="Rectangle 3">
            <a:extLst>
              <a:ext uri="{FF2B5EF4-FFF2-40B4-BE49-F238E27FC236}">
                <a16:creationId xmlns:a16="http://schemas.microsoft.com/office/drawing/2014/main" id="{81DE8589-409F-873F-F359-6769222EFB7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1A902C9E-567A-B0D7-FDF8-ACA2E51FF9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3788A206-F2D2-4C49-9D24-08B34FCC136C}" type="slidenum">
              <a:rPr lang="en-US" altLang="zh-CN" sz="1200" b="0" i="0" baseline="0"/>
              <a:pPr/>
              <a:t>22</a:t>
            </a:fld>
            <a:endParaRPr lang="en-US" altLang="zh-CN" sz="1200" b="0" i="0" baseline="0"/>
          </a:p>
        </p:txBody>
      </p:sp>
      <p:sp>
        <p:nvSpPr>
          <p:cNvPr id="88067" name="Rectangle 2">
            <a:extLst>
              <a:ext uri="{FF2B5EF4-FFF2-40B4-BE49-F238E27FC236}">
                <a16:creationId xmlns:a16="http://schemas.microsoft.com/office/drawing/2014/main" id="{7506F7AE-BF54-5800-9654-13B8A8D429E5}"/>
              </a:ext>
            </a:extLst>
          </p:cNvPr>
          <p:cNvSpPr>
            <a:spLocks noRot="1" noChangeArrowheads="1" noTextEdit="1"/>
          </p:cNvSpPr>
          <p:nvPr>
            <p:ph type="sldImg"/>
          </p:nvPr>
        </p:nvSpPr>
        <p:spPr>
          <a:ln/>
        </p:spPr>
      </p:sp>
      <p:sp>
        <p:nvSpPr>
          <p:cNvPr id="88068" name="Rectangle 3">
            <a:extLst>
              <a:ext uri="{FF2B5EF4-FFF2-40B4-BE49-F238E27FC236}">
                <a16:creationId xmlns:a16="http://schemas.microsoft.com/office/drawing/2014/main" id="{0E698367-14EA-DACC-EB57-F6D11FC644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4730FD65-32FF-E6F6-CE3C-71FE424ED58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8CCBF513-2EB0-4C21-8DD2-02C4C9822A78}" type="slidenum">
              <a:rPr lang="en-US" altLang="zh-CN" sz="1200" b="0" i="0" baseline="0"/>
              <a:pPr/>
              <a:t>23</a:t>
            </a:fld>
            <a:endParaRPr lang="en-US" altLang="zh-CN" sz="1200" b="0" i="0" baseline="0"/>
          </a:p>
        </p:txBody>
      </p:sp>
      <p:sp>
        <p:nvSpPr>
          <p:cNvPr id="89091" name="Rectangle 2">
            <a:extLst>
              <a:ext uri="{FF2B5EF4-FFF2-40B4-BE49-F238E27FC236}">
                <a16:creationId xmlns:a16="http://schemas.microsoft.com/office/drawing/2014/main" id="{CE7CC38B-5339-39F9-F186-7130184BDD97}"/>
              </a:ext>
            </a:extLst>
          </p:cNvPr>
          <p:cNvSpPr>
            <a:spLocks noRot="1" noChangeArrowheads="1" noTextEdit="1"/>
          </p:cNvSpPr>
          <p:nvPr>
            <p:ph type="sldImg"/>
          </p:nvPr>
        </p:nvSpPr>
        <p:spPr>
          <a:ln/>
        </p:spPr>
      </p:sp>
      <p:sp>
        <p:nvSpPr>
          <p:cNvPr id="89092" name="Rectangle 3">
            <a:extLst>
              <a:ext uri="{FF2B5EF4-FFF2-40B4-BE49-F238E27FC236}">
                <a16:creationId xmlns:a16="http://schemas.microsoft.com/office/drawing/2014/main" id="{64C90391-2CE6-E52F-5BC9-EB7136117D9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a:extLst>
              <a:ext uri="{FF2B5EF4-FFF2-40B4-BE49-F238E27FC236}">
                <a16:creationId xmlns:a16="http://schemas.microsoft.com/office/drawing/2014/main" id="{F3A9D343-FE1A-81CC-BB9C-53B8C5BBDDD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2DE4F99F-4CBA-40A0-8444-239CC8C912A1}" type="slidenum">
              <a:rPr lang="en-US" altLang="zh-CN" sz="1200" b="0" i="0" baseline="0"/>
              <a:pPr/>
              <a:t>24</a:t>
            </a:fld>
            <a:endParaRPr lang="en-US" altLang="zh-CN" sz="1200" b="0" i="0" baseline="0"/>
          </a:p>
        </p:txBody>
      </p:sp>
      <p:sp>
        <p:nvSpPr>
          <p:cNvPr id="90115" name="Rectangle 2">
            <a:extLst>
              <a:ext uri="{FF2B5EF4-FFF2-40B4-BE49-F238E27FC236}">
                <a16:creationId xmlns:a16="http://schemas.microsoft.com/office/drawing/2014/main" id="{AE4F6C92-39D1-093B-B79E-2AD20BD9832B}"/>
              </a:ext>
            </a:extLst>
          </p:cNvPr>
          <p:cNvSpPr>
            <a:spLocks noRot="1" noChangeArrowheads="1" noTextEdit="1"/>
          </p:cNvSpPr>
          <p:nvPr>
            <p:ph type="sldImg"/>
          </p:nvPr>
        </p:nvSpPr>
        <p:spPr>
          <a:ln/>
        </p:spPr>
      </p:sp>
      <p:sp>
        <p:nvSpPr>
          <p:cNvPr id="90116" name="Rectangle 3">
            <a:extLst>
              <a:ext uri="{FF2B5EF4-FFF2-40B4-BE49-F238E27FC236}">
                <a16:creationId xmlns:a16="http://schemas.microsoft.com/office/drawing/2014/main" id="{B4DE9909-98FB-F524-2698-A2EDD1DD075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2A47BC6A-1EDF-5B34-EFBF-97FF03327F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7BCE4F63-ECEB-4A49-9658-7D7336FDA057}" type="slidenum">
              <a:rPr lang="en-US" altLang="zh-CN" sz="1200" b="0" i="0" baseline="0"/>
              <a:pPr/>
              <a:t>25</a:t>
            </a:fld>
            <a:endParaRPr lang="en-US" altLang="zh-CN" sz="1200" b="0" i="0" baseline="0"/>
          </a:p>
        </p:txBody>
      </p:sp>
      <p:sp>
        <p:nvSpPr>
          <p:cNvPr id="91139" name="Rectangle 2">
            <a:extLst>
              <a:ext uri="{FF2B5EF4-FFF2-40B4-BE49-F238E27FC236}">
                <a16:creationId xmlns:a16="http://schemas.microsoft.com/office/drawing/2014/main" id="{1FB9AA4C-9A9A-FE8B-B8B6-71477A81E0DB}"/>
              </a:ext>
            </a:extLst>
          </p:cNvPr>
          <p:cNvSpPr>
            <a:spLocks noRot="1" noChangeArrowheads="1" noTextEdit="1"/>
          </p:cNvSpPr>
          <p:nvPr>
            <p:ph type="sldImg"/>
          </p:nvPr>
        </p:nvSpPr>
        <p:spPr>
          <a:ln/>
        </p:spPr>
      </p:sp>
      <p:sp>
        <p:nvSpPr>
          <p:cNvPr id="91140" name="Rectangle 3">
            <a:extLst>
              <a:ext uri="{FF2B5EF4-FFF2-40B4-BE49-F238E27FC236}">
                <a16:creationId xmlns:a16="http://schemas.microsoft.com/office/drawing/2014/main" id="{69DDAC1B-E2F4-4389-91F6-FF07AAE8DF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C921DBF6-8292-D61C-681A-A91EA95C0476}"/>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ACC91946-9CA5-459D-8974-1DAEBF7F5E31}" type="slidenum">
              <a:rPr lang="en-US" altLang="zh-CN" sz="1200" b="0" i="0" baseline="0"/>
              <a:pPr/>
              <a:t>26</a:t>
            </a:fld>
            <a:endParaRPr lang="en-US" altLang="zh-CN" sz="1200" b="0" i="0" baseline="0"/>
          </a:p>
        </p:txBody>
      </p:sp>
      <p:sp>
        <p:nvSpPr>
          <p:cNvPr id="92163" name="Rectangle 2">
            <a:extLst>
              <a:ext uri="{FF2B5EF4-FFF2-40B4-BE49-F238E27FC236}">
                <a16:creationId xmlns:a16="http://schemas.microsoft.com/office/drawing/2014/main" id="{6F0B88E7-70FC-BD57-D9C0-BD17A9CF4BD2}"/>
              </a:ext>
            </a:extLst>
          </p:cNvPr>
          <p:cNvSpPr>
            <a:spLocks noRot="1" noChangeArrowheads="1" noTextEdit="1"/>
          </p:cNvSpPr>
          <p:nvPr>
            <p:ph type="sldImg"/>
          </p:nvPr>
        </p:nvSpPr>
        <p:spPr>
          <a:ln/>
        </p:spPr>
      </p:sp>
      <p:sp>
        <p:nvSpPr>
          <p:cNvPr id="92164" name="Rectangle 3">
            <a:extLst>
              <a:ext uri="{FF2B5EF4-FFF2-40B4-BE49-F238E27FC236}">
                <a16:creationId xmlns:a16="http://schemas.microsoft.com/office/drawing/2014/main" id="{9CEB15E1-C659-B8E9-F793-6E065F28B13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EC5FF59F-7CEF-0807-4CB3-63B6FE2145C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7CB390BB-11A0-45D9-A30F-A5D4C6BFA447}" type="slidenum">
              <a:rPr lang="en-US" altLang="zh-CN" sz="1200" b="0" i="0" baseline="0"/>
              <a:pPr/>
              <a:t>27</a:t>
            </a:fld>
            <a:endParaRPr lang="en-US" altLang="zh-CN" sz="1200" b="0" i="0" baseline="0"/>
          </a:p>
        </p:txBody>
      </p:sp>
      <p:sp>
        <p:nvSpPr>
          <p:cNvPr id="93187" name="Rectangle 2">
            <a:extLst>
              <a:ext uri="{FF2B5EF4-FFF2-40B4-BE49-F238E27FC236}">
                <a16:creationId xmlns:a16="http://schemas.microsoft.com/office/drawing/2014/main" id="{84DF2DB2-DB85-5637-D79E-40B9926F6241}"/>
              </a:ext>
            </a:extLst>
          </p:cNvPr>
          <p:cNvSpPr>
            <a:spLocks noRot="1" noChangeArrowheads="1" noTextEdit="1"/>
          </p:cNvSpPr>
          <p:nvPr>
            <p:ph type="sldImg"/>
          </p:nvPr>
        </p:nvSpPr>
        <p:spPr>
          <a:ln/>
        </p:spPr>
      </p:sp>
      <p:sp>
        <p:nvSpPr>
          <p:cNvPr id="93188" name="Rectangle 3">
            <a:extLst>
              <a:ext uri="{FF2B5EF4-FFF2-40B4-BE49-F238E27FC236}">
                <a16:creationId xmlns:a16="http://schemas.microsoft.com/office/drawing/2014/main" id="{08963CB9-46E4-566A-4B65-136B91578D5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151B5C0F-8B6A-767B-8885-5C11EAC4647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FBADEA0-9982-4D2F-AB19-B59AEC17A6D9}" type="slidenum">
              <a:rPr lang="en-US" altLang="zh-CN" sz="1200" b="0" i="0" baseline="0"/>
              <a:pPr/>
              <a:t>28</a:t>
            </a:fld>
            <a:endParaRPr lang="en-US" altLang="zh-CN" sz="1200" b="0" i="0" baseline="0"/>
          </a:p>
        </p:txBody>
      </p:sp>
      <p:sp>
        <p:nvSpPr>
          <p:cNvPr id="94211" name="Rectangle 2">
            <a:extLst>
              <a:ext uri="{FF2B5EF4-FFF2-40B4-BE49-F238E27FC236}">
                <a16:creationId xmlns:a16="http://schemas.microsoft.com/office/drawing/2014/main" id="{A89420F9-12B2-78A1-25B4-8A77DC46AEE3}"/>
              </a:ext>
            </a:extLst>
          </p:cNvPr>
          <p:cNvSpPr>
            <a:spLocks noRot="1" noChangeArrowheads="1" noTextEdit="1"/>
          </p:cNvSpPr>
          <p:nvPr>
            <p:ph type="sldImg"/>
          </p:nvPr>
        </p:nvSpPr>
        <p:spPr>
          <a:ln/>
        </p:spPr>
      </p:sp>
      <p:sp>
        <p:nvSpPr>
          <p:cNvPr id="94212" name="Rectangle 3">
            <a:extLst>
              <a:ext uri="{FF2B5EF4-FFF2-40B4-BE49-F238E27FC236}">
                <a16:creationId xmlns:a16="http://schemas.microsoft.com/office/drawing/2014/main" id="{98380EC9-7F03-AFAE-8985-9670567652F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95401427-F714-AA12-2D28-AA1FE8C46E6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268879E5-FA1E-4C9A-8C4C-737ED4A6024B}" type="slidenum">
              <a:rPr lang="en-US" altLang="zh-CN" sz="1200" b="0" i="0" baseline="0"/>
              <a:pPr/>
              <a:t>29</a:t>
            </a:fld>
            <a:endParaRPr lang="en-US" altLang="zh-CN" sz="1200" b="0" i="0" baseline="0"/>
          </a:p>
        </p:txBody>
      </p:sp>
      <p:sp>
        <p:nvSpPr>
          <p:cNvPr id="95235" name="Rectangle 2">
            <a:extLst>
              <a:ext uri="{FF2B5EF4-FFF2-40B4-BE49-F238E27FC236}">
                <a16:creationId xmlns:a16="http://schemas.microsoft.com/office/drawing/2014/main" id="{84C1ACD2-A19D-4CD0-9208-B69D6BF29052}"/>
              </a:ext>
            </a:extLst>
          </p:cNvPr>
          <p:cNvSpPr>
            <a:spLocks noRot="1" noChangeArrowheads="1" noTextEdit="1"/>
          </p:cNvSpPr>
          <p:nvPr>
            <p:ph type="sldImg"/>
          </p:nvPr>
        </p:nvSpPr>
        <p:spPr>
          <a:ln/>
        </p:spPr>
      </p:sp>
      <p:sp>
        <p:nvSpPr>
          <p:cNvPr id="95236" name="Rectangle 3">
            <a:extLst>
              <a:ext uri="{FF2B5EF4-FFF2-40B4-BE49-F238E27FC236}">
                <a16:creationId xmlns:a16="http://schemas.microsoft.com/office/drawing/2014/main" id="{229FFF02-3BD7-5412-283D-1EE96F51286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a:extLst>
              <a:ext uri="{FF2B5EF4-FFF2-40B4-BE49-F238E27FC236}">
                <a16:creationId xmlns:a16="http://schemas.microsoft.com/office/drawing/2014/main" id="{E5E5981C-1EF6-1A23-3E33-EE77382119B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7B46C01D-9CF4-401C-AD90-AC82BAA6EFC1}" type="slidenum">
              <a:rPr lang="en-US" altLang="zh-CN" sz="1200" b="0" i="0" baseline="0"/>
              <a:pPr/>
              <a:t>30</a:t>
            </a:fld>
            <a:endParaRPr lang="en-US" altLang="zh-CN" sz="1200" b="0" i="0" baseline="0"/>
          </a:p>
        </p:txBody>
      </p:sp>
      <p:sp>
        <p:nvSpPr>
          <p:cNvPr id="96259" name="Rectangle 2">
            <a:extLst>
              <a:ext uri="{FF2B5EF4-FFF2-40B4-BE49-F238E27FC236}">
                <a16:creationId xmlns:a16="http://schemas.microsoft.com/office/drawing/2014/main" id="{C2A56B0B-4849-96E2-543F-9EF8301DEFFC}"/>
              </a:ext>
            </a:extLst>
          </p:cNvPr>
          <p:cNvSpPr>
            <a:spLocks noRot="1" noChangeArrowheads="1" noTextEdit="1"/>
          </p:cNvSpPr>
          <p:nvPr>
            <p:ph type="sldImg"/>
          </p:nvPr>
        </p:nvSpPr>
        <p:spPr>
          <a:ln/>
        </p:spPr>
      </p:sp>
      <p:sp>
        <p:nvSpPr>
          <p:cNvPr id="96260" name="Rectangle 3">
            <a:extLst>
              <a:ext uri="{FF2B5EF4-FFF2-40B4-BE49-F238E27FC236}">
                <a16:creationId xmlns:a16="http://schemas.microsoft.com/office/drawing/2014/main" id="{BA870905-7D73-C001-A82F-4066AD2B6D4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EB38683C-1C6C-CB57-621D-34262E451EA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5C0F9C20-C2C1-4BBE-B745-8C0EF1A930B1}" type="slidenum">
              <a:rPr lang="en-US" altLang="zh-CN" sz="1200" b="0" i="0" baseline="0"/>
              <a:pPr/>
              <a:t>31</a:t>
            </a:fld>
            <a:endParaRPr lang="en-US" altLang="zh-CN" sz="1200" b="0" i="0" baseline="0"/>
          </a:p>
        </p:txBody>
      </p:sp>
      <p:sp>
        <p:nvSpPr>
          <p:cNvPr id="97283" name="Rectangle 2">
            <a:extLst>
              <a:ext uri="{FF2B5EF4-FFF2-40B4-BE49-F238E27FC236}">
                <a16:creationId xmlns:a16="http://schemas.microsoft.com/office/drawing/2014/main" id="{E6EA0C43-AF76-556A-EB99-E5EA01088B33}"/>
              </a:ext>
            </a:extLst>
          </p:cNvPr>
          <p:cNvSpPr>
            <a:spLocks noRot="1" noChangeArrowheads="1" noTextEdit="1"/>
          </p:cNvSpPr>
          <p:nvPr>
            <p:ph type="sldImg"/>
          </p:nvPr>
        </p:nvSpPr>
        <p:spPr>
          <a:ln/>
        </p:spPr>
      </p:sp>
      <p:sp>
        <p:nvSpPr>
          <p:cNvPr id="97284" name="Rectangle 3">
            <a:extLst>
              <a:ext uri="{FF2B5EF4-FFF2-40B4-BE49-F238E27FC236}">
                <a16:creationId xmlns:a16="http://schemas.microsoft.com/office/drawing/2014/main" id="{83453488-540B-D0E3-2C90-13EDB3389C5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0F2FEBDC-A1F8-F81A-CF6A-B63097B035E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6A6977FE-CB12-4AF7-9B2B-5BAEE683AEFD}" type="slidenum">
              <a:rPr lang="en-US" altLang="zh-CN" sz="1200" b="0" i="0" baseline="0"/>
              <a:pPr/>
              <a:t>32</a:t>
            </a:fld>
            <a:endParaRPr lang="en-US" altLang="zh-CN" sz="1200" b="0" i="0" baseline="0"/>
          </a:p>
        </p:txBody>
      </p:sp>
      <p:sp>
        <p:nvSpPr>
          <p:cNvPr id="98307" name="Rectangle 2">
            <a:extLst>
              <a:ext uri="{FF2B5EF4-FFF2-40B4-BE49-F238E27FC236}">
                <a16:creationId xmlns:a16="http://schemas.microsoft.com/office/drawing/2014/main" id="{78295843-D119-AA2F-E831-271A0B0F6A5B}"/>
              </a:ext>
            </a:extLst>
          </p:cNvPr>
          <p:cNvSpPr>
            <a:spLocks noRot="1" noChangeArrowheads="1" noTextEdit="1"/>
          </p:cNvSpPr>
          <p:nvPr>
            <p:ph type="sldImg"/>
          </p:nvPr>
        </p:nvSpPr>
        <p:spPr>
          <a:ln/>
        </p:spPr>
      </p:sp>
      <p:sp>
        <p:nvSpPr>
          <p:cNvPr id="98308" name="Rectangle 3">
            <a:extLst>
              <a:ext uri="{FF2B5EF4-FFF2-40B4-BE49-F238E27FC236}">
                <a16:creationId xmlns:a16="http://schemas.microsoft.com/office/drawing/2014/main" id="{CBCA2250-6C57-78F8-E2B5-F1DE7218161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6BB4A7AE-AE3E-1FDA-DAE7-7EB2274FE8C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A4B6F8D-B4EA-4AC1-993C-36F25DD7D571}" type="slidenum">
              <a:rPr lang="en-US" altLang="zh-CN" sz="1200" b="0" i="0" baseline="0"/>
              <a:pPr/>
              <a:t>33</a:t>
            </a:fld>
            <a:endParaRPr lang="en-US" altLang="zh-CN" sz="1200" b="0" i="0" baseline="0"/>
          </a:p>
        </p:txBody>
      </p:sp>
      <p:sp>
        <p:nvSpPr>
          <p:cNvPr id="99331" name="Rectangle 2">
            <a:extLst>
              <a:ext uri="{FF2B5EF4-FFF2-40B4-BE49-F238E27FC236}">
                <a16:creationId xmlns:a16="http://schemas.microsoft.com/office/drawing/2014/main" id="{9D1A0379-336F-608C-E927-B59105200385}"/>
              </a:ext>
            </a:extLst>
          </p:cNvPr>
          <p:cNvSpPr>
            <a:spLocks noRot="1" noChangeArrowheads="1" noTextEdit="1"/>
          </p:cNvSpPr>
          <p:nvPr>
            <p:ph type="sldImg"/>
          </p:nvPr>
        </p:nvSpPr>
        <p:spPr>
          <a:ln/>
        </p:spPr>
      </p:sp>
      <p:sp>
        <p:nvSpPr>
          <p:cNvPr id="99332" name="Rectangle 3">
            <a:extLst>
              <a:ext uri="{FF2B5EF4-FFF2-40B4-BE49-F238E27FC236}">
                <a16:creationId xmlns:a16="http://schemas.microsoft.com/office/drawing/2014/main" id="{D14ED9B0-8C14-B610-2E8A-0D7DFF79B1C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A534A028-3C47-25AD-BC4F-53D7643218B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188D3FA7-C87C-4F23-B45E-18B07770AA21}" type="slidenum">
              <a:rPr lang="en-US" altLang="zh-CN" sz="1200" b="0" i="0" baseline="0"/>
              <a:pPr/>
              <a:t>34</a:t>
            </a:fld>
            <a:endParaRPr lang="en-US" altLang="zh-CN" sz="1200" b="0" i="0" baseline="0"/>
          </a:p>
        </p:txBody>
      </p:sp>
      <p:sp>
        <p:nvSpPr>
          <p:cNvPr id="100355" name="Rectangle 2">
            <a:extLst>
              <a:ext uri="{FF2B5EF4-FFF2-40B4-BE49-F238E27FC236}">
                <a16:creationId xmlns:a16="http://schemas.microsoft.com/office/drawing/2014/main" id="{009D011D-AD70-1912-134A-E3548CD351F6}"/>
              </a:ext>
            </a:extLst>
          </p:cNvPr>
          <p:cNvSpPr>
            <a:spLocks noRot="1" noChangeArrowheads="1" noTextEdit="1"/>
          </p:cNvSpPr>
          <p:nvPr>
            <p:ph type="sldImg"/>
          </p:nvPr>
        </p:nvSpPr>
        <p:spPr>
          <a:ln/>
        </p:spPr>
      </p:sp>
      <p:sp>
        <p:nvSpPr>
          <p:cNvPr id="100356" name="Rectangle 3">
            <a:extLst>
              <a:ext uri="{FF2B5EF4-FFF2-40B4-BE49-F238E27FC236}">
                <a16:creationId xmlns:a16="http://schemas.microsoft.com/office/drawing/2014/main" id="{6A12309D-E07F-E09B-6FBA-3AC6B6AE2ED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588DA911-A1FD-3FF7-E79F-3322F03333B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4F60D1F-02E9-41F7-A8E8-7176413C08FC}" type="slidenum">
              <a:rPr lang="en-US" altLang="zh-CN" sz="1200" b="0" i="0" baseline="0"/>
              <a:pPr/>
              <a:t>35</a:t>
            </a:fld>
            <a:endParaRPr lang="en-US" altLang="zh-CN" sz="1200" b="0" i="0" baseline="0"/>
          </a:p>
        </p:txBody>
      </p:sp>
      <p:sp>
        <p:nvSpPr>
          <p:cNvPr id="101379" name="Rectangle 2">
            <a:extLst>
              <a:ext uri="{FF2B5EF4-FFF2-40B4-BE49-F238E27FC236}">
                <a16:creationId xmlns:a16="http://schemas.microsoft.com/office/drawing/2014/main" id="{B9FD9DB3-49DC-A349-4DE9-F57973F1329D}"/>
              </a:ext>
            </a:extLst>
          </p:cNvPr>
          <p:cNvSpPr>
            <a:spLocks noRot="1" noChangeArrowheads="1" noTextEdit="1"/>
          </p:cNvSpPr>
          <p:nvPr>
            <p:ph type="sldImg"/>
          </p:nvPr>
        </p:nvSpPr>
        <p:spPr>
          <a:ln/>
        </p:spPr>
      </p:sp>
      <p:sp>
        <p:nvSpPr>
          <p:cNvPr id="101380" name="Rectangle 3">
            <a:extLst>
              <a:ext uri="{FF2B5EF4-FFF2-40B4-BE49-F238E27FC236}">
                <a16:creationId xmlns:a16="http://schemas.microsoft.com/office/drawing/2014/main" id="{C8589D52-56CC-F442-17E1-212D078D75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74B5E478-393C-A3D5-5A15-03679B62262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D7E60678-A079-482D-954E-F10BF9A7E80C}" type="slidenum">
              <a:rPr lang="en-US" altLang="zh-CN" sz="1200" b="0" i="0" baseline="0"/>
              <a:pPr/>
              <a:t>36</a:t>
            </a:fld>
            <a:endParaRPr lang="en-US" altLang="zh-CN" sz="1200" b="0" i="0" baseline="0"/>
          </a:p>
        </p:txBody>
      </p:sp>
      <p:sp>
        <p:nvSpPr>
          <p:cNvPr id="102403" name="Rectangle 2">
            <a:extLst>
              <a:ext uri="{FF2B5EF4-FFF2-40B4-BE49-F238E27FC236}">
                <a16:creationId xmlns:a16="http://schemas.microsoft.com/office/drawing/2014/main" id="{7A3E4092-BA91-E8B9-0B4B-A9455E40D5DA}"/>
              </a:ext>
            </a:extLst>
          </p:cNvPr>
          <p:cNvSpPr>
            <a:spLocks noRot="1" noChangeArrowheads="1" noTextEdit="1"/>
          </p:cNvSpPr>
          <p:nvPr>
            <p:ph type="sldImg"/>
          </p:nvPr>
        </p:nvSpPr>
        <p:spPr>
          <a:ln/>
        </p:spPr>
      </p:sp>
      <p:sp>
        <p:nvSpPr>
          <p:cNvPr id="102404" name="Rectangle 3">
            <a:extLst>
              <a:ext uri="{FF2B5EF4-FFF2-40B4-BE49-F238E27FC236}">
                <a16:creationId xmlns:a16="http://schemas.microsoft.com/office/drawing/2014/main" id="{4D370708-84A5-8A77-681A-C1E082CBAC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A1B8DC65-9E5A-B083-7667-3DCF56CE6DD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53668D6-E977-42F8-A963-DD8194375E88}" type="slidenum">
              <a:rPr lang="en-US" altLang="zh-CN" sz="1200" b="0" i="0" baseline="0"/>
              <a:pPr/>
              <a:t>37</a:t>
            </a:fld>
            <a:endParaRPr lang="en-US" altLang="zh-CN" sz="1200" b="0" i="0" baseline="0"/>
          </a:p>
        </p:txBody>
      </p:sp>
      <p:sp>
        <p:nvSpPr>
          <p:cNvPr id="103427" name="Rectangle 2">
            <a:extLst>
              <a:ext uri="{FF2B5EF4-FFF2-40B4-BE49-F238E27FC236}">
                <a16:creationId xmlns:a16="http://schemas.microsoft.com/office/drawing/2014/main" id="{9E8A4006-D4DE-9002-06FB-715FE1917224}"/>
              </a:ext>
            </a:extLst>
          </p:cNvPr>
          <p:cNvSpPr>
            <a:spLocks noRot="1" noChangeArrowheads="1" noTextEdit="1"/>
          </p:cNvSpPr>
          <p:nvPr>
            <p:ph type="sldImg"/>
          </p:nvPr>
        </p:nvSpPr>
        <p:spPr>
          <a:ln/>
        </p:spPr>
      </p:sp>
      <p:sp>
        <p:nvSpPr>
          <p:cNvPr id="103428" name="Rectangle 3">
            <a:extLst>
              <a:ext uri="{FF2B5EF4-FFF2-40B4-BE49-F238E27FC236}">
                <a16:creationId xmlns:a16="http://schemas.microsoft.com/office/drawing/2014/main" id="{C158898A-0780-C01F-DAED-721EAC1B559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5A7ACB4C-9E2F-00D3-F790-3260DAA63A8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3D7A0E0C-205D-48F6-9DC5-C31517FB7F64}" type="slidenum">
              <a:rPr lang="en-US" altLang="zh-CN" sz="1200" b="0" i="0" baseline="0"/>
              <a:pPr/>
              <a:t>38</a:t>
            </a:fld>
            <a:endParaRPr lang="en-US" altLang="zh-CN" sz="1200" b="0" i="0" baseline="0"/>
          </a:p>
        </p:txBody>
      </p:sp>
      <p:sp>
        <p:nvSpPr>
          <p:cNvPr id="104451" name="Rectangle 2">
            <a:extLst>
              <a:ext uri="{FF2B5EF4-FFF2-40B4-BE49-F238E27FC236}">
                <a16:creationId xmlns:a16="http://schemas.microsoft.com/office/drawing/2014/main" id="{3A7919FA-11AE-C13A-32C1-74BABB2E78D9}"/>
              </a:ext>
            </a:extLst>
          </p:cNvPr>
          <p:cNvSpPr>
            <a:spLocks noRot="1" noChangeArrowheads="1" noTextEdit="1"/>
          </p:cNvSpPr>
          <p:nvPr>
            <p:ph type="sldImg"/>
          </p:nvPr>
        </p:nvSpPr>
        <p:spPr>
          <a:ln/>
        </p:spPr>
      </p:sp>
      <p:sp>
        <p:nvSpPr>
          <p:cNvPr id="104452" name="Rectangle 3">
            <a:extLst>
              <a:ext uri="{FF2B5EF4-FFF2-40B4-BE49-F238E27FC236}">
                <a16:creationId xmlns:a16="http://schemas.microsoft.com/office/drawing/2014/main" id="{97E96985-D1BA-47DF-6E8E-68AAB3B2282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8DC1C19A-9A50-8374-58D9-FBFA2029FE3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39CF3B29-6E09-4290-82F9-631991055BDA}" type="slidenum">
              <a:rPr lang="en-US" altLang="zh-CN" sz="1200" b="0" i="0" baseline="0"/>
              <a:pPr/>
              <a:t>39</a:t>
            </a:fld>
            <a:endParaRPr lang="en-US" altLang="zh-CN" sz="1200" b="0" i="0" baseline="0"/>
          </a:p>
        </p:txBody>
      </p:sp>
      <p:sp>
        <p:nvSpPr>
          <p:cNvPr id="105475" name="Rectangle 2">
            <a:extLst>
              <a:ext uri="{FF2B5EF4-FFF2-40B4-BE49-F238E27FC236}">
                <a16:creationId xmlns:a16="http://schemas.microsoft.com/office/drawing/2014/main" id="{49264CBE-1D4A-9FC2-8F2B-596A99708491}"/>
              </a:ext>
            </a:extLst>
          </p:cNvPr>
          <p:cNvSpPr>
            <a:spLocks noRot="1" noChangeArrowheads="1" noTextEdit="1"/>
          </p:cNvSpPr>
          <p:nvPr>
            <p:ph type="sldImg"/>
          </p:nvPr>
        </p:nvSpPr>
        <p:spPr>
          <a:ln/>
        </p:spPr>
      </p:sp>
      <p:sp>
        <p:nvSpPr>
          <p:cNvPr id="105476" name="Rectangle 3">
            <a:extLst>
              <a:ext uri="{FF2B5EF4-FFF2-40B4-BE49-F238E27FC236}">
                <a16:creationId xmlns:a16="http://schemas.microsoft.com/office/drawing/2014/main" id="{50EA23FA-DC05-6F74-903F-B447C68B95B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404DD33F-C82B-4566-D17B-712518650A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2F0F6DC-3A44-421E-B6B6-7F279858EB70}" type="slidenum">
              <a:rPr lang="en-US" altLang="zh-CN" sz="1200" b="0" i="0" baseline="0"/>
              <a:pPr/>
              <a:t>40</a:t>
            </a:fld>
            <a:endParaRPr lang="en-US" altLang="zh-CN" sz="1200" b="0" i="0" baseline="0"/>
          </a:p>
        </p:txBody>
      </p:sp>
      <p:sp>
        <p:nvSpPr>
          <p:cNvPr id="106499" name="Rectangle 2">
            <a:extLst>
              <a:ext uri="{FF2B5EF4-FFF2-40B4-BE49-F238E27FC236}">
                <a16:creationId xmlns:a16="http://schemas.microsoft.com/office/drawing/2014/main" id="{C5CE7D13-A567-8C22-D4A0-69C13DAF9948}"/>
              </a:ext>
            </a:extLst>
          </p:cNvPr>
          <p:cNvSpPr>
            <a:spLocks noRot="1" noChangeArrowheads="1" noTextEdit="1"/>
          </p:cNvSpPr>
          <p:nvPr>
            <p:ph type="sldImg"/>
          </p:nvPr>
        </p:nvSpPr>
        <p:spPr>
          <a:ln/>
        </p:spPr>
      </p:sp>
      <p:sp>
        <p:nvSpPr>
          <p:cNvPr id="106500" name="Rectangle 3">
            <a:extLst>
              <a:ext uri="{FF2B5EF4-FFF2-40B4-BE49-F238E27FC236}">
                <a16:creationId xmlns:a16="http://schemas.microsoft.com/office/drawing/2014/main" id="{9C39A823-CCCA-3A43-FDE4-7CC86EA9443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16924729-5FD9-3A14-7962-A0B605079E0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A513B04-8586-4599-B650-2BAC9F61727C}" type="slidenum">
              <a:rPr lang="en-US" altLang="zh-CN" sz="1200" b="0" i="0" baseline="0"/>
              <a:pPr/>
              <a:t>41</a:t>
            </a:fld>
            <a:endParaRPr lang="en-US" altLang="zh-CN" sz="1200" b="0" i="0" baseline="0"/>
          </a:p>
        </p:txBody>
      </p:sp>
      <p:sp>
        <p:nvSpPr>
          <p:cNvPr id="107523" name="Rectangle 2">
            <a:extLst>
              <a:ext uri="{FF2B5EF4-FFF2-40B4-BE49-F238E27FC236}">
                <a16:creationId xmlns:a16="http://schemas.microsoft.com/office/drawing/2014/main" id="{6D64062B-463B-4EC5-7185-126F6673C73A}"/>
              </a:ext>
            </a:extLst>
          </p:cNvPr>
          <p:cNvSpPr>
            <a:spLocks noRot="1" noChangeArrowheads="1" noTextEdit="1"/>
          </p:cNvSpPr>
          <p:nvPr>
            <p:ph type="sldImg"/>
          </p:nvPr>
        </p:nvSpPr>
        <p:spPr>
          <a:ln/>
        </p:spPr>
      </p:sp>
      <p:sp>
        <p:nvSpPr>
          <p:cNvPr id="107524" name="Rectangle 3">
            <a:extLst>
              <a:ext uri="{FF2B5EF4-FFF2-40B4-BE49-F238E27FC236}">
                <a16:creationId xmlns:a16="http://schemas.microsoft.com/office/drawing/2014/main" id="{A1077A4C-7D0F-9D99-5646-235E4A469FC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2AB66E05-E8CC-2CD5-BEDA-F14A40A2536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F8BF2D3B-95C3-4DDF-94B9-38303A84AE94}" type="slidenum">
              <a:rPr lang="en-US" altLang="zh-CN" sz="1200" b="0" i="0" baseline="0"/>
              <a:pPr/>
              <a:t>42</a:t>
            </a:fld>
            <a:endParaRPr lang="en-US" altLang="zh-CN" sz="1200" b="0" i="0" baseline="0"/>
          </a:p>
        </p:txBody>
      </p:sp>
      <p:sp>
        <p:nvSpPr>
          <p:cNvPr id="108547" name="Rectangle 2">
            <a:extLst>
              <a:ext uri="{FF2B5EF4-FFF2-40B4-BE49-F238E27FC236}">
                <a16:creationId xmlns:a16="http://schemas.microsoft.com/office/drawing/2014/main" id="{0952F741-D5B4-222D-6450-48A87637B207}"/>
              </a:ext>
            </a:extLst>
          </p:cNvPr>
          <p:cNvSpPr>
            <a:spLocks noRot="1" noChangeArrowheads="1" noTextEdit="1"/>
          </p:cNvSpPr>
          <p:nvPr>
            <p:ph type="sldImg"/>
          </p:nvPr>
        </p:nvSpPr>
        <p:spPr>
          <a:ln/>
        </p:spPr>
      </p:sp>
      <p:sp>
        <p:nvSpPr>
          <p:cNvPr id="108548" name="Rectangle 3">
            <a:extLst>
              <a:ext uri="{FF2B5EF4-FFF2-40B4-BE49-F238E27FC236}">
                <a16:creationId xmlns:a16="http://schemas.microsoft.com/office/drawing/2014/main" id="{131C8443-B35E-033F-2783-89367DCA743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BCB2CA6E-A1AB-7B65-6ED8-EA119B51EDA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BD2C1535-297C-4ED5-9792-3012A495F756}" type="slidenum">
              <a:rPr lang="en-US" altLang="zh-CN" sz="1200" b="0" i="0" baseline="0"/>
              <a:pPr/>
              <a:t>43</a:t>
            </a:fld>
            <a:endParaRPr lang="en-US" altLang="zh-CN" sz="1200" b="0" i="0" baseline="0"/>
          </a:p>
        </p:txBody>
      </p:sp>
      <p:sp>
        <p:nvSpPr>
          <p:cNvPr id="109571" name="Rectangle 2">
            <a:extLst>
              <a:ext uri="{FF2B5EF4-FFF2-40B4-BE49-F238E27FC236}">
                <a16:creationId xmlns:a16="http://schemas.microsoft.com/office/drawing/2014/main" id="{FC073542-203D-E5DA-E16A-FD4BD0AE4705}"/>
              </a:ext>
            </a:extLst>
          </p:cNvPr>
          <p:cNvSpPr>
            <a:spLocks noRot="1" noChangeArrowheads="1" noTextEdit="1"/>
          </p:cNvSpPr>
          <p:nvPr>
            <p:ph type="sldImg"/>
          </p:nvPr>
        </p:nvSpPr>
        <p:spPr>
          <a:ln/>
        </p:spPr>
      </p:sp>
      <p:sp>
        <p:nvSpPr>
          <p:cNvPr id="109572" name="Rectangle 3">
            <a:extLst>
              <a:ext uri="{FF2B5EF4-FFF2-40B4-BE49-F238E27FC236}">
                <a16:creationId xmlns:a16="http://schemas.microsoft.com/office/drawing/2014/main" id="{D774DF1A-F516-AAC2-84C4-28474BBE9C3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8E176040-0AFB-1D25-8FAC-3B27915C7D9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088D85E5-4A00-4D2D-A070-94212E1D8EE9}" type="slidenum">
              <a:rPr lang="en-US" altLang="zh-CN" sz="1200" b="0" i="0" baseline="0"/>
              <a:pPr/>
              <a:t>44</a:t>
            </a:fld>
            <a:endParaRPr lang="en-US" altLang="zh-CN" sz="1200" b="0" i="0" baseline="0"/>
          </a:p>
        </p:txBody>
      </p:sp>
      <p:sp>
        <p:nvSpPr>
          <p:cNvPr id="110595" name="Rectangle 2">
            <a:extLst>
              <a:ext uri="{FF2B5EF4-FFF2-40B4-BE49-F238E27FC236}">
                <a16:creationId xmlns:a16="http://schemas.microsoft.com/office/drawing/2014/main" id="{2B0138FA-358A-4779-5A15-FBA769C3B272}"/>
              </a:ext>
            </a:extLst>
          </p:cNvPr>
          <p:cNvSpPr>
            <a:spLocks noRot="1" noChangeArrowheads="1" noTextEdit="1"/>
          </p:cNvSpPr>
          <p:nvPr>
            <p:ph type="sldImg"/>
          </p:nvPr>
        </p:nvSpPr>
        <p:spPr>
          <a:ln/>
        </p:spPr>
      </p:sp>
      <p:sp>
        <p:nvSpPr>
          <p:cNvPr id="110596" name="Rectangle 3">
            <a:extLst>
              <a:ext uri="{FF2B5EF4-FFF2-40B4-BE49-F238E27FC236}">
                <a16:creationId xmlns:a16="http://schemas.microsoft.com/office/drawing/2014/main" id="{2979B038-C8A5-ACB5-CC15-0DE33500624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56057023-23D1-77E2-E20D-9DE1A08FAC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616644E7-B688-4B42-AE8F-2F246F85ACE5}" type="slidenum">
              <a:rPr lang="en-US" altLang="zh-CN" sz="1200" b="0" i="0" baseline="0"/>
              <a:pPr/>
              <a:t>45</a:t>
            </a:fld>
            <a:endParaRPr lang="en-US" altLang="zh-CN" sz="1200" b="0" i="0" baseline="0"/>
          </a:p>
        </p:txBody>
      </p:sp>
      <p:sp>
        <p:nvSpPr>
          <p:cNvPr id="111619" name="Rectangle 2">
            <a:extLst>
              <a:ext uri="{FF2B5EF4-FFF2-40B4-BE49-F238E27FC236}">
                <a16:creationId xmlns:a16="http://schemas.microsoft.com/office/drawing/2014/main" id="{4F090D40-D651-7F24-C0A2-AAF5D5C92428}"/>
              </a:ext>
            </a:extLst>
          </p:cNvPr>
          <p:cNvSpPr>
            <a:spLocks noRot="1" noChangeArrowheads="1" noTextEdit="1"/>
          </p:cNvSpPr>
          <p:nvPr>
            <p:ph type="sldImg"/>
          </p:nvPr>
        </p:nvSpPr>
        <p:spPr>
          <a:ln/>
        </p:spPr>
      </p:sp>
      <p:sp>
        <p:nvSpPr>
          <p:cNvPr id="111620" name="Rectangle 3">
            <a:extLst>
              <a:ext uri="{FF2B5EF4-FFF2-40B4-BE49-F238E27FC236}">
                <a16:creationId xmlns:a16="http://schemas.microsoft.com/office/drawing/2014/main" id="{96CC8A67-6DC1-9776-5150-C8D8A060D1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432D1151-F2EE-3746-D75E-4DBA6FEFD40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5E17CDB7-33DD-4BB2-9958-0518176E3FE2}" type="slidenum">
              <a:rPr lang="en-US" altLang="zh-CN" sz="1200" b="0" i="0" baseline="0"/>
              <a:pPr/>
              <a:t>46</a:t>
            </a:fld>
            <a:endParaRPr lang="en-US" altLang="zh-CN" sz="1200" b="0" i="0" baseline="0"/>
          </a:p>
        </p:txBody>
      </p:sp>
      <p:sp>
        <p:nvSpPr>
          <p:cNvPr id="112643" name="Rectangle 2">
            <a:extLst>
              <a:ext uri="{FF2B5EF4-FFF2-40B4-BE49-F238E27FC236}">
                <a16:creationId xmlns:a16="http://schemas.microsoft.com/office/drawing/2014/main" id="{CF00B426-07D7-741F-77BA-1CB4A8AAB1FE}"/>
              </a:ext>
            </a:extLst>
          </p:cNvPr>
          <p:cNvSpPr>
            <a:spLocks noRot="1" noChangeArrowheads="1" noTextEdit="1"/>
          </p:cNvSpPr>
          <p:nvPr>
            <p:ph type="sldImg"/>
          </p:nvPr>
        </p:nvSpPr>
        <p:spPr>
          <a:ln/>
        </p:spPr>
      </p:sp>
      <p:sp>
        <p:nvSpPr>
          <p:cNvPr id="112644" name="Rectangle 3">
            <a:extLst>
              <a:ext uri="{FF2B5EF4-FFF2-40B4-BE49-F238E27FC236}">
                <a16:creationId xmlns:a16="http://schemas.microsoft.com/office/drawing/2014/main" id="{BA10319E-FD79-D89C-397B-524F00A82A3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7587AA5C-BB1B-1A9C-DE3A-80A93727910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ECE3000-D99D-4000-8C15-6BB9BAB657B5}" type="slidenum">
              <a:rPr lang="en-US" altLang="zh-CN" sz="1200" b="0" i="0" baseline="0"/>
              <a:pPr/>
              <a:t>47</a:t>
            </a:fld>
            <a:endParaRPr lang="en-US" altLang="zh-CN" sz="1200" b="0" i="0" baseline="0"/>
          </a:p>
        </p:txBody>
      </p:sp>
      <p:sp>
        <p:nvSpPr>
          <p:cNvPr id="113667" name="Rectangle 2">
            <a:extLst>
              <a:ext uri="{FF2B5EF4-FFF2-40B4-BE49-F238E27FC236}">
                <a16:creationId xmlns:a16="http://schemas.microsoft.com/office/drawing/2014/main" id="{5B99CA7E-3A22-17B8-7456-10176C164BC0}"/>
              </a:ext>
            </a:extLst>
          </p:cNvPr>
          <p:cNvSpPr>
            <a:spLocks noRot="1" noChangeArrowheads="1" noTextEdit="1"/>
          </p:cNvSpPr>
          <p:nvPr>
            <p:ph type="sldImg"/>
          </p:nvPr>
        </p:nvSpPr>
        <p:spPr>
          <a:ln/>
        </p:spPr>
      </p:sp>
      <p:sp>
        <p:nvSpPr>
          <p:cNvPr id="113668" name="Rectangle 3">
            <a:extLst>
              <a:ext uri="{FF2B5EF4-FFF2-40B4-BE49-F238E27FC236}">
                <a16:creationId xmlns:a16="http://schemas.microsoft.com/office/drawing/2014/main" id="{20E8184A-4D7F-316C-63E5-E472052D5C0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3E2AC0C2-7141-3EFC-8713-B18E0CF1926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14D19CBD-6CEF-4AD3-B7FA-0CB86E334ED9}" type="slidenum">
              <a:rPr lang="en-US" altLang="zh-CN" sz="1200" b="0" i="0" baseline="0"/>
              <a:pPr/>
              <a:t>48</a:t>
            </a:fld>
            <a:endParaRPr lang="en-US" altLang="zh-CN" sz="1200" b="0" i="0" baseline="0"/>
          </a:p>
        </p:txBody>
      </p:sp>
      <p:sp>
        <p:nvSpPr>
          <p:cNvPr id="114691" name="Rectangle 2">
            <a:extLst>
              <a:ext uri="{FF2B5EF4-FFF2-40B4-BE49-F238E27FC236}">
                <a16:creationId xmlns:a16="http://schemas.microsoft.com/office/drawing/2014/main" id="{D87637C9-646A-A8AF-3365-E6FE428408DB}"/>
              </a:ext>
            </a:extLst>
          </p:cNvPr>
          <p:cNvSpPr>
            <a:spLocks noRot="1" noChangeArrowheads="1" noTextEdit="1"/>
          </p:cNvSpPr>
          <p:nvPr>
            <p:ph type="sldImg"/>
          </p:nvPr>
        </p:nvSpPr>
        <p:spPr>
          <a:ln/>
        </p:spPr>
      </p:sp>
      <p:sp>
        <p:nvSpPr>
          <p:cNvPr id="114692" name="Rectangle 3">
            <a:extLst>
              <a:ext uri="{FF2B5EF4-FFF2-40B4-BE49-F238E27FC236}">
                <a16:creationId xmlns:a16="http://schemas.microsoft.com/office/drawing/2014/main" id="{A8477939-5CE7-C383-1A8B-22173C621AF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2E8DEC63-9F8B-6A86-FCC2-F766A0D842F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A76769E-02C8-4295-AD11-A50ABA8EF15B}" type="slidenum">
              <a:rPr lang="en-US" altLang="zh-CN" sz="1200" b="0" i="0" baseline="0"/>
              <a:pPr/>
              <a:t>49</a:t>
            </a:fld>
            <a:endParaRPr lang="en-US" altLang="zh-CN" sz="1200" b="0" i="0" baseline="0"/>
          </a:p>
        </p:txBody>
      </p:sp>
      <p:sp>
        <p:nvSpPr>
          <p:cNvPr id="115715" name="Rectangle 2">
            <a:extLst>
              <a:ext uri="{FF2B5EF4-FFF2-40B4-BE49-F238E27FC236}">
                <a16:creationId xmlns:a16="http://schemas.microsoft.com/office/drawing/2014/main" id="{415F2ECD-6A3A-91AD-9E8F-610C55CD527D}"/>
              </a:ext>
            </a:extLst>
          </p:cNvPr>
          <p:cNvSpPr>
            <a:spLocks noRot="1" noChangeArrowheads="1" noTextEdit="1"/>
          </p:cNvSpPr>
          <p:nvPr>
            <p:ph type="sldImg"/>
          </p:nvPr>
        </p:nvSpPr>
        <p:spPr>
          <a:ln/>
        </p:spPr>
      </p:sp>
      <p:sp>
        <p:nvSpPr>
          <p:cNvPr id="115716" name="Rectangle 3">
            <a:extLst>
              <a:ext uri="{FF2B5EF4-FFF2-40B4-BE49-F238E27FC236}">
                <a16:creationId xmlns:a16="http://schemas.microsoft.com/office/drawing/2014/main" id="{CBC98E33-9396-3AF7-EDD3-13E94067D0B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23FB351A-8FDB-F147-2DF3-B1A24BD7C5A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DC4D4279-FD4E-4409-88B5-8CBA41C218C0}" type="slidenum">
              <a:rPr lang="en-US" altLang="zh-CN" sz="1200" b="0" i="0" baseline="0"/>
              <a:pPr/>
              <a:t>50</a:t>
            </a:fld>
            <a:endParaRPr lang="en-US" altLang="zh-CN" sz="1200" b="0" i="0" baseline="0"/>
          </a:p>
        </p:txBody>
      </p:sp>
      <p:sp>
        <p:nvSpPr>
          <p:cNvPr id="116739" name="Rectangle 2">
            <a:extLst>
              <a:ext uri="{FF2B5EF4-FFF2-40B4-BE49-F238E27FC236}">
                <a16:creationId xmlns:a16="http://schemas.microsoft.com/office/drawing/2014/main" id="{E3CD67FB-C75B-5660-743C-4A9EE162EF56}"/>
              </a:ext>
            </a:extLst>
          </p:cNvPr>
          <p:cNvSpPr>
            <a:spLocks noRot="1" noChangeArrowheads="1" noTextEdit="1"/>
          </p:cNvSpPr>
          <p:nvPr>
            <p:ph type="sldImg"/>
          </p:nvPr>
        </p:nvSpPr>
        <p:spPr>
          <a:ln/>
        </p:spPr>
      </p:sp>
      <p:sp>
        <p:nvSpPr>
          <p:cNvPr id="116740" name="Rectangle 3">
            <a:extLst>
              <a:ext uri="{FF2B5EF4-FFF2-40B4-BE49-F238E27FC236}">
                <a16:creationId xmlns:a16="http://schemas.microsoft.com/office/drawing/2014/main" id="{A481EAAA-85BB-38F8-B2AB-D204A2736D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825E0C57-3065-649D-D73E-E3FC1FE2126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B37A2DA4-3D05-4C47-9A94-D58011B2493E}" type="slidenum">
              <a:rPr lang="en-US" altLang="zh-CN" sz="1200" b="0" i="0" baseline="0"/>
              <a:pPr/>
              <a:t>51</a:t>
            </a:fld>
            <a:endParaRPr lang="en-US" altLang="zh-CN" sz="1200" b="0" i="0" baseline="0"/>
          </a:p>
        </p:txBody>
      </p:sp>
      <p:sp>
        <p:nvSpPr>
          <p:cNvPr id="117763" name="Rectangle 2">
            <a:extLst>
              <a:ext uri="{FF2B5EF4-FFF2-40B4-BE49-F238E27FC236}">
                <a16:creationId xmlns:a16="http://schemas.microsoft.com/office/drawing/2014/main" id="{B6FCC46A-3DC0-B223-BDC8-A050A6A1791F}"/>
              </a:ext>
            </a:extLst>
          </p:cNvPr>
          <p:cNvSpPr>
            <a:spLocks noRot="1" noChangeArrowheads="1" noTextEdit="1"/>
          </p:cNvSpPr>
          <p:nvPr>
            <p:ph type="sldImg"/>
          </p:nvPr>
        </p:nvSpPr>
        <p:spPr>
          <a:ln/>
        </p:spPr>
      </p:sp>
      <p:sp>
        <p:nvSpPr>
          <p:cNvPr id="117764" name="Rectangle 3">
            <a:extLst>
              <a:ext uri="{FF2B5EF4-FFF2-40B4-BE49-F238E27FC236}">
                <a16:creationId xmlns:a16="http://schemas.microsoft.com/office/drawing/2014/main" id="{941DAD7E-6857-328F-84D6-B66ABD80CCA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a:extLst>
              <a:ext uri="{FF2B5EF4-FFF2-40B4-BE49-F238E27FC236}">
                <a16:creationId xmlns:a16="http://schemas.microsoft.com/office/drawing/2014/main" id="{8DBF0BB5-A6C1-5351-D9A8-31DD860A2D3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E88F3E24-6C8E-4D20-962A-41533A798120}" type="slidenum">
              <a:rPr lang="en-US" altLang="zh-CN" sz="1200" b="0" i="0" baseline="0"/>
              <a:pPr/>
              <a:t>52</a:t>
            </a:fld>
            <a:endParaRPr lang="en-US" altLang="zh-CN" sz="1200" b="0" i="0" baseline="0"/>
          </a:p>
        </p:txBody>
      </p:sp>
      <p:sp>
        <p:nvSpPr>
          <p:cNvPr id="118787" name="Rectangle 2">
            <a:extLst>
              <a:ext uri="{FF2B5EF4-FFF2-40B4-BE49-F238E27FC236}">
                <a16:creationId xmlns:a16="http://schemas.microsoft.com/office/drawing/2014/main" id="{FAD8F23D-59E7-FD2B-FBE0-FF2C0972C28F}"/>
              </a:ext>
            </a:extLst>
          </p:cNvPr>
          <p:cNvSpPr>
            <a:spLocks noRot="1" noChangeArrowheads="1" noTextEdit="1"/>
          </p:cNvSpPr>
          <p:nvPr>
            <p:ph type="sldImg"/>
          </p:nvPr>
        </p:nvSpPr>
        <p:spPr>
          <a:ln/>
        </p:spPr>
      </p:sp>
      <p:sp>
        <p:nvSpPr>
          <p:cNvPr id="118788" name="Rectangle 3">
            <a:extLst>
              <a:ext uri="{FF2B5EF4-FFF2-40B4-BE49-F238E27FC236}">
                <a16:creationId xmlns:a16="http://schemas.microsoft.com/office/drawing/2014/main" id="{64D49E73-6678-E225-6CEA-3EC34A154DA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5205901F-07A9-307B-34BE-425C956441C5}"/>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0A38BED9-E7FE-4C95-AE1A-40AD1F538792}" type="slidenum">
              <a:rPr lang="en-US" altLang="zh-CN" sz="1200" b="0" i="0" baseline="0"/>
              <a:pPr/>
              <a:t>53</a:t>
            </a:fld>
            <a:endParaRPr lang="en-US" altLang="zh-CN" sz="1200" b="0" i="0" baseline="0"/>
          </a:p>
        </p:txBody>
      </p:sp>
      <p:sp>
        <p:nvSpPr>
          <p:cNvPr id="119811" name="Rectangle 2">
            <a:extLst>
              <a:ext uri="{FF2B5EF4-FFF2-40B4-BE49-F238E27FC236}">
                <a16:creationId xmlns:a16="http://schemas.microsoft.com/office/drawing/2014/main" id="{1E3AAAE2-CB44-BC52-F5D5-AAE5ED0443A1}"/>
              </a:ext>
            </a:extLst>
          </p:cNvPr>
          <p:cNvSpPr>
            <a:spLocks noRot="1" noChangeArrowheads="1" noTextEdit="1"/>
          </p:cNvSpPr>
          <p:nvPr>
            <p:ph type="sldImg"/>
          </p:nvPr>
        </p:nvSpPr>
        <p:spPr>
          <a:ln/>
        </p:spPr>
      </p:sp>
      <p:sp>
        <p:nvSpPr>
          <p:cNvPr id="119812" name="Rectangle 3">
            <a:extLst>
              <a:ext uri="{FF2B5EF4-FFF2-40B4-BE49-F238E27FC236}">
                <a16:creationId xmlns:a16="http://schemas.microsoft.com/office/drawing/2014/main" id="{C6C080DD-164D-6E8F-9299-520446FCAD3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a:extLst>
              <a:ext uri="{FF2B5EF4-FFF2-40B4-BE49-F238E27FC236}">
                <a16:creationId xmlns:a16="http://schemas.microsoft.com/office/drawing/2014/main" id="{447DF4F4-E6CB-AC0D-3234-F02214BCE41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58875710-BCB4-4A6B-9900-DFDD655AAFB8}" type="slidenum">
              <a:rPr lang="en-US" altLang="zh-CN" sz="1200" b="0" i="0" baseline="0"/>
              <a:pPr/>
              <a:t>54</a:t>
            </a:fld>
            <a:endParaRPr lang="en-US" altLang="zh-CN" sz="1200" b="0" i="0" baseline="0"/>
          </a:p>
        </p:txBody>
      </p:sp>
      <p:sp>
        <p:nvSpPr>
          <p:cNvPr id="120835" name="Rectangle 2">
            <a:extLst>
              <a:ext uri="{FF2B5EF4-FFF2-40B4-BE49-F238E27FC236}">
                <a16:creationId xmlns:a16="http://schemas.microsoft.com/office/drawing/2014/main" id="{30E35C1A-2829-E1AF-1EC6-E1C348073FA4}"/>
              </a:ext>
            </a:extLst>
          </p:cNvPr>
          <p:cNvSpPr>
            <a:spLocks noRot="1" noChangeArrowheads="1" noTextEdit="1"/>
          </p:cNvSpPr>
          <p:nvPr>
            <p:ph type="sldImg"/>
          </p:nvPr>
        </p:nvSpPr>
        <p:spPr>
          <a:ln/>
        </p:spPr>
      </p:sp>
      <p:sp>
        <p:nvSpPr>
          <p:cNvPr id="120836" name="Rectangle 3">
            <a:extLst>
              <a:ext uri="{FF2B5EF4-FFF2-40B4-BE49-F238E27FC236}">
                <a16:creationId xmlns:a16="http://schemas.microsoft.com/office/drawing/2014/main" id="{C6DF94E0-BD87-71C6-DD57-854116F1200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a:extLst>
              <a:ext uri="{FF2B5EF4-FFF2-40B4-BE49-F238E27FC236}">
                <a16:creationId xmlns:a16="http://schemas.microsoft.com/office/drawing/2014/main" id="{458BFFE6-EAB5-A124-8425-38682372060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6F498AE8-15A3-4C49-BD6B-7B01E829DF74}" type="slidenum">
              <a:rPr lang="en-US" altLang="zh-CN" sz="1200" b="0" i="0" baseline="0"/>
              <a:pPr/>
              <a:t>55</a:t>
            </a:fld>
            <a:endParaRPr lang="en-US" altLang="zh-CN" sz="1200" b="0" i="0" baseline="0"/>
          </a:p>
        </p:txBody>
      </p:sp>
      <p:sp>
        <p:nvSpPr>
          <p:cNvPr id="121859" name="Rectangle 2">
            <a:extLst>
              <a:ext uri="{FF2B5EF4-FFF2-40B4-BE49-F238E27FC236}">
                <a16:creationId xmlns:a16="http://schemas.microsoft.com/office/drawing/2014/main" id="{972789BE-D304-2D73-266F-24013372CF5B}"/>
              </a:ext>
            </a:extLst>
          </p:cNvPr>
          <p:cNvSpPr>
            <a:spLocks noRot="1" noChangeArrowheads="1" noTextEdit="1"/>
          </p:cNvSpPr>
          <p:nvPr>
            <p:ph type="sldImg"/>
          </p:nvPr>
        </p:nvSpPr>
        <p:spPr>
          <a:ln/>
        </p:spPr>
      </p:sp>
      <p:sp>
        <p:nvSpPr>
          <p:cNvPr id="121860" name="Rectangle 3">
            <a:extLst>
              <a:ext uri="{FF2B5EF4-FFF2-40B4-BE49-F238E27FC236}">
                <a16:creationId xmlns:a16="http://schemas.microsoft.com/office/drawing/2014/main" id="{EC5847AD-F747-AA91-79DE-DEE2223A49F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a:extLst>
              <a:ext uri="{FF2B5EF4-FFF2-40B4-BE49-F238E27FC236}">
                <a16:creationId xmlns:a16="http://schemas.microsoft.com/office/drawing/2014/main" id="{FDA81F26-812C-FD34-E36A-412EC7F4D99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A330AC57-98A8-4887-AB53-1459DE8D65A5}" type="slidenum">
              <a:rPr lang="en-US" altLang="zh-CN" sz="1200" b="0" i="0" baseline="0"/>
              <a:pPr/>
              <a:t>56</a:t>
            </a:fld>
            <a:endParaRPr lang="en-US" altLang="zh-CN" sz="1200" b="0" i="0" baseline="0"/>
          </a:p>
        </p:txBody>
      </p:sp>
      <p:sp>
        <p:nvSpPr>
          <p:cNvPr id="122883" name="Rectangle 2">
            <a:extLst>
              <a:ext uri="{FF2B5EF4-FFF2-40B4-BE49-F238E27FC236}">
                <a16:creationId xmlns:a16="http://schemas.microsoft.com/office/drawing/2014/main" id="{9E12648B-93FF-86B2-1ED2-AEFBF8440B5A}"/>
              </a:ext>
            </a:extLst>
          </p:cNvPr>
          <p:cNvSpPr>
            <a:spLocks noRot="1" noChangeArrowheads="1" noTextEdit="1"/>
          </p:cNvSpPr>
          <p:nvPr>
            <p:ph type="sldImg"/>
          </p:nvPr>
        </p:nvSpPr>
        <p:spPr>
          <a:ln/>
        </p:spPr>
      </p:sp>
      <p:sp>
        <p:nvSpPr>
          <p:cNvPr id="122884" name="Rectangle 3">
            <a:extLst>
              <a:ext uri="{FF2B5EF4-FFF2-40B4-BE49-F238E27FC236}">
                <a16:creationId xmlns:a16="http://schemas.microsoft.com/office/drawing/2014/main" id="{230EF8E3-6BD6-DA35-2FDB-542853FBDCE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32B46B8B-1BB4-48B9-328F-9BC55E46515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4C35EB56-0857-4DAC-A39B-944AD6F0C7A1}" type="slidenum">
              <a:rPr lang="en-US" altLang="zh-CN" sz="1200" b="0" i="0" baseline="0"/>
              <a:pPr/>
              <a:t>57</a:t>
            </a:fld>
            <a:endParaRPr lang="en-US" altLang="zh-CN" sz="1200" b="0" i="0" baseline="0"/>
          </a:p>
        </p:txBody>
      </p:sp>
      <p:sp>
        <p:nvSpPr>
          <p:cNvPr id="123907" name="Rectangle 2">
            <a:extLst>
              <a:ext uri="{FF2B5EF4-FFF2-40B4-BE49-F238E27FC236}">
                <a16:creationId xmlns:a16="http://schemas.microsoft.com/office/drawing/2014/main" id="{1B136A0C-8CBD-C292-155C-04337F2EA9E7}"/>
              </a:ext>
            </a:extLst>
          </p:cNvPr>
          <p:cNvSpPr>
            <a:spLocks noRot="1" noChangeArrowheads="1" noTextEdit="1"/>
          </p:cNvSpPr>
          <p:nvPr>
            <p:ph type="sldImg"/>
          </p:nvPr>
        </p:nvSpPr>
        <p:spPr>
          <a:ln/>
        </p:spPr>
      </p:sp>
      <p:sp>
        <p:nvSpPr>
          <p:cNvPr id="123908" name="Rectangle 3">
            <a:extLst>
              <a:ext uri="{FF2B5EF4-FFF2-40B4-BE49-F238E27FC236}">
                <a16:creationId xmlns:a16="http://schemas.microsoft.com/office/drawing/2014/main" id="{18CA838C-DFE9-0A0A-2F00-DEDFB2C07B2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a:extLst>
              <a:ext uri="{FF2B5EF4-FFF2-40B4-BE49-F238E27FC236}">
                <a16:creationId xmlns:a16="http://schemas.microsoft.com/office/drawing/2014/main" id="{14C3D677-497B-4973-2738-E3DB2E4D71C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E0669C42-A1E2-45C5-AAE8-CF8A1FC85CCF}" type="slidenum">
              <a:rPr lang="en-US" altLang="zh-CN" sz="1200" b="0" i="0" baseline="0"/>
              <a:pPr/>
              <a:t>58</a:t>
            </a:fld>
            <a:endParaRPr lang="en-US" altLang="zh-CN" sz="1200" b="0" i="0" baseline="0"/>
          </a:p>
        </p:txBody>
      </p:sp>
      <p:sp>
        <p:nvSpPr>
          <p:cNvPr id="124931" name="Rectangle 2">
            <a:extLst>
              <a:ext uri="{FF2B5EF4-FFF2-40B4-BE49-F238E27FC236}">
                <a16:creationId xmlns:a16="http://schemas.microsoft.com/office/drawing/2014/main" id="{C38DCA01-ABF7-3A9E-2693-C24F4AFBA2E1}"/>
              </a:ext>
            </a:extLst>
          </p:cNvPr>
          <p:cNvSpPr>
            <a:spLocks noRot="1" noChangeArrowheads="1" noTextEdit="1"/>
          </p:cNvSpPr>
          <p:nvPr>
            <p:ph type="sldImg"/>
          </p:nvPr>
        </p:nvSpPr>
        <p:spPr>
          <a:ln/>
        </p:spPr>
      </p:sp>
      <p:sp>
        <p:nvSpPr>
          <p:cNvPr id="124932" name="Rectangle 3">
            <a:extLst>
              <a:ext uri="{FF2B5EF4-FFF2-40B4-BE49-F238E27FC236}">
                <a16:creationId xmlns:a16="http://schemas.microsoft.com/office/drawing/2014/main" id="{407D51B1-10DA-BF66-16B8-338060647CC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D5B86E40-1961-877A-AFA0-49B11E6AC973}"/>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D632CFB7-FD70-48D2-98E9-555616CFF8B2}" type="slidenum">
              <a:rPr lang="en-US" altLang="zh-CN" sz="1200" b="0" i="0" baseline="0"/>
              <a:pPr/>
              <a:t>59</a:t>
            </a:fld>
            <a:endParaRPr lang="en-US" altLang="zh-CN" sz="1200" b="0" i="0" baseline="0"/>
          </a:p>
        </p:txBody>
      </p:sp>
      <p:sp>
        <p:nvSpPr>
          <p:cNvPr id="125955" name="Rectangle 2">
            <a:extLst>
              <a:ext uri="{FF2B5EF4-FFF2-40B4-BE49-F238E27FC236}">
                <a16:creationId xmlns:a16="http://schemas.microsoft.com/office/drawing/2014/main" id="{6D5E19EF-19C6-57C6-9CAE-DB33F3F31B6E}"/>
              </a:ext>
            </a:extLst>
          </p:cNvPr>
          <p:cNvSpPr>
            <a:spLocks noRot="1" noChangeArrowheads="1" noTextEdit="1"/>
          </p:cNvSpPr>
          <p:nvPr>
            <p:ph type="sldImg"/>
          </p:nvPr>
        </p:nvSpPr>
        <p:spPr>
          <a:ln/>
        </p:spPr>
      </p:sp>
      <p:sp>
        <p:nvSpPr>
          <p:cNvPr id="125956" name="Rectangle 3">
            <a:extLst>
              <a:ext uri="{FF2B5EF4-FFF2-40B4-BE49-F238E27FC236}">
                <a16:creationId xmlns:a16="http://schemas.microsoft.com/office/drawing/2014/main" id="{240FCBF9-39C2-C278-412B-52A74EDE942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a:extLst>
              <a:ext uri="{FF2B5EF4-FFF2-40B4-BE49-F238E27FC236}">
                <a16:creationId xmlns:a16="http://schemas.microsoft.com/office/drawing/2014/main" id="{64E379DF-E020-4517-98AF-9A8E0ADAB8A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8ABBA556-D72D-410C-91EA-89467C6F166F}" type="slidenum">
              <a:rPr lang="en-US" altLang="zh-CN" sz="1200" b="0" i="0" baseline="0"/>
              <a:pPr/>
              <a:t>60</a:t>
            </a:fld>
            <a:endParaRPr lang="en-US" altLang="zh-CN" sz="1200" b="0" i="0" baseline="0"/>
          </a:p>
        </p:txBody>
      </p:sp>
      <p:sp>
        <p:nvSpPr>
          <p:cNvPr id="126979" name="Rectangle 2">
            <a:extLst>
              <a:ext uri="{FF2B5EF4-FFF2-40B4-BE49-F238E27FC236}">
                <a16:creationId xmlns:a16="http://schemas.microsoft.com/office/drawing/2014/main" id="{89471837-0AA9-84C7-DE8B-61D7B0B97B85}"/>
              </a:ext>
            </a:extLst>
          </p:cNvPr>
          <p:cNvSpPr>
            <a:spLocks noRot="1" noChangeArrowheads="1" noTextEdit="1"/>
          </p:cNvSpPr>
          <p:nvPr>
            <p:ph type="sldImg"/>
          </p:nvPr>
        </p:nvSpPr>
        <p:spPr>
          <a:ln/>
        </p:spPr>
      </p:sp>
      <p:sp>
        <p:nvSpPr>
          <p:cNvPr id="126980" name="Rectangle 3">
            <a:extLst>
              <a:ext uri="{FF2B5EF4-FFF2-40B4-BE49-F238E27FC236}">
                <a16:creationId xmlns:a16="http://schemas.microsoft.com/office/drawing/2014/main" id="{1FBD2DEE-9BD7-3B73-A998-E1FC95824E1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B20D3FB4-4520-7C0C-74CE-AC6AEDA8D1D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fld id="{C2CBA1E3-6B61-4756-AA44-9D938B962A61}" type="slidenum">
              <a:rPr lang="en-US" altLang="zh-CN" sz="1200" b="0" i="0" baseline="0"/>
              <a:pPr/>
              <a:t>61</a:t>
            </a:fld>
            <a:endParaRPr lang="en-US" altLang="zh-CN" sz="1200" b="0" i="0" baseline="0"/>
          </a:p>
        </p:txBody>
      </p:sp>
      <p:sp>
        <p:nvSpPr>
          <p:cNvPr id="128003" name="Rectangle 2">
            <a:extLst>
              <a:ext uri="{FF2B5EF4-FFF2-40B4-BE49-F238E27FC236}">
                <a16:creationId xmlns:a16="http://schemas.microsoft.com/office/drawing/2014/main" id="{0177624C-ACB1-4475-AAFF-E947C615E542}"/>
              </a:ext>
            </a:extLst>
          </p:cNvPr>
          <p:cNvSpPr>
            <a:spLocks noRot="1" noChangeArrowheads="1" noTextEdit="1"/>
          </p:cNvSpPr>
          <p:nvPr>
            <p:ph type="sldImg"/>
          </p:nvPr>
        </p:nvSpPr>
        <p:spPr>
          <a:ln/>
        </p:spPr>
      </p:sp>
      <p:sp>
        <p:nvSpPr>
          <p:cNvPr id="128004" name="Rectangle 3">
            <a:extLst>
              <a:ext uri="{FF2B5EF4-FFF2-40B4-BE49-F238E27FC236}">
                <a16:creationId xmlns:a16="http://schemas.microsoft.com/office/drawing/2014/main" id="{E2F32FD5-5DA3-0103-4C3D-932AF66EF64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A825AF2C-BE4D-7F6A-977B-B207AA9C9DFE}"/>
              </a:ext>
            </a:extLst>
          </p:cNvPr>
          <p:cNvGrpSpPr>
            <a:grpSpLocks/>
          </p:cNvGrpSpPr>
          <p:nvPr/>
        </p:nvGrpSpPr>
        <p:grpSpPr bwMode="auto">
          <a:xfrm>
            <a:off x="0" y="2438400"/>
            <a:ext cx="9009063" cy="1052513"/>
            <a:chOff x="0" y="1536"/>
            <a:chExt cx="5675" cy="663"/>
          </a:xfrm>
        </p:grpSpPr>
        <p:grpSp>
          <p:nvGrpSpPr>
            <p:cNvPr id="3" name="Group 3">
              <a:extLst>
                <a:ext uri="{FF2B5EF4-FFF2-40B4-BE49-F238E27FC236}">
                  <a16:creationId xmlns:a16="http://schemas.microsoft.com/office/drawing/2014/main" id="{9164D989-E2AE-571E-1CD2-E3A2293C7DBC}"/>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2FC4E806-BE75-A048-5238-5EFF194F873B}"/>
                  </a:ext>
                </a:extLst>
              </p:cNvPr>
              <p:cNvSpPr>
                <a:spLocks noChangeArrowheads="1"/>
              </p:cNvSpPr>
              <p:nvPr/>
            </p:nvSpPr>
            <p:spPr bwMode="auto">
              <a:xfrm>
                <a:off x="720" y="336"/>
                <a:ext cx="384" cy="432"/>
              </a:xfrm>
              <a:prstGeom prst="rect">
                <a:avLst/>
              </a:prstGeom>
              <a:solidFill>
                <a:schemeClr val="folHlink"/>
              </a:solidFill>
              <a:ln w="9525">
                <a:noFill/>
                <a:miter lim="800000"/>
                <a:headEnd/>
                <a:tailEnd/>
              </a:ln>
              <a:effectLst/>
            </p:spPr>
            <p:txBody>
              <a:bodyPr wrap="none" anchor="ctr"/>
              <a:lstStyle/>
              <a:p>
                <a:pPr>
                  <a:defRPr/>
                </a:pPr>
                <a:endParaRPr lang="zh-CN" altLang="en-US">
                  <a:ea typeface="宋体" charset="-122"/>
                </a:endParaRPr>
              </a:p>
            </p:txBody>
          </p:sp>
          <p:sp>
            <p:nvSpPr>
              <p:cNvPr id="11" name="Rectangle 5">
                <a:extLst>
                  <a:ext uri="{FF2B5EF4-FFF2-40B4-BE49-F238E27FC236}">
                    <a16:creationId xmlns:a16="http://schemas.microsoft.com/office/drawing/2014/main" id="{9B5B9914-ACA3-2A93-2D42-9C095DA020D6}"/>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defRPr/>
                </a:pPr>
                <a:endParaRPr lang="zh-CN" altLang="en-US">
                  <a:ea typeface="宋体" charset="-122"/>
                </a:endParaRPr>
              </a:p>
            </p:txBody>
          </p:sp>
        </p:grpSp>
        <p:grpSp>
          <p:nvGrpSpPr>
            <p:cNvPr id="4" name="Group 6">
              <a:extLst>
                <a:ext uri="{FF2B5EF4-FFF2-40B4-BE49-F238E27FC236}">
                  <a16:creationId xmlns:a16="http://schemas.microsoft.com/office/drawing/2014/main" id="{B13533FF-BD1A-E1B6-FB1D-C81E95693B9D}"/>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4BF8DAD0-1320-78C3-8ABB-A75A8853F6E3}"/>
                  </a:ext>
                </a:extLst>
              </p:cNvPr>
              <p:cNvSpPr>
                <a:spLocks noChangeArrowheads="1"/>
              </p:cNvSpPr>
              <p:nvPr/>
            </p:nvSpPr>
            <p:spPr bwMode="auto">
              <a:xfrm>
                <a:off x="912" y="2640"/>
                <a:ext cx="384" cy="432"/>
              </a:xfrm>
              <a:prstGeom prst="rect">
                <a:avLst/>
              </a:prstGeom>
              <a:solidFill>
                <a:schemeClr val="accent2"/>
              </a:solidFill>
              <a:ln w="9525">
                <a:noFill/>
                <a:miter lim="800000"/>
                <a:headEnd/>
                <a:tailEnd/>
              </a:ln>
              <a:effectLst/>
            </p:spPr>
            <p:txBody>
              <a:bodyPr wrap="none" anchor="ctr"/>
              <a:lstStyle/>
              <a:p>
                <a:pPr>
                  <a:defRPr/>
                </a:pPr>
                <a:endParaRPr lang="zh-CN" altLang="en-US">
                  <a:ea typeface="宋体" charset="-122"/>
                </a:endParaRPr>
              </a:p>
            </p:txBody>
          </p:sp>
          <p:sp>
            <p:nvSpPr>
              <p:cNvPr id="9" name="Rectangle 8">
                <a:extLst>
                  <a:ext uri="{FF2B5EF4-FFF2-40B4-BE49-F238E27FC236}">
                    <a16:creationId xmlns:a16="http://schemas.microsoft.com/office/drawing/2014/main" id="{831FDD28-D4DD-EF9E-CC10-A7E129422171}"/>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defRPr/>
                </a:pPr>
                <a:endParaRPr lang="zh-CN" altLang="en-US">
                  <a:ea typeface="宋体" charset="-122"/>
                </a:endParaRPr>
              </a:p>
            </p:txBody>
          </p:sp>
        </p:grpSp>
        <p:sp>
          <p:nvSpPr>
            <p:cNvPr id="5" name="Rectangle 9">
              <a:extLst>
                <a:ext uri="{FF2B5EF4-FFF2-40B4-BE49-F238E27FC236}">
                  <a16:creationId xmlns:a16="http://schemas.microsoft.com/office/drawing/2014/main" id="{9AA63FD1-FB8D-A7FC-B453-14AF191B10C9}"/>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defRPr/>
              </a:pPr>
              <a:endParaRPr lang="zh-CN" altLang="en-US">
                <a:ea typeface="宋体" charset="-122"/>
              </a:endParaRPr>
            </a:p>
          </p:txBody>
        </p:sp>
        <p:sp>
          <p:nvSpPr>
            <p:cNvPr id="6" name="Rectangle 10">
              <a:extLst>
                <a:ext uri="{FF2B5EF4-FFF2-40B4-BE49-F238E27FC236}">
                  <a16:creationId xmlns:a16="http://schemas.microsoft.com/office/drawing/2014/main" id="{E5F407DC-C6EE-A916-94DA-4450B6F8B5FD}"/>
                </a:ext>
              </a:extLst>
            </p:cNvPr>
            <p:cNvSpPr>
              <a:spLocks noChangeArrowheads="1"/>
            </p:cNvSpPr>
            <p:nvPr/>
          </p:nvSpPr>
          <p:spPr bwMode="auto">
            <a:xfrm>
              <a:off x="400" y="1536"/>
              <a:ext cx="20" cy="663"/>
            </a:xfrm>
            <a:prstGeom prst="rect">
              <a:avLst/>
            </a:prstGeom>
            <a:solidFill>
              <a:schemeClr val="bg2"/>
            </a:solidFill>
            <a:ln w="9525">
              <a:noFill/>
              <a:miter lim="800000"/>
              <a:headEnd/>
              <a:tailEnd/>
            </a:ln>
            <a:effectLst/>
          </p:spPr>
          <p:txBody>
            <a:bodyPr wrap="none" anchor="ctr"/>
            <a:lstStyle/>
            <a:p>
              <a:pPr>
                <a:defRPr/>
              </a:pPr>
              <a:endParaRPr lang="zh-CN" altLang="en-US">
                <a:ea typeface="宋体" charset="-122"/>
              </a:endParaRPr>
            </a:p>
          </p:txBody>
        </p:sp>
        <p:sp>
          <p:nvSpPr>
            <p:cNvPr id="7" name="Rectangle 11">
              <a:extLst>
                <a:ext uri="{FF2B5EF4-FFF2-40B4-BE49-F238E27FC236}">
                  <a16:creationId xmlns:a16="http://schemas.microsoft.com/office/drawing/2014/main" id="{C06A96AD-8145-F1D0-6BD1-E9E60318E2AD}"/>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defRPr/>
              </a:pPr>
              <a:endParaRPr lang="zh-CN" altLang="en-US">
                <a:ea typeface="宋体" charset="-122"/>
              </a:endParaRPr>
            </a:p>
          </p:txBody>
        </p:sp>
      </p:grpSp>
      <p:sp>
        <p:nvSpPr>
          <p:cNvPr id="12" name="Text Box 17">
            <a:extLst>
              <a:ext uri="{FF2B5EF4-FFF2-40B4-BE49-F238E27FC236}">
                <a16:creationId xmlns:a16="http://schemas.microsoft.com/office/drawing/2014/main" id="{D7C19B7E-FFF4-F214-BCF8-883D9CA9058C}"/>
              </a:ext>
            </a:extLst>
          </p:cNvPr>
          <p:cNvSpPr txBox="1">
            <a:spLocks noChangeArrowheads="1"/>
          </p:cNvSpPr>
          <p:nvPr userDrawn="1"/>
        </p:nvSpPr>
        <p:spPr bwMode="auto">
          <a:xfrm>
            <a:off x="0" y="6553200"/>
            <a:ext cx="2209800" cy="304800"/>
          </a:xfrm>
          <a:prstGeom prst="rect">
            <a:avLst/>
          </a:prstGeom>
          <a:noFill/>
          <a:ln w="9525">
            <a:noFill/>
            <a:miter lim="800000"/>
            <a:headEnd/>
            <a:tailEnd/>
          </a:ln>
          <a:effectLst/>
        </p:spPr>
        <p:txBody>
          <a:bodyPr>
            <a:spAutoFit/>
          </a:bodyPr>
          <a:lstStyle/>
          <a:p>
            <a:pPr eaLnBrk="1" hangingPunct="1">
              <a:spcBef>
                <a:spcPct val="50000"/>
              </a:spcBef>
              <a:defRPr/>
            </a:pPr>
            <a:r>
              <a:rPr lang="en-US" altLang="en-US" sz="1400" b="0" i="0" baseline="0">
                <a:latin typeface="McGrawHill-Italic" pitchFamily="2" charset="0"/>
              </a:rPr>
              <a:t>McGraw-Hill</a:t>
            </a:r>
            <a:endParaRPr lang="en-US" altLang="en-US" sz="2400" b="0" i="0" baseline="0"/>
          </a:p>
        </p:txBody>
      </p:sp>
      <p:sp>
        <p:nvSpPr>
          <p:cNvPr id="13" name="Text Box 18">
            <a:extLst>
              <a:ext uri="{FF2B5EF4-FFF2-40B4-BE49-F238E27FC236}">
                <a16:creationId xmlns:a16="http://schemas.microsoft.com/office/drawing/2014/main" id="{1129CCD7-3017-0190-0547-2519A86D4FF1}"/>
              </a:ext>
            </a:extLst>
          </p:cNvPr>
          <p:cNvSpPr txBox="1">
            <a:spLocks noChangeArrowheads="1"/>
          </p:cNvSpPr>
          <p:nvPr userDrawn="1"/>
        </p:nvSpPr>
        <p:spPr bwMode="auto">
          <a:xfrm>
            <a:off x="4572000" y="6553200"/>
            <a:ext cx="4572000" cy="304800"/>
          </a:xfrm>
          <a:prstGeom prst="rect">
            <a:avLst/>
          </a:prstGeom>
          <a:noFill/>
          <a:ln w="9525">
            <a:noFill/>
            <a:miter lim="800000"/>
            <a:headEnd/>
            <a:tailEnd/>
          </a:ln>
          <a:effectLst/>
        </p:spPr>
        <p:txBody>
          <a:bodyPr>
            <a:spAutoFit/>
          </a:bodyPr>
          <a:lstStyle/>
          <a:p>
            <a:pPr algn="r" eaLnBrk="1" hangingPunct="1">
              <a:spcBef>
                <a:spcPct val="50000"/>
              </a:spcBef>
              <a:buFontTx/>
              <a:buChar char="©"/>
              <a:defRPr/>
            </a:pPr>
            <a:r>
              <a:rPr lang="en-US" altLang="en-US" sz="1400" b="0" i="0" baseline="0">
                <a:latin typeface="McGrawHill-Italic" pitchFamily="2" charset="0"/>
              </a:rPr>
              <a:t>The McGraw-Hill Companies, Inc., 2000</a:t>
            </a:r>
            <a:endParaRPr lang="en-US" altLang="en-US" sz="2400" b="0" i="0" baseline="0"/>
          </a:p>
        </p:txBody>
      </p:sp>
      <p:sp>
        <p:nvSpPr>
          <p:cNvPr id="210956" name="Rectangle 12"/>
          <p:cNvSpPr>
            <a:spLocks noGrp="1" noChangeArrowheads="1"/>
          </p:cNvSpPr>
          <p:nvPr>
            <p:ph type="ctrTitle"/>
          </p:nvPr>
        </p:nvSpPr>
        <p:spPr bwMode="auto">
          <a:xfrm>
            <a:off x="990600" y="1676400"/>
            <a:ext cx="77724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371600" y="3886200"/>
            <a:ext cx="64008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zh-CN" noProof="0"/>
              <a:t>Click to edit Master subtitle style</a:t>
            </a:r>
          </a:p>
        </p:txBody>
      </p:sp>
      <p:sp>
        <p:nvSpPr>
          <p:cNvPr id="14" name="Rectangle 14">
            <a:extLst>
              <a:ext uri="{FF2B5EF4-FFF2-40B4-BE49-F238E27FC236}">
                <a16:creationId xmlns:a16="http://schemas.microsoft.com/office/drawing/2014/main" id="{BCFFBE5E-13A7-0EDA-94B6-DD78D03F7948}"/>
              </a:ext>
            </a:extLst>
          </p:cNvPr>
          <p:cNvSpPr>
            <a:spLocks noGrp="1" noChangeArrowheads="1"/>
          </p:cNvSpPr>
          <p:nvPr>
            <p:ph type="dt" sz="half" idx="10"/>
          </p:nvPr>
        </p:nvSpPr>
        <p:spPr bwMode="auto">
          <a:xfrm>
            <a:off x="990600" y="6248400"/>
            <a:ext cx="1905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i="0" baseline="0">
                <a:solidFill>
                  <a:schemeClr val="bg2"/>
                </a:solidFill>
                <a:latin typeface="+mn-lt"/>
                <a:ea typeface="宋体" charset="-122"/>
              </a:defRPr>
            </a:lvl1pPr>
          </a:lstStyle>
          <a:p>
            <a:pPr>
              <a:defRPr/>
            </a:pPr>
            <a:endParaRPr lang="en-US" altLang="zh-CN"/>
          </a:p>
        </p:txBody>
      </p:sp>
      <p:sp>
        <p:nvSpPr>
          <p:cNvPr id="15" name="Rectangle 15">
            <a:extLst>
              <a:ext uri="{FF2B5EF4-FFF2-40B4-BE49-F238E27FC236}">
                <a16:creationId xmlns:a16="http://schemas.microsoft.com/office/drawing/2014/main" id="{FDE294C3-3B14-ACA6-F885-78F3CA46FFD0}"/>
              </a:ext>
            </a:extLst>
          </p:cNvPr>
          <p:cNvSpPr>
            <a:spLocks noGrp="1" noChangeArrowheads="1"/>
          </p:cNvSpPr>
          <p:nvPr>
            <p:ph type="ftr" sz="quarter" idx="11"/>
          </p:nvPr>
        </p:nvSpPr>
        <p:spPr bwMode="auto">
          <a:xfrm>
            <a:off x="3429000" y="6248400"/>
            <a:ext cx="28956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i="0" baseline="0">
                <a:solidFill>
                  <a:schemeClr val="bg2"/>
                </a:solidFill>
                <a:latin typeface="+mn-lt"/>
                <a:ea typeface="宋体" charset="-122"/>
              </a:defRPr>
            </a:lvl1pPr>
          </a:lstStyle>
          <a:p>
            <a:pPr>
              <a:defRPr/>
            </a:pPr>
            <a:endParaRPr lang="en-US" altLang="zh-CN"/>
          </a:p>
        </p:txBody>
      </p:sp>
      <p:sp>
        <p:nvSpPr>
          <p:cNvPr id="16" name="Rectangle 16">
            <a:extLst>
              <a:ext uri="{FF2B5EF4-FFF2-40B4-BE49-F238E27FC236}">
                <a16:creationId xmlns:a16="http://schemas.microsoft.com/office/drawing/2014/main" id="{4C08C901-1E84-24BD-3993-88017243C203}"/>
              </a:ext>
            </a:extLst>
          </p:cNvPr>
          <p:cNvSpPr>
            <a:spLocks noGrp="1" noChangeArrowheads="1"/>
          </p:cNvSpPr>
          <p:nvPr>
            <p:ph type="sldNum" sz="quarter" idx="12"/>
          </p:nvPr>
        </p:nvSpPr>
        <p:spPr>
          <a:xfrm>
            <a:off x="6858000" y="6248400"/>
            <a:ext cx="1905000" cy="457200"/>
          </a:xfrm>
        </p:spPr>
        <p:txBody>
          <a:bodyPr/>
          <a:lstStyle>
            <a:lvl1pPr algn="r">
              <a:defRPr sz="1400" b="0">
                <a:latin typeface="Tahoma" panose="020B0604030504040204" pitchFamily="34" charset="0"/>
              </a:defRPr>
            </a:lvl1pPr>
          </a:lstStyle>
          <a:p>
            <a:fld id="{BAF167B1-503B-4310-A56F-64EC2952A76B}" type="slidenum">
              <a:rPr lang="en-US" altLang="zh-CN"/>
              <a:pPr/>
              <a:t>‹#›</a:t>
            </a:fld>
            <a:endParaRPr lang="en-US" altLang="zh-CN"/>
          </a:p>
        </p:txBody>
      </p:sp>
    </p:spTree>
    <p:extLst>
      <p:ext uri="{BB962C8B-B14F-4D97-AF65-F5344CB8AC3E}">
        <p14:creationId xmlns:p14="http://schemas.microsoft.com/office/powerpoint/2010/main" val="426129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630DCED6-714E-6125-4091-EDBCEB07DB82}"/>
              </a:ext>
            </a:extLst>
          </p:cNvPr>
          <p:cNvSpPr>
            <a:spLocks noGrp="1" noChangeArrowheads="1"/>
          </p:cNvSpPr>
          <p:nvPr>
            <p:ph type="sldNum" sz="quarter" idx="10"/>
          </p:nvPr>
        </p:nvSpPr>
        <p:spPr>
          <a:ln/>
        </p:spPr>
        <p:txBody>
          <a:bodyPr/>
          <a:lstStyle>
            <a:lvl1pPr>
              <a:defRPr/>
            </a:lvl1pPr>
          </a:lstStyle>
          <a:p>
            <a:r>
              <a:rPr lang="en-US" altLang="zh-CN"/>
              <a:t>12.</a:t>
            </a:r>
            <a:fld id="{21D6A7BF-EDA9-4CD2-8F34-E1D125C38A7B}" type="slidenum">
              <a:rPr lang="en-US" altLang="zh-CN"/>
              <a:pPr/>
              <a:t>‹#›</a:t>
            </a:fld>
            <a:endParaRPr lang="en-US" altLang="zh-CN"/>
          </a:p>
        </p:txBody>
      </p:sp>
    </p:spTree>
    <p:extLst>
      <p:ext uri="{BB962C8B-B14F-4D97-AF65-F5344CB8AC3E}">
        <p14:creationId xmlns:p14="http://schemas.microsoft.com/office/powerpoint/2010/main" val="1776351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16">
            <a:extLst>
              <a:ext uri="{FF2B5EF4-FFF2-40B4-BE49-F238E27FC236}">
                <a16:creationId xmlns:a16="http://schemas.microsoft.com/office/drawing/2014/main" id="{B8C623A0-ED74-9B33-2C66-84D44882F13A}"/>
              </a:ext>
            </a:extLst>
          </p:cNvPr>
          <p:cNvSpPr>
            <a:spLocks noGrp="1" noChangeArrowheads="1"/>
          </p:cNvSpPr>
          <p:nvPr>
            <p:ph type="sldNum" sz="quarter" idx="10"/>
          </p:nvPr>
        </p:nvSpPr>
        <p:spPr>
          <a:ln/>
        </p:spPr>
        <p:txBody>
          <a:bodyPr/>
          <a:lstStyle>
            <a:lvl1pPr>
              <a:defRPr/>
            </a:lvl1pPr>
          </a:lstStyle>
          <a:p>
            <a:r>
              <a:rPr lang="en-US" altLang="zh-CN"/>
              <a:t>12.</a:t>
            </a:r>
            <a:fld id="{A1E05DE4-DC1D-4DAD-87DD-F93320193E0F}" type="slidenum">
              <a:rPr lang="en-US" altLang="zh-CN"/>
              <a:pPr/>
              <a:t>‹#›</a:t>
            </a:fld>
            <a:endParaRPr lang="en-US" altLang="zh-CN"/>
          </a:p>
        </p:txBody>
      </p:sp>
    </p:spTree>
    <p:extLst>
      <p:ext uri="{BB962C8B-B14F-4D97-AF65-F5344CB8AC3E}">
        <p14:creationId xmlns:p14="http://schemas.microsoft.com/office/powerpoint/2010/main" val="3270753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6">
            <a:extLst>
              <a:ext uri="{FF2B5EF4-FFF2-40B4-BE49-F238E27FC236}">
                <a16:creationId xmlns:a16="http://schemas.microsoft.com/office/drawing/2014/main" id="{0B97E55C-A5F6-C596-A0C4-0457707B685C}"/>
              </a:ext>
            </a:extLst>
          </p:cNvPr>
          <p:cNvSpPr>
            <a:spLocks noGrp="1" noChangeArrowheads="1"/>
          </p:cNvSpPr>
          <p:nvPr>
            <p:ph type="sldNum" sz="quarter" idx="10"/>
          </p:nvPr>
        </p:nvSpPr>
        <p:spPr>
          <a:ln/>
        </p:spPr>
        <p:txBody>
          <a:bodyPr/>
          <a:lstStyle>
            <a:lvl1pPr>
              <a:defRPr/>
            </a:lvl1pPr>
          </a:lstStyle>
          <a:p>
            <a:r>
              <a:rPr lang="en-US" altLang="zh-CN"/>
              <a:t>12.</a:t>
            </a:r>
            <a:fld id="{B0843C61-7084-47A6-993A-98C896D9B56E}" type="slidenum">
              <a:rPr lang="en-US" altLang="zh-CN"/>
              <a:pPr/>
              <a:t>‹#›</a:t>
            </a:fld>
            <a:endParaRPr lang="en-US" altLang="zh-CN"/>
          </a:p>
        </p:txBody>
      </p:sp>
    </p:spTree>
    <p:extLst>
      <p:ext uri="{BB962C8B-B14F-4D97-AF65-F5344CB8AC3E}">
        <p14:creationId xmlns:p14="http://schemas.microsoft.com/office/powerpoint/2010/main" val="2879980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6">
            <a:extLst>
              <a:ext uri="{FF2B5EF4-FFF2-40B4-BE49-F238E27FC236}">
                <a16:creationId xmlns:a16="http://schemas.microsoft.com/office/drawing/2014/main" id="{2072F157-8F15-AA03-1795-17F28E85AD39}"/>
              </a:ext>
            </a:extLst>
          </p:cNvPr>
          <p:cNvSpPr>
            <a:spLocks noGrp="1" noChangeArrowheads="1"/>
          </p:cNvSpPr>
          <p:nvPr>
            <p:ph type="sldNum" sz="quarter" idx="10"/>
          </p:nvPr>
        </p:nvSpPr>
        <p:spPr>
          <a:ln/>
        </p:spPr>
        <p:txBody>
          <a:bodyPr/>
          <a:lstStyle>
            <a:lvl1pPr>
              <a:defRPr/>
            </a:lvl1pPr>
          </a:lstStyle>
          <a:p>
            <a:r>
              <a:rPr lang="en-US" altLang="zh-CN"/>
              <a:t>12.</a:t>
            </a:r>
            <a:fld id="{005E34C5-047F-4EFC-AA03-7646780BFA69}" type="slidenum">
              <a:rPr lang="en-US" altLang="zh-CN"/>
              <a:pPr/>
              <a:t>‹#›</a:t>
            </a:fld>
            <a:endParaRPr lang="en-US" altLang="zh-CN"/>
          </a:p>
        </p:txBody>
      </p:sp>
    </p:spTree>
    <p:extLst>
      <p:ext uri="{BB962C8B-B14F-4D97-AF65-F5344CB8AC3E}">
        <p14:creationId xmlns:p14="http://schemas.microsoft.com/office/powerpoint/2010/main" val="434611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Rectangle 16">
            <a:extLst>
              <a:ext uri="{FF2B5EF4-FFF2-40B4-BE49-F238E27FC236}">
                <a16:creationId xmlns:a16="http://schemas.microsoft.com/office/drawing/2014/main" id="{71AECA0E-E57F-3626-7E63-091D7CA4F16E}"/>
              </a:ext>
            </a:extLst>
          </p:cNvPr>
          <p:cNvSpPr>
            <a:spLocks noGrp="1" noChangeArrowheads="1"/>
          </p:cNvSpPr>
          <p:nvPr>
            <p:ph type="sldNum" sz="quarter" idx="10"/>
          </p:nvPr>
        </p:nvSpPr>
        <p:spPr>
          <a:ln/>
        </p:spPr>
        <p:txBody>
          <a:bodyPr/>
          <a:lstStyle>
            <a:lvl1pPr>
              <a:defRPr/>
            </a:lvl1pPr>
          </a:lstStyle>
          <a:p>
            <a:r>
              <a:rPr lang="en-US" altLang="zh-CN"/>
              <a:t>12.</a:t>
            </a:r>
            <a:fld id="{344345D2-493F-4369-8525-F946AD18977A}" type="slidenum">
              <a:rPr lang="en-US" altLang="zh-CN"/>
              <a:pPr/>
              <a:t>‹#›</a:t>
            </a:fld>
            <a:endParaRPr lang="en-US" altLang="zh-CN"/>
          </a:p>
        </p:txBody>
      </p:sp>
    </p:spTree>
    <p:extLst>
      <p:ext uri="{BB962C8B-B14F-4D97-AF65-F5344CB8AC3E}">
        <p14:creationId xmlns:p14="http://schemas.microsoft.com/office/powerpoint/2010/main" val="2454368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6">
            <a:extLst>
              <a:ext uri="{FF2B5EF4-FFF2-40B4-BE49-F238E27FC236}">
                <a16:creationId xmlns:a16="http://schemas.microsoft.com/office/drawing/2014/main" id="{1042508C-7B86-99F9-3D73-02EFE47EC2E0}"/>
              </a:ext>
            </a:extLst>
          </p:cNvPr>
          <p:cNvSpPr>
            <a:spLocks noGrp="1" noChangeArrowheads="1"/>
          </p:cNvSpPr>
          <p:nvPr>
            <p:ph type="sldNum" sz="quarter" idx="10"/>
          </p:nvPr>
        </p:nvSpPr>
        <p:spPr>
          <a:ln/>
        </p:spPr>
        <p:txBody>
          <a:bodyPr/>
          <a:lstStyle>
            <a:lvl1pPr>
              <a:defRPr/>
            </a:lvl1pPr>
          </a:lstStyle>
          <a:p>
            <a:r>
              <a:rPr lang="en-US" altLang="zh-CN"/>
              <a:t>12.</a:t>
            </a:r>
            <a:fld id="{21AE4376-350E-4A27-A060-774FB7DBBC1E}" type="slidenum">
              <a:rPr lang="en-US" altLang="zh-CN"/>
              <a:pPr/>
              <a:t>‹#›</a:t>
            </a:fld>
            <a:endParaRPr lang="en-US" altLang="zh-CN"/>
          </a:p>
        </p:txBody>
      </p:sp>
    </p:spTree>
    <p:extLst>
      <p:ext uri="{BB962C8B-B14F-4D97-AF65-F5344CB8AC3E}">
        <p14:creationId xmlns:p14="http://schemas.microsoft.com/office/powerpoint/2010/main" val="2557328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6">
            <a:extLst>
              <a:ext uri="{FF2B5EF4-FFF2-40B4-BE49-F238E27FC236}">
                <a16:creationId xmlns:a16="http://schemas.microsoft.com/office/drawing/2014/main" id="{968DC4B6-3D14-0EA4-AB82-13C3FE703BE3}"/>
              </a:ext>
            </a:extLst>
          </p:cNvPr>
          <p:cNvSpPr>
            <a:spLocks noGrp="1" noChangeArrowheads="1"/>
          </p:cNvSpPr>
          <p:nvPr>
            <p:ph type="sldNum" sz="quarter" idx="10"/>
          </p:nvPr>
        </p:nvSpPr>
        <p:spPr>
          <a:ln/>
        </p:spPr>
        <p:txBody>
          <a:bodyPr/>
          <a:lstStyle>
            <a:lvl1pPr>
              <a:defRPr/>
            </a:lvl1pPr>
          </a:lstStyle>
          <a:p>
            <a:r>
              <a:rPr lang="en-US" altLang="zh-CN"/>
              <a:t>12.</a:t>
            </a:r>
            <a:fld id="{7764E24B-C22C-4836-8CE8-AB078688C62A}" type="slidenum">
              <a:rPr lang="en-US" altLang="zh-CN"/>
              <a:pPr/>
              <a:t>‹#›</a:t>
            </a:fld>
            <a:endParaRPr lang="en-US" altLang="zh-CN"/>
          </a:p>
        </p:txBody>
      </p:sp>
    </p:spTree>
    <p:extLst>
      <p:ext uri="{BB962C8B-B14F-4D97-AF65-F5344CB8AC3E}">
        <p14:creationId xmlns:p14="http://schemas.microsoft.com/office/powerpoint/2010/main" val="1046690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16">
            <a:extLst>
              <a:ext uri="{FF2B5EF4-FFF2-40B4-BE49-F238E27FC236}">
                <a16:creationId xmlns:a16="http://schemas.microsoft.com/office/drawing/2014/main" id="{61C2BD06-762B-6232-4171-1E824526EDC2}"/>
              </a:ext>
            </a:extLst>
          </p:cNvPr>
          <p:cNvSpPr>
            <a:spLocks noGrp="1" noChangeArrowheads="1"/>
          </p:cNvSpPr>
          <p:nvPr>
            <p:ph type="sldNum" sz="quarter" idx="10"/>
          </p:nvPr>
        </p:nvSpPr>
        <p:spPr>
          <a:ln/>
        </p:spPr>
        <p:txBody>
          <a:bodyPr/>
          <a:lstStyle>
            <a:lvl1pPr>
              <a:defRPr/>
            </a:lvl1pPr>
          </a:lstStyle>
          <a:p>
            <a:r>
              <a:rPr lang="en-US" altLang="zh-CN"/>
              <a:t>12.</a:t>
            </a:r>
            <a:fld id="{EA829B1C-CD88-4EF5-B93F-D70E18AF7852}" type="slidenum">
              <a:rPr lang="en-US" altLang="zh-CN"/>
              <a:pPr/>
              <a:t>‹#›</a:t>
            </a:fld>
            <a:endParaRPr lang="en-US" altLang="zh-CN"/>
          </a:p>
        </p:txBody>
      </p:sp>
    </p:spTree>
    <p:extLst>
      <p:ext uri="{BB962C8B-B14F-4D97-AF65-F5344CB8AC3E}">
        <p14:creationId xmlns:p14="http://schemas.microsoft.com/office/powerpoint/2010/main" val="32840973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8B06434B-DBA8-E63E-CDF3-333883DDC4EC}"/>
              </a:ext>
            </a:extLst>
          </p:cNvPr>
          <p:cNvSpPr>
            <a:spLocks noGrp="1" noChangeArrowheads="1"/>
          </p:cNvSpPr>
          <p:nvPr>
            <p:ph type="sldNum" sz="quarter" idx="10"/>
          </p:nvPr>
        </p:nvSpPr>
        <p:spPr>
          <a:ln/>
        </p:spPr>
        <p:txBody>
          <a:bodyPr/>
          <a:lstStyle>
            <a:lvl1pPr>
              <a:defRPr/>
            </a:lvl1pPr>
          </a:lstStyle>
          <a:p>
            <a:r>
              <a:rPr lang="en-US" altLang="zh-CN"/>
              <a:t>12.</a:t>
            </a:r>
            <a:fld id="{56799B45-B3EA-4D20-B7F7-A2D033F3A99B}" type="slidenum">
              <a:rPr lang="en-US" altLang="zh-CN"/>
              <a:pPr/>
              <a:t>‹#›</a:t>
            </a:fld>
            <a:endParaRPr lang="en-US" altLang="zh-CN"/>
          </a:p>
        </p:txBody>
      </p:sp>
    </p:spTree>
    <p:extLst>
      <p:ext uri="{BB962C8B-B14F-4D97-AF65-F5344CB8AC3E}">
        <p14:creationId xmlns:p14="http://schemas.microsoft.com/office/powerpoint/2010/main" val="1630926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6">
            <a:extLst>
              <a:ext uri="{FF2B5EF4-FFF2-40B4-BE49-F238E27FC236}">
                <a16:creationId xmlns:a16="http://schemas.microsoft.com/office/drawing/2014/main" id="{EDFD7EB4-44FA-0A51-DBBF-13EE972147C1}"/>
              </a:ext>
            </a:extLst>
          </p:cNvPr>
          <p:cNvSpPr>
            <a:spLocks noGrp="1" noChangeArrowheads="1"/>
          </p:cNvSpPr>
          <p:nvPr>
            <p:ph type="sldNum" sz="quarter" idx="10"/>
          </p:nvPr>
        </p:nvSpPr>
        <p:spPr>
          <a:ln/>
        </p:spPr>
        <p:txBody>
          <a:bodyPr/>
          <a:lstStyle>
            <a:lvl1pPr>
              <a:defRPr/>
            </a:lvl1pPr>
          </a:lstStyle>
          <a:p>
            <a:r>
              <a:rPr lang="en-US" altLang="zh-CN"/>
              <a:t>12.</a:t>
            </a:r>
            <a:fld id="{74B6AEF6-9080-4CF8-AF9F-39CF7A36096B}" type="slidenum">
              <a:rPr lang="en-US" altLang="zh-CN"/>
              <a:pPr/>
              <a:t>‹#›</a:t>
            </a:fld>
            <a:endParaRPr lang="en-US" altLang="zh-CN"/>
          </a:p>
        </p:txBody>
      </p:sp>
    </p:spTree>
    <p:extLst>
      <p:ext uri="{BB962C8B-B14F-4D97-AF65-F5344CB8AC3E}">
        <p14:creationId xmlns:p14="http://schemas.microsoft.com/office/powerpoint/2010/main" val="25399927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6">
            <a:extLst>
              <a:ext uri="{FF2B5EF4-FFF2-40B4-BE49-F238E27FC236}">
                <a16:creationId xmlns:a16="http://schemas.microsoft.com/office/drawing/2014/main" id="{DCF286DF-EAFB-6A7D-1B9B-5536C01D1C7D}"/>
              </a:ext>
            </a:extLst>
          </p:cNvPr>
          <p:cNvSpPr>
            <a:spLocks noGrp="1" noChangeArrowheads="1"/>
          </p:cNvSpPr>
          <p:nvPr>
            <p:ph type="sldNum" sz="quarter" idx="10"/>
          </p:nvPr>
        </p:nvSpPr>
        <p:spPr>
          <a:ln/>
        </p:spPr>
        <p:txBody>
          <a:bodyPr/>
          <a:lstStyle>
            <a:lvl1pPr>
              <a:defRPr/>
            </a:lvl1pPr>
          </a:lstStyle>
          <a:p>
            <a:r>
              <a:rPr lang="en-US" altLang="zh-CN"/>
              <a:t>12.</a:t>
            </a:r>
            <a:fld id="{C56834B1-95CF-4FFB-9160-3656684B64ED}" type="slidenum">
              <a:rPr lang="en-US" altLang="zh-CN"/>
              <a:pPr/>
              <a:t>‹#›</a:t>
            </a:fld>
            <a:endParaRPr lang="en-US" altLang="zh-CN"/>
          </a:p>
        </p:txBody>
      </p:sp>
    </p:spTree>
    <p:extLst>
      <p:ext uri="{BB962C8B-B14F-4D97-AF65-F5344CB8AC3E}">
        <p14:creationId xmlns:p14="http://schemas.microsoft.com/office/powerpoint/2010/main" val="3363750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36" name="Rectangle 16">
            <a:extLst>
              <a:ext uri="{FF2B5EF4-FFF2-40B4-BE49-F238E27FC236}">
                <a16:creationId xmlns:a16="http://schemas.microsoft.com/office/drawing/2014/main" id="{AC0CDAD2-5FA0-F085-B07C-60A62CD2164A}"/>
              </a:ext>
            </a:extLst>
          </p:cNvPr>
          <p:cNvSpPr>
            <a:spLocks noGrp="1" noChangeArrowheads="1"/>
          </p:cNvSpPr>
          <p:nvPr>
            <p:ph type="sldNum" sz="quarter" idx="4"/>
          </p:nvPr>
        </p:nvSpPr>
        <p:spPr bwMode="auto">
          <a:xfrm>
            <a:off x="0" y="6400800"/>
            <a:ext cx="19050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2000" i="0" baseline="0">
                <a:solidFill>
                  <a:schemeClr val="bg2"/>
                </a:solidFill>
                <a:latin typeface="Arial" panose="020B0604020202020204" pitchFamily="34" charset="0"/>
                <a:ea typeface="宋体" panose="02010600030101010101" pitchFamily="2" charset="-122"/>
              </a:defRPr>
            </a:lvl1pPr>
          </a:lstStyle>
          <a:p>
            <a:r>
              <a:rPr lang="en-US" altLang="zh-CN"/>
              <a:t>12.</a:t>
            </a:r>
            <a:fld id="{BD93CE10-4364-4D6B-B25C-B3EE97A011D1}"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739"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2">
            <a:extLst>
              <a:ext uri="{FF2B5EF4-FFF2-40B4-BE49-F238E27FC236}">
                <a16:creationId xmlns:a16="http://schemas.microsoft.com/office/drawing/2014/main" id="{7E37C391-99F6-4A30-27DD-FB540ECCF45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105850B8-2E4C-47AC-823B-F04B5D4F7DFD}" type="slidenum">
              <a:rPr lang="en-US" altLang="zh-CN" sz="2000" i="0" baseline="0">
                <a:solidFill>
                  <a:schemeClr val="bg2"/>
                </a:solidFill>
                <a:latin typeface="Arial" panose="020B0604020202020204" pitchFamily="34" charset="0"/>
              </a:rPr>
              <a:pPr/>
              <a:t>1</a:t>
            </a:fld>
            <a:endParaRPr lang="en-US" altLang="zh-CN" sz="2000" i="0" baseline="0">
              <a:solidFill>
                <a:schemeClr val="bg2"/>
              </a:solidFill>
              <a:latin typeface="Arial" panose="020B0604020202020204" pitchFamily="34" charset="0"/>
            </a:endParaRPr>
          </a:p>
        </p:txBody>
      </p:sp>
      <p:pic>
        <p:nvPicPr>
          <p:cNvPr id="3075" name="Picture 2" descr="Forouzan4e07_banner">
            <a:extLst>
              <a:ext uri="{FF2B5EF4-FFF2-40B4-BE49-F238E27FC236}">
                <a16:creationId xmlns:a16="http://schemas.microsoft.com/office/drawing/2014/main" id="{0F969B46-B175-9157-2F5C-C7375A756E60}"/>
              </a:ext>
            </a:extLst>
          </p:cNvPr>
          <p:cNvPicPr>
            <a:picLocks noGrp="1"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109696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3">
            <a:extLst>
              <a:ext uri="{FF2B5EF4-FFF2-40B4-BE49-F238E27FC236}">
                <a16:creationId xmlns:a16="http://schemas.microsoft.com/office/drawing/2014/main" id="{89E3ED55-4D87-9493-F96B-DDBD7CA6E1C3}"/>
              </a:ext>
            </a:extLst>
          </p:cNvPr>
          <p:cNvSpPr>
            <a:spLocks noChangeArrowheads="1"/>
          </p:cNvSpPr>
          <p:nvPr/>
        </p:nvSpPr>
        <p:spPr bwMode="auto">
          <a:xfrm>
            <a:off x="1143000" y="2514600"/>
            <a:ext cx="6858000" cy="243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a:r>
              <a:rPr lang="en-US" altLang="en-US" sz="4400" i="0" baseline="0">
                <a:solidFill>
                  <a:schemeClr val="tx2"/>
                </a:solidFill>
                <a:latin typeface="Arial" panose="020B0604020202020204" pitchFamily="34" charset="0"/>
              </a:rPr>
              <a:t>Chapter 12</a:t>
            </a:r>
          </a:p>
          <a:p>
            <a:pPr algn="ctr"/>
            <a:endParaRPr lang="en-US" altLang="en-US" sz="2000" i="0" baseline="0">
              <a:solidFill>
                <a:schemeClr val="tx2"/>
              </a:solidFill>
              <a:latin typeface="Arial" panose="020B0604020202020204" pitchFamily="34" charset="0"/>
            </a:endParaRPr>
          </a:p>
          <a:p>
            <a:pPr algn="ctr"/>
            <a:r>
              <a:rPr lang="en-US" altLang="zh-CN" sz="4400" i="0" baseline="0">
                <a:latin typeface="Arial" panose="020B0604020202020204" pitchFamily="34" charset="0"/>
                <a:ea typeface="宋体" panose="02010600030101010101" pitchFamily="2" charset="-122"/>
              </a:rPr>
              <a:t>Multiple Access</a:t>
            </a:r>
          </a:p>
          <a:p>
            <a:pPr algn="ctr"/>
            <a:r>
              <a:rPr lang="zh-CN" altLang="en-US" sz="4400" i="0" baseline="0">
                <a:latin typeface="Arial" panose="020B0604020202020204" pitchFamily="34" charset="0"/>
                <a:ea typeface="宋体" panose="02010600030101010101" pitchFamily="2" charset="-122"/>
              </a:rPr>
              <a:t>多路访问</a:t>
            </a:r>
            <a:endParaRPr lang="en-US" altLang="zh-CN" sz="4400" i="0" baseline="0">
              <a:latin typeface="Arial" panose="020B0604020202020204" pitchFamily="34" charset="0"/>
              <a:ea typeface="宋体" panose="02010600030101010101" pitchFamily="2" charset="-122"/>
            </a:endParaRPr>
          </a:p>
        </p:txBody>
      </p:sp>
      <p:sp>
        <p:nvSpPr>
          <p:cNvPr id="3077" name="Text Box 4">
            <a:extLst>
              <a:ext uri="{FF2B5EF4-FFF2-40B4-BE49-F238E27FC236}">
                <a16:creationId xmlns:a16="http://schemas.microsoft.com/office/drawing/2014/main" id="{135322C6-FD22-DE9D-EBDF-412B2D8F7925}"/>
              </a:ext>
            </a:extLst>
          </p:cNvPr>
          <p:cNvSpPr txBox="1">
            <a:spLocks noChangeArrowheads="1"/>
          </p:cNvSpPr>
          <p:nvPr/>
        </p:nvSpPr>
        <p:spPr bwMode="auto">
          <a:xfrm>
            <a:off x="0" y="6507163"/>
            <a:ext cx="9144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r>
              <a:rPr lang="en-US" altLang="zh-CN" sz="1200" b="0" i="0" baseline="0">
                <a:ea typeface="宋体" panose="02010600030101010101" pitchFamily="2" charset="-122"/>
              </a:rPr>
              <a:t>Copyright © The McGraw-Hill Companies, Inc. Permission required for reproduction or display.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1">
            <a:extLst>
              <a:ext uri="{FF2B5EF4-FFF2-40B4-BE49-F238E27FC236}">
                <a16:creationId xmlns:a16="http://schemas.microsoft.com/office/drawing/2014/main" id="{5728A347-895B-EC97-2B1C-0D73D195EF3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69F855A2-841F-4B9F-A7F6-4EEE85F5B365}" type="slidenum">
              <a:rPr lang="en-US" altLang="zh-CN" sz="2000" i="0" baseline="0">
                <a:solidFill>
                  <a:schemeClr val="bg2"/>
                </a:solidFill>
                <a:latin typeface="Arial" panose="020B0604020202020204" pitchFamily="34" charset="0"/>
              </a:rPr>
              <a:pPr/>
              <a:t>2</a:t>
            </a:fld>
            <a:endParaRPr lang="en-US" altLang="zh-CN" sz="2000" i="0" baseline="0">
              <a:solidFill>
                <a:schemeClr val="bg2"/>
              </a:solidFill>
              <a:latin typeface="Arial" panose="020B0604020202020204" pitchFamily="34" charset="0"/>
            </a:endParaRPr>
          </a:p>
        </p:txBody>
      </p:sp>
      <p:sp>
        <p:nvSpPr>
          <p:cNvPr id="4099" name="Line 2">
            <a:extLst>
              <a:ext uri="{FF2B5EF4-FFF2-40B4-BE49-F238E27FC236}">
                <a16:creationId xmlns:a16="http://schemas.microsoft.com/office/drawing/2014/main" id="{AA194010-2A5F-87EA-D3F5-35DED77ECD04}"/>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0" name="Line 3">
            <a:extLst>
              <a:ext uri="{FF2B5EF4-FFF2-40B4-BE49-F238E27FC236}">
                <a16:creationId xmlns:a16="http://schemas.microsoft.com/office/drawing/2014/main" id="{666A94D8-74D7-0C98-F298-070F3E0E1B36}"/>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01" name="Text Box 4">
            <a:extLst>
              <a:ext uri="{FF2B5EF4-FFF2-40B4-BE49-F238E27FC236}">
                <a16:creationId xmlns:a16="http://schemas.microsoft.com/office/drawing/2014/main" id="{B51EE614-24B4-AB3D-4D3D-217DBF32921F}"/>
              </a:ext>
            </a:extLst>
          </p:cNvPr>
          <p:cNvSpPr txBox="1">
            <a:spLocks noChangeArrowheads="1"/>
          </p:cNvSpPr>
          <p:nvPr/>
        </p:nvSpPr>
        <p:spPr bwMode="auto">
          <a:xfrm>
            <a:off x="350838" y="228600"/>
            <a:ext cx="8551862"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12.1  </a:t>
            </a:r>
            <a:r>
              <a:rPr lang="en-US" altLang="zh-CN" sz="2000" baseline="0">
                <a:ea typeface="宋体" panose="02010600030101010101" pitchFamily="2" charset="-122"/>
              </a:rPr>
              <a:t>Data link layer divided into two functionality-oriented sublayers</a:t>
            </a:r>
          </a:p>
          <a:p>
            <a:r>
              <a:rPr lang="en-US" altLang="zh-CN" sz="2000" baseline="0">
                <a:ea typeface="宋体" panose="02010600030101010101" pitchFamily="2" charset="-122"/>
              </a:rPr>
              <a:t>                          </a:t>
            </a:r>
          </a:p>
          <a:p>
            <a:endParaRPr lang="en-US" altLang="zh-CN" sz="2000" i="0" baseline="0">
              <a:ea typeface="宋体" panose="02010600030101010101" pitchFamily="2" charset="-122"/>
            </a:endParaRPr>
          </a:p>
          <a:p>
            <a:r>
              <a:rPr lang="en-US" altLang="zh-CN" sz="2000" i="0" baseline="0">
                <a:ea typeface="宋体" panose="02010600030101010101" pitchFamily="2" charset="-122"/>
              </a:rPr>
              <a:t>               </a:t>
            </a:r>
            <a:r>
              <a:rPr lang="zh-CN" altLang="en-US" sz="2000" i="0" baseline="0">
                <a:ea typeface="宋体" panose="02010600030101010101" pitchFamily="2" charset="-122"/>
              </a:rPr>
              <a:t>数据链路层分为两个功能子层</a:t>
            </a:r>
            <a:r>
              <a:rPr lang="en-US" altLang="zh-CN" sz="2000" i="0" baseline="0">
                <a:ea typeface="宋体" panose="02010600030101010101" pitchFamily="2" charset="-122"/>
              </a:rPr>
              <a:t>:</a:t>
            </a:r>
          </a:p>
          <a:p>
            <a:r>
              <a:rPr lang="en-US" altLang="zh-CN" sz="2000" i="0" baseline="0">
                <a:ea typeface="宋体" panose="02010600030101010101" pitchFamily="2" charset="-122"/>
              </a:rPr>
              <a:t>                                           </a:t>
            </a:r>
            <a:r>
              <a:rPr lang="zh-CN" altLang="en-US" sz="2000" i="0" baseline="0">
                <a:ea typeface="宋体" panose="02010600030101010101" pitchFamily="2" charset="-122"/>
              </a:rPr>
              <a:t>数据链路控制子层和多路访问控制子层</a:t>
            </a:r>
            <a:endParaRPr lang="en-US" altLang="zh-CN" sz="2000" i="0" baseline="0">
              <a:ea typeface="宋体" panose="02010600030101010101" pitchFamily="2" charset="-122"/>
            </a:endParaRPr>
          </a:p>
        </p:txBody>
      </p:sp>
      <p:sp>
        <p:nvSpPr>
          <p:cNvPr id="4102" name="Line 5">
            <a:extLst>
              <a:ext uri="{FF2B5EF4-FFF2-40B4-BE49-F238E27FC236}">
                <a16:creationId xmlns:a16="http://schemas.microsoft.com/office/drawing/2014/main" id="{03D8C382-6474-FAE6-BBD4-84412B7F30D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103" name="Picture 7">
            <a:extLst>
              <a:ext uri="{FF2B5EF4-FFF2-40B4-BE49-F238E27FC236}">
                <a16:creationId xmlns:a16="http://schemas.microsoft.com/office/drawing/2014/main" id="{FB3F108D-1860-BC0C-B9A2-E2DD0EF49D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125" y="2038350"/>
            <a:ext cx="5375275" cy="253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灯片编号占位符 1">
            <a:extLst>
              <a:ext uri="{FF2B5EF4-FFF2-40B4-BE49-F238E27FC236}">
                <a16:creationId xmlns:a16="http://schemas.microsoft.com/office/drawing/2014/main" id="{F1EB343C-6062-C4EA-2A6E-C0C313AF2F5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F9B6BD85-7B51-4F9E-B3AC-261DE9C8EE72}" type="slidenum">
              <a:rPr lang="en-US" altLang="zh-CN" sz="2000" i="0" baseline="0">
                <a:solidFill>
                  <a:schemeClr val="bg2"/>
                </a:solidFill>
                <a:latin typeface="Arial" panose="020B0604020202020204" pitchFamily="34" charset="0"/>
              </a:rPr>
              <a:pPr/>
              <a:t>3</a:t>
            </a:fld>
            <a:endParaRPr lang="en-US" altLang="zh-CN" sz="2000" i="0" baseline="0">
              <a:solidFill>
                <a:schemeClr val="bg2"/>
              </a:solidFill>
              <a:latin typeface="Arial" panose="020B0604020202020204" pitchFamily="34" charset="0"/>
            </a:endParaRPr>
          </a:p>
        </p:txBody>
      </p:sp>
      <p:sp>
        <p:nvSpPr>
          <p:cNvPr id="5123" name="Line 2">
            <a:extLst>
              <a:ext uri="{FF2B5EF4-FFF2-40B4-BE49-F238E27FC236}">
                <a16:creationId xmlns:a16="http://schemas.microsoft.com/office/drawing/2014/main" id="{766F66DF-B31F-DB81-FD16-DDB8F1A1C6E0}"/>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4" name="Line 3">
            <a:extLst>
              <a:ext uri="{FF2B5EF4-FFF2-40B4-BE49-F238E27FC236}">
                <a16:creationId xmlns:a16="http://schemas.microsoft.com/office/drawing/2014/main" id="{1C337975-060E-1284-89C9-1B647FF7FCC6}"/>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5" name="Text Box 4">
            <a:extLst>
              <a:ext uri="{FF2B5EF4-FFF2-40B4-BE49-F238E27FC236}">
                <a16:creationId xmlns:a16="http://schemas.microsoft.com/office/drawing/2014/main" id="{4B799892-ADF3-4BB1-BAB7-B176B13FB11C}"/>
              </a:ext>
            </a:extLst>
          </p:cNvPr>
          <p:cNvSpPr txBox="1">
            <a:spLocks noChangeArrowheads="1"/>
          </p:cNvSpPr>
          <p:nvPr/>
        </p:nvSpPr>
        <p:spPr bwMode="auto">
          <a:xfrm>
            <a:off x="304800" y="381000"/>
            <a:ext cx="85566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12.2  </a:t>
            </a:r>
            <a:r>
              <a:rPr lang="en-US" altLang="zh-CN" sz="2000" baseline="0">
                <a:ea typeface="宋体" panose="02010600030101010101" pitchFamily="2" charset="-122"/>
              </a:rPr>
              <a:t>Taxonomy of multiple-access protocols discussed in this chapter</a:t>
            </a:r>
          </a:p>
          <a:p>
            <a:endParaRPr lang="en-US" altLang="zh-CN" sz="2000" baseline="0">
              <a:ea typeface="宋体" panose="02010600030101010101" pitchFamily="2" charset="-122"/>
            </a:endParaRPr>
          </a:p>
          <a:p>
            <a:r>
              <a:rPr lang="zh-CN" altLang="en-US" sz="2000" i="0" baseline="0">
                <a:ea typeface="宋体" panose="02010600030101010101" pitchFamily="2" charset="-122"/>
              </a:rPr>
              <a:t>多路访问控制协议的分类：</a:t>
            </a:r>
            <a:endParaRPr lang="en-US" altLang="zh-CN" sz="2000" i="0" baseline="0">
              <a:ea typeface="宋体" panose="02010600030101010101" pitchFamily="2" charset="-122"/>
            </a:endParaRPr>
          </a:p>
          <a:p>
            <a:r>
              <a:rPr lang="en-US" altLang="zh-CN" sz="2000" baseline="0">
                <a:ea typeface="宋体" panose="02010600030101010101" pitchFamily="2" charset="-122"/>
              </a:rPr>
              <a:t>           </a:t>
            </a:r>
            <a:r>
              <a:rPr lang="zh-CN" altLang="en-US" sz="2000" i="0" baseline="0">
                <a:ea typeface="宋体" panose="02010600030101010101" pitchFamily="2" charset="-122"/>
              </a:rPr>
              <a:t>随机访问协议         受控访问控制 协议            通道化协议</a:t>
            </a:r>
            <a:endParaRPr lang="en-US" altLang="zh-CN" sz="2000" i="0" baseline="0">
              <a:ea typeface="宋体" panose="02010600030101010101" pitchFamily="2" charset="-122"/>
            </a:endParaRPr>
          </a:p>
        </p:txBody>
      </p:sp>
      <p:sp>
        <p:nvSpPr>
          <p:cNvPr id="5126" name="Line 5">
            <a:extLst>
              <a:ext uri="{FF2B5EF4-FFF2-40B4-BE49-F238E27FC236}">
                <a16:creationId xmlns:a16="http://schemas.microsoft.com/office/drawing/2014/main" id="{F2B67DBA-89E7-5021-2548-58AF50AE1C2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127" name="Picture 7">
            <a:extLst>
              <a:ext uri="{FF2B5EF4-FFF2-40B4-BE49-F238E27FC236}">
                <a16:creationId xmlns:a16="http://schemas.microsoft.com/office/drawing/2014/main" id="{D6322DEF-81D9-2E20-757A-F27B53C7A6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897063"/>
            <a:ext cx="6554788" cy="328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8" name="TextBox 7">
            <a:extLst>
              <a:ext uri="{FF2B5EF4-FFF2-40B4-BE49-F238E27FC236}">
                <a16:creationId xmlns:a16="http://schemas.microsoft.com/office/drawing/2014/main" id="{A7BBD285-2B08-CDF7-63BA-B5A2F4BCD33A}"/>
              </a:ext>
            </a:extLst>
          </p:cNvPr>
          <p:cNvSpPr txBox="1">
            <a:spLocks noChangeArrowheads="1"/>
          </p:cNvSpPr>
          <p:nvPr/>
        </p:nvSpPr>
        <p:spPr bwMode="auto">
          <a:xfrm>
            <a:off x="533400" y="5486400"/>
            <a:ext cx="838200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a:ea typeface="宋体" panose="02010600030101010101" pitchFamily="2" charset="-122"/>
              </a:rPr>
              <a:t>当节点使用多点链路或广播链路时，就需要多路访问协议去协调链路的访问。</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灯片编号占位符 1">
            <a:extLst>
              <a:ext uri="{FF2B5EF4-FFF2-40B4-BE49-F238E27FC236}">
                <a16:creationId xmlns:a16="http://schemas.microsoft.com/office/drawing/2014/main" id="{C0897CF4-C09C-3D92-F6DC-88C5B6AE61E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A90B44B6-0F71-4611-8377-EC8DC0B57395}" type="slidenum">
              <a:rPr lang="en-US" altLang="zh-CN" sz="2000" i="0" baseline="0">
                <a:solidFill>
                  <a:schemeClr val="bg2"/>
                </a:solidFill>
                <a:latin typeface="Arial" panose="020B0604020202020204" pitchFamily="34" charset="0"/>
              </a:rPr>
              <a:pPr/>
              <a:t>4</a:t>
            </a:fld>
            <a:endParaRPr lang="en-US" altLang="zh-CN" sz="2000" i="0" baseline="0">
              <a:solidFill>
                <a:schemeClr val="bg2"/>
              </a:solidFill>
              <a:latin typeface="Arial" panose="020B0604020202020204" pitchFamily="34" charset="0"/>
            </a:endParaRPr>
          </a:p>
        </p:txBody>
      </p:sp>
      <p:sp>
        <p:nvSpPr>
          <p:cNvPr id="565250" name="Rectangle 2">
            <a:extLst>
              <a:ext uri="{FF2B5EF4-FFF2-40B4-BE49-F238E27FC236}">
                <a16:creationId xmlns:a16="http://schemas.microsoft.com/office/drawing/2014/main" id="{1747C555-00BD-2C0F-765F-C8046F7E22DD}"/>
              </a:ext>
            </a:extLst>
          </p:cNvPr>
          <p:cNvSpPr>
            <a:spLocks noChangeArrowheads="1"/>
          </p:cNvSpPr>
          <p:nvPr/>
        </p:nvSpPr>
        <p:spPr bwMode="auto">
          <a:xfrm>
            <a:off x="0" y="0"/>
            <a:ext cx="9144000" cy="990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sz="3200" i="0" baseline="0">
              <a:effectLst>
                <a:outerShdw blurRad="38100" dist="38100" dir="2700000" algn="tl">
                  <a:srgbClr val="FFFFFF"/>
                </a:outerShdw>
              </a:effectLst>
              <a:ea typeface="宋体" charset="-122"/>
            </a:endParaRPr>
          </a:p>
        </p:txBody>
      </p:sp>
      <p:sp>
        <p:nvSpPr>
          <p:cNvPr id="565251" name="Text Box 3">
            <a:extLst>
              <a:ext uri="{FF2B5EF4-FFF2-40B4-BE49-F238E27FC236}">
                <a16:creationId xmlns:a16="http://schemas.microsoft.com/office/drawing/2014/main" id="{7C49FC6B-8589-2BD3-35BE-0A3E77E8E647}"/>
              </a:ext>
            </a:extLst>
          </p:cNvPr>
          <p:cNvSpPr txBox="1">
            <a:spLocks noChangeArrowheads="1"/>
          </p:cNvSpPr>
          <p:nvPr/>
        </p:nvSpPr>
        <p:spPr bwMode="auto">
          <a:xfrm>
            <a:off x="228600" y="228600"/>
            <a:ext cx="7513638" cy="584200"/>
          </a:xfrm>
          <a:prstGeom prst="rect">
            <a:avLst/>
          </a:prstGeom>
          <a:noFill/>
          <a:ln>
            <a:noFill/>
          </a:ln>
          <a:effectLst/>
        </p:spPr>
        <p:txBody>
          <a:bodyPr wrap="none">
            <a:spAutoFit/>
          </a:bodyPr>
          <a:lstStyle/>
          <a:p>
            <a:pPr>
              <a:defRPr/>
            </a:pPr>
            <a:r>
              <a:rPr lang="en-US" altLang="zh-CN" sz="3200" i="0" baseline="0" dirty="0">
                <a:effectLst>
                  <a:outerShdw blurRad="38100" dist="38100" dir="2700000" algn="tl">
                    <a:srgbClr val="C0C0C0"/>
                  </a:outerShdw>
                </a:effectLst>
                <a:latin typeface="Times" pitchFamily="18" charset="0"/>
                <a:ea typeface="宋体" charset="-122"/>
              </a:rPr>
              <a:t>12-1   RANDOM ACCESS  </a:t>
            </a:r>
            <a:r>
              <a:rPr lang="zh-CN" altLang="en-US" sz="3200" i="0" baseline="0" dirty="0">
                <a:effectLst>
                  <a:outerShdw blurRad="38100" dist="38100" dir="2700000" algn="tl">
                    <a:srgbClr val="C0C0C0"/>
                  </a:outerShdw>
                </a:effectLst>
                <a:latin typeface="Times" pitchFamily="18" charset="0"/>
                <a:ea typeface="宋体" charset="-122"/>
              </a:rPr>
              <a:t>随机访问协议</a:t>
            </a:r>
            <a:endParaRPr lang="en-US" altLang="zh-CN" sz="3200" i="0" baseline="0" dirty="0">
              <a:effectLst>
                <a:outerShdw blurRad="38100" dist="38100" dir="2700000" algn="tl">
                  <a:srgbClr val="C0C0C0"/>
                </a:outerShdw>
              </a:effectLst>
              <a:latin typeface="Times" pitchFamily="18" charset="0"/>
              <a:ea typeface="宋体" charset="-122"/>
            </a:endParaRPr>
          </a:p>
        </p:txBody>
      </p:sp>
      <p:sp>
        <p:nvSpPr>
          <p:cNvPr id="6149" name="Text Box 4">
            <a:extLst>
              <a:ext uri="{FF2B5EF4-FFF2-40B4-BE49-F238E27FC236}">
                <a16:creationId xmlns:a16="http://schemas.microsoft.com/office/drawing/2014/main" id="{CFAB188B-25F7-602A-CDC6-B261BD17168B}"/>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zh-CN" altLang="zh-CN" sz="1800" i="0" baseline="0">
              <a:ea typeface="宋体" panose="02010600030101010101" pitchFamily="2" charset="-122"/>
            </a:endParaRPr>
          </a:p>
        </p:txBody>
      </p:sp>
      <p:sp>
        <p:nvSpPr>
          <p:cNvPr id="6150" name="Rectangle 5">
            <a:extLst>
              <a:ext uri="{FF2B5EF4-FFF2-40B4-BE49-F238E27FC236}">
                <a16:creationId xmlns:a16="http://schemas.microsoft.com/office/drawing/2014/main" id="{DC800E72-4A5D-19AA-7329-692863223E7E}"/>
              </a:ext>
            </a:extLst>
          </p:cNvPr>
          <p:cNvSpPr>
            <a:spLocks noChangeArrowheads="1"/>
          </p:cNvSpPr>
          <p:nvPr/>
        </p:nvSpPr>
        <p:spPr bwMode="auto">
          <a:xfrm>
            <a:off x="304800" y="1144588"/>
            <a:ext cx="8229600"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eaLnBrk="1" hangingPunct="1"/>
            <a:r>
              <a:rPr lang="zh-CN" altLang="en-US" sz="2200" i="0" baseline="0">
                <a:ea typeface="宋体" panose="02010600030101010101" pitchFamily="2" charset="-122"/>
              </a:rPr>
              <a:t>在随机访问或竞争访问方式中，没有一个站点是优于其它站点的，也不能控制其它站点。没有站点有权力允许或不允许其它站点发送或不发送数据。有数据要发送的站通过自身的协议决定发送还是不发送数据，本质上会产生竞争。所以，协议也要能解决冲突问题。</a:t>
            </a:r>
            <a:endParaRPr lang="en-US" altLang="zh-CN" sz="2200" i="0" baseline="0">
              <a:ea typeface="宋体" panose="02010600030101010101" pitchFamily="2" charset="-122"/>
            </a:endParaRPr>
          </a:p>
        </p:txBody>
      </p:sp>
      <p:sp>
        <p:nvSpPr>
          <p:cNvPr id="6151" name="Rectangle 29">
            <a:extLst>
              <a:ext uri="{FF2B5EF4-FFF2-40B4-BE49-F238E27FC236}">
                <a16:creationId xmlns:a16="http://schemas.microsoft.com/office/drawing/2014/main" id="{A13105B1-627A-DB89-3714-D967D302A9F3}"/>
              </a:ext>
            </a:extLst>
          </p:cNvPr>
          <p:cNvSpPr>
            <a:spLocks noChangeArrowheads="1"/>
          </p:cNvSpPr>
          <p:nvPr/>
        </p:nvSpPr>
        <p:spPr bwMode="auto">
          <a:xfrm>
            <a:off x="76200" y="4654550"/>
            <a:ext cx="89916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en-US" altLang="zh-CN" sz="2000" i="0" baseline="0">
                <a:solidFill>
                  <a:srgbClr val="0033CC"/>
                </a:solidFill>
                <a:ea typeface="宋体" panose="02010600030101010101" pitchFamily="2" charset="-122"/>
              </a:rPr>
              <a:t>ALOHA                                                    ALOHA</a:t>
            </a:r>
            <a:r>
              <a:rPr lang="zh-CN" altLang="en-US" sz="2000" i="0" baseline="0">
                <a:solidFill>
                  <a:srgbClr val="0033CC"/>
                </a:solidFill>
                <a:ea typeface="宋体" panose="02010600030101010101" pitchFamily="2" charset="-122"/>
              </a:rPr>
              <a:t>协议</a:t>
            </a:r>
            <a:br>
              <a:rPr lang="fr-FR" altLang="zh-CN" sz="2000" i="0" baseline="0">
                <a:solidFill>
                  <a:srgbClr val="0033CC"/>
                </a:solidFill>
              </a:rPr>
            </a:br>
            <a:r>
              <a:rPr lang="en-US" altLang="zh-CN" sz="2000" i="0" baseline="0">
                <a:solidFill>
                  <a:srgbClr val="0033CC"/>
                </a:solidFill>
                <a:ea typeface="宋体" panose="02010600030101010101" pitchFamily="2" charset="-122"/>
              </a:rPr>
              <a:t>Carrier Sense Multiple Access              </a:t>
            </a:r>
            <a:r>
              <a:rPr lang="zh-CN" altLang="en-US" sz="2000" i="0" baseline="0">
                <a:solidFill>
                  <a:srgbClr val="0033CC"/>
                </a:solidFill>
                <a:ea typeface="宋体" panose="02010600030101010101" pitchFamily="2" charset="-122"/>
              </a:rPr>
              <a:t>载波侦听多路访问协议 </a:t>
            </a:r>
            <a:r>
              <a:rPr lang="en-US" altLang="zh-CN" sz="2000" i="0" baseline="0">
                <a:solidFill>
                  <a:srgbClr val="0033CC"/>
                </a:solidFill>
                <a:ea typeface="宋体" panose="02010600030101010101" pitchFamily="2" charset="-122"/>
              </a:rPr>
              <a:t>CSMA</a:t>
            </a:r>
          </a:p>
          <a:p>
            <a:pPr>
              <a:buClr>
                <a:schemeClr val="tx1"/>
              </a:buClr>
              <a:buSzPct val="117000"/>
              <a:buFont typeface="Wingdings" panose="05000000000000000000" pitchFamily="2" charset="2"/>
              <a:buNone/>
            </a:pPr>
            <a:r>
              <a:rPr lang="en-US" altLang="zh-CN" sz="2000" i="0" baseline="0">
                <a:solidFill>
                  <a:srgbClr val="0033CC"/>
                </a:solidFill>
                <a:ea typeface="宋体" panose="02010600030101010101" pitchFamily="2" charset="-122"/>
              </a:rPr>
              <a:t>Carrier Sense Multiple Access with Collision Detection  </a:t>
            </a:r>
            <a:r>
              <a:rPr lang="zh-CN" altLang="en-US" sz="2000" i="0" baseline="0">
                <a:solidFill>
                  <a:srgbClr val="0033CC"/>
                </a:solidFill>
                <a:ea typeface="宋体" panose="02010600030101010101" pitchFamily="2" charset="-122"/>
              </a:rPr>
              <a:t>带冲突检测的</a:t>
            </a:r>
            <a:r>
              <a:rPr lang="en-US" altLang="zh-CN" sz="2000" i="0" baseline="0">
                <a:solidFill>
                  <a:srgbClr val="0033CC"/>
                </a:solidFill>
                <a:ea typeface="宋体" panose="02010600030101010101" pitchFamily="2" charset="-122"/>
              </a:rPr>
              <a:t>CSMA</a:t>
            </a:r>
          </a:p>
          <a:p>
            <a:pPr>
              <a:buClr>
                <a:schemeClr val="tx1"/>
              </a:buClr>
              <a:buSzPct val="117000"/>
              <a:buFont typeface="Wingdings" panose="05000000000000000000" pitchFamily="2" charset="2"/>
              <a:buNone/>
            </a:pPr>
            <a:r>
              <a:rPr lang="en-US" altLang="zh-CN" sz="2000" i="0" baseline="0">
                <a:solidFill>
                  <a:srgbClr val="0033CC"/>
                </a:solidFill>
                <a:ea typeface="宋体" panose="02010600030101010101" pitchFamily="2" charset="-122"/>
              </a:rPr>
              <a:t>Carrier Sense Multiple Access with Collision Avoidance </a:t>
            </a:r>
            <a:r>
              <a:rPr lang="zh-CN" altLang="en-US" sz="2000" i="0" baseline="0">
                <a:solidFill>
                  <a:srgbClr val="0033CC"/>
                </a:solidFill>
                <a:ea typeface="宋体" panose="02010600030101010101" pitchFamily="2" charset="-122"/>
              </a:rPr>
              <a:t>带冲突避免的</a:t>
            </a:r>
            <a:r>
              <a:rPr lang="en-US" altLang="zh-CN" sz="2000" i="0" baseline="0">
                <a:solidFill>
                  <a:srgbClr val="0033CC"/>
                </a:solidFill>
                <a:ea typeface="宋体" panose="02010600030101010101" pitchFamily="2" charset="-122"/>
              </a:rPr>
              <a:t>CSMA</a:t>
            </a:r>
          </a:p>
        </p:txBody>
      </p:sp>
      <p:sp>
        <p:nvSpPr>
          <p:cNvPr id="565278" name="Text Box 30">
            <a:extLst>
              <a:ext uri="{FF2B5EF4-FFF2-40B4-BE49-F238E27FC236}">
                <a16:creationId xmlns:a16="http://schemas.microsoft.com/office/drawing/2014/main" id="{340623A0-77E4-AE13-18CD-B3A7EB189681}"/>
              </a:ext>
            </a:extLst>
          </p:cNvPr>
          <p:cNvSpPr txBox="1">
            <a:spLocks noChangeArrowheads="1"/>
          </p:cNvSpPr>
          <p:nvPr/>
        </p:nvSpPr>
        <p:spPr bwMode="auto">
          <a:xfrm>
            <a:off x="395288" y="4278313"/>
            <a:ext cx="3871912" cy="430212"/>
          </a:xfrm>
          <a:prstGeom prst="rect">
            <a:avLst/>
          </a:prstGeom>
          <a:noFill/>
          <a:ln>
            <a:noFill/>
          </a:ln>
          <a:effectLst/>
        </p:spPr>
        <p:txBody>
          <a:bodyPr wrap="none">
            <a:spAutoFit/>
          </a:bodyPr>
          <a:lstStyle/>
          <a:p>
            <a:pPr algn="ctr">
              <a:defRPr/>
            </a:pPr>
            <a:r>
              <a:rPr lang="en-US" altLang="zh-CN" sz="2200" u="sng" baseline="0" dirty="0">
                <a:solidFill>
                  <a:schemeClr val="hlink"/>
                </a:solidFill>
                <a:effectLst>
                  <a:outerShdw blurRad="38100" dist="38100" dir="2700000" algn="tl">
                    <a:srgbClr val="C0C0C0"/>
                  </a:outerShdw>
                </a:effectLst>
                <a:ea typeface="宋体" charset="-122"/>
              </a:rPr>
              <a:t>Topics discussed in this section: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1">
            <a:extLst>
              <a:ext uri="{FF2B5EF4-FFF2-40B4-BE49-F238E27FC236}">
                <a16:creationId xmlns:a16="http://schemas.microsoft.com/office/drawing/2014/main" id="{4AEA814D-0C29-FF95-64A6-4A76DA10D02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13F240F0-764C-4FD8-9B7C-AE775679BC74}" type="slidenum">
              <a:rPr lang="en-US" altLang="zh-CN" sz="2000" i="0" baseline="0">
                <a:solidFill>
                  <a:schemeClr val="bg2"/>
                </a:solidFill>
                <a:latin typeface="Arial" panose="020B0604020202020204" pitchFamily="34" charset="0"/>
              </a:rPr>
              <a:pPr/>
              <a:t>5</a:t>
            </a:fld>
            <a:endParaRPr lang="en-US" altLang="zh-CN" sz="2000" i="0" baseline="0">
              <a:solidFill>
                <a:schemeClr val="bg2"/>
              </a:solidFill>
              <a:latin typeface="Arial" panose="020B0604020202020204" pitchFamily="34" charset="0"/>
            </a:endParaRPr>
          </a:p>
        </p:txBody>
      </p:sp>
      <p:sp>
        <p:nvSpPr>
          <p:cNvPr id="7171" name="Line 2">
            <a:extLst>
              <a:ext uri="{FF2B5EF4-FFF2-40B4-BE49-F238E27FC236}">
                <a16:creationId xmlns:a16="http://schemas.microsoft.com/office/drawing/2014/main" id="{335A1197-175D-0157-B85F-6E2B37B6C1B9}"/>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2" name="Line 3">
            <a:extLst>
              <a:ext uri="{FF2B5EF4-FFF2-40B4-BE49-F238E27FC236}">
                <a16:creationId xmlns:a16="http://schemas.microsoft.com/office/drawing/2014/main" id="{76EF72E9-8366-2A3C-033C-DBCA4C24C39A}"/>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73" name="Text Box 4">
            <a:extLst>
              <a:ext uri="{FF2B5EF4-FFF2-40B4-BE49-F238E27FC236}">
                <a16:creationId xmlns:a16="http://schemas.microsoft.com/office/drawing/2014/main" id="{5DC454DB-FEE1-71AB-DB84-CFBF2B1C915B}"/>
              </a:ext>
            </a:extLst>
          </p:cNvPr>
          <p:cNvSpPr txBox="1">
            <a:spLocks noChangeArrowheads="1"/>
          </p:cNvSpPr>
          <p:nvPr/>
        </p:nvSpPr>
        <p:spPr bwMode="auto">
          <a:xfrm>
            <a:off x="304800" y="381000"/>
            <a:ext cx="72151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12.3  </a:t>
            </a:r>
            <a:r>
              <a:rPr lang="en-US" altLang="zh-CN" sz="2000" baseline="0">
                <a:ea typeface="宋体" panose="02010600030101010101" pitchFamily="2" charset="-122"/>
              </a:rPr>
              <a:t>Frames in a pure ALOHA network </a:t>
            </a:r>
            <a:r>
              <a:rPr lang="zh-CN" altLang="en-US" sz="2000" i="0" baseline="0">
                <a:ea typeface="宋体" panose="02010600030101010101" pitchFamily="2" charset="-122"/>
              </a:rPr>
              <a:t>纯</a:t>
            </a:r>
            <a:r>
              <a:rPr lang="en-US" altLang="zh-CN" sz="2000" i="0" baseline="0">
                <a:ea typeface="宋体" panose="02010600030101010101" pitchFamily="2" charset="-122"/>
              </a:rPr>
              <a:t>ALOHA</a:t>
            </a:r>
            <a:r>
              <a:rPr lang="zh-CN" altLang="en-US" sz="2000" i="0" baseline="0">
                <a:ea typeface="宋体" panose="02010600030101010101" pitchFamily="2" charset="-122"/>
              </a:rPr>
              <a:t>的帧</a:t>
            </a:r>
            <a:endParaRPr lang="en-US" altLang="zh-CN" sz="2000" i="0" baseline="0">
              <a:ea typeface="宋体" panose="02010600030101010101" pitchFamily="2" charset="-122"/>
            </a:endParaRPr>
          </a:p>
        </p:txBody>
      </p:sp>
      <p:sp>
        <p:nvSpPr>
          <p:cNvPr id="7174" name="Line 5">
            <a:extLst>
              <a:ext uri="{FF2B5EF4-FFF2-40B4-BE49-F238E27FC236}">
                <a16:creationId xmlns:a16="http://schemas.microsoft.com/office/drawing/2014/main" id="{74ED7D26-640F-2B43-0820-6B7C02EB28D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7175" name="Picture 7">
            <a:extLst>
              <a:ext uri="{FF2B5EF4-FFF2-40B4-BE49-F238E27FC236}">
                <a16:creationId xmlns:a16="http://schemas.microsoft.com/office/drawing/2014/main" id="{6D3F3C8E-50C8-0D9D-4579-5DBC1BA67C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075" y="1600200"/>
            <a:ext cx="8620125" cy="406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1">
            <a:extLst>
              <a:ext uri="{FF2B5EF4-FFF2-40B4-BE49-F238E27FC236}">
                <a16:creationId xmlns:a16="http://schemas.microsoft.com/office/drawing/2014/main" id="{30705049-47D3-D836-A594-B0DEAD8B2D0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2AA4B651-F3D6-4098-9219-2B2F596CEEF1}" type="slidenum">
              <a:rPr lang="en-US" altLang="zh-CN" sz="2000" i="0" baseline="0">
                <a:solidFill>
                  <a:schemeClr val="bg2"/>
                </a:solidFill>
                <a:latin typeface="Arial" panose="020B0604020202020204" pitchFamily="34" charset="0"/>
              </a:rPr>
              <a:pPr/>
              <a:t>6</a:t>
            </a:fld>
            <a:endParaRPr lang="en-US" altLang="zh-CN" sz="2000" i="0" baseline="0">
              <a:solidFill>
                <a:schemeClr val="bg2"/>
              </a:solidFill>
              <a:latin typeface="Arial" panose="020B0604020202020204" pitchFamily="34" charset="0"/>
            </a:endParaRPr>
          </a:p>
        </p:txBody>
      </p:sp>
      <p:sp>
        <p:nvSpPr>
          <p:cNvPr id="8195" name="Line 2">
            <a:extLst>
              <a:ext uri="{FF2B5EF4-FFF2-40B4-BE49-F238E27FC236}">
                <a16:creationId xmlns:a16="http://schemas.microsoft.com/office/drawing/2014/main" id="{6EDFFDC8-650F-62FF-6BD4-CB476168A82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 name="Line 3">
            <a:extLst>
              <a:ext uri="{FF2B5EF4-FFF2-40B4-BE49-F238E27FC236}">
                <a16:creationId xmlns:a16="http://schemas.microsoft.com/office/drawing/2014/main" id="{45A7F701-6393-7F16-B1BC-D99DE9919EE1}"/>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 name="Text Box 4">
            <a:extLst>
              <a:ext uri="{FF2B5EF4-FFF2-40B4-BE49-F238E27FC236}">
                <a16:creationId xmlns:a16="http://schemas.microsoft.com/office/drawing/2014/main" id="{00FA79D0-BE92-D612-F6E2-D9749A7586EE}"/>
              </a:ext>
            </a:extLst>
          </p:cNvPr>
          <p:cNvSpPr txBox="1">
            <a:spLocks noChangeArrowheads="1"/>
          </p:cNvSpPr>
          <p:nvPr/>
        </p:nvSpPr>
        <p:spPr bwMode="auto">
          <a:xfrm>
            <a:off x="304800" y="381000"/>
            <a:ext cx="84518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12.4  </a:t>
            </a:r>
            <a:r>
              <a:rPr lang="it-IT" altLang="zh-CN" sz="2000" baseline="0">
                <a:ea typeface="宋体" panose="02010600030101010101" pitchFamily="2" charset="-122"/>
              </a:rPr>
              <a:t>Procedure for pure ALOHA protocol </a:t>
            </a:r>
            <a:r>
              <a:rPr lang="zh-CN" altLang="en-US" sz="2000" i="0" baseline="0">
                <a:ea typeface="宋体" panose="02010600030101010101" pitchFamily="2" charset="-122"/>
              </a:rPr>
              <a:t>纯</a:t>
            </a:r>
            <a:r>
              <a:rPr lang="en-US" altLang="zh-CN" sz="2000" i="0" baseline="0">
                <a:ea typeface="宋体" panose="02010600030101010101" pitchFamily="2" charset="-122"/>
              </a:rPr>
              <a:t>ALOHA</a:t>
            </a:r>
            <a:r>
              <a:rPr lang="zh-CN" altLang="en-US" sz="2000" i="0" baseline="0">
                <a:ea typeface="宋体" panose="02010600030101010101" pitchFamily="2" charset="-122"/>
              </a:rPr>
              <a:t>协议的流程图</a:t>
            </a:r>
            <a:endParaRPr lang="en-US" altLang="zh-CN" sz="2000" i="0" baseline="0">
              <a:ea typeface="宋体" panose="02010600030101010101" pitchFamily="2" charset="-122"/>
            </a:endParaRPr>
          </a:p>
        </p:txBody>
      </p:sp>
      <p:sp>
        <p:nvSpPr>
          <p:cNvPr id="8198" name="Line 5">
            <a:extLst>
              <a:ext uri="{FF2B5EF4-FFF2-40B4-BE49-F238E27FC236}">
                <a16:creationId xmlns:a16="http://schemas.microsoft.com/office/drawing/2014/main" id="{DF19A99B-B96B-90B4-8E00-A5075A4F1F5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8199" name="Picture 8">
            <a:extLst>
              <a:ext uri="{FF2B5EF4-FFF2-40B4-BE49-F238E27FC236}">
                <a16:creationId xmlns:a16="http://schemas.microsoft.com/office/drawing/2014/main" id="{C44DFB50-7E88-65A2-E9F6-4419E887DF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938" y="1206500"/>
            <a:ext cx="6088062" cy="473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0" name="TextBox 7">
            <a:extLst>
              <a:ext uri="{FF2B5EF4-FFF2-40B4-BE49-F238E27FC236}">
                <a16:creationId xmlns:a16="http://schemas.microsoft.com/office/drawing/2014/main" id="{148EDFDE-AF1E-F4F6-3882-595D71ECA466}"/>
              </a:ext>
            </a:extLst>
          </p:cNvPr>
          <p:cNvSpPr txBox="1">
            <a:spLocks noChangeArrowheads="1"/>
          </p:cNvSpPr>
          <p:nvPr/>
        </p:nvSpPr>
        <p:spPr bwMode="auto">
          <a:xfrm>
            <a:off x="7086600" y="2209800"/>
            <a:ext cx="1524000" cy="296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a:ea typeface="宋体" panose="02010600030101010101" pitchFamily="2" charset="-122"/>
              </a:rPr>
              <a:t>每个站点在重发幁之前都会随机等待一段时间，否则很容易冲突。</a:t>
            </a:r>
            <a:endParaRPr lang="en-US" altLang="zh-CN">
              <a:ea typeface="宋体" panose="02010600030101010101" pitchFamily="2" charset="-122"/>
            </a:endParaRPr>
          </a:p>
          <a:p>
            <a:r>
              <a:rPr lang="zh-CN" altLang="en-US">
                <a:ea typeface="宋体" panose="02010600030101010101" pitchFamily="2" charset="-122"/>
              </a:rPr>
              <a:t>一个通用的公式是：二进制指数回退，如图。</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1">
            <a:extLst>
              <a:ext uri="{FF2B5EF4-FFF2-40B4-BE49-F238E27FC236}">
                <a16:creationId xmlns:a16="http://schemas.microsoft.com/office/drawing/2014/main" id="{7E4A47C1-DCF1-E48F-B269-8244EB22EB8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447A32B1-CF44-44C7-98E3-1D81288A230E}" type="slidenum">
              <a:rPr lang="en-US" altLang="zh-CN" sz="2000" i="0" baseline="0">
                <a:solidFill>
                  <a:schemeClr val="bg2"/>
                </a:solidFill>
                <a:latin typeface="Arial" panose="020B0604020202020204" pitchFamily="34" charset="0"/>
              </a:rPr>
              <a:pPr/>
              <a:t>7</a:t>
            </a:fld>
            <a:endParaRPr lang="en-US" altLang="zh-CN" sz="2000" i="0" baseline="0">
              <a:solidFill>
                <a:schemeClr val="bg2"/>
              </a:solidFill>
              <a:latin typeface="Arial" panose="020B0604020202020204" pitchFamily="34" charset="0"/>
            </a:endParaRPr>
          </a:p>
        </p:txBody>
      </p:sp>
      <p:sp>
        <p:nvSpPr>
          <p:cNvPr id="9219" name="Rectangle 2">
            <a:extLst>
              <a:ext uri="{FF2B5EF4-FFF2-40B4-BE49-F238E27FC236}">
                <a16:creationId xmlns:a16="http://schemas.microsoft.com/office/drawing/2014/main" id="{9E9834D2-B06D-9866-D2A6-E7A6100ABF3A}"/>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9220" name="Rectangle 3">
            <a:extLst>
              <a:ext uri="{FF2B5EF4-FFF2-40B4-BE49-F238E27FC236}">
                <a16:creationId xmlns:a16="http://schemas.microsoft.com/office/drawing/2014/main" id="{0FF0BDF8-57A4-BE56-8586-DC2212A6552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9221" name="Rectangle 4">
            <a:extLst>
              <a:ext uri="{FF2B5EF4-FFF2-40B4-BE49-F238E27FC236}">
                <a16:creationId xmlns:a16="http://schemas.microsoft.com/office/drawing/2014/main" id="{02F3A548-88B5-2686-69B9-736D6CA6D6C8}"/>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9222" name="Rectangle 5">
            <a:extLst>
              <a:ext uri="{FF2B5EF4-FFF2-40B4-BE49-F238E27FC236}">
                <a16:creationId xmlns:a16="http://schemas.microsoft.com/office/drawing/2014/main" id="{0C23466B-7AF2-F49F-A51E-541C562D5D4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9223" name="Rectangle 6">
            <a:extLst>
              <a:ext uri="{FF2B5EF4-FFF2-40B4-BE49-F238E27FC236}">
                <a16:creationId xmlns:a16="http://schemas.microsoft.com/office/drawing/2014/main" id="{F8A2A5B2-CCA5-536C-43DC-49EA9932FF6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9224" name="Rectangle 7">
            <a:extLst>
              <a:ext uri="{FF2B5EF4-FFF2-40B4-BE49-F238E27FC236}">
                <a16:creationId xmlns:a16="http://schemas.microsoft.com/office/drawing/2014/main" id="{DF002B43-6E13-6055-0A1B-901D17B5DF8F}"/>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9225" name="Rectangle 8">
            <a:extLst>
              <a:ext uri="{FF2B5EF4-FFF2-40B4-BE49-F238E27FC236}">
                <a16:creationId xmlns:a16="http://schemas.microsoft.com/office/drawing/2014/main" id="{D041454C-8C9A-F88F-62E3-9D14C7E8926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9226" name="Rectangle 9">
            <a:extLst>
              <a:ext uri="{FF2B5EF4-FFF2-40B4-BE49-F238E27FC236}">
                <a16:creationId xmlns:a16="http://schemas.microsoft.com/office/drawing/2014/main" id="{C5316F94-B743-A289-A674-7F55F011F24D}"/>
              </a:ext>
            </a:extLst>
          </p:cNvPr>
          <p:cNvSpPr>
            <a:spLocks noChangeArrowheads="1"/>
          </p:cNvSpPr>
          <p:nvPr/>
        </p:nvSpPr>
        <p:spPr bwMode="auto">
          <a:xfrm>
            <a:off x="228600" y="1143000"/>
            <a:ext cx="8686800" cy="52625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sz="2400" baseline="0">
                <a:ea typeface="宋体" panose="02010600030101010101" pitchFamily="2" charset="-122"/>
              </a:rPr>
              <a:t>The stations on a wireless ALOHA network are a maximum of 600 km apart. If we assume that signals propagate at 3 × 10</a:t>
            </a:r>
            <a:r>
              <a:rPr lang="en-US" altLang="zh-CN" sz="2400" baseline="20000">
                <a:ea typeface="宋体" panose="02010600030101010101" pitchFamily="2" charset="-122"/>
              </a:rPr>
              <a:t>8</a:t>
            </a:r>
            <a:r>
              <a:rPr lang="en-US" altLang="zh-CN" sz="2400" baseline="0">
                <a:ea typeface="宋体" panose="02010600030101010101" pitchFamily="2" charset="-122"/>
              </a:rPr>
              <a:t> m/s,  we find </a:t>
            </a:r>
            <a:r>
              <a:rPr lang="en-US" altLang="zh-CN" sz="2400" baseline="0">
                <a:solidFill>
                  <a:schemeClr val="folHlink"/>
                </a:solidFill>
                <a:ea typeface="宋体" panose="02010600030101010101" pitchFamily="2" charset="-122"/>
              </a:rPr>
              <a:t>T</a:t>
            </a:r>
            <a:r>
              <a:rPr lang="en-US" altLang="zh-CN" sz="2400">
                <a:solidFill>
                  <a:schemeClr val="folHlink"/>
                </a:solidFill>
                <a:ea typeface="宋体" panose="02010600030101010101" pitchFamily="2" charset="-122"/>
              </a:rPr>
              <a:t>p </a:t>
            </a:r>
            <a:r>
              <a:rPr lang="en-US" altLang="zh-CN" sz="2400" baseline="0">
                <a:solidFill>
                  <a:schemeClr val="folHlink"/>
                </a:solidFill>
                <a:ea typeface="宋体" panose="02010600030101010101" pitchFamily="2" charset="-122"/>
              </a:rPr>
              <a:t>= (600 × 10</a:t>
            </a:r>
            <a:r>
              <a:rPr lang="en-US" altLang="zh-CN" sz="2400" baseline="30000">
                <a:solidFill>
                  <a:schemeClr val="folHlink"/>
                </a:solidFill>
                <a:ea typeface="宋体" panose="02010600030101010101" pitchFamily="2" charset="-122"/>
              </a:rPr>
              <a:t>5</a:t>
            </a:r>
            <a:r>
              <a:rPr lang="en-US" altLang="zh-CN" sz="2400" baseline="0">
                <a:solidFill>
                  <a:schemeClr val="folHlink"/>
                </a:solidFill>
                <a:ea typeface="宋体" panose="02010600030101010101" pitchFamily="2" charset="-122"/>
              </a:rPr>
              <a:t> ) / (3 × 10</a:t>
            </a:r>
            <a:r>
              <a:rPr lang="en-US" altLang="zh-CN" sz="2400" baseline="30000">
                <a:solidFill>
                  <a:schemeClr val="folHlink"/>
                </a:solidFill>
                <a:ea typeface="宋体" panose="02010600030101010101" pitchFamily="2" charset="-122"/>
              </a:rPr>
              <a:t>8</a:t>
            </a:r>
            <a:r>
              <a:rPr lang="en-US" altLang="zh-CN" sz="2400" baseline="0">
                <a:solidFill>
                  <a:schemeClr val="folHlink"/>
                </a:solidFill>
                <a:ea typeface="宋体" panose="02010600030101010101" pitchFamily="2" charset="-122"/>
              </a:rPr>
              <a:t> ) = 2 ms.</a:t>
            </a:r>
            <a:r>
              <a:rPr lang="en-US" altLang="zh-CN" sz="2400" baseline="0">
                <a:ea typeface="宋体" panose="02010600030101010101" pitchFamily="2" charset="-122"/>
              </a:rPr>
              <a:t> Now we can find the value of T</a:t>
            </a:r>
            <a:r>
              <a:rPr lang="en-US" altLang="zh-CN" sz="2400" baseline="-12000">
                <a:ea typeface="宋体" panose="02010600030101010101" pitchFamily="2" charset="-122"/>
              </a:rPr>
              <a:t>B</a:t>
            </a:r>
            <a:r>
              <a:rPr lang="en-US" altLang="zh-CN" sz="2400" baseline="0">
                <a:ea typeface="宋体" panose="02010600030101010101" pitchFamily="2" charset="-122"/>
              </a:rPr>
              <a:t> for different values of  K .</a:t>
            </a:r>
          </a:p>
          <a:p>
            <a:pPr algn="just"/>
            <a:r>
              <a:rPr lang="zh-CN" altLang="en-US" sz="2400" i="0" baseline="0">
                <a:ea typeface="宋体" panose="02010600030101010101" pitchFamily="2" charset="-122"/>
              </a:rPr>
              <a:t>一个纯</a:t>
            </a:r>
            <a:r>
              <a:rPr lang="en-US" altLang="zh-CN" sz="2400" i="0" baseline="0">
                <a:ea typeface="宋体" panose="02010600030101010101" pitchFamily="2" charset="-122"/>
              </a:rPr>
              <a:t>ALOHA</a:t>
            </a:r>
            <a:r>
              <a:rPr lang="zh-CN" altLang="en-US" sz="2400" i="0" baseline="0">
                <a:ea typeface="宋体" panose="02010600030101010101" pitchFamily="2" charset="-122"/>
              </a:rPr>
              <a:t>协议的站点之间最大距离为</a:t>
            </a:r>
            <a:r>
              <a:rPr lang="en-US" altLang="zh-CN" sz="2400" i="0" baseline="0">
                <a:ea typeface="宋体" panose="02010600030101010101" pitchFamily="2" charset="-122"/>
              </a:rPr>
              <a:t>600</a:t>
            </a:r>
            <a:r>
              <a:rPr lang="zh-CN" altLang="en-US" sz="2400" i="0" baseline="0">
                <a:ea typeface="宋体" panose="02010600030101010101" pitchFamily="2" charset="-122"/>
              </a:rPr>
              <a:t>公里，信号的传播速度为</a:t>
            </a:r>
            <a:r>
              <a:rPr lang="en-US" altLang="zh-CN" sz="2400" i="0" baseline="0">
                <a:ea typeface="宋体" panose="02010600030101010101" pitchFamily="2" charset="-122"/>
              </a:rPr>
              <a:t>30</a:t>
            </a:r>
            <a:r>
              <a:rPr lang="zh-CN" altLang="en-US" sz="2400" i="0" baseline="0">
                <a:ea typeface="宋体" panose="02010600030101010101" pitchFamily="2" charset="-122"/>
              </a:rPr>
              <a:t>万公里</a:t>
            </a:r>
            <a:r>
              <a:rPr lang="en-US" altLang="zh-CN" sz="2400" i="0" baseline="0">
                <a:ea typeface="宋体" panose="02010600030101010101" pitchFamily="2" charset="-122"/>
              </a:rPr>
              <a:t>/</a:t>
            </a:r>
            <a:r>
              <a:rPr lang="zh-CN" altLang="en-US" sz="2400" i="0" baseline="0">
                <a:ea typeface="宋体" panose="02010600030101010101" pitchFamily="2" charset="-122"/>
              </a:rPr>
              <a:t>秒，那么</a:t>
            </a:r>
            <a:r>
              <a:rPr lang="en-US" altLang="zh-CN" sz="2400" i="0" baseline="0">
                <a:solidFill>
                  <a:schemeClr val="folHlink"/>
                </a:solidFill>
                <a:ea typeface="宋体" panose="02010600030101010101" pitchFamily="2" charset="-122"/>
              </a:rPr>
              <a:t>T</a:t>
            </a:r>
            <a:r>
              <a:rPr lang="en-US" altLang="zh-CN" sz="2400" i="0">
                <a:solidFill>
                  <a:schemeClr val="folHlink"/>
                </a:solidFill>
                <a:ea typeface="宋体" panose="02010600030101010101" pitchFamily="2" charset="-122"/>
              </a:rPr>
              <a:t>p </a:t>
            </a:r>
            <a:r>
              <a:rPr lang="en-US" altLang="zh-CN" sz="2400" i="0" baseline="0">
                <a:solidFill>
                  <a:schemeClr val="folHlink"/>
                </a:solidFill>
                <a:ea typeface="宋体" panose="02010600030101010101" pitchFamily="2" charset="-122"/>
              </a:rPr>
              <a:t>= (600 × 10</a:t>
            </a:r>
            <a:r>
              <a:rPr lang="en-US" altLang="zh-CN" sz="2400" i="0" baseline="30000">
                <a:solidFill>
                  <a:schemeClr val="folHlink"/>
                </a:solidFill>
                <a:ea typeface="宋体" panose="02010600030101010101" pitchFamily="2" charset="-122"/>
              </a:rPr>
              <a:t>5</a:t>
            </a:r>
            <a:r>
              <a:rPr lang="en-US" altLang="zh-CN" sz="2400" i="0" baseline="0">
                <a:solidFill>
                  <a:schemeClr val="folHlink"/>
                </a:solidFill>
                <a:ea typeface="宋体" panose="02010600030101010101" pitchFamily="2" charset="-122"/>
              </a:rPr>
              <a:t> ) / (3 × 10</a:t>
            </a:r>
            <a:r>
              <a:rPr lang="en-US" altLang="zh-CN" sz="2400" i="0" baseline="30000">
                <a:solidFill>
                  <a:schemeClr val="folHlink"/>
                </a:solidFill>
                <a:ea typeface="宋体" panose="02010600030101010101" pitchFamily="2" charset="-122"/>
              </a:rPr>
              <a:t>8</a:t>
            </a:r>
            <a:r>
              <a:rPr lang="en-US" altLang="zh-CN" sz="2400" i="0" baseline="0">
                <a:solidFill>
                  <a:schemeClr val="folHlink"/>
                </a:solidFill>
                <a:ea typeface="宋体" panose="02010600030101010101" pitchFamily="2" charset="-122"/>
              </a:rPr>
              <a:t> ) = 2 ms</a:t>
            </a:r>
            <a:r>
              <a:rPr lang="zh-CN" altLang="en-US" sz="2400" i="0" baseline="0">
                <a:ea typeface="宋体" panose="02010600030101010101" pitchFamily="2" charset="-122"/>
              </a:rPr>
              <a:t>。对于不同的</a:t>
            </a:r>
            <a:r>
              <a:rPr lang="en-US" altLang="zh-CN" sz="2400" i="0" baseline="0">
                <a:ea typeface="宋体" panose="02010600030101010101" pitchFamily="2" charset="-122"/>
              </a:rPr>
              <a:t>K</a:t>
            </a:r>
            <a:r>
              <a:rPr lang="zh-CN" altLang="en-US" sz="2400" i="0" baseline="0">
                <a:ea typeface="宋体" panose="02010600030101010101" pitchFamily="2" charset="-122"/>
              </a:rPr>
              <a:t>值，得到不同的</a:t>
            </a:r>
            <a:r>
              <a:rPr lang="en-US" altLang="zh-CN" sz="2400" i="0" baseline="0">
                <a:ea typeface="宋体" panose="02010600030101010101" pitchFamily="2" charset="-122"/>
              </a:rPr>
              <a:t>T</a:t>
            </a:r>
            <a:r>
              <a:rPr lang="en-US" altLang="zh-CN" sz="2400" i="0" baseline="-12000">
                <a:ea typeface="宋体" panose="02010600030101010101" pitchFamily="2" charset="-122"/>
              </a:rPr>
              <a:t>B</a:t>
            </a:r>
            <a:r>
              <a:rPr lang="zh-CN" altLang="en-US" sz="2400" i="0" baseline="0">
                <a:ea typeface="宋体" panose="02010600030101010101" pitchFamily="2" charset="-122"/>
              </a:rPr>
              <a:t>值。</a:t>
            </a:r>
            <a:endParaRPr lang="en-US" altLang="zh-CN" sz="2400" i="0" baseline="0">
              <a:ea typeface="宋体" panose="02010600030101010101" pitchFamily="2" charset="-122"/>
            </a:endParaRPr>
          </a:p>
          <a:p>
            <a:pPr algn="just"/>
            <a:endParaRPr lang="en-US" altLang="zh-CN" sz="2400" i="0" baseline="0">
              <a:ea typeface="宋体" panose="02010600030101010101" pitchFamily="2" charset="-122"/>
            </a:endParaRPr>
          </a:p>
          <a:p>
            <a:pPr algn="just"/>
            <a:r>
              <a:rPr lang="en-US" altLang="zh-CN" sz="2400" baseline="0">
                <a:ea typeface="宋体" panose="02010600030101010101" pitchFamily="2" charset="-122"/>
              </a:rPr>
              <a:t>a. For K = 1, the range is {0, 1}. The station needs to|</a:t>
            </a:r>
            <a:br>
              <a:rPr lang="en-US" altLang="zh-CN" sz="2400" baseline="0">
                <a:ea typeface="宋体" panose="02010600030101010101" pitchFamily="2" charset="-122"/>
              </a:rPr>
            </a:br>
            <a:r>
              <a:rPr lang="en-US" altLang="zh-CN" sz="2400" baseline="0">
                <a:ea typeface="宋体" panose="02010600030101010101" pitchFamily="2" charset="-122"/>
              </a:rPr>
              <a:t>     generate a random number with a value of 0 or 1. This</a:t>
            </a:r>
            <a:br>
              <a:rPr lang="en-US" altLang="zh-CN" sz="2400" baseline="0">
                <a:ea typeface="宋体" panose="02010600030101010101" pitchFamily="2" charset="-122"/>
              </a:rPr>
            </a:br>
            <a:r>
              <a:rPr lang="en-US" altLang="zh-CN" sz="2400" baseline="0">
                <a:ea typeface="宋体" panose="02010600030101010101" pitchFamily="2" charset="-122"/>
              </a:rPr>
              <a:t>     means that T</a:t>
            </a:r>
            <a:r>
              <a:rPr lang="en-US" altLang="zh-CN" sz="2400" baseline="-12000">
                <a:ea typeface="宋体" panose="02010600030101010101" pitchFamily="2" charset="-122"/>
              </a:rPr>
              <a:t>B</a:t>
            </a:r>
            <a:r>
              <a:rPr lang="en-US" altLang="zh-CN" sz="2400" baseline="0">
                <a:ea typeface="宋体" panose="02010600030101010101" pitchFamily="2" charset="-122"/>
              </a:rPr>
              <a:t> is either 0 ms (0 × 2) or 2 ms (1 × 2),</a:t>
            </a:r>
            <a:br>
              <a:rPr lang="en-US" altLang="zh-CN" sz="2400" baseline="0">
                <a:ea typeface="宋体" panose="02010600030101010101" pitchFamily="2" charset="-122"/>
              </a:rPr>
            </a:br>
            <a:r>
              <a:rPr lang="en-US" altLang="zh-CN" sz="2400" baseline="0">
                <a:ea typeface="宋体" panose="02010600030101010101" pitchFamily="2" charset="-122"/>
              </a:rPr>
              <a:t>     based on the outcome of the random variable.</a:t>
            </a:r>
          </a:p>
          <a:p>
            <a:pPr algn="just"/>
            <a:r>
              <a:rPr lang="zh-CN" altLang="en-US" sz="2400" i="0" baseline="0">
                <a:ea typeface="宋体" panose="02010600030101010101" pitchFamily="2" charset="-122"/>
              </a:rPr>
              <a:t>若</a:t>
            </a:r>
            <a:r>
              <a:rPr lang="en-US" altLang="zh-CN" sz="2400" i="0" baseline="0">
                <a:ea typeface="宋体" panose="02010600030101010101" pitchFamily="2" charset="-122"/>
              </a:rPr>
              <a:t>K=1</a:t>
            </a:r>
            <a:r>
              <a:rPr lang="zh-CN" altLang="en-US" sz="2400" i="0" baseline="0">
                <a:ea typeface="宋体" panose="02010600030101010101" pitchFamily="2" charset="-122"/>
              </a:rPr>
              <a:t>，则取值范围</a:t>
            </a:r>
            <a:r>
              <a:rPr lang="en-US" altLang="zh-CN" sz="2400" i="0" baseline="0">
                <a:ea typeface="宋体" panose="02010600030101010101" pitchFamily="2" charset="-122"/>
              </a:rPr>
              <a:t>{0, 1}</a:t>
            </a:r>
            <a:r>
              <a:rPr lang="zh-CN" altLang="en-US" sz="2400" i="0" baseline="0">
                <a:ea typeface="宋体" panose="02010600030101010101" pitchFamily="2" charset="-122"/>
              </a:rPr>
              <a:t>。即站内的随机数位</a:t>
            </a:r>
            <a:r>
              <a:rPr lang="en-US" altLang="zh-CN" sz="2400" i="0" baseline="0">
                <a:ea typeface="宋体" panose="02010600030101010101" pitchFamily="2" charset="-122"/>
              </a:rPr>
              <a:t>0</a:t>
            </a:r>
            <a:r>
              <a:rPr lang="zh-CN" altLang="en-US" sz="2400" i="0" baseline="0">
                <a:ea typeface="宋体" panose="02010600030101010101" pitchFamily="2" charset="-122"/>
              </a:rPr>
              <a:t>或</a:t>
            </a:r>
            <a:r>
              <a:rPr lang="en-US" altLang="zh-CN" sz="2400" i="0" baseline="0">
                <a:ea typeface="宋体" panose="02010600030101010101" pitchFamily="2" charset="-122"/>
              </a:rPr>
              <a:t>1</a:t>
            </a:r>
            <a:r>
              <a:rPr lang="zh-CN" altLang="en-US" sz="2400" i="0" baseline="0">
                <a:ea typeface="宋体" panose="02010600030101010101" pitchFamily="2" charset="-122"/>
              </a:rPr>
              <a:t>。这意味着</a:t>
            </a:r>
            <a:r>
              <a:rPr lang="en-US" altLang="zh-CN" sz="2400" i="0" baseline="0">
                <a:ea typeface="宋体" panose="02010600030101010101" pitchFamily="2" charset="-122"/>
              </a:rPr>
              <a:t>T</a:t>
            </a:r>
            <a:r>
              <a:rPr lang="en-US" altLang="zh-CN" sz="2400" i="0" baseline="-12000">
                <a:ea typeface="宋体" panose="02010600030101010101" pitchFamily="2" charset="-122"/>
              </a:rPr>
              <a:t>B</a:t>
            </a:r>
            <a:r>
              <a:rPr lang="en-US" altLang="zh-CN" sz="2400" i="0" baseline="0">
                <a:ea typeface="宋体" panose="02010600030101010101" pitchFamily="2" charset="-122"/>
              </a:rPr>
              <a:t> </a:t>
            </a:r>
            <a:r>
              <a:rPr lang="zh-CN" altLang="en-US" sz="2400" i="0" baseline="0">
                <a:ea typeface="宋体" panose="02010600030101010101" pitchFamily="2" charset="-122"/>
              </a:rPr>
              <a:t>是</a:t>
            </a:r>
            <a:r>
              <a:rPr lang="en-US" altLang="zh-CN" sz="2400" i="0" baseline="0">
                <a:ea typeface="宋体" panose="02010600030101010101" pitchFamily="2" charset="-122"/>
              </a:rPr>
              <a:t> 0 ms (0 × 2)</a:t>
            </a:r>
            <a:r>
              <a:rPr lang="zh-CN" altLang="en-US" sz="2400" i="0" baseline="0">
                <a:ea typeface="宋体" panose="02010600030101010101" pitchFamily="2" charset="-122"/>
              </a:rPr>
              <a:t>或是</a:t>
            </a:r>
            <a:r>
              <a:rPr lang="en-US" altLang="zh-CN" sz="2400" i="0" baseline="0">
                <a:ea typeface="宋体" panose="02010600030101010101" pitchFamily="2" charset="-122"/>
              </a:rPr>
              <a:t>2 ms (1 × 2)</a:t>
            </a:r>
            <a:r>
              <a:rPr lang="zh-CN" altLang="en-US" sz="2400" i="0" baseline="0">
                <a:ea typeface="宋体" panose="02010600030101010101" pitchFamily="2" charset="-122"/>
              </a:rPr>
              <a:t>。</a:t>
            </a:r>
            <a:endParaRPr lang="en-US" altLang="zh-CN" sz="2400" i="0" baseline="0">
              <a:ea typeface="宋体" panose="02010600030101010101" pitchFamily="2" charset="-122"/>
            </a:endParaRPr>
          </a:p>
        </p:txBody>
      </p:sp>
      <p:sp>
        <p:nvSpPr>
          <p:cNvPr id="9227" name="Text Box 10">
            <a:extLst>
              <a:ext uri="{FF2B5EF4-FFF2-40B4-BE49-F238E27FC236}">
                <a16:creationId xmlns:a16="http://schemas.microsoft.com/office/drawing/2014/main" id="{332431FD-CACB-C776-A20B-F7FB6BC576CF}"/>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baseline="0">
                <a:solidFill>
                  <a:schemeClr val="hlink"/>
                </a:solidFill>
                <a:ea typeface="宋体" panose="02010600030101010101" pitchFamily="2" charset="-122"/>
              </a:rPr>
              <a:t>Example 12.1</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1">
            <a:extLst>
              <a:ext uri="{FF2B5EF4-FFF2-40B4-BE49-F238E27FC236}">
                <a16:creationId xmlns:a16="http://schemas.microsoft.com/office/drawing/2014/main" id="{079DBB82-2A86-22A1-B455-76E2E701692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AD09E2B6-DD98-40DD-A467-AB90DA4CC299}" type="slidenum">
              <a:rPr lang="en-US" altLang="zh-CN" sz="2000" i="0" baseline="0">
                <a:solidFill>
                  <a:schemeClr val="bg2"/>
                </a:solidFill>
                <a:latin typeface="Arial" panose="020B0604020202020204" pitchFamily="34" charset="0"/>
              </a:rPr>
              <a:pPr/>
              <a:t>8</a:t>
            </a:fld>
            <a:endParaRPr lang="en-US" altLang="zh-CN" sz="2000" i="0" baseline="0">
              <a:solidFill>
                <a:schemeClr val="bg2"/>
              </a:solidFill>
              <a:latin typeface="Arial" panose="020B0604020202020204" pitchFamily="34" charset="0"/>
            </a:endParaRPr>
          </a:p>
        </p:txBody>
      </p:sp>
      <p:sp>
        <p:nvSpPr>
          <p:cNvPr id="10243" name="Rectangle 2">
            <a:extLst>
              <a:ext uri="{FF2B5EF4-FFF2-40B4-BE49-F238E27FC236}">
                <a16:creationId xmlns:a16="http://schemas.microsoft.com/office/drawing/2014/main" id="{DA727CE8-B3E2-7F4B-C6EA-27B7AA7D7706}"/>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0244" name="Rectangle 3">
            <a:extLst>
              <a:ext uri="{FF2B5EF4-FFF2-40B4-BE49-F238E27FC236}">
                <a16:creationId xmlns:a16="http://schemas.microsoft.com/office/drawing/2014/main" id="{91B4828A-4339-0850-D787-4DA6B7C4330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0245" name="Rectangle 4">
            <a:extLst>
              <a:ext uri="{FF2B5EF4-FFF2-40B4-BE49-F238E27FC236}">
                <a16:creationId xmlns:a16="http://schemas.microsoft.com/office/drawing/2014/main" id="{4A2B3211-DB11-304D-BC81-D86CEB49E46F}"/>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0246" name="Rectangle 5">
            <a:extLst>
              <a:ext uri="{FF2B5EF4-FFF2-40B4-BE49-F238E27FC236}">
                <a16:creationId xmlns:a16="http://schemas.microsoft.com/office/drawing/2014/main" id="{FEA27118-71C8-B410-FDBD-B2DA139F4FC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0247" name="Rectangle 6">
            <a:extLst>
              <a:ext uri="{FF2B5EF4-FFF2-40B4-BE49-F238E27FC236}">
                <a16:creationId xmlns:a16="http://schemas.microsoft.com/office/drawing/2014/main" id="{B8899804-9D64-471B-AF75-710BE82740C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0248" name="Rectangle 7">
            <a:extLst>
              <a:ext uri="{FF2B5EF4-FFF2-40B4-BE49-F238E27FC236}">
                <a16:creationId xmlns:a16="http://schemas.microsoft.com/office/drawing/2014/main" id="{EF3B96A3-69E6-807E-485C-7D18094BF7C1}"/>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0249" name="Rectangle 8">
            <a:extLst>
              <a:ext uri="{FF2B5EF4-FFF2-40B4-BE49-F238E27FC236}">
                <a16:creationId xmlns:a16="http://schemas.microsoft.com/office/drawing/2014/main" id="{C733E496-E0F6-52DD-2587-B78F628BDFDA}"/>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0250" name="Rectangle 9">
            <a:extLst>
              <a:ext uri="{FF2B5EF4-FFF2-40B4-BE49-F238E27FC236}">
                <a16:creationId xmlns:a16="http://schemas.microsoft.com/office/drawing/2014/main" id="{B8F13F37-9ED2-7FA7-0757-6DCC9E9149DE}"/>
              </a:ext>
            </a:extLst>
          </p:cNvPr>
          <p:cNvSpPr>
            <a:spLocks noChangeArrowheads="1"/>
          </p:cNvSpPr>
          <p:nvPr/>
        </p:nvSpPr>
        <p:spPr bwMode="auto">
          <a:xfrm>
            <a:off x="228600" y="1143000"/>
            <a:ext cx="8686800" cy="48942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sz="2400" baseline="0">
                <a:solidFill>
                  <a:schemeClr val="hlink"/>
                </a:solidFill>
                <a:ea typeface="宋体" panose="02010600030101010101" pitchFamily="2" charset="-122"/>
              </a:rPr>
              <a:t>b.</a:t>
            </a:r>
            <a:r>
              <a:rPr lang="en-US" altLang="zh-CN" sz="2400" baseline="0">
                <a:ea typeface="宋体" panose="02010600030101010101" pitchFamily="2" charset="-122"/>
              </a:rPr>
              <a:t> For K = 2, the range is {0, 1, 2, 3}. This means that T</a:t>
            </a:r>
            <a:r>
              <a:rPr lang="en-US" altLang="zh-CN" sz="2400" baseline="-12000">
                <a:ea typeface="宋体" panose="02010600030101010101" pitchFamily="2" charset="-122"/>
              </a:rPr>
              <a:t>B</a:t>
            </a:r>
            <a:br>
              <a:rPr lang="en-US" altLang="zh-CN" sz="2400" baseline="-12000">
                <a:ea typeface="宋体" panose="02010600030101010101" pitchFamily="2" charset="-122"/>
              </a:rPr>
            </a:br>
            <a:r>
              <a:rPr lang="en-US" altLang="zh-CN" sz="2400" baseline="-12000">
                <a:ea typeface="宋体" panose="02010600030101010101" pitchFamily="2" charset="-122"/>
              </a:rPr>
              <a:t>      </a:t>
            </a:r>
            <a:r>
              <a:rPr lang="en-US" altLang="zh-CN" sz="2400" baseline="0">
                <a:ea typeface="宋体" panose="02010600030101010101" pitchFamily="2" charset="-122"/>
              </a:rPr>
              <a:t>can be 0, 2, 4, or 6 ms, based on the outcome of the</a:t>
            </a:r>
            <a:br>
              <a:rPr lang="en-US" altLang="zh-CN" sz="2400" baseline="0">
                <a:ea typeface="宋体" panose="02010600030101010101" pitchFamily="2" charset="-122"/>
              </a:rPr>
            </a:br>
            <a:r>
              <a:rPr lang="en-US" altLang="zh-CN" sz="2400" baseline="0">
                <a:ea typeface="宋体" panose="02010600030101010101" pitchFamily="2" charset="-122"/>
              </a:rPr>
              <a:t>     random variable.</a:t>
            </a:r>
          </a:p>
          <a:p>
            <a:pPr algn="just"/>
            <a:r>
              <a:rPr lang="zh-CN" altLang="en-US" sz="2400" i="0" baseline="0">
                <a:ea typeface="宋体" panose="02010600030101010101" pitchFamily="2" charset="-122"/>
              </a:rPr>
              <a:t>若</a:t>
            </a:r>
            <a:r>
              <a:rPr lang="en-US" altLang="zh-CN" sz="2400" i="0" baseline="0">
                <a:ea typeface="宋体" panose="02010600030101010101" pitchFamily="2" charset="-122"/>
              </a:rPr>
              <a:t>K=2</a:t>
            </a:r>
            <a:r>
              <a:rPr lang="zh-CN" altLang="en-US" sz="2400" i="0" baseline="0">
                <a:ea typeface="宋体" panose="02010600030101010101" pitchFamily="2" charset="-122"/>
              </a:rPr>
              <a:t>，则取值范围</a:t>
            </a:r>
            <a:r>
              <a:rPr lang="en-US" altLang="zh-CN" sz="2400" i="0" baseline="0">
                <a:ea typeface="宋体" panose="02010600030101010101" pitchFamily="2" charset="-122"/>
              </a:rPr>
              <a:t>{0,1,2,3}</a:t>
            </a:r>
            <a:r>
              <a:rPr lang="zh-CN" altLang="en-US" sz="2400" i="0" baseline="0">
                <a:ea typeface="宋体" panose="02010600030101010101" pitchFamily="2" charset="-122"/>
              </a:rPr>
              <a:t>。这意味着</a:t>
            </a:r>
            <a:r>
              <a:rPr lang="en-US" altLang="zh-CN" sz="2400" i="0" baseline="0">
                <a:ea typeface="宋体" panose="02010600030101010101" pitchFamily="2" charset="-122"/>
              </a:rPr>
              <a:t>T</a:t>
            </a:r>
            <a:r>
              <a:rPr lang="en-US" altLang="zh-CN" sz="2400" i="0" baseline="-12000">
                <a:ea typeface="宋体" panose="02010600030101010101" pitchFamily="2" charset="-122"/>
              </a:rPr>
              <a:t>B</a:t>
            </a:r>
            <a:r>
              <a:rPr lang="en-US" altLang="zh-CN" sz="2400" i="0" baseline="0">
                <a:ea typeface="宋体" panose="02010600030101010101" pitchFamily="2" charset="-122"/>
              </a:rPr>
              <a:t> </a:t>
            </a:r>
            <a:r>
              <a:rPr lang="zh-CN" altLang="en-US" sz="2400" i="0" baseline="0">
                <a:ea typeface="宋体" panose="02010600030101010101" pitchFamily="2" charset="-122"/>
              </a:rPr>
              <a:t>是</a:t>
            </a:r>
            <a:r>
              <a:rPr lang="en-US" altLang="zh-CN" sz="2400" i="0" baseline="0">
                <a:ea typeface="宋体" panose="02010600030101010101" pitchFamily="2" charset="-122"/>
              </a:rPr>
              <a:t> 0ms, 2ms, 4ms, 6ms</a:t>
            </a:r>
            <a:r>
              <a:rPr lang="zh-CN" altLang="en-US" sz="2400" i="0" baseline="0">
                <a:ea typeface="宋体" panose="02010600030101010101" pitchFamily="2" charset="-122"/>
              </a:rPr>
              <a:t>。</a:t>
            </a:r>
            <a:endParaRPr lang="en-US" altLang="zh-CN" sz="2400" i="0" baseline="0">
              <a:ea typeface="宋体" panose="02010600030101010101" pitchFamily="2" charset="-122"/>
            </a:endParaRPr>
          </a:p>
          <a:p>
            <a:pPr algn="just"/>
            <a:r>
              <a:rPr lang="en-US" altLang="zh-CN" sz="2400" baseline="0">
                <a:solidFill>
                  <a:schemeClr val="hlink"/>
                </a:solidFill>
                <a:ea typeface="宋体" panose="02010600030101010101" pitchFamily="2" charset="-122"/>
              </a:rPr>
              <a:t>c.</a:t>
            </a:r>
            <a:r>
              <a:rPr lang="en-US" altLang="zh-CN" sz="2400" baseline="0">
                <a:ea typeface="宋体" panose="02010600030101010101" pitchFamily="2" charset="-122"/>
              </a:rPr>
              <a:t> For K = 3, the range is {0, 1, 2, 3, 4, 5, 6, 7}. This</a:t>
            </a:r>
            <a:br>
              <a:rPr lang="en-US" altLang="zh-CN" sz="2400" baseline="0">
                <a:ea typeface="宋体" panose="02010600030101010101" pitchFamily="2" charset="-122"/>
              </a:rPr>
            </a:br>
            <a:r>
              <a:rPr lang="en-US" altLang="zh-CN" sz="2400" baseline="0">
                <a:ea typeface="宋体" panose="02010600030101010101" pitchFamily="2" charset="-122"/>
              </a:rPr>
              <a:t>     means that T</a:t>
            </a:r>
            <a:r>
              <a:rPr lang="en-US" altLang="zh-CN" sz="2400" baseline="-12000">
                <a:ea typeface="宋体" panose="02010600030101010101" pitchFamily="2" charset="-122"/>
              </a:rPr>
              <a:t>B</a:t>
            </a:r>
            <a:r>
              <a:rPr lang="en-US" altLang="zh-CN" sz="2400" baseline="0">
                <a:ea typeface="宋体" panose="02010600030101010101" pitchFamily="2" charset="-122"/>
              </a:rPr>
              <a:t> can be 0, 2, 4, . . . , 14 ms, based on the</a:t>
            </a:r>
            <a:br>
              <a:rPr lang="en-US" altLang="zh-CN" sz="2400" baseline="0">
                <a:ea typeface="宋体" panose="02010600030101010101" pitchFamily="2" charset="-122"/>
              </a:rPr>
            </a:br>
            <a:r>
              <a:rPr lang="en-US" altLang="zh-CN" sz="2400" baseline="0">
                <a:ea typeface="宋体" panose="02010600030101010101" pitchFamily="2" charset="-122"/>
              </a:rPr>
              <a:t>     outcome of the random variable.</a:t>
            </a:r>
          </a:p>
          <a:p>
            <a:pPr algn="just"/>
            <a:r>
              <a:rPr lang="zh-CN" altLang="en-US" sz="2400" i="0" baseline="0">
                <a:ea typeface="宋体" panose="02010600030101010101" pitchFamily="2" charset="-122"/>
              </a:rPr>
              <a:t>若</a:t>
            </a:r>
            <a:r>
              <a:rPr lang="en-US" altLang="zh-CN" sz="2400" i="0" baseline="0">
                <a:ea typeface="宋体" panose="02010600030101010101" pitchFamily="2" charset="-122"/>
              </a:rPr>
              <a:t>K=3</a:t>
            </a:r>
            <a:r>
              <a:rPr lang="zh-CN" altLang="en-US" sz="2400" i="0" baseline="0">
                <a:ea typeface="宋体" panose="02010600030101010101" pitchFamily="2" charset="-122"/>
              </a:rPr>
              <a:t>，则取值范围</a:t>
            </a:r>
            <a:r>
              <a:rPr lang="en-US" altLang="zh-CN" sz="2400" i="0" baseline="0">
                <a:ea typeface="宋体" panose="02010600030101010101" pitchFamily="2" charset="-122"/>
              </a:rPr>
              <a:t>{0,1,2,3,4,5,6,7}</a:t>
            </a:r>
            <a:r>
              <a:rPr lang="zh-CN" altLang="en-US" sz="2400" i="0" baseline="0">
                <a:ea typeface="宋体" panose="02010600030101010101" pitchFamily="2" charset="-122"/>
              </a:rPr>
              <a:t>。这意味着</a:t>
            </a:r>
            <a:r>
              <a:rPr lang="en-US" altLang="zh-CN" sz="2400" i="0" baseline="0">
                <a:ea typeface="宋体" panose="02010600030101010101" pitchFamily="2" charset="-122"/>
              </a:rPr>
              <a:t>T</a:t>
            </a:r>
            <a:r>
              <a:rPr lang="en-US" altLang="zh-CN" sz="2400" i="0" baseline="-12000">
                <a:ea typeface="宋体" panose="02010600030101010101" pitchFamily="2" charset="-122"/>
              </a:rPr>
              <a:t>B</a:t>
            </a:r>
            <a:r>
              <a:rPr lang="en-US" altLang="zh-CN" sz="2400" i="0" baseline="0">
                <a:ea typeface="宋体" panose="02010600030101010101" pitchFamily="2" charset="-122"/>
              </a:rPr>
              <a:t> </a:t>
            </a:r>
            <a:r>
              <a:rPr lang="zh-CN" altLang="en-US" sz="2400" i="0" baseline="0">
                <a:ea typeface="宋体" panose="02010600030101010101" pitchFamily="2" charset="-122"/>
              </a:rPr>
              <a:t>是</a:t>
            </a:r>
            <a:r>
              <a:rPr lang="en-US" altLang="zh-CN" sz="2400" i="0" baseline="0">
                <a:ea typeface="宋体" panose="02010600030101010101" pitchFamily="2" charset="-122"/>
              </a:rPr>
              <a:t> 0ms, 2ms, 4ms, 6ms,……, 14ms</a:t>
            </a:r>
            <a:r>
              <a:rPr lang="zh-CN" altLang="en-US" sz="2400" i="0" baseline="0">
                <a:ea typeface="宋体" panose="02010600030101010101" pitchFamily="2" charset="-122"/>
              </a:rPr>
              <a:t>。</a:t>
            </a:r>
            <a:endParaRPr lang="en-US" altLang="zh-CN" sz="2400" i="0" baseline="0">
              <a:ea typeface="宋体" panose="02010600030101010101" pitchFamily="2" charset="-122"/>
            </a:endParaRPr>
          </a:p>
          <a:p>
            <a:pPr algn="just"/>
            <a:r>
              <a:rPr lang="en-US" altLang="zh-CN" sz="2400" baseline="0">
                <a:solidFill>
                  <a:schemeClr val="hlink"/>
                </a:solidFill>
                <a:ea typeface="宋体" panose="02010600030101010101" pitchFamily="2" charset="-122"/>
              </a:rPr>
              <a:t>d.</a:t>
            </a:r>
            <a:r>
              <a:rPr lang="en-US" altLang="zh-CN" sz="2400" baseline="0">
                <a:ea typeface="宋体" panose="02010600030101010101" pitchFamily="2" charset="-122"/>
              </a:rPr>
              <a:t> We need to mention that if K &gt; 10, it is normally set to</a:t>
            </a:r>
            <a:br>
              <a:rPr lang="en-US" altLang="zh-CN" sz="2400" baseline="0">
                <a:ea typeface="宋体" panose="02010600030101010101" pitchFamily="2" charset="-122"/>
              </a:rPr>
            </a:br>
            <a:r>
              <a:rPr lang="en-US" altLang="zh-CN" sz="2400" baseline="0">
                <a:ea typeface="宋体" panose="02010600030101010101" pitchFamily="2" charset="-122"/>
              </a:rPr>
              <a:t>     10.</a:t>
            </a:r>
          </a:p>
          <a:p>
            <a:pPr algn="just"/>
            <a:r>
              <a:rPr lang="zh-CN" altLang="en-US" sz="2400" i="0" baseline="0">
                <a:ea typeface="宋体" panose="02010600030101010101" pitchFamily="2" charset="-122"/>
              </a:rPr>
              <a:t>但是，若</a:t>
            </a:r>
            <a:r>
              <a:rPr lang="en-US" altLang="zh-CN" sz="2400" i="0" baseline="0">
                <a:ea typeface="宋体" panose="02010600030101010101" pitchFamily="2" charset="-122"/>
              </a:rPr>
              <a:t>K</a:t>
            </a:r>
            <a:r>
              <a:rPr lang="zh-CN" altLang="en-US" sz="2400" i="0" baseline="0">
                <a:ea typeface="宋体" panose="02010600030101010101" pitchFamily="2" charset="-122"/>
              </a:rPr>
              <a:t>值大于</a:t>
            </a:r>
            <a:r>
              <a:rPr lang="en-US" altLang="zh-CN" sz="2400" i="0" baseline="0">
                <a:ea typeface="宋体" panose="02010600030101010101" pitchFamily="2" charset="-122"/>
              </a:rPr>
              <a:t>10</a:t>
            </a:r>
            <a:r>
              <a:rPr lang="zh-CN" altLang="en-US" sz="2400" i="0" baseline="0">
                <a:ea typeface="宋体" panose="02010600030101010101" pitchFamily="2" charset="-122"/>
              </a:rPr>
              <a:t>时，随机数取值范围通常设定为</a:t>
            </a:r>
            <a:r>
              <a:rPr lang="en-US" altLang="zh-CN" sz="2400" i="0" baseline="0">
                <a:ea typeface="宋体" panose="02010600030101010101" pitchFamily="2" charset="-122"/>
              </a:rPr>
              <a:t>10</a:t>
            </a:r>
            <a:r>
              <a:rPr lang="zh-CN" altLang="en-US" sz="2400" i="0" baseline="0">
                <a:ea typeface="宋体" panose="02010600030101010101" pitchFamily="2" charset="-122"/>
              </a:rPr>
              <a:t>。</a:t>
            </a:r>
            <a:endParaRPr lang="en-US" altLang="zh-CN" sz="2400" i="0" baseline="0">
              <a:ea typeface="宋体" panose="02010600030101010101" pitchFamily="2" charset="-122"/>
            </a:endParaRPr>
          </a:p>
        </p:txBody>
      </p:sp>
      <p:sp>
        <p:nvSpPr>
          <p:cNvPr id="10251" name="Text Box 10">
            <a:extLst>
              <a:ext uri="{FF2B5EF4-FFF2-40B4-BE49-F238E27FC236}">
                <a16:creationId xmlns:a16="http://schemas.microsoft.com/office/drawing/2014/main" id="{F45F3330-F2F1-6A79-4AF9-658CDDF40051}"/>
              </a:ext>
            </a:extLst>
          </p:cNvPr>
          <p:cNvSpPr txBox="1">
            <a:spLocks noChangeArrowheads="1"/>
          </p:cNvSpPr>
          <p:nvPr/>
        </p:nvSpPr>
        <p:spPr bwMode="auto">
          <a:xfrm>
            <a:off x="1143000" y="0"/>
            <a:ext cx="45291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baseline="0">
                <a:solidFill>
                  <a:schemeClr val="hlink"/>
                </a:solidFill>
                <a:ea typeface="宋体" panose="02010600030101010101" pitchFamily="2" charset="-122"/>
              </a:rPr>
              <a:t>Example 12.1 (continued)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1">
            <a:extLst>
              <a:ext uri="{FF2B5EF4-FFF2-40B4-BE49-F238E27FC236}">
                <a16:creationId xmlns:a16="http://schemas.microsoft.com/office/drawing/2014/main" id="{8D6B23DE-B6D2-F879-079E-C4780C586CC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F0031729-33BC-41AA-8C96-1DA4FE6E0683}" type="slidenum">
              <a:rPr lang="en-US" altLang="zh-CN" sz="2000" i="0" baseline="0">
                <a:solidFill>
                  <a:schemeClr val="bg2"/>
                </a:solidFill>
                <a:latin typeface="Arial" panose="020B0604020202020204" pitchFamily="34" charset="0"/>
              </a:rPr>
              <a:pPr/>
              <a:t>9</a:t>
            </a:fld>
            <a:endParaRPr lang="en-US" altLang="zh-CN" sz="2000" i="0" baseline="0">
              <a:solidFill>
                <a:schemeClr val="bg2"/>
              </a:solidFill>
              <a:latin typeface="Arial" panose="020B0604020202020204" pitchFamily="34" charset="0"/>
            </a:endParaRPr>
          </a:p>
        </p:txBody>
      </p:sp>
      <p:sp>
        <p:nvSpPr>
          <p:cNvPr id="11267" name="Line 2">
            <a:extLst>
              <a:ext uri="{FF2B5EF4-FFF2-40B4-BE49-F238E27FC236}">
                <a16:creationId xmlns:a16="http://schemas.microsoft.com/office/drawing/2014/main" id="{9B51974C-95AA-ABE0-1ED8-9A73170232A8}"/>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8" name="Line 3">
            <a:extLst>
              <a:ext uri="{FF2B5EF4-FFF2-40B4-BE49-F238E27FC236}">
                <a16:creationId xmlns:a16="http://schemas.microsoft.com/office/drawing/2014/main" id="{12715BC8-B68A-D462-B617-8DEB057944F4}"/>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9" name="Text Box 4">
            <a:extLst>
              <a:ext uri="{FF2B5EF4-FFF2-40B4-BE49-F238E27FC236}">
                <a16:creationId xmlns:a16="http://schemas.microsoft.com/office/drawing/2014/main" id="{33AF0ECC-00AC-797B-ECBD-5141C85EDD91}"/>
              </a:ext>
            </a:extLst>
          </p:cNvPr>
          <p:cNvSpPr txBox="1">
            <a:spLocks noChangeArrowheads="1"/>
          </p:cNvSpPr>
          <p:nvPr/>
        </p:nvSpPr>
        <p:spPr bwMode="auto">
          <a:xfrm>
            <a:off x="304800" y="381000"/>
            <a:ext cx="64150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12.5  </a:t>
            </a:r>
            <a:r>
              <a:rPr lang="en-US" altLang="zh-CN" sz="2000" baseline="0">
                <a:ea typeface="宋体" panose="02010600030101010101" pitchFamily="2" charset="-122"/>
              </a:rPr>
              <a:t>Vulnerable time for pure ALOHA protocol</a:t>
            </a:r>
          </a:p>
          <a:p>
            <a:endParaRPr lang="en-US" altLang="zh-CN" sz="1600" baseline="0">
              <a:ea typeface="宋体" panose="02010600030101010101" pitchFamily="2" charset="-122"/>
            </a:endParaRPr>
          </a:p>
          <a:p>
            <a:r>
              <a:rPr lang="zh-CN" altLang="en-US" sz="2000" i="0" baseline="0">
                <a:ea typeface="宋体" panose="02010600030101010101" pitchFamily="2" charset="-122"/>
              </a:rPr>
              <a:t>纯</a:t>
            </a:r>
            <a:r>
              <a:rPr lang="en-US" altLang="zh-CN" sz="2000" i="0" baseline="0">
                <a:ea typeface="宋体" panose="02010600030101010101" pitchFamily="2" charset="-122"/>
              </a:rPr>
              <a:t>ALOHA</a:t>
            </a:r>
            <a:r>
              <a:rPr lang="zh-CN" altLang="en-US" sz="2000" i="0" baseline="0">
                <a:ea typeface="宋体" panose="02010600030101010101" pitchFamily="2" charset="-122"/>
              </a:rPr>
              <a:t>可能的冲突时间是发送</a:t>
            </a:r>
            <a:r>
              <a:rPr lang="en-US" altLang="zh-CN" sz="2000" i="0" baseline="0">
                <a:ea typeface="宋体" panose="02010600030101010101" pitchFamily="2" charset="-122"/>
              </a:rPr>
              <a:t>1</a:t>
            </a:r>
            <a:r>
              <a:rPr lang="zh-CN" altLang="en-US" sz="2000" i="0" baseline="0">
                <a:ea typeface="宋体" panose="02010600030101010101" pitchFamily="2" charset="-122"/>
              </a:rPr>
              <a:t>个帧时间长度的两倍</a:t>
            </a:r>
            <a:endParaRPr lang="en-US" altLang="zh-CN" sz="2000" i="0" baseline="0">
              <a:ea typeface="宋体" panose="02010600030101010101" pitchFamily="2" charset="-122"/>
            </a:endParaRPr>
          </a:p>
        </p:txBody>
      </p:sp>
      <p:sp>
        <p:nvSpPr>
          <p:cNvPr id="11270" name="Line 5">
            <a:extLst>
              <a:ext uri="{FF2B5EF4-FFF2-40B4-BE49-F238E27FC236}">
                <a16:creationId xmlns:a16="http://schemas.microsoft.com/office/drawing/2014/main" id="{9545576B-9FC6-4FC7-9A70-7F98A40BAD0A}"/>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1271" name="Picture 8">
            <a:extLst>
              <a:ext uri="{FF2B5EF4-FFF2-40B4-BE49-F238E27FC236}">
                <a16:creationId xmlns:a16="http://schemas.microsoft.com/office/drawing/2014/main" id="{D87B5048-E494-510E-961F-B285DC236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8063" y="1376363"/>
            <a:ext cx="6992937" cy="449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2" name="TextBox 7">
            <a:extLst>
              <a:ext uri="{FF2B5EF4-FFF2-40B4-BE49-F238E27FC236}">
                <a16:creationId xmlns:a16="http://schemas.microsoft.com/office/drawing/2014/main" id="{E3ACE762-BB75-CD62-948B-8091B4BD3B3A}"/>
              </a:ext>
            </a:extLst>
          </p:cNvPr>
          <p:cNvSpPr txBox="1">
            <a:spLocks noChangeArrowheads="1"/>
          </p:cNvSpPr>
          <p:nvPr/>
        </p:nvSpPr>
        <p:spPr bwMode="auto">
          <a:xfrm>
            <a:off x="381000" y="5792788"/>
            <a:ext cx="381000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i="0">
                <a:ea typeface="宋体" panose="02010600030101010101" pitchFamily="2" charset="-122"/>
              </a:rPr>
              <a:t>脆弱时间：可能发生冲突的时间</a:t>
            </a:r>
          </a:p>
        </p:txBody>
      </p:sp>
      <p:sp>
        <p:nvSpPr>
          <p:cNvPr id="11273" name="TextBox 8">
            <a:extLst>
              <a:ext uri="{FF2B5EF4-FFF2-40B4-BE49-F238E27FC236}">
                <a16:creationId xmlns:a16="http://schemas.microsoft.com/office/drawing/2014/main" id="{D1E08FBC-910E-FDE3-094F-C83A5E96C1E7}"/>
              </a:ext>
            </a:extLst>
          </p:cNvPr>
          <p:cNvSpPr txBox="1">
            <a:spLocks noChangeArrowheads="1"/>
          </p:cNvSpPr>
          <p:nvPr/>
        </p:nvSpPr>
        <p:spPr bwMode="auto">
          <a:xfrm>
            <a:off x="7620000" y="1600200"/>
            <a:ext cx="10668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a:ea typeface="宋体" panose="02010600030101010101" pitchFamily="2" charset="-122"/>
              </a:rPr>
              <a:t>右图显示站点</a:t>
            </a:r>
            <a:r>
              <a:rPr lang="en-US" altLang="zh-CN">
                <a:ea typeface="宋体" panose="02010600030101010101" pitchFamily="2" charset="-122"/>
              </a:rPr>
              <a:t>A</a:t>
            </a:r>
            <a:r>
              <a:rPr lang="zh-CN" altLang="en-US">
                <a:ea typeface="宋体" panose="02010600030101010101" pitchFamily="2" charset="-122"/>
              </a:rPr>
              <a:t>的脆弱时间。</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1">
            <a:extLst>
              <a:ext uri="{FF2B5EF4-FFF2-40B4-BE49-F238E27FC236}">
                <a16:creationId xmlns:a16="http://schemas.microsoft.com/office/drawing/2014/main" id="{D2B08F96-C242-DD80-8616-406244ABB75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99C8331D-A4E3-4642-8960-B0BF7D2B7805}" type="slidenum">
              <a:rPr lang="en-US" altLang="zh-CN" sz="2000" i="0" baseline="0">
                <a:solidFill>
                  <a:schemeClr val="bg2"/>
                </a:solidFill>
                <a:latin typeface="Arial" panose="020B0604020202020204" pitchFamily="34" charset="0"/>
              </a:rPr>
              <a:pPr/>
              <a:t>10</a:t>
            </a:fld>
            <a:endParaRPr lang="en-US" altLang="zh-CN" sz="2000" i="0" baseline="0">
              <a:solidFill>
                <a:schemeClr val="bg2"/>
              </a:solidFill>
              <a:latin typeface="Arial" panose="020B0604020202020204" pitchFamily="34" charset="0"/>
            </a:endParaRPr>
          </a:p>
        </p:txBody>
      </p:sp>
      <p:sp>
        <p:nvSpPr>
          <p:cNvPr id="12291" name="Rectangle 2">
            <a:extLst>
              <a:ext uri="{FF2B5EF4-FFF2-40B4-BE49-F238E27FC236}">
                <a16:creationId xmlns:a16="http://schemas.microsoft.com/office/drawing/2014/main" id="{1BCA55D2-4C93-33FA-42CB-09A349406D65}"/>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2292" name="Rectangle 3">
            <a:extLst>
              <a:ext uri="{FF2B5EF4-FFF2-40B4-BE49-F238E27FC236}">
                <a16:creationId xmlns:a16="http://schemas.microsoft.com/office/drawing/2014/main" id="{7C93351C-7A69-A125-FF39-BB3E48BB567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2293" name="Rectangle 4">
            <a:extLst>
              <a:ext uri="{FF2B5EF4-FFF2-40B4-BE49-F238E27FC236}">
                <a16:creationId xmlns:a16="http://schemas.microsoft.com/office/drawing/2014/main" id="{1ABFEA8A-C9E2-0A58-6BA6-B5648A91AD4B}"/>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2294" name="Rectangle 5">
            <a:extLst>
              <a:ext uri="{FF2B5EF4-FFF2-40B4-BE49-F238E27FC236}">
                <a16:creationId xmlns:a16="http://schemas.microsoft.com/office/drawing/2014/main" id="{F9F3F3CD-BDB3-DDCA-B3AB-CA13260E40A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2295" name="Rectangle 6">
            <a:extLst>
              <a:ext uri="{FF2B5EF4-FFF2-40B4-BE49-F238E27FC236}">
                <a16:creationId xmlns:a16="http://schemas.microsoft.com/office/drawing/2014/main" id="{9E2C01FB-EFA7-ED74-8B34-FBF74C82B64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2296" name="Rectangle 7">
            <a:extLst>
              <a:ext uri="{FF2B5EF4-FFF2-40B4-BE49-F238E27FC236}">
                <a16:creationId xmlns:a16="http://schemas.microsoft.com/office/drawing/2014/main" id="{F36A7577-B6D3-D75B-BAB2-1C63426C81B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2297" name="Rectangle 8">
            <a:extLst>
              <a:ext uri="{FF2B5EF4-FFF2-40B4-BE49-F238E27FC236}">
                <a16:creationId xmlns:a16="http://schemas.microsoft.com/office/drawing/2014/main" id="{BF7835B8-8A14-7FFC-8FEF-72ACCDF6BE2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2298" name="Rectangle 9">
            <a:extLst>
              <a:ext uri="{FF2B5EF4-FFF2-40B4-BE49-F238E27FC236}">
                <a16:creationId xmlns:a16="http://schemas.microsoft.com/office/drawing/2014/main" id="{FBBC6540-E10E-2818-579D-A62FB8EE3869}"/>
              </a:ext>
            </a:extLst>
          </p:cNvPr>
          <p:cNvSpPr>
            <a:spLocks noChangeArrowheads="1"/>
          </p:cNvSpPr>
          <p:nvPr/>
        </p:nvSpPr>
        <p:spPr bwMode="auto">
          <a:xfrm>
            <a:off x="228600" y="1143000"/>
            <a:ext cx="8686800" cy="1938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sz="2400" baseline="0">
                <a:ea typeface="宋体" panose="02010600030101010101" pitchFamily="2" charset="-122"/>
              </a:rPr>
              <a:t>A pure ALOHA network transmits 200-bit frames on a shared channel of 200 kbps. What is the requirement to make this frame collision-free?</a:t>
            </a:r>
          </a:p>
          <a:p>
            <a:pPr algn="just"/>
            <a:r>
              <a:rPr lang="zh-CN" altLang="en-US" sz="2200" i="0" baseline="0">
                <a:ea typeface="宋体" panose="02010600030101010101" pitchFamily="2" charset="-122"/>
              </a:rPr>
              <a:t>一个纯</a:t>
            </a:r>
            <a:r>
              <a:rPr lang="en-US" altLang="zh-CN" sz="2200" i="0" baseline="0">
                <a:ea typeface="宋体" panose="02010600030101010101" pitchFamily="2" charset="-122"/>
              </a:rPr>
              <a:t>ALOHA</a:t>
            </a:r>
            <a:r>
              <a:rPr lang="zh-CN" altLang="en-US" sz="2200" i="0" baseline="0">
                <a:ea typeface="宋体" panose="02010600030101010101" pitchFamily="2" charset="-122"/>
              </a:rPr>
              <a:t>帧长</a:t>
            </a:r>
            <a:r>
              <a:rPr lang="en-US" altLang="zh-CN" sz="2200" i="0" baseline="0">
                <a:ea typeface="宋体" panose="02010600030101010101" pitchFamily="2" charset="-122"/>
              </a:rPr>
              <a:t>200</a:t>
            </a:r>
            <a:r>
              <a:rPr lang="zh-CN" altLang="en-US" sz="2200" i="0" baseline="0">
                <a:ea typeface="宋体" panose="02010600030101010101" pitchFamily="2" charset="-122"/>
              </a:rPr>
              <a:t>比特，带宽</a:t>
            </a:r>
            <a:r>
              <a:rPr lang="en-US" altLang="zh-CN" sz="2200" i="0" baseline="0">
                <a:ea typeface="宋体" panose="02010600030101010101" pitchFamily="2" charset="-122"/>
              </a:rPr>
              <a:t>200kbps, </a:t>
            </a:r>
            <a:r>
              <a:rPr lang="zh-CN" altLang="en-US" sz="2200" i="0" baseline="0">
                <a:ea typeface="宋体" panose="02010600030101010101" pitchFamily="2" charset="-122"/>
              </a:rPr>
              <a:t>这个帧在传输过程中无冲突的条件是什么？</a:t>
            </a:r>
            <a:endParaRPr lang="en-US" altLang="zh-CN" sz="2200" i="0" baseline="0">
              <a:ea typeface="宋体" panose="02010600030101010101" pitchFamily="2" charset="-122"/>
            </a:endParaRPr>
          </a:p>
        </p:txBody>
      </p:sp>
      <p:sp>
        <p:nvSpPr>
          <p:cNvPr id="12299" name="Text Box 10">
            <a:extLst>
              <a:ext uri="{FF2B5EF4-FFF2-40B4-BE49-F238E27FC236}">
                <a16:creationId xmlns:a16="http://schemas.microsoft.com/office/drawing/2014/main" id="{3885450F-A560-A08D-5565-CBD36EC878F2}"/>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baseline="0">
                <a:solidFill>
                  <a:schemeClr val="hlink"/>
                </a:solidFill>
                <a:ea typeface="宋体" panose="02010600030101010101" pitchFamily="2" charset="-122"/>
              </a:rPr>
              <a:t>Example 12.2</a:t>
            </a:r>
          </a:p>
        </p:txBody>
      </p:sp>
      <p:sp>
        <p:nvSpPr>
          <p:cNvPr id="12300" name="Rectangle 11">
            <a:extLst>
              <a:ext uri="{FF2B5EF4-FFF2-40B4-BE49-F238E27FC236}">
                <a16:creationId xmlns:a16="http://schemas.microsoft.com/office/drawing/2014/main" id="{86D7DC89-09BC-2DA1-AD9F-986B425E29CE}"/>
              </a:ext>
            </a:extLst>
          </p:cNvPr>
          <p:cNvSpPr>
            <a:spLocks noChangeArrowheads="1"/>
          </p:cNvSpPr>
          <p:nvPr/>
        </p:nvSpPr>
        <p:spPr bwMode="auto">
          <a:xfrm>
            <a:off x="241300" y="2971800"/>
            <a:ext cx="8839200" cy="30464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sz="2400" baseline="0">
                <a:solidFill>
                  <a:schemeClr val="hlink"/>
                </a:solidFill>
                <a:ea typeface="宋体" panose="02010600030101010101" pitchFamily="2" charset="-122"/>
              </a:rPr>
              <a:t>Solution</a:t>
            </a:r>
          </a:p>
          <a:p>
            <a:pPr algn="just"/>
            <a:r>
              <a:rPr lang="en-US" altLang="zh-CN" sz="2400" baseline="0">
                <a:ea typeface="宋体" panose="02010600030101010101" pitchFamily="2" charset="-122"/>
              </a:rPr>
              <a:t>Average frame transmission time T</a:t>
            </a:r>
            <a:r>
              <a:rPr lang="en-US" altLang="zh-CN" sz="2400" baseline="-12000">
                <a:ea typeface="宋体" panose="02010600030101010101" pitchFamily="2" charset="-122"/>
              </a:rPr>
              <a:t>fr</a:t>
            </a:r>
            <a:r>
              <a:rPr lang="en-US" altLang="zh-CN" sz="2400" baseline="0">
                <a:ea typeface="宋体" panose="02010600030101010101" pitchFamily="2" charset="-122"/>
              </a:rPr>
              <a:t> is 200 bits/200 kbps or 1 ms. The vulnerable time is  2 × 1 ms = 2 ms. This means no station should send later than 1 ms before this station starts transmission and no station should start sending during the one 1-ms period that this station is sending.</a:t>
            </a:r>
          </a:p>
          <a:p>
            <a:pPr algn="just"/>
            <a:r>
              <a:rPr lang="zh-CN" altLang="en-US" sz="2400" i="0" baseline="0">
                <a:ea typeface="宋体" panose="02010600030101010101" pitchFamily="2" charset="-122"/>
              </a:rPr>
              <a:t>帧的传输时间为</a:t>
            </a:r>
            <a:r>
              <a:rPr lang="en-US" altLang="zh-CN" sz="2400" i="0" baseline="0">
                <a:ea typeface="宋体" panose="02010600030101010101" pitchFamily="2" charset="-122"/>
              </a:rPr>
              <a:t>T</a:t>
            </a:r>
            <a:r>
              <a:rPr lang="en-US" altLang="zh-CN" sz="2400" i="0" baseline="-12000">
                <a:ea typeface="宋体" panose="02010600030101010101" pitchFamily="2" charset="-122"/>
              </a:rPr>
              <a:t>fr</a:t>
            </a:r>
            <a:r>
              <a:rPr lang="en-US" altLang="zh-CN" sz="2400" i="0" baseline="0">
                <a:ea typeface="宋体" panose="02010600030101010101" pitchFamily="2" charset="-122"/>
              </a:rPr>
              <a:t> = 200 bits/200 kbps = 1 ms. </a:t>
            </a:r>
            <a:r>
              <a:rPr lang="zh-CN" altLang="en-US" sz="2400" i="0" baseline="0">
                <a:ea typeface="宋体" panose="02010600030101010101" pitchFamily="2" charset="-122"/>
              </a:rPr>
              <a:t>则可能的冲突时间为</a:t>
            </a:r>
            <a:r>
              <a:rPr lang="en-US" altLang="zh-CN" sz="2400" i="0" baseline="0">
                <a:ea typeface="宋体" panose="02010600030101010101" pitchFamily="2" charset="-122"/>
              </a:rPr>
              <a:t>2ms</a:t>
            </a:r>
            <a:r>
              <a:rPr lang="zh-CN" altLang="en-US" sz="2400" i="0" baseline="0">
                <a:ea typeface="宋体" panose="02010600030101010101" pitchFamily="2" charset="-122"/>
              </a:rPr>
              <a:t>。意味着前</a:t>
            </a:r>
            <a:r>
              <a:rPr lang="en-US" altLang="zh-CN" sz="2400" i="0" baseline="0">
                <a:ea typeface="宋体" panose="02010600030101010101" pitchFamily="2" charset="-122"/>
              </a:rPr>
              <a:t>1ms</a:t>
            </a:r>
            <a:r>
              <a:rPr lang="zh-CN" altLang="en-US" sz="2400" i="0" baseline="0">
                <a:ea typeface="宋体" panose="02010600030101010101" pitchFamily="2" charset="-122"/>
              </a:rPr>
              <a:t>和后</a:t>
            </a:r>
            <a:r>
              <a:rPr lang="en-US" altLang="zh-CN" sz="2400" i="0" baseline="0">
                <a:ea typeface="宋体" panose="02010600030101010101" pitchFamily="2" charset="-122"/>
              </a:rPr>
              <a:t>1ms</a:t>
            </a:r>
            <a:r>
              <a:rPr lang="zh-CN" altLang="en-US" sz="2400" i="0" baseline="0">
                <a:ea typeface="宋体" panose="02010600030101010101" pitchFamily="2" charset="-122"/>
              </a:rPr>
              <a:t>都没有其它站发送数据帧。</a:t>
            </a:r>
            <a:endParaRPr lang="en-US" altLang="zh-CN" sz="2400" i="0" baseline="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1">
            <a:extLst>
              <a:ext uri="{FF2B5EF4-FFF2-40B4-BE49-F238E27FC236}">
                <a16:creationId xmlns:a16="http://schemas.microsoft.com/office/drawing/2014/main" id="{F7C3582B-A298-8D42-7E30-86A2EFF1F7E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63CF89DA-B1AF-4FD5-A10E-939FC154812F}" type="slidenum">
              <a:rPr lang="en-US" altLang="zh-CN" sz="2000" i="0" baseline="0">
                <a:solidFill>
                  <a:schemeClr val="bg2"/>
                </a:solidFill>
                <a:latin typeface="Arial" panose="020B0604020202020204" pitchFamily="34" charset="0"/>
              </a:rPr>
              <a:pPr/>
              <a:t>11</a:t>
            </a:fld>
            <a:endParaRPr lang="en-US" altLang="zh-CN" sz="2000" i="0" baseline="0">
              <a:solidFill>
                <a:schemeClr val="bg2"/>
              </a:solidFill>
              <a:latin typeface="Arial" panose="020B0604020202020204" pitchFamily="34" charset="0"/>
            </a:endParaRPr>
          </a:p>
        </p:txBody>
      </p:sp>
      <p:sp>
        <p:nvSpPr>
          <p:cNvPr id="13315" name="Rectangle 2">
            <a:extLst>
              <a:ext uri="{FF2B5EF4-FFF2-40B4-BE49-F238E27FC236}">
                <a16:creationId xmlns:a16="http://schemas.microsoft.com/office/drawing/2014/main" id="{9E4F317C-07D0-92DE-6A3B-E23C3DE661E0}"/>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3316" name="Rectangle 3">
            <a:extLst>
              <a:ext uri="{FF2B5EF4-FFF2-40B4-BE49-F238E27FC236}">
                <a16:creationId xmlns:a16="http://schemas.microsoft.com/office/drawing/2014/main" id="{F84F746C-C496-C81A-3BEE-ADDF3C510DC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3317" name="Rectangle 4">
            <a:extLst>
              <a:ext uri="{FF2B5EF4-FFF2-40B4-BE49-F238E27FC236}">
                <a16:creationId xmlns:a16="http://schemas.microsoft.com/office/drawing/2014/main" id="{01D3914C-3A0E-89EF-C1A8-EC0622350E94}"/>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3318" name="Rectangle 5">
            <a:extLst>
              <a:ext uri="{FF2B5EF4-FFF2-40B4-BE49-F238E27FC236}">
                <a16:creationId xmlns:a16="http://schemas.microsoft.com/office/drawing/2014/main" id="{7C13121A-8919-0EE5-D022-BF29E1D4995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3319" name="Rectangle 6">
            <a:extLst>
              <a:ext uri="{FF2B5EF4-FFF2-40B4-BE49-F238E27FC236}">
                <a16:creationId xmlns:a16="http://schemas.microsoft.com/office/drawing/2014/main" id="{4D7E9627-36A3-A5D5-5601-F10F69D08F1B}"/>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3320" name="Rectangle 7">
            <a:extLst>
              <a:ext uri="{FF2B5EF4-FFF2-40B4-BE49-F238E27FC236}">
                <a16:creationId xmlns:a16="http://schemas.microsoft.com/office/drawing/2014/main" id="{BCA0E942-37CA-4CD7-CE52-5C4D8A0CF113}"/>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3321" name="Rectangle 8">
            <a:extLst>
              <a:ext uri="{FF2B5EF4-FFF2-40B4-BE49-F238E27FC236}">
                <a16:creationId xmlns:a16="http://schemas.microsoft.com/office/drawing/2014/main" id="{DC4586B2-CE4C-47DA-3693-3579444313B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3322" name="Line 9">
            <a:extLst>
              <a:ext uri="{FF2B5EF4-FFF2-40B4-BE49-F238E27FC236}">
                <a16:creationId xmlns:a16="http://schemas.microsoft.com/office/drawing/2014/main" id="{1AE6704C-B884-5BF6-ADEB-301C895D4C15}"/>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3" name="Line 10">
            <a:extLst>
              <a:ext uri="{FF2B5EF4-FFF2-40B4-BE49-F238E27FC236}">
                <a16:creationId xmlns:a16="http://schemas.microsoft.com/office/drawing/2014/main" id="{0FA2F761-3095-4029-BF8F-3DBFBCD6E2B3}"/>
              </a:ext>
            </a:extLst>
          </p:cNvPr>
          <p:cNvSpPr>
            <a:spLocks noChangeShapeType="1"/>
          </p:cNvSpPr>
          <p:nvPr/>
        </p:nvSpPr>
        <p:spPr bwMode="auto">
          <a:xfrm>
            <a:off x="495300" y="5867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24" name="Rectangle 11">
            <a:extLst>
              <a:ext uri="{FF2B5EF4-FFF2-40B4-BE49-F238E27FC236}">
                <a16:creationId xmlns:a16="http://schemas.microsoft.com/office/drawing/2014/main" id="{7998DFDE-DA80-E50C-74D7-B216C2ED099C}"/>
              </a:ext>
            </a:extLst>
          </p:cNvPr>
          <p:cNvSpPr>
            <a:spLocks noChangeArrowheads="1"/>
          </p:cNvSpPr>
          <p:nvPr/>
        </p:nvSpPr>
        <p:spPr bwMode="auto">
          <a:xfrm>
            <a:off x="495300" y="2759075"/>
            <a:ext cx="8191500" cy="30464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buFont typeface="Wingdings" panose="05000000000000000000" pitchFamily="2" charset="2"/>
              <a:buChar char="Ø"/>
            </a:pPr>
            <a:r>
              <a:rPr lang="en-US" altLang="zh-CN" sz="3200" i="0" baseline="0">
                <a:latin typeface="Arial" panose="020B0604020202020204" pitchFamily="34" charset="0"/>
                <a:ea typeface="宋体" panose="02010600030101010101" pitchFamily="2" charset="-122"/>
              </a:rPr>
              <a:t>G</a:t>
            </a:r>
            <a:r>
              <a:rPr lang="zh-CN" altLang="en-US" sz="3200" i="0" baseline="0">
                <a:latin typeface="Arial" panose="020B0604020202020204" pitchFamily="34" charset="0"/>
                <a:ea typeface="宋体" panose="02010600030101010101" pitchFamily="2" charset="-122"/>
              </a:rPr>
              <a:t>为一个幁传输时间内系统产生的幁的平均数量，即，网络负载量；</a:t>
            </a:r>
            <a:endParaRPr lang="en-US" altLang="zh-CN" sz="3200" i="0" baseline="0">
              <a:latin typeface="Arial" panose="020B0604020202020204" pitchFamily="34" charset="0"/>
              <a:ea typeface="宋体" panose="02010600030101010101" pitchFamily="2" charset="-122"/>
            </a:endParaRPr>
          </a:p>
          <a:p>
            <a:pPr>
              <a:buFont typeface="Wingdings" panose="05000000000000000000" pitchFamily="2" charset="2"/>
              <a:buChar char="Ø"/>
            </a:pPr>
            <a:r>
              <a:rPr lang="zh-CN" altLang="en-US" sz="3200" i="0" baseline="0">
                <a:latin typeface="Arial" panose="020B0604020202020204" pitchFamily="34" charset="0"/>
                <a:ea typeface="宋体" panose="02010600030101010101" pitchFamily="2" charset="-122"/>
              </a:rPr>
              <a:t>纯</a:t>
            </a:r>
            <a:r>
              <a:rPr lang="en-US" altLang="zh-CN" sz="3200" i="0" baseline="0">
                <a:latin typeface="Arial" panose="020B0604020202020204" pitchFamily="34" charset="0"/>
                <a:ea typeface="宋体" panose="02010600030101010101" pitchFamily="2" charset="-122"/>
              </a:rPr>
              <a:t>ALOHA</a:t>
            </a:r>
            <a:r>
              <a:rPr lang="zh-CN" altLang="en-US" sz="3200" i="0" baseline="0">
                <a:latin typeface="Arial" panose="020B0604020202020204" pitchFamily="34" charset="0"/>
                <a:ea typeface="宋体" panose="02010600030101010101" pitchFamily="2" charset="-122"/>
              </a:rPr>
              <a:t>的吞吐量是</a:t>
            </a:r>
            <a:r>
              <a:rPr lang="en-US" altLang="zh-CN" sz="3200" i="0" baseline="0">
                <a:solidFill>
                  <a:schemeClr val="hlink"/>
                </a:solidFill>
                <a:latin typeface="Arial" panose="020B0604020202020204" pitchFamily="34" charset="0"/>
                <a:ea typeface="宋体" panose="02010600030101010101" pitchFamily="2" charset="-122"/>
              </a:rPr>
              <a:t>S = G × e </a:t>
            </a:r>
            <a:r>
              <a:rPr lang="en-US" altLang="zh-CN" sz="3200" i="0" baseline="30000">
                <a:solidFill>
                  <a:schemeClr val="hlink"/>
                </a:solidFill>
                <a:latin typeface="Arial" panose="020B0604020202020204" pitchFamily="34" charset="0"/>
                <a:ea typeface="宋体" panose="02010600030101010101" pitchFamily="2" charset="-122"/>
              </a:rPr>
              <a:t>−2G </a:t>
            </a:r>
            <a:r>
              <a:rPr lang="zh-CN" altLang="en-US" sz="3200" i="0" baseline="0">
                <a:latin typeface="Arial" panose="020B0604020202020204" pitchFamily="34" charset="0"/>
                <a:ea typeface="宋体" panose="02010600030101010101" pitchFamily="2" charset="-122"/>
              </a:rPr>
              <a:t>，当</a:t>
            </a:r>
            <a:r>
              <a:rPr lang="en-US" altLang="zh-CN" sz="3200" i="0" baseline="0">
                <a:latin typeface="Arial" panose="020B0604020202020204" pitchFamily="34" charset="0"/>
                <a:ea typeface="宋体" panose="02010600030101010101" pitchFamily="2" charset="-122"/>
              </a:rPr>
              <a:t>G= (1/2)</a:t>
            </a:r>
            <a:r>
              <a:rPr lang="zh-CN" altLang="en-US" sz="3200" i="0" baseline="0">
                <a:latin typeface="Arial" panose="020B0604020202020204" pitchFamily="34" charset="0"/>
                <a:ea typeface="宋体" panose="02010600030101010101" pitchFamily="2" charset="-122"/>
              </a:rPr>
              <a:t>时，最大吞吐量为</a:t>
            </a:r>
            <a:r>
              <a:rPr lang="en-US" altLang="zh-CN" sz="3200" i="0" baseline="0">
                <a:solidFill>
                  <a:schemeClr val="hlink"/>
                </a:solidFill>
                <a:latin typeface="Arial" panose="020B0604020202020204" pitchFamily="34" charset="0"/>
                <a:ea typeface="宋体" panose="02010600030101010101" pitchFamily="2" charset="-122"/>
              </a:rPr>
              <a:t>S</a:t>
            </a:r>
            <a:r>
              <a:rPr lang="en-US" altLang="zh-CN" sz="3200" i="0" baseline="-18000">
                <a:solidFill>
                  <a:schemeClr val="hlink"/>
                </a:solidFill>
                <a:latin typeface="Arial" panose="020B0604020202020204" pitchFamily="34" charset="0"/>
                <a:ea typeface="宋体" panose="02010600030101010101" pitchFamily="2" charset="-122"/>
              </a:rPr>
              <a:t>max</a:t>
            </a:r>
            <a:r>
              <a:rPr lang="en-US" altLang="zh-CN" sz="3200" i="0" baseline="0">
                <a:solidFill>
                  <a:schemeClr val="hlink"/>
                </a:solidFill>
                <a:latin typeface="Arial" panose="020B0604020202020204" pitchFamily="34" charset="0"/>
                <a:ea typeface="宋体" panose="02010600030101010101" pitchFamily="2" charset="-122"/>
              </a:rPr>
              <a:t> = 0.184 </a:t>
            </a:r>
            <a:r>
              <a:rPr lang="zh-CN" altLang="en-US" sz="3200" i="0" baseline="0">
                <a:latin typeface="Arial" panose="020B0604020202020204" pitchFamily="34" charset="0"/>
                <a:ea typeface="宋体" panose="02010600030101010101" pitchFamily="2" charset="-122"/>
              </a:rPr>
              <a:t>。</a:t>
            </a:r>
            <a:endParaRPr lang="en-US" altLang="zh-CN" sz="3200" i="0" baseline="0">
              <a:latin typeface="Arial" panose="020B0604020202020204" pitchFamily="34" charset="0"/>
              <a:ea typeface="宋体" panose="02010600030101010101" pitchFamily="2" charset="-122"/>
            </a:endParaRPr>
          </a:p>
          <a:p>
            <a:pPr>
              <a:buFont typeface="Wingdings" panose="05000000000000000000" pitchFamily="2" charset="2"/>
              <a:buChar char="Ø"/>
            </a:pPr>
            <a:r>
              <a:rPr lang="zh-CN" altLang="en-US" sz="3200" i="0" baseline="0">
                <a:latin typeface="Arial" panose="020B0604020202020204" pitchFamily="34" charset="0"/>
                <a:ea typeface="宋体" panose="02010600030101010101" pitchFamily="2" charset="-122"/>
              </a:rPr>
              <a:t>即，在一个幁传输时间内产生</a:t>
            </a:r>
            <a:r>
              <a:rPr lang="en-US" altLang="zh-CN" sz="3200" i="0" baseline="0">
                <a:latin typeface="Arial" panose="020B0604020202020204" pitchFamily="34" charset="0"/>
                <a:ea typeface="宋体" panose="02010600030101010101" pitchFamily="2" charset="-122"/>
              </a:rPr>
              <a:t>1/2</a:t>
            </a:r>
            <a:r>
              <a:rPr lang="zh-CN" altLang="en-US" sz="3200" i="0" baseline="0">
                <a:latin typeface="Arial" panose="020B0604020202020204" pitchFamily="34" charset="0"/>
                <a:ea typeface="宋体" panose="02010600030101010101" pitchFamily="2" charset="-122"/>
              </a:rPr>
              <a:t>个幁时，这些幁的</a:t>
            </a:r>
            <a:r>
              <a:rPr lang="en-US" altLang="zh-CN" sz="3200" i="0" baseline="0">
                <a:latin typeface="Arial" panose="020B0604020202020204" pitchFamily="34" charset="0"/>
                <a:ea typeface="宋体" panose="02010600030101010101" pitchFamily="2" charset="-122"/>
              </a:rPr>
              <a:t>18.4%</a:t>
            </a:r>
            <a:r>
              <a:rPr lang="zh-CN" altLang="en-US" sz="3200" i="0" baseline="0">
                <a:latin typeface="Arial" panose="020B0604020202020204" pitchFamily="34" charset="0"/>
                <a:ea typeface="宋体" panose="02010600030101010101" pitchFamily="2" charset="-122"/>
              </a:rPr>
              <a:t>能成功到达目的地。</a:t>
            </a:r>
            <a:endParaRPr lang="en-US" altLang="zh-CN" sz="3200" i="0" baseline="0">
              <a:latin typeface="Arial" panose="020B0604020202020204" pitchFamily="34" charset="0"/>
              <a:ea typeface="宋体" panose="02010600030101010101" pitchFamily="2" charset="-122"/>
            </a:endParaRPr>
          </a:p>
        </p:txBody>
      </p:sp>
      <p:grpSp>
        <p:nvGrpSpPr>
          <p:cNvPr id="13325" name="Group 12">
            <a:extLst>
              <a:ext uri="{FF2B5EF4-FFF2-40B4-BE49-F238E27FC236}">
                <a16:creationId xmlns:a16="http://schemas.microsoft.com/office/drawing/2014/main" id="{F036C92F-B9EE-F63A-59E0-A3B220529F57}"/>
              </a:ext>
            </a:extLst>
          </p:cNvPr>
          <p:cNvGrpSpPr>
            <a:grpSpLocks/>
          </p:cNvGrpSpPr>
          <p:nvPr/>
        </p:nvGrpSpPr>
        <p:grpSpPr bwMode="auto">
          <a:xfrm>
            <a:off x="457200" y="1981200"/>
            <a:ext cx="1143000" cy="566738"/>
            <a:chOff x="1200" y="1248"/>
            <a:chExt cx="720" cy="357"/>
          </a:xfrm>
        </p:grpSpPr>
        <p:pic>
          <p:nvPicPr>
            <p:cNvPr id="13326" name="Picture 13">
              <a:extLst>
                <a:ext uri="{FF2B5EF4-FFF2-40B4-BE49-F238E27FC236}">
                  <a16:creationId xmlns:a16="http://schemas.microsoft.com/office/drawing/2014/main" id="{4114727A-527F-0DC6-6E37-AD8C729FA0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7" name="Text Box 14">
              <a:extLst>
                <a:ext uri="{FF2B5EF4-FFF2-40B4-BE49-F238E27FC236}">
                  <a16:creationId xmlns:a16="http://schemas.microsoft.com/office/drawing/2014/main" id="{272C1406-45A3-F3F3-586D-D1FD1D3B09C5}"/>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1">
            <a:extLst>
              <a:ext uri="{FF2B5EF4-FFF2-40B4-BE49-F238E27FC236}">
                <a16:creationId xmlns:a16="http://schemas.microsoft.com/office/drawing/2014/main" id="{311608DE-E655-4919-5BD9-3715C1164F4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A57E1610-CD45-4599-BF58-7303CD90CAB9}" type="slidenum">
              <a:rPr lang="en-US" altLang="zh-CN" sz="2000" i="0" baseline="0">
                <a:solidFill>
                  <a:schemeClr val="bg2"/>
                </a:solidFill>
                <a:latin typeface="Arial" panose="020B0604020202020204" pitchFamily="34" charset="0"/>
              </a:rPr>
              <a:pPr/>
              <a:t>12</a:t>
            </a:fld>
            <a:endParaRPr lang="en-US" altLang="zh-CN" sz="2000" i="0" baseline="0">
              <a:solidFill>
                <a:schemeClr val="bg2"/>
              </a:solidFill>
              <a:latin typeface="Arial" panose="020B0604020202020204" pitchFamily="34" charset="0"/>
            </a:endParaRPr>
          </a:p>
        </p:txBody>
      </p:sp>
      <p:sp>
        <p:nvSpPr>
          <p:cNvPr id="14339" name="Rectangle 2">
            <a:extLst>
              <a:ext uri="{FF2B5EF4-FFF2-40B4-BE49-F238E27FC236}">
                <a16:creationId xmlns:a16="http://schemas.microsoft.com/office/drawing/2014/main" id="{5EF82B24-1DC7-1296-DC63-36AF1FDF253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4340" name="Rectangle 3">
            <a:extLst>
              <a:ext uri="{FF2B5EF4-FFF2-40B4-BE49-F238E27FC236}">
                <a16:creationId xmlns:a16="http://schemas.microsoft.com/office/drawing/2014/main" id="{9CA75307-2FF8-8B12-FC9B-3D999D0AA72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4341" name="Rectangle 4">
            <a:extLst>
              <a:ext uri="{FF2B5EF4-FFF2-40B4-BE49-F238E27FC236}">
                <a16:creationId xmlns:a16="http://schemas.microsoft.com/office/drawing/2014/main" id="{56CDF5FA-78F2-5099-3FF4-4E5ED59F9FCC}"/>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4342" name="Rectangle 5">
            <a:extLst>
              <a:ext uri="{FF2B5EF4-FFF2-40B4-BE49-F238E27FC236}">
                <a16:creationId xmlns:a16="http://schemas.microsoft.com/office/drawing/2014/main" id="{44C1F254-38E3-97EA-042B-E41A1677996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4343" name="Rectangle 6">
            <a:extLst>
              <a:ext uri="{FF2B5EF4-FFF2-40B4-BE49-F238E27FC236}">
                <a16:creationId xmlns:a16="http://schemas.microsoft.com/office/drawing/2014/main" id="{0350C322-AAD2-AF3A-DFCE-92F63F6F4BB0}"/>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4344" name="Rectangle 7">
            <a:extLst>
              <a:ext uri="{FF2B5EF4-FFF2-40B4-BE49-F238E27FC236}">
                <a16:creationId xmlns:a16="http://schemas.microsoft.com/office/drawing/2014/main" id="{4E694769-5B47-A69C-47C3-9F3B437D75C6}"/>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4345" name="Rectangle 8">
            <a:extLst>
              <a:ext uri="{FF2B5EF4-FFF2-40B4-BE49-F238E27FC236}">
                <a16:creationId xmlns:a16="http://schemas.microsoft.com/office/drawing/2014/main" id="{BA164925-2301-28BA-D73D-A65476E7ADF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4346" name="Rectangle 9">
            <a:extLst>
              <a:ext uri="{FF2B5EF4-FFF2-40B4-BE49-F238E27FC236}">
                <a16:creationId xmlns:a16="http://schemas.microsoft.com/office/drawing/2014/main" id="{D81FC068-AD34-F950-2C71-46FE0E97CF5E}"/>
              </a:ext>
            </a:extLst>
          </p:cNvPr>
          <p:cNvSpPr>
            <a:spLocks noChangeArrowheads="1"/>
          </p:cNvSpPr>
          <p:nvPr/>
        </p:nvSpPr>
        <p:spPr bwMode="auto">
          <a:xfrm>
            <a:off x="228600" y="838200"/>
            <a:ext cx="8686800" cy="1938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sz="2000" baseline="0">
                <a:ea typeface="宋体" panose="02010600030101010101" pitchFamily="2" charset="-122"/>
              </a:rPr>
              <a:t>A pure ALOHA network transmits 200-bit frames on a shared channel of 200 kbps. What is the throughput if the system (all stations together) produces</a:t>
            </a:r>
          </a:p>
          <a:p>
            <a:pPr algn="just"/>
            <a:r>
              <a:rPr lang="en-US" altLang="zh-CN" sz="2000" baseline="0">
                <a:solidFill>
                  <a:schemeClr val="hlink"/>
                </a:solidFill>
                <a:ea typeface="宋体" panose="02010600030101010101" pitchFamily="2" charset="-122"/>
              </a:rPr>
              <a:t>a.</a:t>
            </a:r>
            <a:r>
              <a:rPr lang="en-US" altLang="zh-CN" sz="2000" baseline="0">
                <a:ea typeface="宋体" panose="02010600030101010101" pitchFamily="2" charset="-122"/>
              </a:rPr>
              <a:t> 1000 frames per second    </a:t>
            </a:r>
            <a:r>
              <a:rPr lang="en-US" altLang="zh-CN" sz="2000" baseline="0">
                <a:solidFill>
                  <a:schemeClr val="hlink"/>
                </a:solidFill>
                <a:ea typeface="宋体" panose="02010600030101010101" pitchFamily="2" charset="-122"/>
              </a:rPr>
              <a:t>b.</a:t>
            </a:r>
            <a:r>
              <a:rPr lang="en-US" altLang="zh-CN" sz="2000" baseline="0">
                <a:ea typeface="宋体" panose="02010600030101010101" pitchFamily="2" charset="-122"/>
              </a:rPr>
              <a:t> 500 frames per second</a:t>
            </a:r>
          </a:p>
          <a:p>
            <a:pPr algn="just"/>
            <a:r>
              <a:rPr lang="en-US" altLang="zh-CN" sz="2000" baseline="0">
                <a:solidFill>
                  <a:schemeClr val="hlink"/>
                </a:solidFill>
                <a:ea typeface="宋体" panose="02010600030101010101" pitchFamily="2" charset="-122"/>
              </a:rPr>
              <a:t>c.</a:t>
            </a:r>
            <a:r>
              <a:rPr lang="en-US" altLang="zh-CN" sz="2000" baseline="0">
                <a:ea typeface="宋体" panose="02010600030101010101" pitchFamily="2" charset="-122"/>
              </a:rPr>
              <a:t> 250 frames per second.</a:t>
            </a:r>
          </a:p>
          <a:p>
            <a:pPr algn="just"/>
            <a:r>
              <a:rPr lang="zh-CN" altLang="en-US" sz="2000" i="0" baseline="0">
                <a:ea typeface="宋体" panose="02010600030101010101" pitchFamily="2" charset="-122"/>
              </a:rPr>
              <a:t>纯</a:t>
            </a:r>
            <a:r>
              <a:rPr lang="en-US" altLang="zh-CN" sz="2000" i="0" baseline="0">
                <a:ea typeface="宋体" panose="02010600030101010101" pitchFamily="2" charset="-122"/>
              </a:rPr>
              <a:t>ALOHA</a:t>
            </a:r>
            <a:r>
              <a:rPr lang="zh-CN" altLang="en-US" sz="2000" i="0" baseline="0">
                <a:ea typeface="宋体" panose="02010600030101010101" pitchFamily="2" charset="-122"/>
              </a:rPr>
              <a:t>帧长</a:t>
            </a:r>
            <a:r>
              <a:rPr lang="en-US" altLang="zh-CN" sz="2000" i="0" baseline="0">
                <a:ea typeface="宋体" panose="02010600030101010101" pitchFamily="2" charset="-122"/>
              </a:rPr>
              <a:t>200</a:t>
            </a:r>
            <a:r>
              <a:rPr lang="zh-CN" altLang="en-US" sz="2000" i="0" baseline="0">
                <a:ea typeface="宋体" panose="02010600030101010101" pitchFamily="2" charset="-122"/>
              </a:rPr>
              <a:t>比特，带宽</a:t>
            </a:r>
            <a:r>
              <a:rPr lang="en-US" altLang="zh-CN" sz="2000" i="0" baseline="0">
                <a:ea typeface="宋体" panose="02010600030101010101" pitchFamily="2" charset="-122"/>
              </a:rPr>
              <a:t>200kbps</a:t>
            </a:r>
            <a:r>
              <a:rPr lang="zh-CN" altLang="en-US" sz="2000" i="0" baseline="0">
                <a:ea typeface="宋体" panose="02010600030101010101" pitchFamily="2" charset="-122"/>
              </a:rPr>
              <a:t>。如果该系统所有站点产生如下数量的帧，则吞吐量各为多少？</a:t>
            </a:r>
            <a:endParaRPr lang="en-US" altLang="zh-CN" sz="2000" i="0" baseline="0">
              <a:ea typeface="宋体" panose="02010600030101010101" pitchFamily="2" charset="-122"/>
            </a:endParaRPr>
          </a:p>
        </p:txBody>
      </p:sp>
      <p:sp>
        <p:nvSpPr>
          <p:cNvPr id="14347" name="Text Box 10">
            <a:extLst>
              <a:ext uri="{FF2B5EF4-FFF2-40B4-BE49-F238E27FC236}">
                <a16:creationId xmlns:a16="http://schemas.microsoft.com/office/drawing/2014/main" id="{1220445C-B59B-EA66-4974-9972A15BC4BC}"/>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baseline="0">
                <a:solidFill>
                  <a:schemeClr val="hlink"/>
                </a:solidFill>
                <a:ea typeface="宋体" panose="02010600030101010101" pitchFamily="2" charset="-122"/>
              </a:rPr>
              <a:t>Example 12.3</a:t>
            </a:r>
          </a:p>
        </p:txBody>
      </p:sp>
      <p:sp>
        <p:nvSpPr>
          <p:cNvPr id="14348" name="Rectangle 11">
            <a:extLst>
              <a:ext uri="{FF2B5EF4-FFF2-40B4-BE49-F238E27FC236}">
                <a16:creationId xmlns:a16="http://schemas.microsoft.com/office/drawing/2014/main" id="{1F580E7E-81AA-FE8F-F68B-4AD52BF04536}"/>
              </a:ext>
            </a:extLst>
          </p:cNvPr>
          <p:cNvSpPr>
            <a:spLocks noChangeArrowheads="1"/>
          </p:cNvSpPr>
          <p:nvPr/>
        </p:nvSpPr>
        <p:spPr bwMode="auto">
          <a:xfrm>
            <a:off x="212725" y="2789238"/>
            <a:ext cx="8686800" cy="31702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sz="2000" baseline="0">
                <a:solidFill>
                  <a:schemeClr val="hlink"/>
                </a:solidFill>
                <a:ea typeface="宋体" panose="02010600030101010101" pitchFamily="2" charset="-122"/>
              </a:rPr>
              <a:t>Solution</a:t>
            </a:r>
          </a:p>
          <a:p>
            <a:pPr algn="just"/>
            <a:r>
              <a:rPr lang="en-US" altLang="zh-CN" sz="2000" baseline="0">
                <a:ea typeface="宋体" panose="02010600030101010101" pitchFamily="2" charset="-122"/>
              </a:rPr>
              <a:t>The frame transmission time is 200/200 kbps or 1 ms.</a:t>
            </a:r>
          </a:p>
          <a:p>
            <a:r>
              <a:rPr lang="en-US" altLang="zh-CN" sz="2000" baseline="0">
                <a:solidFill>
                  <a:schemeClr val="hlink"/>
                </a:solidFill>
                <a:ea typeface="宋体" panose="02010600030101010101" pitchFamily="2" charset="-122"/>
              </a:rPr>
              <a:t>a.</a:t>
            </a:r>
            <a:r>
              <a:rPr lang="en-US" altLang="zh-CN" sz="2000" baseline="0">
                <a:ea typeface="宋体" panose="02010600030101010101" pitchFamily="2" charset="-122"/>
              </a:rPr>
              <a:t> If the system creates 1000 frames per second, this is 1 frame per millisecond. The load is 1. In this case S = G× e</a:t>
            </a:r>
            <a:r>
              <a:rPr lang="en-US" altLang="zh-CN" sz="2000" baseline="30000">
                <a:ea typeface="宋体" panose="02010600030101010101" pitchFamily="2" charset="-122"/>
              </a:rPr>
              <a:t>−2 G</a:t>
            </a:r>
            <a:r>
              <a:rPr lang="en-US" altLang="zh-CN" sz="2000" baseline="0">
                <a:ea typeface="宋体" panose="02010600030101010101" pitchFamily="2" charset="-122"/>
              </a:rPr>
              <a:t> or S = 0.135 (13.5 percent). This means that the throughput is 1000 × 0.135 = 135 frames. Only 135 frames out of 1000 will probably survive.</a:t>
            </a:r>
          </a:p>
          <a:p>
            <a:r>
              <a:rPr lang="zh-CN" altLang="en-US" sz="2000" i="0" baseline="0">
                <a:ea typeface="宋体" panose="02010600030101010101" pitchFamily="2" charset="-122"/>
              </a:rPr>
              <a:t>解：帧的传输时间是：</a:t>
            </a:r>
            <a:r>
              <a:rPr lang="en-US" altLang="zh-CN" sz="2000" i="0" baseline="0">
                <a:ea typeface="宋体" panose="02010600030101010101" pitchFamily="2" charset="-122"/>
              </a:rPr>
              <a:t>200/200 kbps = 1 ms</a:t>
            </a:r>
            <a:r>
              <a:rPr lang="zh-CN" altLang="en-US" sz="2000" i="0" baseline="0">
                <a:ea typeface="宋体" panose="02010600030101010101" pitchFamily="2" charset="-122"/>
              </a:rPr>
              <a:t>。</a:t>
            </a:r>
            <a:endParaRPr lang="en-US" altLang="zh-CN" sz="2000" i="0" baseline="0">
              <a:ea typeface="宋体" panose="02010600030101010101" pitchFamily="2" charset="-122"/>
            </a:endParaRPr>
          </a:p>
          <a:p>
            <a:r>
              <a:rPr lang="en-US" altLang="zh-CN" sz="2000" i="0" baseline="0">
                <a:ea typeface="宋体" panose="02010600030101010101" pitchFamily="2" charset="-122"/>
              </a:rPr>
              <a:t>a. </a:t>
            </a:r>
            <a:r>
              <a:rPr lang="zh-CN" altLang="en-US" sz="2000" i="0" baseline="0">
                <a:ea typeface="宋体" panose="02010600030101010101" pitchFamily="2" charset="-122"/>
              </a:rPr>
              <a:t>每秒</a:t>
            </a:r>
            <a:r>
              <a:rPr lang="en-US" altLang="zh-CN" sz="2000" i="0" baseline="0">
                <a:ea typeface="宋体" panose="02010600030101010101" pitchFamily="2" charset="-122"/>
              </a:rPr>
              <a:t>1000</a:t>
            </a:r>
            <a:r>
              <a:rPr lang="zh-CN" altLang="en-US" sz="2000" i="0" baseline="0">
                <a:ea typeface="宋体" panose="02010600030101010101" pitchFamily="2" charset="-122"/>
              </a:rPr>
              <a:t>个帧，即 </a:t>
            </a:r>
            <a:r>
              <a:rPr lang="en-US" altLang="zh-CN" sz="2000" i="0" baseline="0">
                <a:ea typeface="宋体" panose="02010600030101010101" pitchFamily="2" charset="-122"/>
              </a:rPr>
              <a:t>1</a:t>
            </a:r>
            <a:r>
              <a:rPr lang="zh-CN" altLang="en-US" sz="2000" i="0" baseline="0">
                <a:ea typeface="宋体" panose="02010600030101010101" pitchFamily="2" charset="-122"/>
              </a:rPr>
              <a:t>帧</a:t>
            </a:r>
            <a:r>
              <a:rPr lang="en-US" altLang="zh-CN" sz="2000" i="0" baseline="0">
                <a:ea typeface="宋体" panose="02010600030101010101" pitchFamily="2" charset="-122"/>
              </a:rPr>
              <a:t>/ms</a:t>
            </a:r>
            <a:r>
              <a:rPr lang="zh-CN" altLang="en-US" sz="2000" i="0" baseline="0">
                <a:ea typeface="宋体" panose="02010600030101010101" pitchFamily="2" charset="-122"/>
              </a:rPr>
              <a:t>。负载为</a:t>
            </a:r>
            <a:r>
              <a:rPr lang="en-US" altLang="zh-CN" sz="2000" i="0" baseline="0">
                <a:ea typeface="宋体" panose="02010600030101010101" pitchFamily="2" charset="-122"/>
              </a:rPr>
              <a:t>1</a:t>
            </a:r>
            <a:r>
              <a:rPr lang="zh-CN" altLang="en-US" sz="2000" i="0" baseline="0">
                <a:ea typeface="宋体" panose="02010600030101010101" pitchFamily="2" charset="-122"/>
              </a:rPr>
              <a:t>，带入公式，得到吞吐量</a:t>
            </a:r>
            <a:endParaRPr lang="en-US" altLang="zh-CN" sz="2000" i="0" baseline="0">
              <a:ea typeface="宋体" panose="02010600030101010101" pitchFamily="2" charset="-122"/>
            </a:endParaRPr>
          </a:p>
          <a:p>
            <a:r>
              <a:rPr lang="en-US" altLang="zh-CN" sz="2000" i="0" baseline="0">
                <a:ea typeface="宋体" panose="02010600030101010101" pitchFamily="2" charset="-122"/>
              </a:rPr>
              <a:t>     S = G× e</a:t>
            </a:r>
            <a:r>
              <a:rPr lang="en-US" altLang="zh-CN" sz="2000" i="0" baseline="30000">
                <a:ea typeface="宋体" panose="02010600030101010101" pitchFamily="2" charset="-122"/>
              </a:rPr>
              <a:t>−2 G</a:t>
            </a:r>
            <a:r>
              <a:rPr lang="en-US" altLang="zh-CN" sz="2000" i="0" baseline="0">
                <a:ea typeface="宋体" panose="02010600030101010101" pitchFamily="2" charset="-122"/>
              </a:rPr>
              <a:t>  = 0.135 (13.5%)</a:t>
            </a:r>
            <a:r>
              <a:rPr lang="zh-CN" altLang="en-US" sz="2000" i="0" baseline="0">
                <a:ea typeface="宋体" panose="02010600030101010101" pitchFamily="2" charset="-122"/>
              </a:rPr>
              <a:t>。即</a:t>
            </a:r>
            <a:r>
              <a:rPr lang="en-US" altLang="zh-CN" sz="2000" i="0" baseline="0">
                <a:ea typeface="宋体" panose="02010600030101010101" pitchFamily="2" charset="-122"/>
              </a:rPr>
              <a:t>1000</a:t>
            </a:r>
            <a:r>
              <a:rPr lang="zh-CN" altLang="en-US" sz="2000" i="0" baseline="0">
                <a:ea typeface="宋体" panose="02010600030101010101" pitchFamily="2" charset="-122"/>
              </a:rPr>
              <a:t>个发送帧中，仅有</a:t>
            </a:r>
            <a:r>
              <a:rPr lang="en-US" altLang="zh-CN" sz="2000" i="0" baseline="0">
                <a:ea typeface="宋体" panose="02010600030101010101" pitchFamily="2" charset="-122"/>
              </a:rPr>
              <a:t>135</a:t>
            </a:r>
            <a:r>
              <a:rPr lang="zh-CN" altLang="en-US" sz="2000" i="0" baseline="0">
                <a:ea typeface="宋体" panose="02010600030101010101" pitchFamily="2" charset="-122"/>
              </a:rPr>
              <a:t>个帧无冲突地顺利通过。</a:t>
            </a:r>
            <a:r>
              <a:rPr lang="en-US" altLang="zh-CN" sz="2000" i="0" baseline="0">
                <a:ea typeface="宋体" panose="02010600030101010101" pitchFamily="2" charset="-122"/>
              </a:rPr>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1">
            <a:extLst>
              <a:ext uri="{FF2B5EF4-FFF2-40B4-BE49-F238E27FC236}">
                <a16:creationId xmlns:a16="http://schemas.microsoft.com/office/drawing/2014/main" id="{51C24050-2C2C-D599-D1A7-B1F3B0E8421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7900BFE1-13E6-4121-A048-64CA704F82DD}" type="slidenum">
              <a:rPr lang="en-US" altLang="zh-CN" sz="2000" i="0" baseline="0">
                <a:solidFill>
                  <a:schemeClr val="bg2"/>
                </a:solidFill>
                <a:latin typeface="Arial" panose="020B0604020202020204" pitchFamily="34" charset="0"/>
              </a:rPr>
              <a:pPr/>
              <a:t>13</a:t>
            </a:fld>
            <a:endParaRPr lang="en-US" altLang="zh-CN" sz="2000" i="0" baseline="0">
              <a:solidFill>
                <a:schemeClr val="bg2"/>
              </a:solidFill>
              <a:latin typeface="Arial" panose="020B0604020202020204" pitchFamily="34" charset="0"/>
            </a:endParaRPr>
          </a:p>
        </p:txBody>
      </p:sp>
      <p:sp>
        <p:nvSpPr>
          <p:cNvPr id="15363" name="Rectangle 2">
            <a:extLst>
              <a:ext uri="{FF2B5EF4-FFF2-40B4-BE49-F238E27FC236}">
                <a16:creationId xmlns:a16="http://schemas.microsoft.com/office/drawing/2014/main" id="{6CD64988-01DE-2D37-5F8A-E10E221A810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5364" name="Rectangle 3">
            <a:extLst>
              <a:ext uri="{FF2B5EF4-FFF2-40B4-BE49-F238E27FC236}">
                <a16:creationId xmlns:a16="http://schemas.microsoft.com/office/drawing/2014/main" id="{E74C5EC9-F0B0-9631-F9BC-B56BF031C93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5365" name="Rectangle 4">
            <a:extLst>
              <a:ext uri="{FF2B5EF4-FFF2-40B4-BE49-F238E27FC236}">
                <a16:creationId xmlns:a16="http://schemas.microsoft.com/office/drawing/2014/main" id="{30A58762-5588-456E-37D6-4E9CD7D36090}"/>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5366" name="Rectangle 5">
            <a:extLst>
              <a:ext uri="{FF2B5EF4-FFF2-40B4-BE49-F238E27FC236}">
                <a16:creationId xmlns:a16="http://schemas.microsoft.com/office/drawing/2014/main" id="{42137A14-3C6B-A789-B694-87FF920B38E2}"/>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5367" name="Rectangle 6">
            <a:extLst>
              <a:ext uri="{FF2B5EF4-FFF2-40B4-BE49-F238E27FC236}">
                <a16:creationId xmlns:a16="http://schemas.microsoft.com/office/drawing/2014/main" id="{821D5296-46A2-97D5-5A6B-84B4222C510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5368" name="Rectangle 7">
            <a:extLst>
              <a:ext uri="{FF2B5EF4-FFF2-40B4-BE49-F238E27FC236}">
                <a16:creationId xmlns:a16="http://schemas.microsoft.com/office/drawing/2014/main" id="{4BB88435-5C59-7E66-2FA2-94D336F5E53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5369" name="Rectangle 8">
            <a:extLst>
              <a:ext uri="{FF2B5EF4-FFF2-40B4-BE49-F238E27FC236}">
                <a16:creationId xmlns:a16="http://schemas.microsoft.com/office/drawing/2014/main" id="{823D6C30-5AA2-0828-76B4-4E550404227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5370" name="Text Box 10">
            <a:extLst>
              <a:ext uri="{FF2B5EF4-FFF2-40B4-BE49-F238E27FC236}">
                <a16:creationId xmlns:a16="http://schemas.microsoft.com/office/drawing/2014/main" id="{75448CBB-DA2B-0D51-8555-4F4E89AF7FF9}"/>
              </a:ext>
            </a:extLst>
          </p:cNvPr>
          <p:cNvSpPr txBox="1">
            <a:spLocks noChangeArrowheads="1"/>
          </p:cNvSpPr>
          <p:nvPr/>
        </p:nvSpPr>
        <p:spPr bwMode="auto">
          <a:xfrm>
            <a:off x="1143000" y="0"/>
            <a:ext cx="45291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baseline="0">
                <a:solidFill>
                  <a:schemeClr val="hlink"/>
                </a:solidFill>
                <a:ea typeface="宋体" panose="02010600030101010101" pitchFamily="2" charset="-122"/>
              </a:rPr>
              <a:t>Example 12.3 (continued)</a:t>
            </a:r>
          </a:p>
        </p:txBody>
      </p:sp>
      <p:sp>
        <p:nvSpPr>
          <p:cNvPr id="15371" name="Rectangle 11">
            <a:extLst>
              <a:ext uri="{FF2B5EF4-FFF2-40B4-BE49-F238E27FC236}">
                <a16:creationId xmlns:a16="http://schemas.microsoft.com/office/drawing/2014/main" id="{06845078-7D86-8799-837D-DE8AFEB35735}"/>
              </a:ext>
            </a:extLst>
          </p:cNvPr>
          <p:cNvSpPr>
            <a:spLocks noChangeArrowheads="1"/>
          </p:cNvSpPr>
          <p:nvPr/>
        </p:nvSpPr>
        <p:spPr bwMode="auto">
          <a:xfrm>
            <a:off x="228600" y="838200"/>
            <a:ext cx="8686800" cy="50165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baseline="0">
                <a:solidFill>
                  <a:schemeClr val="hlink"/>
                </a:solidFill>
                <a:ea typeface="宋体" panose="02010600030101010101" pitchFamily="2" charset="-122"/>
              </a:rPr>
              <a:t>b.</a:t>
            </a:r>
            <a:r>
              <a:rPr lang="en-US" altLang="zh-CN" sz="2000" baseline="0">
                <a:ea typeface="宋体" panose="02010600030101010101" pitchFamily="2" charset="-122"/>
              </a:rPr>
              <a:t> If the system creates 500 frames per second, this is (1/2) frame per millisecond. The load is (1/2). In this case S = G × e </a:t>
            </a:r>
            <a:r>
              <a:rPr lang="en-US" altLang="zh-CN" sz="2000" baseline="30000">
                <a:ea typeface="宋体" panose="02010600030101010101" pitchFamily="2" charset="-122"/>
              </a:rPr>
              <a:t>−2G</a:t>
            </a:r>
            <a:r>
              <a:rPr lang="en-US" altLang="zh-CN" sz="2000" baseline="0">
                <a:ea typeface="宋体" panose="02010600030101010101" pitchFamily="2" charset="-122"/>
              </a:rPr>
              <a:t> or S = 0.184 (18.4 percent). This means that the throughput is 500 × 0.184 = 92 and that  only 92 frames out of 500 will probably survive. Note that this is the maximum throughput case, percentagewise.</a:t>
            </a:r>
          </a:p>
          <a:p>
            <a:r>
              <a:rPr lang="zh-CN" altLang="en-US" sz="2000" i="0" baseline="0">
                <a:ea typeface="宋体" panose="02010600030101010101" pitchFamily="2" charset="-122"/>
              </a:rPr>
              <a:t>解：</a:t>
            </a:r>
            <a:r>
              <a:rPr lang="en-US" altLang="zh-CN" sz="2000" i="0" baseline="0">
                <a:ea typeface="宋体" panose="02010600030101010101" pitchFamily="2" charset="-122"/>
              </a:rPr>
              <a:t> </a:t>
            </a:r>
            <a:r>
              <a:rPr lang="zh-CN" altLang="en-US" sz="2000" i="0" baseline="0">
                <a:ea typeface="宋体" panose="02010600030101010101" pitchFamily="2" charset="-122"/>
              </a:rPr>
              <a:t>每秒</a:t>
            </a:r>
            <a:r>
              <a:rPr lang="en-US" altLang="zh-CN" sz="2000" i="0" baseline="0">
                <a:ea typeface="宋体" panose="02010600030101010101" pitchFamily="2" charset="-122"/>
              </a:rPr>
              <a:t>500</a:t>
            </a:r>
            <a:r>
              <a:rPr lang="zh-CN" altLang="en-US" sz="2000" i="0" baseline="0">
                <a:ea typeface="宋体" panose="02010600030101010101" pitchFamily="2" charset="-122"/>
              </a:rPr>
              <a:t>个帧，即 </a:t>
            </a:r>
            <a:r>
              <a:rPr lang="en-US" altLang="zh-CN" sz="2000" i="0" baseline="0">
                <a:ea typeface="宋体" panose="02010600030101010101" pitchFamily="2" charset="-122"/>
              </a:rPr>
              <a:t>0.5</a:t>
            </a:r>
            <a:r>
              <a:rPr lang="zh-CN" altLang="en-US" sz="2000" i="0" baseline="0">
                <a:ea typeface="宋体" panose="02010600030101010101" pitchFamily="2" charset="-122"/>
              </a:rPr>
              <a:t>帧</a:t>
            </a:r>
            <a:r>
              <a:rPr lang="en-US" altLang="zh-CN" sz="2000" i="0" baseline="0">
                <a:ea typeface="宋体" panose="02010600030101010101" pitchFamily="2" charset="-122"/>
              </a:rPr>
              <a:t>/ms</a:t>
            </a:r>
            <a:r>
              <a:rPr lang="zh-CN" altLang="en-US" sz="2000" i="0" baseline="0">
                <a:ea typeface="宋体" panose="02010600030101010101" pitchFamily="2" charset="-122"/>
              </a:rPr>
              <a:t>。负载为</a:t>
            </a:r>
            <a:r>
              <a:rPr lang="en-US" altLang="zh-CN" sz="2000" i="0" baseline="0">
                <a:ea typeface="宋体" panose="02010600030101010101" pitchFamily="2" charset="-122"/>
              </a:rPr>
              <a:t>0.5</a:t>
            </a:r>
            <a:r>
              <a:rPr lang="zh-CN" altLang="en-US" sz="2000" i="0" baseline="0">
                <a:ea typeface="宋体" panose="02010600030101010101" pitchFamily="2" charset="-122"/>
              </a:rPr>
              <a:t>，带入公式，得到吞吐量</a:t>
            </a:r>
            <a:endParaRPr lang="en-US" altLang="zh-CN" sz="2000" i="0" baseline="0">
              <a:ea typeface="宋体" panose="02010600030101010101" pitchFamily="2" charset="-122"/>
            </a:endParaRPr>
          </a:p>
          <a:p>
            <a:r>
              <a:rPr lang="en-US" altLang="zh-CN" sz="2000" i="0" baseline="0">
                <a:ea typeface="宋体" panose="02010600030101010101" pitchFamily="2" charset="-122"/>
              </a:rPr>
              <a:t>     S = G× e</a:t>
            </a:r>
            <a:r>
              <a:rPr lang="en-US" altLang="zh-CN" sz="2000" i="0" baseline="30000">
                <a:ea typeface="宋体" panose="02010600030101010101" pitchFamily="2" charset="-122"/>
              </a:rPr>
              <a:t>−2 G</a:t>
            </a:r>
            <a:r>
              <a:rPr lang="en-US" altLang="zh-CN" sz="2000" i="0" baseline="0">
                <a:ea typeface="宋体" panose="02010600030101010101" pitchFamily="2" charset="-122"/>
              </a:rPr>
              <a:t>  = 0.184 (18.4%)</a:t>
            </a:r>
            <a:r>
              <a:rPr lang="zh-CN" altLang="en-US" sz="2000" i="0" baseline="0">
                <a:ea typeface="宋体" panose="02010600030101010101" pitchFamily="2" charset="-122"/>
              </a:rPr>
              <a:t>。即</a:t>
            </a:r>
            <a:r>
              <a:rPr lang="en-US" altLang="zh-CN" sz="2000" i="0" baseline="0">
                <a:ea typeface="宋体" panose="02010600030101010101" pitchFamily="2" charset="-122"/>
              </a:rPr>
              <a:t>500</a:t>
            </a:r>
            <a:r>
              <a:rPr lang="zh-CN" altLang="en-US" sz="2000" i="0" baseline="0">
                <a:ea typeface="宋体" panose="02010600030101010101" pitchFamily="2" charset="-122"/>
              </a:rPr>
              <a:t>个发送帧中，约有</a:t>
            </a:r>
            <a:r>
              <a:rPr lang="en-US" altLang="zh-CN" sz="2000" i="0" baseline="0">
                <a:ea typeface="宋体" panose="02010600030101010101" pitchFamily="2" charset="-122"/>
              </a:rPr>
              <a:t>500</a:t>
            </a:r>
            <a:r>
              <a:rPr lang="zh-CN" altLang="en-US" sz="2000" i="0" baseline="0">
                <a:ea typeface="宋体" panose="02010600030101010101" pitchFamily="2" charset="-122"/>
              </a:rPr>
              <a:t>*</a:t>
            </a:r>
            <a:r>
              <a:rPr lang="en-US" altLang="zh-CN" sz="2000" i="0" baseline="0">
                <a:ea typeface="宋体" panose="02010600030101010101" pitchFamily="2" charset="-122"/>
              </a:rPr>
              <a:t>0.184=92</a:t>
            </a:r>
            <a:r>
              <a:rPr lang="zh-CN" altLang="en-US" sz="2000" i="0" baseline="0">
                <a:ea typeface="宋体" panose="02010600030101010101" pitchFamily="2" charset="-122"/>
              </a:rPr>
              <a:t>个帧无冲突地顺利通过。</a:t>
            </a:r>
            <a:r>
              <a:rPr lang="en-US" altLang="zh-CN" sz="2000" i="0" baseline="0">
                <a:ea typeface="宋体" panose="02010600030101010101" pitchFamily="2" charset="-122"/>
              </a:rPr>
              <a:t> </a:t>
            </a:r>
          </a:p>
          <a:p>
            <a:r>
              <a:rPr lang="en-US" altLang="zh-CN" sz="2000" baseline="0">
                <a:solidFill>
                  <a:schemeClr val="hlink"/>
                </a:solidFill>
                <a:ea typeface="宋体" panose="02010600030101010101" pitchFamily="2" charset="-122"/>
              </a:rPr>
              <a:t>c.</a:t>
            </a:r>
            <a:r>
              <a:rPr lang="en-US" altLang="zh-CN" sz="2000" baseline="0">
                <a:ea typeface="宋体" panose="02010600030101010101" pitchFamily="2" charset="-122"/>
              </a:rPr>
              <a:t> If the system creates 250 frames per second, this is (1/4) frame per millisecond. The load is (1/4). In this case S = G × e −</a:t>
            </a:r>
            <a:r>
              <a:rPr lang="en-US" altLang="zh-CN" sz="2000" baseline="30000">
                <a:ea typeface="宋体" panose="02010600030101010101" pitchFamily="2" charset="-122"/>
              </a:rPr>
              <a:t>2G</a:t>
            </a:r>
            <a:r>
              <a:rPr lang="en-US" altLang="zh-CN" sz="2000" baseline="0">
                <a:ea typeface="宋体" panose="02010600030101010101" pitchFamily="2" charset="-122"/>
              </a:rPr>
              <a:t> or S = 0.152 (15.2 percent). This means that the throughput is 250 × 0.152 = 38. Only 38  frames out of 250 will probably survive.</a:t>
            </a:r>
          </a:p>
          <a:p>
            <a:r>
              <a:rPr lang="zh-CN" altLang="en-US" sz="2000" i="0" baseline="0">
                <a:ea typeface="宋体" panose="02010600030101010101" pitchFamily="2" charset="-122"/>
              </a:rPr>
              <a:t>解：</a:t>
            </a:r>
            <a:r>
              <a:rPr lang="en-US" altLang="zh-CN" sz="2000" i="0" baseline="0">
                <a:ea typeface="宋体" panose="02010600030101010101" pitchFamily="2" charset="-122"/>
              </a:rPr>
              <a:t> </a:t>
            </a:r>
            <a:r>
              <a:rPr lang="zh-CN" altLang="en-US" sz="2000" i="0" baseline="0">
                <a:ea typeface="宋体" panose="02010600030101010101" pitchFamily="2" charset="-122"/>
              </a:rPr>
              <a:t>每秒</a:t>
            </a:r>
            <a:r>
              <a:rPr lang="en-US" altLang="zh-CN" sz="2000" i="0" baseline="0">
                <a:ea typeface="宋体" panose="02010600030101010101" pitchFamily="2" charset="-122"/>
              </a:rPr>
              <a:t>250</a:t>
            </a:r>
            <a:r>
              <a:rPr lang="zh-CN" altLang="en-US" sz="2000" i="0" baseline="0">
                <a:ea typeface="宋体" panose="02010600030101010101" pitchFamily="2" charset="-122"/>
              </a:rPr>
              <a:t>个帧，即 </a:t>
            </a:r>
            <a:r>
              <a:rPr lang="en-US" altLang="zh-CN" sz="2000" i="0" baseline="0">
                <a:ea typeface="宋体" panose="02010600030101010101" pitchFamily="2" charset="-122"/>
              </a:rPr>
              <a:t>0.25</a:t>
            </a:r>
            <a:r>
              <a:rPr lang="zh-CN" altLang="en-US" sz="2000" i="0" baseline="0">
                <a:ea typeface="宋体" panose="02010600030101010101" pitchFamily="2" charset="-122"/>
              </a:rPr>
              <a:t>帧</a:t>
            </a:r>
            <a:r>
              <a:rPr lang="en-US" altLang="zh-CN" sz="2000" i="0" baseline="0">
                <a:ea typeface="宋体" panose="02010600030101010101" pitchFamily="2" charset="-122"/>
              </a:rPr>
              <a:t>/ms</a:t>
            </a:r>
            <a:r>
              <a:rPr lang="zh-CN" altLang="en-US" sz="2000" i="0" baseline="0">
                <a:ea typeface="宋体" panose="02010600030101010101" pitchFamily="2" charset="-122"/>
              </a:rPr>
              <a:t>。负载为</a:t>
            </a:r>
            <a:r>
              <a:rPr lang="en-US" altLang="zh-CN" sz="2000" i="0" baseline="0">
                <a:ea typeface="宋体" panose="02010600030101010101" pitchFamily="2" charset="-122"/>
              </a:rPr>
              <a:t>0.25</a:t>
            </a:r>
            <a:r>
              <a:rPr lang="zh-CN" altLang="en-US" sz="2000" i="0" baseline="0">
                <a:ea typeface="宋体" panose="02010600030101010101" pitchFamily="2" charset="-122"/>
              </a:rPr>
              <a:t>，带入公式，得到吞吐量</a:t>
            </a:r>
            <a:endParaRPr lang="en-US" altLang="zh-CN" sz="2000" i="0" baseline="0">
              <a:ea typeface="宋体" panose="02010600030101010101" pitchFamily="2" charset="-122"/>
            </a:endParaRPr>
          </a:p>
          <a:p>
            <a:r>
              <a:rPr lang="en-US" altLang="zh-CN" sz="2000" i="0" baseline="0">
                <a:ea typeface="宋体" panose="02010600030101010101" pitchFamily="2" charset="-122"/>
              </a:rPr>
              <a:t>     S = G× e</a:t>
            </a:r>
            <a:r>
              <a:rPr lang="en-US" altLang="zh-CN" sz="2000" i="0" baseline="30000">
                <a:ea typeface="宋体" panose="02010600030101010101" pitchFamily="2" charset="-122"/>
              </a:rPr>
              <a:t>−2 G</a:t>
            </a:r>
            <a:r>
              <a:rPr lang="en-US" altLang="zh-CN" sz="2000" i="0" baseline="0">
                <a:ea typeface="宋体" panose="02010600030101010101" pitchFamily="2" charset="-122"/>
              </a:rPr>
              <a:t>  = 0.152 (15.2%)</a:t>
            </a:r>
            <a:r>
              <a:rPr lang="zh-CN" altLang="en-US" sz="2000" i="0" baseline="0">
                <a:ea typeface="宋体" panose="02010600030101010101" pitchFamily="2" charset="-122"/>
              </a:rPr>
              <a:t>。即</a:t>
            </a:r>
            <a:r>
              <a:rPr lang="en-US" altLang="zh-CN" sz="2000" i="0" baseline="0">
                <a:ea typeface="宋体" panose="02010600030101010101" pitchFamily="2" charset="-122"/>
              </a:rPr>
              <a:t>250</a:t>
            </a:r>
            <a:r>
              <a:rPr lang="zh-CN" altLang="en-US" sz="2000" i="0" baseline="0">
                <a:ea typeface="宋体" panose="02010600030101010101" pitchFamily="2" charset="-122"/>
              </a:rPr>
              <a:t>个发送帧中，约有</a:t>
            </a:r>
            <a:r>
              <a:rPr lang="en-US" altLang="zh-CN" sz="2000" i="0" baseline="0">
                <a:ea typeface="宋体" panose="02010600030101010101" pitchFamily="2" charset="-122"/>
              </a:rPr>
              <a:t>250</a:t>
            </a:r>
            <a:r>
              <a:rPr lang="zh-CN" altLang="en-US" sz="2000" i="0" baseline="0">
                <a:ea typeface="宋体" panose="02010600030101010101" pitchFamily="2" charset="-122"/>
              </a:rPr>
              <a:t>*</a:t>
            </a:r>
            <a:r>
              <a:rPr lang="en-US" altLang="zh-CN" sz="2000" i="0" baseline="0">
                <a:ea typeface="宋体" panose="02010600030101010101" pitchFamily="2" charset="-122"/>
              </a:rPr>
              <a:t>0.152=38</a:t>
            </a:r>
            <a:r>
              <a:rPr lang="zh-CN" altLang="en-US" sz="2000" i="0" baseline="0">
                <a:ea typeface="宋体" panose="02010600030101010101" pitchFamily="2" charset="-122"/>
              </a:rPr>
              <a:t>个帧无冲突地顺利通过。</a:t>
            </a:r>
            <a:r>
              <a:rPr lang="en-US" altLang="zh-CN" sz="2000" i="0" baseline="0">
                <a:ea typeface="宋体" panose="02010600030101010101" pitchFamily="2" charset="-122"/>
              </a:rPr>
              <a:t> </a:t>
            </a:r>
          </a:p>
          <a:p>
            <a:endParaRPr lang="en-US" altLang="zh-CN" sz="2000" baseline="0">
              <a:ea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1">
            <a:extLst>
              <a:ext uri="{FF2B5EF4-FFF2-40B4-BE49-F238E27FC236}">
                <a16:creationId xmlns:a16="http://schemas.microsoft.com/office/drawing/2014/main" id="{6E2A8767-95EA-A123-DFE4-89D688D0935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7E18A17E-7EBB-4884-B288-D19B93714BF9}" type="slidenum">
              <a:rPr lang="en-US" altLang="zh-CN" sz="2000" i="0" baseline="0">
                <a:solidFill>
                  <a:schemeClr val="bg2"/>
                </a:solidFill>
                <a:latin typeface="Arial" panose="020B0604020202020204" pitchFamily="34" charset="0"/>
              </a:rPr>
              <a:pPr/>
              <a:t>14</a:t>
            </a:fld>
            <a:endParaRPr lang="en-US" altLang="zh-CN" sz="2000" i="0" baseline="0">
              <a:solidFill>
                <a:schemeClr val="bg2"/>
              </a:solidFill>
              <a:latin typeface="Arial" panose="020B0604020202020204" pitchFamily="34" charset="0"/>
            </a:endParaRPr>
          </a:p>
        </p:txBody>
      </p:sp>
      <p:sp>
        <p:nvSpPr>
          <p:cNvPr id="16387" name="Line 2">
            <a:extLst>
              <a:ext uri="{FF2B5EF4-FFF2-40B4-BE49-F238E27FC236}">
                <a16:creationId xmlns:a16="http://schemas.microsoft.com/office/drawing/2014/main" id="{FAF2B083-8223-F776-B394-28D11DD1CBFF}"/>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8" name="Line 3">
            <a:extLst>
              <a:ext uri="{FF2B5EF4-FFF2-40B4-BE49-F238E27FC236}">
                <a16:creationId xmlns:a16="http://schemas.microsoft.com/office/drawing/2014/main" id="{3BF08859-2E21-2B48-327F-02E4BC6D2538}"/>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389" name="Text Box 4">
            <a:extLst>
              <a:ext uri="{FF2B5EF4-FFF2-40B4-BE49-F238E27FC236}">
                <a16:creationId xmlns:a16="http://schemas.microsoft.com/office/drawing/2014/main" id="{B56F8785-D947-0D7C-4102-3FC991DCC78C}"/>
              </a:ext>
            </a:extLst>
          </p:cNvPr>
          <p:cNvSpPr txBox="1">
            <a:spLocks noChangeArrowheads="1"/>
          </p:cNvSpPr>
          <p:nvPr/>
        </p:nvSpPr>
        <p:spPr bwMode="auto">
          <a:xfrm>
            <a:off x="304800" y="381000"/>
            <a:ext cx="56896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12.6  </a:t>
            </a:r>
            <a:r>
              <a:rPr lang="en-US" altLang="zh-CN" sz="2000" baseline="0">
                <a:ea typeface="宋体" panose="02010600030101010101" pitchFamily="2" charset="-122"/>
              </a:rPr>
              <a:t>Frames in a slotted ALOHA network</a:t>
            </a:r>
          </a:p>
          <a:p>
            <a:endParaRPr lang="en-US" altLang="zh-CN" sz="2000" baseline="0">
              <a:ea typeface="宋体" panose="02010600030101010101" pitchFamily="2" charset="-122"/>
            </a:endParaRPr>
          </a:p>
          <a:p>
            <a:r>
              <a:rPr lang="zh-CN" altLang="en-US" sz="2000" i="0" baseline="0">
                <a:ea typeface="宋体" panose="02010600030101010101" pitchFamily="2" charset="-122"/>
              </a:rPr>
              <a:t>时隙</a:t>
            </a:r>
            <a:r>
              <a:rPr lang="en-US" altLang="zh-CN" sz="2000" i="0" baseline="0">
                <a:ea typeface="宋体" panose="02010600030101010101" pitchFamily="2" charset="-122"/>
              </a:rPr>
              <a:t>ALOHA</a:t>
            </a:r>
            <a:r>
              <a:rPr lang="zh-CN" altLang="en-US" sz="2000" i="0" baseline="0">
                <a:ea typeface="宋体" panose="02010600030101010101" pitchFamily="2" charset="-122"/>
              </a:rPr>
              <a:t>网络中的帧</a:t>
            </a:r>
            <a:endParaRPr lang="en-US" altLang="zh-CN" sz="2000" i="0" baseline="0">
              <a:ea typeface="宋体" panose="02010600030101010101" pitchFamily="2" charset="-122"/>
            </a:endParaRPr>
          </a:p>
          <a:p>
            <a:endParaRPr lang="en-US" altLang="zh-CN" sz="2000" i="0" baseline="0">
              <a:ea typeface="宋体" panose="02010600030101010101" pitchFamily="2" charset="-122"/>
            </a:endParaRPr>
          </a:p>
        </p:txBody>
      </p:sp>
      <p:sp>
        <p:nvSpPr>
          <p:cNvPr id="16390" name="Line 5">
            <a:extLst>
              <a:ext uri="{FF2B5EF4-FFF2-40B4-BE49-F238E27FC236}">
                <a16:creationId xmlns:a16="http://schemas.microsoft.com/office/drawing/2014/main" id="{4AC8BB80-ECEB-44E9-FB00-90197524F5C4}"/>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6391" name="Picture 7">
            <a:extLst>
              <a:ext uri="{FF2B5EF4-FFF2-40B4-BE49-F238E27FC236}">
                <a16:creationId xmlns:a16="http://schemas.microsoft.com/office/drawing/2014/main" id="{4999969F-5636-A8D2-CD44-F865FCF1E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938" y="1433513"/>
            <a:ext cx="8501062" cy="397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1">
            <a:extLst>
              <a:ext uri="{FF2B5EF4-FFF2-40B4-BE49-F238E27FC236}">
                <a16:creationId xmlns:a16="http://schemas.microsoft.com/office/drawing/2014/main" id="{23431554-BBAE-AF91-C9E7-D416B308267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29476F0B-18E4-4DF3-B985-5A43A69011D1}" type="slidenum">
              <a:rPr lang="en-US" altLang="zh-CN" sz="2000" i="0" baseline="0">
                <a:solidFill>
                  <a:schemeClr val="bg2"/>
                </a:solidFill>
                <a:latin typeface="Arial" panose="020B0604020202020204" pitchFamily="34" charset="0"/>
              </a:rPr>
              <a:pPr/>
              <a:t>15</a:t>
            </a:fld>
            <a:endParaRPr lang="en-US" altLang="zh-CN" sz="2000" i="0" baseline="0">
              <a:solidFill>
                <a:schemeClr val="bg2"/>
              </a:solidFill>
              <a:latin typeface="Arial" panose="020B0604020202020204" pitchFamily="34" charset="0"/>
            </a:endParaRPr>
          </a:p>
        </p:txBody>
      </p:sp>
      <p:sp>
        <p:nvSpPr>
          <p:cNvPr id="17411" name="Line 2">
            <a:extLst>
              <a:ext uri="{FF2B5EF4-FFF2-40B4-BE49-F238E27FC236}">
                <a16:creationId xmlns:a16="http://schemas.microsoft.com/office/drawing/2014/main" id="{207553FB-A096-2D1F-7EFD-95CBEF8CA45F}"/>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2" name="Line 3">
            <a:extLst>
              <a:ext uri="{FF2B5EF4-FFF2-40B4-BE49-F238E27FC236}">
                <a16:creationId xmlns:a16="http://schemas.microsoft.com/office/drawing/2014/main" id="{36AB4B2B-751D-9FFF-E38E-D322086171E2}"/>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3" name="Text Box 4">
            <a:extLst>
              <a:ext uri="{FF2B5EF4-FFF2-40B4-BE49-F238E27FC236}">
                <a16:creationId xmlns:a16="http://schemas.microsoft.com/office/drawing/2014/main" id="{270ADAAE-52D6-280F-1F7C-2D5B03E3CFA2}"/>
              </a:ext>
            </a:extLst>
          </p:cNvPr>
          <p:cNvSpPr txBox="1">
            <a:spLocks noChangeArrowheads="1"/>
          </p:cNvSpPr>
          <p:nvPr/>
        </p:nvSpPr>
        <p:spPr bwMode="auto">
          <a:xfrm>
            <a:off x="304800" y="381000"/>
            <a:ext cx="809148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12.7  </a:t>
            </a:r>
            <a:r>
              <a:rPr lang="en-US" altLang="zh-CN" sz="2000" baseline="0">
                <a:ea typeface="宋体" panose="02010600030101010101" pitchFamily="2" charset="-122"/>
              </a:rPr>
              <a:t>Vulnerable time for slotted ALOHA protocol</a:t>
            </a:r>
          </a:p>
          <a:p>
            <a:endParaRPr lang="en-US" altLang="zh-CN" sz="2000" baseline="0">
              <a:ea typeface="宋体" panose="02010600030101010101" pitchFamily="2" charset="-122"/>
            </a:endParaRPr>
          </a:p>
          <a:p>
            <a:r>
              <a:rPr lang="zh-CN" altLang="en-US" sz="2000" i="0" baseline="0">
                <a:ea typeface="宋体" panose="02010600030101010101" pitchFamily="2" charset="-122"/>
              </a:rPr>
              <a:t>时隙</a:t>
            </a:r>
            <a:r>
              <a:rPr lang="en-US" altLang="zh-CN" sz="2000" i="0" baseline="0">
                <a:ea typeface="宋体" panose="02010600030101010101" pitchFamily="2" charset="-122"/>
              </a:rPr>
              <a:t>ALOHA</a:t>
            </a:r>
            <a:r>
              <a:rPr lang="zh-CN" altLang="en-US" sz="2000" i="0" baseline="0">
                <a:ea typeface="宋体" panose="02010600030101010101" pitchFamily="2" charset="-122"/>
              </a:rPr>
              <a:t>网络中的帧，其可能的冲突时间是</a:t>
            </a:r>
            <a:r>
              <a:rPr lang="en-US" altLang="zh-CN" sz="2000" i="0" baseline="0">
                <a:ea typeface="宋体" panose="02010600030101010101" pitchFamily="2" charset="-122"/>
              </a:rPr>
              <a:t>1</a:t>
            </a:r>
            <a:r>
              <a:rPr lang="zh-CN" altLang="en-US" sz="2000" i="0" baseline="0">
                <a:ea typeface="宋体" panose="02010600030101010101" pitchFamily="2" charset="-122"/>
              </a:rPr>
              <a:t>个帧发送时间的</a:t>
            </a:r>
            <a:r>
              <a:rPr lang="en-US" altLang="zh-CN" sz="2000" i="0" baseline="0">
                <a:ea typeface="宋体" panose="02010600030101010101" pitchFamily="2" charset="-122"/>
              </a:rPr>
              <a:t>1</a:t>
            </a:r>
            <a:r>
              <a:rPr lang="zh-CN" altLang="en-US" sz="2000" i="0" baseline="0">
                <a:ea typeface="宋体" panose="02010600030101010101" pitchFamily="2" charset="-122"/>
              </a:rPr>
              <a:t>倍。</a:t>
            </a:r>
            <a:endParaRPr lang="en-US" altLang="zh-CN" sz="2000" i="0" baseline="0">
              <a:ea typeface="宋体" panose="02010600030101010101" pitchFamily="2" charset="-122"/>
            </a:endParaRPr>
          </a:p>
        </p:txBody>
      </p:sp>
      <p:sp>
        <p:nvSpPr>
          <p:cNvPr id="17414" name="Line 5">
            <a:extLst>
              <a:ext uri="{FF2B5EF4-FFF2-40B4-BE49-F238E27FC236}">
                <a16:creationId xmlns:a16="http://schemas.microsoft.com/office/drawing/2014/main" id="{9D61E834-4B8D-F459-EAF2-74780B6B13B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17415" name="Picture 7">
            <a:extLst>
              <a:ext uri="{FF2B5EF4-FFF2-40B4-BE49-F238E27FC236}">
                <a16:creationId xmlns:a16="http://schemas.microsoft.com/office/drawing/2014/main" id="{3AF55750-7ACE-F93A-1DB4-B10DA841C9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700" y="1430338"/>
            <a:ext cx="7632700" cy="4360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1">
            <a:extLst>
              <a:ext uri="{FF2B5EF4-FFF2-40B4-BE49-F238E27FC236}">
                <a16:creationId xmlns:a16="http://schemas.microsoft.com/office/drawing/2014/main" id="{88755885-1883-4949-F0AF-648B8EE8A5B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A7CEA49E-A40C-4698-B7C9-DDF1B97FB1A2}" type="slidenum">
              <a:rPr lang="en-US" altLang="zh-CN" sz="2000" i="0" baseline="0">
                <a:solidFill>
                  <a:schemeClr val="bg2"/>
                </a:solidFill>
                <a:latin typeface="Arial" panose="020B0604020202020204" pitchFamily="34" charset="0"/>
              </a:rPr>
              <a:pPr/>
              <a:t>16</a:t>
            </a:fld>
            <a:endParaRPr lang="en-US" altLang="zh-CN" sz="2000" i="0" baseline="0">
              <a:solidFill>
                <a:schemeClr val="bg2"/>
              </a:solidFill>
              <a:latin typeface="Arial" panose="020B0604020202020204" pitchFamily="34" charset="0"/>
            </a:endParaRPr>
          </a:p>
        </p:txBody>
      </p:sp>
      <p:sp>
        <p:nvSpPr>
          <p:cNvPr id="18435" name="Rectangle 2">
            <a:extLst>
              <a:ext uri="{FF2B5EF4-FFF2-40B4-BE49-F238E27FC236}">
                <a16:creationId xmlns:a16="http://schemas.microsoft.com/office/drawing/2014/main" id="{0D2A1BFB-11E2-42D3-A90E-55A907073869}"/>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8436" name="Rectangle 3">
            <a:extLst>
              <a:ext uri="{FF2B5EF4-FFF2-40B4-BE49-F238E27FC236}">
                <a16:creationId xmlns:a16="http://schemas.microsoft.com/office/drawing/2014/main" id="{DB5852BE-1482-ACF9-F689-E69962BBFBF6}"/>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8437" name="Rectangle 4">
            <a:extLst>
              <a:ext uri="{FF2B5EF4-FFF2-40B4-BE49-F238E27FC236}">
                <a16:creationId xmlns:a16="http://schemas.microsoft.com/office/drawing/2014/main" id="{C573C60E-CF50-0BCB-3FFF-3C4FD7E6E93D}"/>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8438" name="Rectangle 5">
            <a:extLst>
              <a:ext uri="{FF2B5EF4-FFF2-40B4-BE49-F238E27FC236}">
                <a16:creationId xmlns:a16="http://schemas.microsoft.com/office/drawing/2014/main" id="{45EC3FFC-BEE6-A26B-985F-16519BB0C614}"/>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8439" name="Rectangle 6">
            <a:extLst>
              <a:ext uri="{FF2B5EF4-FFF2-40B4-BE49-F238E27FC236}">
                <a16:creationId xmlns:a16="http://schemas.microsoft.com/office/drawing/2014/main" id="{FB739D5F-1D76-F1DE-DDC7-CC5BFA744D4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8440" name="Rectangle 7">
            <a:extLst>
              <a:ext uri="{FF2B5EF4-FFF2-40B4-BE49-F238E27FC236}">
                <a16:creationId xmlns:a16="http://schemas.microsoft.com/office/drawing/2014/main" id="{4700F369-F6CA-4858-2808-0E16E988C2BC}"/>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8441" name="Rectangle 8">
            <a:extLst>
              <a:ext uri="{FF2B5EF4-FFF2-40B4-BE49-F238E27FC236}">
                <a16:creationId xmlns:a16="http://schemas.microsoft.com/office/drawing/2014/main" id="{E7199CB5-C499-F72E-6E3A-3AD198A15011}"/>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8442" name="Line 9">
            <a:extLst>
              <a:ext uri="{FF2B5EF4-FFF2-40B4-BE49-F238E27FC236}">
                <a16:creationId xmlns:a16="http://schemas.microsoft.com/office/drawing/2014/main" id="{42503158-D5C0-0C22-B40C-0C0F13605895}"/>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3" name="Line 10">
            <a:extLst>
              <a:ext uri="{FF2B5EF4-FFF2-40B4-BE49-F238E27FC236}">
                <a16:creationId xmlns:a16="http://schemas.microsoft.com/office/drawing/2014/main" id="{0289FB9C-1351-B625-CE96-872A6CA920CB}"/>
              </a:ext>
            </a:extLst>
          </p:cNvPr>
          <p:cNvSpPr>
            <a:spLocks noChangeShapeType="1"/>
          </p:cNvSpPr>
          <p:nvPr/>
        </p:nvSpPr>
        <p:spPr bwMode="auto">
          <a:xfrm>
            <a:off x="515938" y="3962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444" name="Rectangle 11">
            <a:extLst>
              <a:ext uri="{FF2B5EF4-FFF2-40B4-BE49-F238E27FC236}">
                <a16:creationId xmlns:a16="http://schemas.microsoft.com/office/drawing/2014/main" id="{3A9C630E-9919-0FCE-430B-87B62348B370}"/>
              </a:ext>
            </a:extLst>
          </p:cNvPr>
          <p:cNvSpPr>
            <a:spLocks noChangeArrowheads="1"/>
          </p:cNvSpPr>
          <p:nvPr/>
        </p:nvSpPr>
        <p:spPr bwMode="auto">
          <a:xfrm>
            <a:off x="495300" y="2759075"/>
            <a:ext cx="8077200" cy="10779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3200" i="0" baseline="0">
                <a:latin typeface="Arial" panose="020B0604020202020204" pitchFamily="34" charset="0"/>
                <a:ea typeface="宋体" panose="02010600030101010101" pitchFamily="2" charset="-122"/>
              </a:rPr>
              <a:t>时隙</a:t>
            </a:r>
            <a:r>
              <a:rPr lang="en-US" altLang="zh-CN" sz="3200" i="0" baseline="0">
                <a:latin typeface="Arial" panose="020B0604020202020204" pitchFamily="34" charset="0"/>
                <a:ea typeface="宋体" panose="02010600030101010101" pitchFamily="2" charset="-122"/>
              </a:rPr>
              <a:t>ALOHA</a:t>
            </a:r>
            <a:r>
              <a:rPr lang="zh-CN" altLang="en-US" sz="3200" i="0" baseline="0">
                <a:latin typeface="Arial" panose="020B0604020202020204" pitchFamily="34" charset="0"/>
                <a:ea typeface="宋体" panose="02010600030101010101" pitchFamily="2" charset="-122"/>
              </a:rPr>
              <a:t>的吞吐量是</a:t>
            </a:r>
            <a:r>
              <a:rPr lang="en-US" altLang="zh-CN" sz="3200" i="0" baseline="0">
                <a:solidFill>
                  <a:schemeClr val="hlink"/>
                </a:solidFill>
                <a:latin typeface="Arial" panose="020B0604020202020204" pitchFamily="34" charset="0"/>
                <a:ea typeface="宋体" panose="02010600030101010101" pitchFamily="2" charset="-122"/>
              </a:rPr>
              <a:t>S = G × e </a:t>
            </a:r>
            <a:r>
              <a:rPr lang="en-US" altLang="zh-CN" sz="3200" i="0" baseline="30000">
                <a:solidFill>
                  <a:schemeClr val="hlink"/>
                </a:solidFill>
                <a:latin typeface="Arial" panose="020B0604020202020204" pitchFamily="34" charset="0"/>
                <a:ea typeface="宋体" panose="02010600030101010101" pitchFamily="2" charset="-122"/>
              </a:rPr>
              <a:t>−G </a:t>
            </a:r>
            <a:r>
              <a:rPr lang="zh-CN" altLang="en-US" sz="3200" i="0" baseline="0">
                <a:latin typeface="Arial" panose="020B0604020202020204" pitchFamily="34" charset="0"/>
                <a:ea typeface="宋体" panose="02010600030101010101" pitchFamily="2" charset="-122"/>
              </a:rPr>
              <a:t>，当</a:t>
            </a:r>
            <a:r>
              <a:rPr lang="en-US" altLang="zh-CN" sz="3200" i="0" baseline="0">
                <a:latin typeface="Arial" panose="020B0604020202020204" pitchFamily="34" charset="0"/>
                <a:ea typeface="宋体" panose="02010600030101010101" pitchFamily="2" charset="-122"/>
              </a:rPr>
              <a:t>G= (1)</a:t>
            </a:r>
            <a:r>
              <a:rPr lang="zh-CN" altLang="en-US" sz="3200" i="0" baseline="0">
                <a:latin typeface="Arial" panose="020B0604020202020204" pitchFamily="34" charset="0"/>
                <a:ea typeface="宋体" panose="02010600030101010101" pitchFamily="2" charset="-122"/>
              </a:rPr>
              <a:t>时，最大吞吐量为</a:t>
            </a:r>
            <a:r>
              <a:rPr lang="en-US" altLang="zh-CN" sz="3200" i="0" baseline="0">
                <a:solidFill>
                  <a:schemeClr val="hlink"/>
                </a:solidFill>
                <a:latin typeface="Arial" panose="020B0604020202020204" pitchFamily="34" charset="0"/>
                <a:ea typeface="宋体" panose="02010600030101010101" pitchFamily="2" charset="-122"/>
              </a:rPr>
              <a:t>S</a:t>
            </a:r>
            <a:r>
              <a:rPr lang="en-US" altLang="zh-CN" sz="3200" i="0" baseline="-18000">
                <a:solidFill>
                  <a:schemeClr val="hlink"/>
                </a:solidFill>
                <a:latin typeface="Arial" panose="020B0604020202020204" pitchFamily="34" charset="0"/>
                <a:ea typeface="宋体" panose="02010600030101010101" pitchFamily="2" charset="-122"/>
              </a:rPr>
              <a:t>max</a:t>
            </a:r>
            <a:r>
              <a:rPr lang="en-US" altLang="zh-CN" sz="3200" i="0" baseline="0">
                <a:solidFill>
                  <a:schemeClr val="hlink"/>
                </a:solidFill>
                <a:latin typeface="Arial" panose="020B0604020202020204" pitchFamily="34" charset="0"/>
                <a:ea typeface="宋体" panose="02010600030101010101" pitchFamily="2" charset="-122"/>
              </a:rPr>
              <a:t> = 0.368 </a:t>
            </a:r>
            <a:r>
              <a:rPr lang="zh-CN" altLang="en-US" sz="3200" i="0" baseline="0">
                <a:latin typeface="Arial" panose="020B0604020202020204" pitchFamily="34" charset="0"/>
                <a:ea typeface="宋体" panose="02010600030101010101" pitchFamily="2" charset="-122"/>
              </a:rPr>
              <a:t>。</a:t>
            </a:r>
            <a:endParaRPr lang="en-US" altLang="zh-CN" sz="3200" i="0" baseline="0">
              <a:latin typeface="Arial" panose="020B0604020202020204" pitchFamily="34" charset="0"/>
              <a:ea typeface="宋体" panose="02010600030101010101" pitchFamily="2" charset="-122"/>
            </a:endParaRPr>
          </a:p>
        </p:txBody>
      </p:sp>
      <p:grpSp>
        <p:nvGrpSpPr>
          <p:cNvPr id="18445" name="Group 12">
            <a:extLst>
              <a:ext uri="{FF2B5EF4-FFF2-40B4-BE49-F238E27FC236}">
                <a16:creationId xmlns:a16="http://schemas.microsoft.com/office/drawing/2014/main" id="{FBA8F45A-BB7B-6651-A833-32281899B826}"/>
              </a:ext>
            </a:extLst>
          </p:cNvPr>
          <p:cNvGrpSpPr>
            <a:grpSpLocks/>
          </p:cNvGrpSpPr>
          <p:nvPr/>
        </p:nvGrpSpPr>
        <p:grpSpPr bwMode="auto">
          <a:xfrm>
            <a:off x="457200" y="1981200"/>
            <a:ext cx="1143000" cy="566738"/>
            <a:chOff x="1200" y="1248"/>
            <a:chExt cx="720" cy="357"/>
          </a:xfrm>
        </p:grpSpPr>
        <p:pic>
          <p:nvPicPr>
            <p:cNvPr id="18446" name="Picture 13">
              <a:extLst>
                <a:ext uri="{FF2B5EF4-FFF2-40B4-BE49-F238E27FC236}">
                  <a16:creationId xmlns:a16="http://schemas.microsoft.com/office/drawing/2014/main" id="{AD19DFF4-4022-8939-82D3-6B1EAE09B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47" name="Text Box 14">
              <a:extLst>
                <a:ext uri="{FF2B5EF4-FFF2-40B4-BE49-F238E27FC236}">
                  <a16:creationId xmlns:a16="http://schemas.microsoft.com/office/drawing/2014/main" id="{86367A3E-61DF-B4C2-1B32-9F139B2AAE12}"/>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1">
            <a:extLst>
              <a:ext uri="{FF2B5EF4-FFF2-40B4-BE49-F238E27FC236}">
                <a16:creationId xmlns:a16="http://schemas.microsoft.com/office/drawing/2014/main" id="{10D622BE-6545-B8DE-1674-D5F95075BCB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9A37A91C-4D9C-4A2C-8C80-2E5CF61890B6}" type="slidenum">
              <a:rPr lang="en-US" altLang="zh-CN" sz="2000" i="0" baseline="0">
                <a:solidFill>
                  <a:schemeClr val="bg2"/>
                </a:solidFill>
                <a:latin typeface="Arial" panose="020B0604020202020204" pitchFamily="34" charset="0"/>
              </a:rPr>
              <a:pPr/>
              <a:t>17</a:t>
            </a:fld>
            <a:endParaRPr lang="en-US" altLang="zh-CN" sz="2000" i="0" baseline="0">
              <a:solidFill>
                <a:schemeClr val="bg2"/>
              </a:solidFill>
              <a:latin typeface="Arial" panose="020B0604020202020204" pitchFamily="34" charset="0"/>
            </a:endParaRPr>
          </a:p>
        </p:txBody>
      </p:sp>
      <p:sp>
        <p:nvSpPr>
          <p:cNvPr id="19459" name="Rectangle 2">
            <a:extLst>
              <a:ext uri="{FF2B5EF4-FFF2-40B4-BE49-F238E27FC236}">
                <a16:creationId xmlns:a16="http://schemas.microsoft.com/office/drawing/2014/main" id="{1777BA72-3288-F839-800E-7E114135409C}"/>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9460" name="Rectangle 3">
            <a:extLst>
              <a:ext uri="{FF2B5EF4-FFF2-40B4-BE49-F238E27FC236}">
                <a16:creationId xmlns:a16="http://schemas.microsoft.com/office/drawing/2014/main" id="{AF88A597-2F50-647F-0C8F-39836B4D15F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9461" name="Rectangle 4">
            <a:extLst>
              <a:ext uri="{FF2B5EF4-FFF2-40B4-BE49-F238E27FC236}">
                <a16:creationId xmlns:a16="http://schemas.microsoft.com/office/drawing/2014/main" id="{803DBDAC-4E22-6F5E-8E97-8831035B2550}"/>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9462" name="Rectangle 5">
            <a:extLst>
              <a:ext uri="{FF2B5EF4-FFF2-40B4-BE49-F238E27FC236}">
                <a16:creationId xmlns:a16="http://schemas.microsoft.com/office/drawing/2014/main" id="{90B99C7E-14C0-D70F-8841-441BB8214B27}"/>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9463" name="Rectangle 6">
            <a:extLst>
              <a:ext uri="{FF2B5EF4-FFF2-40B4-BE49-F238E27FC236}">
                <a16:creationId xmlns:a16="http://schemas.microsoft.com/office/drawing/2014/main" id="{5A122D73-5324-8195-7776-61CDF708E66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9464" name="Rectangle 7">
            <a:extLst>
              <a:ext uri="{FF2B5EF4-FFF2-40B4-BE49-F238E27FC236}">
                <a16:creationId xmlns:a16="http://schemas.microsoft.com/office/drawing/2014/main" id="{07ECDB0B-35AA-4F87-5F5C-1AEED1F0000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9465" name="Rectangle 8">
            <a:extLst>
              <a:ext uri="{FF2B5EF4-FFF2-40B4-BE49-F238E27FC236}">
                <a16:creationId xmlns:a16="http://schemas.microsoft.com/office/drawing/2014/main" id="{A49B2FCC-7892-D615-0218-1A75B9A75137}"/>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19466" name="Rectangle 9">
            <a:extLst>
              <a:ext uri="{FF2B5EF4-FFF2-40B4-BE49-F238E27FC236}">
                <a16:creationId xmlns:a16="http://schemas.microsoft.com/office/drawing/2014/main" id="{037F6B1C-1D27-2840-2758-F871A6A2F181}"/>
              </a:ext>
            </a:extLst>
          </p:cNvPr>
          <p:cNvSpPr>
            <a:spLocks noChangeArrowheads="1"/>
          </p:cNvSpPr>
          <p:nvPr/>
        </p:nvSpPr>
        <p:spPr bwMode="auto">
          <a:xfrm>
            <a:off x="228600" y="838200"/>
            <a:ext cx="8686800" cy="1938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baseline="0">
                <a:ea typeface="宋体" panose="02010600030101010101" pitchFamily="2" charset="-122"/>
              </a:rPr>
              <a:t>A slotted ALOHA  network transmits 200-bit frames on a shared channel of 200 kbps. What is the throughput if the system (all stations together) produces</a:t>
            </a:r>
          </a:p>
          <a:p>
            <a:r>
              <a:rPr lang="en-US" altLang="zh-CN" sz="2000" baseline="0">
                <a:solidFill>
                  <a:schemeClr val="hlink"/>
                </a:solidFill>
                <a:ea typeface="宋体" panose="02010600030101010101" pitchFamily="2" charset="-122"/>
              </a:rPr>
              <a:t>a.</a:t>
            </a:r>
            <a:r>
              <a:rPr lang="en-US" altLang="zh-CN" sz="2000" baseline="0">
                <a:ea typeface="宋体" panose="02010600030101010101" pitchFamily="2" charset="-122"/>
              </a:rPr>
              <a:t> 1000 frames per second    </a:t>
            </a:r>
            <a:r>
              <a:rPr lang="en-US" altLang="zh-CN" sz="2000" baseline="0">
                <a:solidFill>
                  <a:schemeClr val="hlink"/>
                </a:solidFill>
                <a:ea typeface="宋体" panose="02010600030101010101" pitchFamily="2" charset="-122"/>
              </a:rPr>
              <a:t>b.</a:t>
            </a:r>
            <a:r>
              <a:rPr lang="en-US" altLang="zh-CN" sz="2000" baseline="0">
                <a:ea typeface="宋体" panose="02010600030101010101" pitchFamily="2" charset="-122"/>
              </a:rPr>
              <a:t> 500 frames per second</a:t>
            </a:r>
          </a:p>
          <a:p>
            <a:r>
              <a:rPr lang="en-US" altLang="zh-CN" sz="2000" baseline="0">
                <a:solidFill>
                  <a:schemeClr val="hlink"/>
                </a:solidFill>
                <a:ea typeface="宋体" panose="02010600030101010101" pitchFamily="2" charset="-122"/>
              </a:rPr>
              <a:t>c.</a:t>
            </a:r>
            <a:r>
              <a:rPr lang="en-US" altLang="zh-CN" sz="2000" baseline="0">
                <a:ea typeface="宋体" panose="02010600030101010101" pitchFamily="2" charset="-122"/>
              </a:rPr>
              <a:t> 250 frames per second.</a:t>
            </a:r>
          </a:p>
          <a:p>
            <a:r>
              <a:rPr lang="zh-CN" altLang="en-US" sz="2000" i="0" baseline="0">
                <a:ea typeface="宋体" panose="02010600030101010101" pitchFamily="2" charset="-122"/>
              </a:rPr>
              <a:t>时隙</a:t>
            </a:r>
            <a:r>
              <a:rPr lang="en-US" altLang="zh-CN" sz="2000" i="0" baseline="0">
                <a:ea typeface="宋体" panose="02010600030101010101" pitchFamily="2" charset="-122"/>
              </a:rPr>
              <a:t>ALOHA</a:t>
            </a:r>
            <a:r>
              <a:rPr lang="zh-CN" altLang="en-US" sz="2000" i="0" baseline="0">
                <a:ea typeface="宋体" panose="02010600030101010101" pitchFamily="2" charset="-122"/>
              </a:rPr>
              <a:t>网络的帧长</a:t>
            </a:r>
            <a:r>
              <a:rPr lang="en-US" altLang="zh-CN" sz="2000" i="0" baseline="0">
                <a:ea typeface="宋体" panose="02010600030101010101" pitchFamily="2" charset="-122"/>
              </a:rPr>
              <a:t>200bit</a:t>
            </a:r>
            <a:r>
              <a:rPr lang="zh-CN" altLang="en-US" sz="2000" i="0" baseline="0">
                <a:ea typeface="宋体" panose="02010600030101010101" pitchFamily="2" charset="-122"/>
              </a:rPr>
              <a:t>，带宽</a:t>
            </a:r>
            <a:r>
              <a:rPr lang="en-US" altLang="zh-CN" sz="2000" i="0" baseline="0">
                <a:ea typeface="宋体" panose="02010600030101010101" pitchFamily="2" charset="-122"/>
              </a:rPr>
              <a:t>200kbps</a:t>
            </a:r>
            <a:r>
              <a:rPr lang="zh-CN" altLang="en-US" sz="2000" i="0" baseline="0">
                <a:ea typeface="宋体" panose="02010600030101010101" pitchFamily="2" charset="-122"/>
              </a:rPr>
              <a:t>。突发如下数量的帧时，系统的吞路量是多少？</a:t>
            </a:r>
            <a:endParaRPr lang="en-US" altLang="zh-CN" sz="2000" i="0" baseline="0">
              <a:ea typeface="宋体" panose="02010600030101010101" pitchFamily="2" charset="-122"/>
            </a:endParaRPr>
          </a:p>
        </p:txBody>
      </p:sp>
      <p:sp>
        <p:nvSpPr>
          <p:cNvPr id="19467" name="Text Box 10">
            <a:extLst>
              <a:ext uri="{FF2B5EF4-FFF2-40B4-BE49-F238E27FC236}">
                <a16:creationId xmlns:a16="http://schemas.microsoft.com/office/drawing/2014/main" id="{3BDE6A56-A330-784C-7E94-C26855BE591A}"/>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baseline="0">
                <a:solidFill>
                  <a:schemeClr val="hlink"/>
                </a:solidFill>
                <a:ea typeface="宋体" panose="02010600030101010101" pitchFamily="2" charset="-122"/>
              </a:rPr>
              <a:t>Example 12.4</a:t>
            </a:r>
          </a:p>
        </p:txBody>
      </p:sp>
      <p:sp>
        <p:nvSpPr>
          <p:cNvPr id="1178635" name="Rectangle 11">
            <a:extLst>
              <a:ext uri="{FF2B5EF4-FFF2-40B4-BE49-F238E27FC236}">
                <a16:creationId xmlns:a16="http://schemas.microsoft.com/office/drawing/2014/main" id="{0B502EDC-C7FB-EB75-688B-9F57D53272A1}"/>
              </a:ext>
            </a:extLst>
          </p:cNvPr>
          <p:cNvSpPr>
            <a:spLocks noChangeArrowheads="1"/>
          </p:cNvSpPr>
          <p:nvPr/>
        </p:nvSpPr>
        <p:spPr bwMode="auto">
          <a:xfrm>
            <a:off x="212725" y="2789238"/>
            <a:ext cx="8686800" cy="3170237"/>
          </a:xfrm>
          <a:prstGeom prst="rect">
            <a:avLst/>
          </a:prstGeom>
          <a:solidFill>
            <a:schemeClr val="bg1"/>
          </a:solidFill>
          <a:ln>
            <a:noFill/>
          </a:ln>
          <a:effectLst/>
        </p:spPr>
        <p:txBody>
          <a:bodyPr>
            <a:spAutoFit/>
          </a:bodyPr>
          <a:lstStyle/>
          <a:p>
            <a:pPr>
              <a:defRPr/>
            </a:pPr>
            <a:r>
              <a:rPr lang="en-US" altLang="zh-CN" sz="2000" baseline="0" dirty="0">
                <a:solidFill>
                  <a:schemeClr val="hlink"/>
                </a:solidFill>
                <a:ea typeface="宋体" charset="-122"/>
              </a:rPr>
              <a:t>Solution</a:t>
            </a:r>
          </a:p>
          <a:p>
            <a:pPr>
              <a:defRPr/>
            </a:pPr>
            <a:r>
              <a:rPr lang="en-US" altLang="zh-CN" sz="2000" baseline="0" dirty="0">
                <a:ea typeface="宋体" charset="-122"/>
              </a:rPr>
              <a:t>The frame transmission time is 200/200 kbps or 1 </a:t>
            </a:r>
            <a:r>
              <a:rPr lang="en-US" altLang="zh-CN" sz="2000" baseline="0" dirty="0" err="1">
                <a:ea typeface="宋体" charset="-122"/>
              </a:rPr>
              <a:t>ms.</a:t>
            </a:r>
            <a:r>
              <a:rPr lang="en-US" altLang="zh-CN" sz="2000" baseline="0" dirty="0">
                <a:ea typeface="宋体" charset="-122"/>
              </a:rPr>
              <a:t> </a:t>
            </a:r>
          </a:p>
          <a:p>
            <a:pPr marL="457200" indent="-457200">
              <a:buFontTx/>
              <a:buAutoNum type="alphaLcPeriod"/>
              <a:defRPr/>
            </a:pPr>
            <a:r>
              <a:rPr lang="en-US" altLang="zh-CN" sz="2000" baseline="0" dirty="0">
                <a:ea typeface="宋体" charset="-122"/>
              </a:rPr>
              <a:t>If the system creates 1000 frames per second, this is 1  frame per millisecond. The load is 1. In this case  S = G× e</a:t>
            </a:r>
            <a:r>
              <a:rPr lang="en-US" altLang="zh-CN" sz="2000" baseline="30000" dirty="0">
                <a:ea typeface="宋体" charset="-122"/>
              </a:rPr>
              <a:t>−G</a:t>
            </a:r>
            <a:r>
              <a:rPr lang="en-US" altLang="zh-CN" sz="2000" baseline="0" dirty="0">
                <a:ea typeface="宋体" charset="-122"/>
              </a:rPr>
              <a:t> or S = 0.368 (36.8 percent). This means that the throughput is 1000 × 0.0368 = 368 frames. Only 386 frames out of 1000 will probably survive.</a:t>
            </a:r>
          </a:p>
          <a:p>
            <a:pPr>
              <a:defRPr/>
            </a:pPr>
            <a:r>
              <a:rPr lang="zh-CN" altLang="en-US" sz="2000" i="0" baseline="0" dirty="0">
                <a:ea typeface="宋体" charset="-122"/>
              </a:rPr>
              <a:t>解：帧的传输时间是：</a:t>
            </a:r>
            <a:r>
              <a:rPr lang="en-US" altLang="zh-CN" sz="2000" i="0" baseline="0" dirty="0">
                <a:ea typeface="宋体" charset="-122"/>
              </a:rPr>
              <a:t>200/200 kbps = 1 </a:t>
            </a:r>
            <a:r>
              <a:rPr lang="en-US" altLang="zh-CN" sz="2000" i="0" baseline="0" dirty="0" err="1">
                <a:ea typeface="宋体" charset="-122"/>
              </a:rPr>
              <a:t>ms</a:t>
            </a:r>
            <a:r>
              <a:rPr lang="zh-CN" altLang="en-US" sz="2000" i="0" baseline="0" dirty="0">
                <a:ea typeface="宋体" charset="-122"/>
              </a:rPr>
              <a:t>。</a:t>
            </a:r>
            <a:endParaRPr lang="en-US" altLang="zh-CN" sz="2000" i="0" baseline="0" dirty="0">
              <a:ea typeface="宋体" charset="-122"/>
            </a:endParaRPr>
          </a:p>
          <a:p>
            <a:pPr>
              <a:defRPr/>
            </a:pPr>
            <a:r>
              <a:rPr lang="en-US" altLang="zh-CN" sz="2000" i="0" baseline="0" dirty="0">
                <a:ea typeface="宋体" charset="-122"/>
              </a:rPr>
              <a:t>a. </a:t>
            </a:r>
            <a:r>
              <a:rPr lang="zh-CN" altLang="en-US" sz="2000" i="0" baseline="0" dirty="0">
                <a:ea typeface="宋体" charset="-122"/>
              </a:rPr>
              <a:t>每秒</a:t>
            </a:r>
            <a:r>
              <a:rPr lang="en-US" altLang="zh-CN" sz="2000" i="0" baseline="0" dirty="0">
                <a:ea typeface="宋体" charset="-122"/>
              </a:rPr>
              <a:t>1000</a:t>
            </a:r>
            <a:r>
              <a:rPr lang="zh-CN" altLang="en-US" sz="2000" i="0" baseline="0" dirty="0">
                <a:ea typeface="宋体" charset="-122"/>
              </a:rPr>
              <a:t>个帧，即 </a:t>
            </a:r>
            <a:r>
              <a:rPr lang="en-US" altLang="zh-CN" sz="2000" i="0" baseline="0" dirty="0">
                <a:ea typeface="宋体" charset="-122"/>
              </a:rPr>
              <a:t>1</a:t>
            </a:r>
            <a:r>
              <a:rPr lang="zh-CN" altLang="en-US" sz="2000" i="0" baseline="0" dirty="0">
                <a:ea typeface="宋体" charset="-122"/>
              </a:rPr>
              <a:t>帧</a:t>
            </a:r>
            <a:r>
              <a:rPr lang="en-US" altLang="zh-CN" sz="2000" i="0" baseline="0" dirty="0">
                <a:ea typeface="宋体" charset="-122"/>
              </a:rPr>
              <a:t>/</a:t>
            </a:r>
            <a:r>
              <a:rPr lang="en-US" altLang="zh-CN" sz="2000" i="0" baseline="0" dirty="0" err="1">
                <a:ea typeface="宋体" charset="-122"/>
              </a:rPr>
              <a:t>ms</a:t>
            </a:r>
            <a:r>
              <a:rPr lang="zh-CN" altLang="en-US" sz="2000" i="0" baseline="0" dirty="0">
                <a:ea typeface="宋体" charset="-122"/>
              </a:rPr>
              <a:t>。负载为</a:t>
            </a:r>
            <a:r>
              <a:rPr lang="en-US" altLang="zh-CN" sz="2000" i="0" baseline="0" dirty="0">
                <a:ea typeface="宋体" charset="-122"/>
              </a:rPr>
              <a:t>1</a:t>
            </a:r>
            <a:r>
              <a:rPr lang="zh-CN" altLang="en-US" sz="2000" i="0" baseline="0" dirty="0">
                <a:ea typeface="宋体" charset="-122"/>
              </a:rPr>
              <a:t>，带入公式，得到吞吐量</a:t>
            </a:r>
            <a:endParaRPr lang="en-US" altLang="zh-CN" sz="2000" i="0" baseline="0" dirty="0">
              <a:ea typeface="宋体" charset="-122"/>
            </a:endParaRPr>
          </a:p>
          <a:p>
            <a:pPr>
              <a:defRPr/>
            </a:pPr>
            <a:r>
              <a:rPr lang="en-US" altLang="zh-CN" sz="2000" i="0" baseline="0" dirty="0">
                <a:ea typeface="宋体" charset="-122"/>
              </a:rPr>
              <a:t>     S = G× e</a:t>
            </a:r>
            <a:r>
              <a:rPr lang="en-US" altLang="zh-CN" sz="2000" i="0" baseline="30000" dirty="0">
                <a:ea typeface="宋体" charset="-122"/>
              </a:rPr>
              <a:t>−2G</a:t>
            </a:r>
            <a:r>
              <a:rPr lang="en-US" altLang="zh-CN" sz="2000" i="0" baseline="0" dirty="0">
                <a:ea typeface="宋体" charset="-122"/>
              </a:rPr>
              <a:t>  = 0.368 (36.8%)</a:t>
            </a:r>
            <a:r>
              <a:rPr lang="zh-CN" altLang="en-US" sz="2000" i="0" baseline="0" dirty="0">
                <a:ea typeface="宋体" charset="-122"/>
              </a:rPr>
              <a:t>。即</a:t>
            </a:r>
            <a:r>
              <a:rPr lang="en-US" altLang="zh-CN" sz="2000" i="0" baseline="0" dirty="0">
                <a:ea typeface="宋体" charset="-122"/>
              </a:rPr>
              <a:t>1000</a:t>
            </a:r>
            <a:r>
              <a:rPr lang="zh-CN" altLang="en-US" sz="2000" i="0" baseline="0" dirty="0">
                <a:ea typeface="宋体" charset="-122"/>
              </a:rPr>
              <a:t>个发送帧中，有</a:t>
            </a:r>
            <a:r>
              <a:rPr lang="en-US" altLang="zh-CN" sz="2000" i="0" baseline="0" dirty="0">
                <a:ea typeface="宋体" charset="-122"/>
              </a:rPr>
              <a:t>368</a:t>
            </a:r>
            <a:r>
              <a:rPr lang="zh-CN" altLang="en-US" sz="2000" i="0" baseline="0" dirty="0">
                <a:ea typeface="宋体" charset="-122"/>
              </a:rPr>
              <a:t>个帧无冲突地顺利通过。</a:t>
            </a:r>
            <a:r>
              <a:rPr lang="en-US" altLang="zh-CN" sz="2000" i="0" baseline="0" dirty="0">
                <a:ea typeface="宋体" charset="-122"/>
              </a:rPr>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1">
            <a:extLst>
              <a:ext uri="{FF2B5EF4-FFF2-40B4-BE49-F238E27FC236}">
                <a16:creationId xmlns:a16="http://schemas.microsoft.com/office/drawing/2014/main" id="{052857EC-45FB-8550-FE63-314AF5BF3B8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3187008E-F629-4CAF-9D97-0EF0EACE28D1}" type="slidenum">
              <a:rPr lang="en-US" altLang="zh-CN" sz="2000" i="0" baseline="0">
                <a:solidFill>
                  <a:schemeClr val="bg2"/>
                </a:solidFill>
                <a:latin typeface="Arial" panose="020B0604020202020204" pitchFamily="34" charset="0"/>
              </a:rPr>
              <a:pPr/>
              <a:t>18</a:t>
            </a:fld>
            <a:endParaRPr lang="en-US" altLang="zh-CN" sz="2000" i="0" baseline="0">
              <a:solidFill>
                <a:schemeClr val="bg2"/>
              </a:solidFill>
              <a:latin typeface="Arial" panose="020B0604020202020204" pitchFamily="34" charset="0"/>
            </a:endParaRPr>
          </a:p>
        </p:txBody>
      </p:sp>
      <p:sp>
        <p:nvSpPr>
          <p:cNvPr id="20483" name="Rectangle 2">
            <a:extLst>
              <a:ext uri="{FF2B5EF4-FFF2-40B4-BE49-F238E27FC236}">
                <a16:creationId xmlns:a16="http://schemas.microsoft.com/office/drawing/2014/main" id="{6341E0AF-7A3F-DE9E-FAE2-8B4D7AD53106}"/>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0484" name="Rectangle 3">
            <a:extLst>
              <a:ext uri="{FF2B5EF4-FFF2-40B4-BE49-F238E27FC236}">
                <a16:creationId xmlns:a16="http://schemas.microsoft.com/office/drawing/2014/main" id="{93E673E3-175D-3C57-80EA-4A3A2C55191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0485" name="Rectangle 4">
            <a:extLst>
              <a:ext uri="{FF2B5EF4-FFF2-40B4-BE49-F238E27FC236}">
                <a16:creationId xmlns:a16="http://schemas.microsoft.com/office/drawing/2014/main" id="{13CC0C1D-CA2D-6A0B-FF12-80190D51FD83}"/>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0486" name="Rectangle 5">
            <a:extLst>
              <a:ext uri="{FF2B5EF4-FFF2-40B4-BE49-F238E27FC236}">
                <a16:creationId xmlns:a16="http://schemas.microsoft.com/office/drawing/2014/main" id="{83A66A4C-D584-F721-D5AD-8108482D318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0487" name="Rectangle 6">
            <a:extLst>
              <a:ext uri="{FF2B5EF4-FFF2-40B4-BE49-F238E27FC236}">
                <a16:creationId xmlns:a16="http://schemas.microsoft.com/office/drawing/2014/main" id="{11448F65-F232-84F9-036A-24B784B9A7C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0488" name="Rectangle 7">
            <a:extLst>
              <a:ext uri="{FF2B5EF4-FFF2-40B4-BE49-F238E27FC236}">
                <a16:creationId xmlns:a16="http://schemas.microsoft.com/office/drawing/2014/main" id="{AE2170D3-31D2-E9BC-A67A-45E2E4E5EDB4}"/>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0489" name="Rectangle 8">
            <a:extLst>
              <a:ext uri="{FF2B5EF4-FFF2-40B4-BE49-F238E27FC236}">
                <a16:creationId xmlns:a16="http://schemas.microsoft.com/office/drawing/2014/main" id="{4450C2ED-45BF-CD86-9BE6-ECC39A24879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0490" name="Text Box 9">
            <a:extLst>
              <a:ext uri="{FF2B5EF4-FFF2-40B4-BE49-F238E27FC236}">
                <a16:creationId xmlns:a16="http://schemas.microsoft.com/office/drawing/2014/main" id="{945D3C40-0408-A1BE-E0D5-26111554F928}"/>
              </a:ext>
            </a:extLst>
          </p:cNvPr>
          <p:cNvSpPr txBox="1">
            <a:spLocks noChangeArrowheads="1"/>
          </p:cNvSpPr>
          <p:nvPr/>
        </p:nvSpPr>
        <p:spPr bwMode="auto">
          <a:xfrm>
            <a:off x="1143000" y="0"/>
            <a:ext cx="45291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baseline="0">
                <a:solidFill>
                  <a:schemeClr val="hlink"/>
                </a:solidFill>
                <a:ea typeface="宋体" panose="02010600030101010101" pitchFamily="2" charset="-122"/>
              </a:rPr>
              <a:t>Example 12.4 (continued)</a:t>
            </a:r>
          </a:p>
        </p:txBody>
      </p:sp>
      <p:sp>
        <p:nvSpPr>
          <p:cNvPr id="20491" name="Rectangle 10">
            <a:extLst>
              <a:ext uri="{FF2B5EF4-FFF2-40B4-BE49-F238E27FC236}">
                <a16:creationId xmlns:a16="http://schemas.microsoft.com/office/drawing/2014/main" id="{30F1334D-0D9C-1316-682B-98AB7F4D4684}"/>
              </a:ext>
            </a:extLst>
          </p:cNvPr>
          <p:cNvSpPr>
            <a:spLocks noChangeArrowheads="1"/>
          </p:cNvSpPr>
          <p:nvPr/>
        </p:nvSpPr>
        <p:spPr bwMode="auto">
          <a:xfrm>
            <a:off x="228600" y="838200"/>
            <a:ext cx="8686800" cy="44005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baseline="0">
                <a:solidFill>
                  <a:schemeClr val="hlink"/>
                </a:solidFill>
                <a:ea typeface="宋体" panose="02010600030101010101" pitchFamily="2" charset="-122"/>
              </a:rPr>
              <a:t>b.</a:t>
            </a:r>
            <a:r>
              <a:rPr lang="en-US" altLang="zh-CN" sz="2000" baseline="0">
                <a:ea typeface="宋体" panose="02010600030101010101" pitchFamily="2" charset="-122"/>
              </a:rPr>
              <a:t> If the system creates 500 frames per second, this is (1/2) frame per millisecond. The load is (1/2). In this case S = G × e</a:t>
            </a:r>
            <a:r>
              <a:rPr lang="en-US" altLang="zh-CN" sz="2000" baseline="30000">
                <a:ea typeface="宋体" panose="02010600030101010101" pitchFamily="2" charset="-122"/>
              </a:rPr>
              <a:t>−G</a:t>
            </a:r>
            <a:r>
              <a:rPr lang="en-US" altLang="zh-CN" sz="2000" baseline="0">
                <a:ea typeface="宋体" panose="02010600030101010101" pitchFamily="2" charset="-122"/>
              </a:rPr>
              <a:t> or S = 0.303 (30.3 percent). This means that the throughput is 500 × 0.303 = 151. Only 151 frames out of 500 will probably survive.</a:t>
            </a:r>
          </a:p>
          <a:p>
            <a:r>
              <a:rPr lang="zh-CN" altLang="en-US" sz="2000" i="0" baseline="0">
                <a:ea typeface="宋体" panose="02010600030101010101" pitchFamily="2" charset="-122"/>
              </a:rPr>
              <a:t>解：</a:t>
            </a:r>
            <a:r>
              <a:rPr lang="en-US" altLang="zh-CN" sz="2000" i="0" baseline="0">
                <a:ea typeface="宋体" panose="02010600030101010101" pitchFamily="2" charset="-122"/>
              </a:rPr>
              <a:t> </a:t>
            </a:r>
            <a:r>
              <a:rPr lang="zh-CN" altLang="en-US" sz="2000" i="0" baseline="0">
                <a:ea typeface="宋体" panose="02010600030101010101" pitchFamily="2" charset="-122"/>
              </a:rPr>
              <a:t>每秒</a:t>
            </a:r>
            <a:r>
              <a:rPr lang="en-US" altLang="zh-CN" sz="2000" i="0" baseline="0">
                <a:ea typeface="宋体" panose="02010600030101010101" pitchFamily="2" charset="-122"/>
              </a:rPr>
              <a:t>500</a:t>
            </a:r>
            <a:r>
              <a:rPr lang="zh-CN" altLang="en-US" sz="2000" i="0" baseline="0">
                <a:ea typeface="宋体" panose="02010600030101010101" pitchFamily="2" charset="-122"/>
              </a:rPr>
              <a:t>个帧，即 </a:t>
            </a:r>
            <a:r>
              <a:rPr lang="en-US" altLang="zh-CN" sz="2000" i="0" baseline="0">
                <a:ea typeface="宋体" panose="02010600030101010101" pitchFamily="2" charset="-122"/>
              </a:rPr>
              <a:t>0.5</a:t>
            </a:r>
            <a:r>
              <a:rPr lang="zh-CN" altLang="en-US" sz="2000" i="0" baseline="0">
                <a:ea typeface="宋体" panose="02010600030101010101" pitchFamily="2" charset="-122"/>
              </a:rPr>
              <a:t>帧</a:t>
            </a:r>
            <a:r>
              <a:rPr lang="en-US" altLang="zh-CN" sz="2000" i="0" baseline="0">
                <a:ea typeface="宋体" panose="02010600030101010101" pitchFamily="2" charset="-122"/>
              </a:rPr>
              <a:t>/ms</a:t>
            </a:r>
            <a:r>
              <a:rPr lang="zh-CN" altLang="en-US" sz="2000" i="0" baseline="0">
                <a:ea typeface="宋体" panose="02010600030101010101" pitchFamily="2" charset="-122"/>
              </a:rPr>
              <a:t>。负载为</a:t>
            </a:r>
            <a:r>
              <a:rPr lang="en-US" altLang="zh-CN" sz="2000" i="0" baseline="0">
                <a:ea typeface="宋体" panose="02010600030101010101" pitchFamily="2" charset="-122"/>
              </a:rPr>
              <a:t>0.5</a:t>
            </a:r>
            <a:r>
              <a:rPr lang="zh-CN" altLang="en-US" sz="2000" i="0" baseline="0">
                <a:ea typeface="宋体" panose="02010600030101010101" pitchFamily="2" charset="-122"/>
              </a:rPr>
              <a:t>，带入公式，得到吞吐量</a:t>
            </a:r>
            <a:endParaRPr lang="en-US" altLang="zh-CN" sz="2000" i="0" baseline="0">
              <a:ea typeface="宋体" panose="02010600030101010101" pitchFamily="2" charset="-122"/>
            </a:endParaRPr>
          </a:p>
          <a:p>
            <a:r>
              <a:rPr lang="en-US" altLang="zh-CN" sz="2000" i="0" baseline="0">
                <a:ea typeface="宋体" panose="02010600030101010101" pitchFamily="2" charset="-122"/>
              </a:rPr>
              <a:t>     S = G× e</a:t>
            </a:r>
            <a:r>
              <a:rPr lang="en-US" altLang="zh-CN" sz="2000" i="0" baseline="30000">
                <a:ea typeface="宋体" panose="02010600030101010101" pitchFamily="2" charset="-122"/>
              </a:rPr>
              <a:t>− G</a:t>
            </a:r>
            <a:r>
              <a:rPr lang="en-US" altLang="zh-CN" sz="2000" i="0" baseline="0">
                <a:ea typeface="宋体" panose="02010600030101010101" pitchFamily="2" charset="-122"/>
              </a:rPr>
              <a:t>  = 0.303 </a:t>
            </a:r>
            <a:r>
              <a:rPr lang="zh-CN" altLang="en-US" sz="2000" i="0" baseline="0">
                <a:ea typeface="宋体" panose="02010600030101010101" pitchFamily="2" charset="-122"/>
              </a:rPr>
              <a:t>。即</a:t>
            </a:r>
            <a:r>
              <a:rPr lang="en-US" altLang="zh-CN" sz="2000" i="0" baseline="0">
                <a:ea typeface="宋体" panose="02010600030101010101" pitchFamily="2" charset="-122"/>
              </a:rPr>
              <a:t>500</a:t>
            </a:r>
            <a:r>
              <a:rPr lang="zh-CN" altLang="en-US" sz="2000" i="0" baseline="0">
                <a:ea typeface="宋体" panose="02010600030101010101" pitchFamily="2" charset="-122"/>
              </a:rPr>
              <a:t>个发送帧中，约有</a:t>
            </a:r>
            <a:r>
              <a:rPr lang="en-US" altLang="zh-CN" sz="2000" i="0" baseline="0">
                <a:ea typeface="宋体" panose="02010600030101010101" pitchFamily="2" charset="-122"/>
              </a:rPr>
              <a:t>500</a:t>
            </a:r>
            <a:r>
              <a:rPr lang="zh-CN" altLang="en-US" sz="2000" i="0" baseline="0">
                <a:ea typeface="宋体" panose="02010600030101010101" pitchFamily="2" charset="-122"/>
              </a:rPr>
              <a:t>*</a:t>
            </a:r>
            <a:r>
              <a:rPr lang="en-US" altLang="zh-CN" sz="2000" i="0" baseline="0">
                <a:ea typeface="宋体" panose="02010600030101010101" pitchFamily="2" charset="-122"/>
              </a:rPr>
              <a:t>0.303=151</a:t>
            </a:r>
            <a:r>
              <a:rPr lang="zh-CN" altLang="en-US" sz="2000" i="0" baseline="0">
                <a:ea typeface="宋体" panose="02010600030101010101" pitchFamily="2" charset="-122"/>
              </a:rPr>
              <a:t>个帧</a:t>
            </a:r>
            <a:endParaRPr lang="en-US" altLang="zh-CN" sz="2000" baseline="0">
              <a:ea typeface="宋体" panose="02010600030101010101" pitchFamily="2" charset="-122"/>
            </a:endParaRPr>
          </a:p>
          <a:p>
            <a:endParaRPr lang="en-US" altLang="zh-CN" sz="2000" baseline="0">
              <a:ea typeface="宋体" panose="02010600030101010101" pitchFamily="2" charset="-122"/>
            </a:endParaRPr>
          </a:p>
          <a:p>
            <a:r>
              <a:rPr lang="en-US" altLang="zh-CN" sz="2000" baseline="0">
                <a:solidFill>
                  <a:schemeClr val="hlink"/>
                </a:solidFill>
                <a:ea typeface="宋体" panose="02010600030101010101" pitchFamily="2" charset="-122"/>
              </a:rPr>
              <a:t>c.</a:t>
            </a:r>
            <a:r>
              <a:rPr lang="en-US" altLang="zh-CN" sz="2000" baseline="0">
                <a:ea typeface="宋体" panose="02010600030101010101" pitchFamily="2" charset="-122"/>
              </a:rPr>
              <a:t> If the system creates 250 frames per second, this is (1/4)  frame per millisecond. The load is (1/4). In this case S = G × e </a:t>
            </a:r>
            <a:r>
              <a:rPr lang="en-US" altLang="zh-CN" sz="2000" baseline="30000">
                <a:ea typeface="宋体" panose="02010600030101010101" pitchFamily="2" charset="-122"/>
              </a:rPr>
              <a:t>−G</a:t>
            </a:r>
            <a:r>
              <a:rPr lang="en-US" altLang="zh-CN" sz="2000" baseline="0">
                <a:ea typeface="宋体" panose="02010600030101010101" pitchFamily="2" charset="-122"/>
              </a:rPr>
              <a:t> or S = 0.195 (19.5 percent). This means that the throughput is 250 × 0.195 = 49. Only 49  frames out of 250 will probably survive.</a:t>
            </a:r>
          </a:p>
          <a:p>
            <a:r>
              <a:rPr lang="zh-CN" altLang="en-US" sz="2000" i="0" baseline="0">
                <a:ea typeface="宋体" panose="02010600030101010101" pitchFamily="2" charset="-122"/>
              </a:rPr>
              <a:t>解：</a:t>
            </a:r>
            <a:r>
              <a:rPr lang="en-US" altLang="zh-CN" sz="2000" i="0" baseline="0">
                <a:ea typeface="宋体" panose="02010600030101010101" pitchFamily="2" charset="-122"/>
              </a:rPr>
              <a:t> </a:t>
            </a:r>
            <a:r>
              <a:rPr lang="zh-CN" altLang="en-US" sz="2000" i="0" baseline="0">
                <a:ea typeface="宋体" panose="02010600030101010101" pitchFamily="2" charset="-122"/>
              </a:rPr>
              <a:t>每秒</a:t>
            </a:r>
            <a:r>
              <a:rPr lang="en-US" altLang="zh-CN" sz="2000" i="0" baseline="0">
                <a:ea typeface="宋体" panose="02010600030101010101" pitchFamily="2" charset="-122"/>
              </a:rPr>
              <a:t>250</a:t>
            </a:r>
            <a:r>
              <a:rPr lang="zh-CN" altLang="en-US" sz="2000" i="0" baseline="0">
                <a:ea typeface="宋体" panose="02010600030101010101" pitchFamily="2" charset="-122"/>
              </a:rPr>
              <a:t>个帧，即 </a:t>
            </a:r>
            <a:r>
              <a:rPr lang="en-US" altLang="zh-CN" sz="2000" i="0" baseline="0">
                <a:ea typeface="宋体" panose="02010600030101010101" pitchFamily="2" charset="-122"/>
              </a:rPr>
              <a:t>0.25</a:t>
            </a:r>
            <a:r>
              <a:rPr lang="zh-CN" altLang="en-US" sz="2000" i="0" baseline="0">
                <a:ea typeface="宋体" panose="02010600030101010101" pitchFamily="2" charset="-122"/>
              </a:rPr>
              <a:t>帧</a:t>
            </a:r>
            <a:r>
              <a:rPr lang="en-US" altLang="zh-CN" sz="2000" i="0" baseline="0">
                <a:ea typeface="宋体" panose="02010600030101010101" pitchFamily="2" charset="-122"/>
              </a:rPr>
              <a:t>/ms</a:t>
            </a:r>
            <a:r>
              <a:rPr lang="zh-CN" altLang="en-US" sz="2000" i="0" baseline="0">
                <a:ea typeface="宋体" panose="02010600030101010101" pitchFamily="2" charset="-122"/>
              </a:rPr>
              <a:t>。负载为</a:t>
            </a:r>
            <a:r>
              <a:rPr lang="en-US" altLang="zh-CN" sz="2000" i="0" baseline="0">
                <a:ea typeface="宋体" panose="02010600030101010101" pitchFamily="2" charset="-122"/>
              </a:rPr>
              <a:t>0.25</a:t>
            </a:r>
            <a:r>
              <a:rPr lang="zh-CN" altLang="en-US" sz="2000" i="0" baseline="0">
                <a:ea typeface="宋体" panose="02010600030101010101" pitchFamily="2" charset="-122"/>
              </a:rPr>
              <a:t>，带入公式，得到吞吐量</a:t>
            </a:r>
            <a:endParaRPr lang="en-US" altLang="zh-CN" sz="2000" i="0" baseline="0">
              <a:ea typeface="宋体" panose="02010600030101010101" pitchFamily="2" charset="-122"/>
            </a:endParaRPr>
          </a:p>
          <a:p>
            <a:r>
              <a:rPr lang="en-US" altLang="zh-CN" sz="2000" i="0" baseline="0">
                <a:ea typeface="宋体" panose="02010600030101010101" pitchFamily="2" charset="-122"/>
              </a:rPr>
              <a:t>     S = G× e</a:t>
            </a:r>
            <a:r>
              <a:rPr lang="en-US" altLang="zh-CN" sz="2000" i="0" baseline="30000">
                <a:ea typeface="宋体" panose="02010600030101010101" pitchFamily="2" charset="-122"/>
              </a:rPr>
              <a:t>−2G</a:t>
            </a:r>
            <a:r>
              <a:rPr lang="en-US" altLang="zh-CN" sz="2000" i="0" baseline="0">
                <a:ea typeface="宋体" panose="02010600030101010101" pitchFamily="2" charset="-122"/>
              </a:rPr>
              <a:t>  = 0.195</a:t>
            </a:r>
            <a:r>
              <a:rPr lang="zh-CN" altLang="en-US" sz="2000" i="0" baseline="0">
                <a:ea typeface="宋体" panose="02010600030101010101" pitchFamily="2" charset="-122"/>
              </a:rPr>
              <a:t>。即</a:t>
            </a:r>
            <a:r>
              <a:rPr lang="en-US" altLang="zh-CN" sz="2000" i="0" baseline="0">
                <a:ea typeface="宋体" panose="02010600030101010101" pitchFamily="2" charset="-122"/>
              </a:rPr>
              <a:t>250</a:t>
            </a:r>
            <a:r>
              <a:rPr lang="zh-CN" altLang="en-US" sz="2000" i="0" baseline="0">
                <a:ea typeface="宋体" panose="02010600030101010101" pitchFamily="2" charset="-122"/>
              </a:rPr>
              <a:t>个发送帧中，约有</a:t>
            </a:r>
            <a:r>
              <a:rPr lang="en-US" altLang="zh-CN" sz="2000" i="0" baseline="0">
                <a:ea typeface="宋体" panose="02010600030101010101" pitchFamily="2" charset="-122"/>
              </a:rPr>
              <a:t>250</a:t>
            </a:r>
            <a:r>
              <a:rPr lang="zh-CN" altLang="en-US" sz="2000" i="0" baseline="0">
                <a:ea typeface="宋体" panose="02010600030101010101" pitchFamily="2" charset="-122"/>
              </a:rPr>
              <a:t>*</a:t>
            </a:r>
            <a:r>
              <a:rPr lang="en-US" altLang="zh-CN" sz="2000" i="0" baseline="0">
                <a:ea typeface="宋体" panose="02010600030101010101" pitchFamily="2" charset="-122"/>
              </a:rPr>
              <a:t>0.195=49</a:t>
            </a:r>
            <a:r>
              <a:rPr lang="zh-CN" altLang="en-US" sz="2000" i="0" baseline="0">
                <a:ea typeface="宋体" panose="02010600030101010101" pitchFamily="2" charset="-122"/>
              </a:rPr>
              <a:t>个帧无冲突地顺利通过。</a:t>
            </a:r>
            <a:r>
              <a:rPr lang="en-US" altLang="zh-CN" sz="2000" i="0" baseline="0">
                <a:ea typeface="宋体" panose="02010600030101010101" pitchFamily="2" charset="-122"/>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1">
            <a:extLst>
              <a:ext uri="{FF2B5EF4-FFF2-40B4-BE49-F238E27FC236}">
                <a16:creationId xmlns:a16="http://schemas.microsoft.com/office/drawing/2014/main" id="{0536C81D-44BC-D882-5FA2-DB764E1AAAD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EFD6FB39-DCB1-492A-8F85-6D4B86B30C26}" type="slidenum">
              <a:rPr lang="en-US" altLang="zh-CN" sz="2000" i="0" baseline="0">
                <a:solidFill>
                  <a:schemeClr val="bg2"/>
                </a:solidFill>
                <a:latin typeface="Arial" panose="020B0604020202020204" pitchFamily="34" charset="0"/>
              </a:rPr>
              <a:pPr/>
              <a:t>19</a:t>
            </a:fld>
            <a:endParaRPr lang="en-US" altLang="zh-CN" sz="2000" i="0" baseline="0">
              <a:solidFill>
                <a:schemeClr val="bg2"/>
              </a:solidFill>
              <a:latin typeface="Arial" panose="020B0604020202020204" pitchFamily="34" charset="0"/>
            </a:endParaRPr>
          </a:p>
        </p:txBody>
      </p:sp>
      <p:sp>
        <p:nvSpPr>
          <p:cNvPr id="21507" name="Rectangle 2">
            <a:extLst>
              <a:ext uri="{FF2B5EF4-FFF2-40B4-BE49-F238E27FC236}">
                <a16:creationId xmlns:a16="http://schemas.microsoft.com/office/drawing/2014/main" id="{F15FA5A4-110E-36F9-3A32-A284C9321D48}"/>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1508" name="Rectangle 3">
            <a:extLst>
              <a:ext uri="{FF2B5EF4-FFF2-40B4-BE49-F238E27FC236}">
                <a16:creationId xmlns:a16="http://schemas.microsoft.com/office/drawing/2014/main" id="{221B75C5-B3E3-C1C0-3ADD-C270EDB8796C}"/>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1509" name="Rectangle 4">
            <a:extLst>
              <a:ext uri="{FF2B5EF4-FFF2-40B4-BE49-F238E27FC236}">
                <a16:creationId xmlns:a16="http://schemas.microsoft.com/office/drawing/2014/main" id="{B546EA73-D2EE-B32E-E15B-D4FF2CA6C6D6}"/>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1510" name="Rectangle 5">
            <a:extLst>
              <a:ext uri="{FF2B5EF4-FFF2-40B4-BE49-F238E27FC236}">
                <a16:creationId xmlns:a16="http://schemas.microsoft.com/office/drawing/2014/main" id="{A5811CE6-4BDE-609C-ADD9-A490F20C059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1511" name="Rectangle 6">
            <a:extLst>
              <a:ext uri="{FF2B5EF4-FFF2-40B4-BE49-F238E27FC236}">
                <a16:creationId xmlns:a16="http://schemas.microsoft.com/office/drawing/2014/main" id="{97BDB6CB-0E61-BD7A-475A-AFCDDF1F264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1512" name="Rectangle 7">
            <a:extLst>
              <a:ext uri="{FF2B5EF4-FFF2-40B4-BE49-F238E27FC236}">
                <a16:creationId xmlns:a16="http://schemas.microsoft.com/office/drawing/2014/main" id="{561692F7-DEFF-A63E-D8B1-CE69092BD98F}"/>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1513" name="Rectangle 8">
            <a:extLst>
              <a:ext uri="{FF2B5EF4-FFF2-40B4-BE49-F238E27FC236}">
                <a16:creationId xmlns:a16="http://schemas.microsoft.com/office/drawing/2014/main" id="{C9EF327F-DF27-25C8-9132-8F83A4A0F32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1514" name="Line 9">
            <a:extLst>
              <a:ext uri="{FF2B5EF4-FFF2-40B4-BE49-F238E27FC236}">
                <a16:creationId xmlns:a16="http://schemas.microsoft.com/office/drawing/2014/main" id="{6CCDAD53-3A2A-65B1-1A6B-77170AC41983}"/>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5" name="Line 10">
            <a:extLst>
              <a:ext uri="{FF2B5EF4-FFF2-40B4-BE49-F238E27FC236}">
                <a16:creationId xmlns:a16="http://schemas.microsoft.com/office/drawing/2014/main" id="{BD0292C4-F822-EABC-4952-684974AFAF70}"/>
              </a:ext>
            </a:extLst>
          </p:cNvPr>
          <p:cNvSpPr>
            <a:spLocks noChangeShapeType="1"/>
          </p:cNvSpPr>
          <p:nvPr/>
        </p:nvSpPr>
        <p:spPr bwMode="auto">
          <a:xfrm>
            <a:off x="515938"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516" name="Rectangle 11">
            <a:extLst>
              <a:ext uri="{FF2B5EF4-FFF2-40B4-BE49-F238E27FC236}">
                <a16:creationId xmlns:a16="http://schemas.microsoft.com/office/drawing/2014/main" id="{4F67BF32-E816-BF6C-76D9-C4B5DFBAB6F8}"/>
              </a:ext>
            </a:extLst>
          </p:cNvPr>
          <p:cNvSpPr>
            <a:spLocks noChangeArrowheads="1"/>
          </p:cNvSpPr>
          <p:nvPr/>
        </p:nvSpPr>
        <p:spPr bwMode="auto">
          <a:xfrm>
            <a:off x="495300" y="2759075"/>
            <a:ext cx="8077200" cy="15700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3200" i="0" baseline="0">
                <a:latin typeface="Arial" panose="020B0604020202020204" pitchFamily="34" charset="0"/>
                <a:ea typeface="宋体" panose="02010600030101010101" pitchFamily="2" charset="-122"/>
              </a:rPr>
              <a:t>为了减少冲突发生的概率从而提高性能，设计了算法“载波侦听多路访问”，即，传输前先侦听信道是否忙，再决定是否发送。</a:t>
            </a:r>
            <a:endParaRPr lang="en-US" altLang="zh-CN" sz="3200" i="0" baseline="0">
              <a:latin typeface="Arial" panose="020B0604020202020204" pitchFamily="34" charset="0"/>
              <a:ea typeface="宋体" panose="02010600030101010101" pitchFamily="2" charset="-122"/>
            </a:endParaRPr>
          </a:p>
        </p:txBody>
      </p:sp>
      <p:grpSp>
        <p:nvGrpSpPr>
          <p:cNvPr id="21517" name="Group 12">
            <a:extLst>
              <a:ext uri="{FF2B5EF4-FFF2-40B4-BE49-F238E27FC236}">
                <a16:creationId xmlns:a16="http://schemas.microsoft.com/office/drawing/2014/main" id="{B2779E92-4B3C-3A38-8D21-C8FF6AB82025}"/>
              </a:ext>
            </a:extLst>
          </p:cNvPr>
          <p:cNvGrpSpPr>
            <a:grpSpLocks/>
          </p:cNvGrpSpPr>
          <p:nvPr/>
        </p:nvGrpSpPr>
        <p:grpSpPr bwMode="auto">
          <a:xfrm>
            <a:off x="457200" y="1981200"/>
            <a:ext cx="1143000" cy="566738"/>
            <a:chOff x="1200" y="1248"/>
            <a:chExt cx="720" cy="357"/>
          </a:xfrm>
        </p:grpSpPr>
        <p:pic>
          <p:nvPicPr>
            <p:cNvPr id="21518" name="Picture 13">
              <a:extLst>
                <a:ext uri="{FF2B5EF4-FFF2-40B4-BE49-F238E27FC236}">
                  <a16:creationId xmlns:a16="http://schemas.microsoft.com/office/drawing/2014/main" id="{32C25837-67BA-23AC-F0DA-2AE28A76E7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9" name="Text Box 14">
              <a:extLst>
                <a:ext uri="{FF2B5EF4-FFF2-40B4-BE49-F238E27FC236}">
                  <a16:creationId xmlns:a16="http://schemas.microsoft.com/office/drawing/2014/main" id="{E59E7E85-A294-733B-7EEF-EC877AE74A74}"/>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1">
            <a:extLst>
              <a:ext uri="{FF2B5EF4-FFF2-40B4-BE49-F238E27FC236}">
                <a16:creationId xmlns:a16="http://schemas.microsoft.com/office/drawing/2014/main" id="{EED36E74-F443-A986-1B79-C89C319B119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2FB348AB-5533-4AFC-86F7-7D7F67855C43}" type="slidenum">
              <a:rPr lang="en-US" altLang="zh-CN" sz="2000" i="0" baseline="0">
                <a:solidFill>
                  <a:schemeClr val="bg2"/>
                </a:solidFill>
                <a:latin typeface="Arial" panose="020B0604020202020204" pitchFamily="34" charset="0"/>
              </a:rPr>
              <a:pPr/>
              <a:t>20</a:t>
            </a:fld>
            <a:endParaRPr lang="en-US" altLang="zh-CN" sz="2000" i="0" baseline="0">
              <a:solidFill>
                <a:schemeClr val="bg2"/>
              </a:solidFill>
              <a:latin typeface="Arial" panose="020B0604020202020204" pitchFamily="34" charset="0"/>
            </a:endParaRPr>
          </a:p>
        </p:txBody>
      </p:sp>
      <p:sp>
        <p:nvSpPr>
          <p:cNvPr id="22531" name="Line 2">
            <a:extLst>
              <a:ext uri="{FF2B5EF4-FFF2-40B4-BE49-F238E27FC236}">
                <a16:creationId xmlns:a16="http://schemas.microsoft.com/office/drawing/2014/main" id="{72DD637F-1907-C2AE-8982-99E67C4BFCB2}"/>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32" name="Line 3">
            <a:extLst>
              <a:ext uri="{FF2B5EF4-FFF2-40B4-BE49-F238E27FC236}">
                <a16:creationId xmlns:a16="http://schemas.microsoft.com/office/drawing/2014/main" id="{875A063D-4C5D-12E0-9C01-965913CC0ACD}"/>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33" name="Text Box 4">
            <a:extLst>
              <a:ext uri="{FF2B5EF4-FFF2-40B4-BE49-F238E27FC236}">
                <a16:creationId xmlns:a16="http://schemas.microsoft.com/office/drawing/2014/main" id="{3FC8A658-ED72-2179-C6ED-F18FF7449F13}"/>
              </a:ext>
            </a:extLst>
          </p:cNvPr>
          <p:cNvSpPr txBox="1">
            <a:spLocks noChangeArrowheads="1"/>
          </p:cNvSpPr>
          <p:nvPr/>
        </p:nvSpPr>
        <p:spPr bwMode="auto">
          <a:xfrm>
            <a:off x="304800" y="152400"/>
            <a:ext cx="635476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12.8  </a:t>
            </a:r>
            <a:r>
              <a:rPr lang="en-US" altLang="zh-CN" sz="2000" baseline="0">
                <a:ea typeface="宋体" panose="02010600030101010101" pitchFamily="2" charset="-122"/>
              </a:rPr>
              <a:t>Space/time model of the collision in CSMA</a:t>
            </a:r>
          </a:p>
          <a:p>
            <a:r>
              <a:rPr lang="en-US" altLang="zh-CN" sz="2000" baseline="0">
                <a:ea typeface="宋体" panose="02010600030101010101" pitchFamily="2" charset="-122"/>
              </a:rPr>
              <a:t>                          </a:t>
            </a:r>
            <a:r>
              <a:rPr lang="en-US" altLang="zh-CN" sz="2000" i="0" baseline="0">
                <a:ea typeface="宋体" panose="02010600030101010101" pitchFamily="2" charset="-122"/>
              </a:rPr>
              <a:t>CSMA</a:t>
            </a:r>
            <a:r>
              <a:rPr lang="zh-CN" altLang="en-US" sz="2000" i="0" baseline="0">
                <a:ea typeface="宋体" panose="02010600030101010101" pitchFamily="2" charset="-122"/>
              </a:rPr>
              <a:t>中冲突的时空模型</a:t>
            </a:r>
            <a:endParaRPr lang="en-US" altLang="zh-CN" sz="2000" i="0" baseline="0">
              <a:ea typeface="宋体" panose="02010600030101010101" pitchFamily="2" charset="-122"/>
            </a:endParaRPr>
          </a:p>
        </p:txBody>
      </p:sp>
      <p:sp>
        <p:nvSpPr>
          <p:cNvPr id="22534" name="Line 5">
            <a:extLst>
              <a:ext uri="{FF2B5EF4-FFF2-40B4-BE49-F238E27FC236}">
                <a16:creationId xmlns:a16="http://schemas.microsoft.com/office/drawing/2014/main" id="{1751BF1D-D70F-AA28-6755-62D0D5B328D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2535" name="Picture 7">
            <a:extLst>
              <a:ext uri="{FF2B5EF4-FFF2-40B4-BE49-F238E27FC236}">
                <a16:creationId xmlns:a16="http://schemas.microsoft.com/office/drawing/2014/main" id="{40BA45E9-9A2A-3479-7DBC-45F73A919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 y="1066800"/>
            <a:ext cx="788035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6" name="TextBox 7">
            <a:extLst>
              <a:ext uri="{FF2B5EF4-FFF2-40B4-BE49-F238E27FC236}">
                <a16:creationId xmlns:a16="http://schemas.microsoft.com/office/drawing/2014/main" id="{D8C046B9-AAEB-1C47-8544-584B308229BD}"/>
              </a:ext>
            </a:extLst>
          </p:cNvPr>
          <p:cNvSpPr txBox="1">
            <a:spLocks noChangeArrowheads="1"/>
          </p:cNvSpPr>
          <p:nvPr/>
        </p:nvSpPr>
        <p:spPr bwMode="auto">
          <a:xfrm>
            <a:off x="7924800" y="2709863"/>
            <a:ext cx="114300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2000" i="0">
                <a:ea typeface="宋体" panose="02010600030101010101" pitchFamily="2" charset="-122"/>
              </a:rPr>
              <a:t>虽然</a:t>
            </a:r>
            <a:r>
              <a:rPr lang="en-US" altLang="zh-CN" sz="2000" i="0">
                <a:ea typeface="宋体" panose="02010600030101010101" pitchFamily="2" charset="-122"/>
              </a:rPr>
              <a:t>CSMA</a:t>
            </a:r>
            <a:r>
              <a:rPr lang="zh-CN" altLang="en-US" sz="2000" i="0">
                <a:ea typeface="宋体" panose="02010600030101010101" pitchFamily="2" charset="-122"/>
              </a:rPr>
              <a:t>能够减少冲突，但不能消除冲突。</a:t>
            </a:r>
            <a:endParaRPr lang="en-US" altLang="zh-CN" sz="2000" i="0">
              <a:ea typeface="宋体" panose="02010600030101010101" pitchFamily="2" charset="-122"/>
            </a:endParaRPr>
          </a:p>
          <a:p>
            <a:endParaRPr lang="en-US" altLang="zh-CN" sz="2000" i="0">
              <a:ea typeface="宋体" panose="02010600030101010101" pitchFamily="2" charset="-122"/>
            </a:endParaRPr>
          </a:p>
          <a:p>
            <a:r>
              <a:rPr lang="zh-CN" altLang="en-US" sz="2000" i="0">
                <a:ea typeface="宋体" panose="02010600030101010101" pitchFamily="2" charset="-122"/>
              </a:rPr>
              <a:t>冲突概率依然存在的原因是传播有延迟。</a:t>
            </a:r>
          </a:p>
        </p:txBody>
      </p:sp>
      <p:sp>
        <p:nvSpPr>
          <p:cNvPr id="22537" name="TextBox 8">
            <a:extLst>
              <a:ext uri="{FF2B5EF4-FFF2-40B4-BE49-F238E27FC236}">
                <a16:creationId xmlns:a16="http://schemas.microsoft.com/office/drawing/2014/main" id="{F823FE9F-FFA6-849D-595E-177E751C7598}"/>
              </a:ext>
            </a:extLst>
          </p:cNvPr>
          <p:cNvSpPr txBox="1">
            <a:spLocks noChangeArrowheads="1"/>
          </p:cNvSpPr>
          <p:nvPr/>
        </p:nvSpPr>
        <p:spPr bwMode="auto">
          <a:xfrm>
            <a:off x="2819400" y="5743575"/>
            <a:ext cx="457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1800">
                <a:solidFill>
                  <a:srgbClr val="FF0000"/>
                </a:solidFill>
                <a:ea typeface="宋体" panose="02010600030101010101" pitchFamily="2" charset="-122"/>
              </a:rPr>
              <a:t>C’s</a:t>
            </a:r>
            <a:endParaRPr lang="zh-CN" altLang="en-US" sz="1800">
              <a:solidFill>
                <a:srgbClr val="FF0000"/>
              </a:solidFill>
              <a:ea typeface="宋体" panose="02010600030101010101" pitchFamily="2" charset="-122"/>
            </a:endParaRPr>
          </a:p>
        </p:txBody>
      </p:sp>
      <p:sp>
        <p:nvSpPr>
          <p:cNvPr id="22538" name="TextBox 9">
            <a:extLst>
              <a:ext uri="{FF2B5EF4-FFF2-40B4-BE49-F238E27FC236}">
                <a16:creationId xmlns:a16="http://schemas.microsoft.com/office/drawing/2014/main" id="{42AD4931-4C1E-B2AF-122F-F7F9022FE066}"/>
              </a:ext>
            </a:extLst>
          </p:cNvPr>
          <p:cNvSpPr txBox="1">
            <a:spLocks noChangeArrowheads="1"/>
          </p:cNvSpPr>
          <p:nvPr/>
        </p:nvSpPr>
        <p:spPr bwMode="auto">
          <a:xfrm>
            <a:off x="152400" y="3200400"/>
            <a:ext cx="457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1800">
                <a:solidFill>
                  <a:srgbClr val="FF0000"/>
                </a:solidFill>
                <a:ea typeface="宋体" panose="02010600030101010101" pitchFamily="2" charset="-122"/>
              </a:rPr>
              <a:t>B’s</a:t>
            </a:r>
            <a:endParaRPr lang="zh-CN" altLang="en-US" sz="1800">
              <a:solidFill>
                <a:srgbClr val="FF0000"/>
              </a:solidFill>
              <a:ea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1">
            <a:extLst>
              <a:ext uri="{FF2B5EF4-FFF2-40B4-BE49-F238E27FC236}">
                <a16:creationId xmlns:a16="http://schemas.microsoft.com/office/drawing/2014/main" id="{17E0EBBF-EDE7-CA63-DFC9-1523239D60B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FC2616A4-86BF-4D27-9971-4CBB68496A73}" type="slidenum">
              <a:rPr lang="en-US" altLang="zh-CN" sz="2000" i="0" baseline="0">
                <a:solidFill>
                  <a:schemeClr val="bg2"/>
                </a:solidFill>
                <a:latin typeface="Arial" panose="020B0604020202020204" pitchFamily="34" charset="0"/>
              </a:rPr>
              <a:pPr/>
              <a:t>21</a:t>
            </a:fld>
            <a:endParaRPr lang="en-US" altLang="zh-CN" sz="2000" i="0" baseline="0">
              <a:solidFill>
                <a:schemeClr val="bg2"/>
              </a:solidFill>
              <a:latin typeface="Arial" panose="020B0604020202020204" pitchFamily="34" charset="0"/>
            </a:endParaRPr>
          </a:p>
        </p:txBody>
      </p:sp>
      <p:sp>
        <p:nvSpPr>
          <p:cNvPr id="23555" name="Line 2">
            <a:extLst>
              <a:ext uri="{FF2B5EF4-FFF2-40B4-BE49-F238E27FC236}">
                <a16:creationId xmlns:a16="http://schemas.microsoft.com/office/drawing/2014/main" id="{F5EBF788-AC97-4BCC-F82D-614715B32E0E}"/>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56" name="Line 3">
            <a:extLst>
              <a:ext uri="{FF2B5EF4-FFF2-40B4-BE49-F238E27FC236}">
                <a16:creationId xmlns:a16="http://schemas.microsoft.com/office/drawing/2014/main" id="{7CB0758D-BF30-7BC5-311B-5C49979CEB60}"/>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557" name="Text Box 4">
            <a:extLst>
              <a:ext uri="{FF2B5EF4-FFF2-40B4-BE49-F238E27FC236}">
                <a16:creationId xmlns:a16="http://schemas.microsoft.com/office/drawing/2014/main" id="{623D05CE-2B9D-9EDF-1DBA-416F8FEE0404}"/>
              </a:ext>
            </a:extLst>
          </p:cNvPr>
          <p:cNvSpPr txBox="1">
            <a:spLocks noChangeArrowheads="1"/>
          </p:cNvSpPr>
          <p:nvPr/>
        </p:nvSpPr>
        <p:spPr bwMode="auto">
          <a:xfrm>
            <a:off x="304800" y="207963"/>
            <a:ext cx="460851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12.9  </a:t>
            </a:r>
            <a:r>
              <a:rPr lang="en-US" altLang="zh-CN" sz="2000" baseline="0">
                <a:ea typeface="宋体" panose="02010600030101010101" pitchFamily="2" charset="-122"/>
              </a:rPr>
              <a:t>Vulnerable time in CSMA </a:t>
            </a:r>
          </a:p>
          <a:p>
            <a:r>
              <a:rPr lang="en-US" altLang="zh-CN" sz="2000" baseline="0">
                <a:ea typeface="宋体" panose="02010600030101010101" pitchFamily="2" charset="-122"/>
              </a:rPr>
              <a:t>                         CSMA</a:t>
            </a:r>
            <a:r>
              <a:rPr lang="zh-CN" altLang="en-US" sz="2000" baseline="0">
                <a:ea typeface="宋体" panose="02010600030101010101" pitchFamily="2" charset="-122"/>
              </a:rPr>
              <a:t>脆弱时间</a:t>
            </a:r>
            <a:endParaRPr lang="en-US" altLang="zh-CN" sz="2000" baseline="0">
              <a:ea typeface="宋体" panose="02010600030101010101" pitchFamily="2" charset="-122"/>
            </a:endParaRPr>
          </a:p>
        </p:txBody>
      </p:sp>
      <p:sp>
        <p:nvSpPr>
          <p:cNvPr id="23558" name="Line 5">
            <a:extLst>
              <a:ext uri="{FF2B5EF4-FFF2-40B4-BE49-F238E27FC236}">
                <a16:creationId xmlns:a16="http://schemas.microsoft.com/office/drawing/2014/main" id="{FCEE5524-59C2-2AA8-785A-8B69B43134A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3559" name="Picture 7">
            <a:extLst>
              <a:ext uri="{FF2B5EF4-FFF2-40B4-BE49-F238E27FC236}">
                <a16:creationId xmlns:a16="http://schemas.microsoft.com/office/drawing/2014/main" id="{15E7F1B4-ACAE-0A55-0E3E-CB2E17A263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035175"/>
            <a:ext cx="8839200" cy="329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0" name="TextBox 7">
            <a:extLst>
              <a:ext uri="{FF2B5EF4-FFF2-40B4-BE49-F238E27FC236}">
                <a16:creationId xmlns:a16="http://schemas.microsoft.com/office/drawing/2014/main" id="{90687D39-30B5-BFB2-D1F8-5E0D303791C3}"/>
              </a:ext>
            </a:extLst>
          </p:cNvPr>
          <p:cNvSpPr txBox="1">
            <a:spLocks noChangeArrowheads="1"/>
          </p:cNvSpPr>
          <p:nvPr/>
        </p:nvSpPr>
        <p:spPr bwMode="auto">
          <a:xfrm>
            <a:off x="1066800" y="5486400"/>
            <a:ext cx="601980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i="0">
                <a:ea typeface="宋体" panose="02010600030101010101" pitchFamily="2" charset="-122"/>
              </a:rPr>
              <a:t>上图是最差情况，所以</a:t>
            </a:r>
            <a:r>
              <a:rPr lang="en-US" altLang="zh-CN" i="0">
                <a:ea typeface="宋体" panose="02010600030101010101" pitchFamily="2" charset="-122"/>
              </a:rPr>
              <a:t>CSMA</a:t>
            </a:r>
            <a:r>
              <a:rPr lang="zh-CN" altLang="en-US" i="0">
                <a:ea typeface="宋体" panose="02010600030101010101" pitchFamily="2" charset="-122"/>
              </a:rPr>
              <a:t>的脆弱时间：传播时间</a:t>
            </a:r>
            <a:r>
              <a:rPr lang="en-US" altLang="zh-CN" i="0">
                <a:ea typeface="宋体" panose="02010600030101010101" pitchFamily="2" charset="-122"/>
              </a:rPr>
              <a:t>T</a:t>
            </a:r>
            <a:r>
              <a:rPr lang="en-US" altLang="zh-CN" i="0" baseline="-25000">
                <a:ea typeface="宋体" panose="02010600030101010101" pitchFamily="2" charset="-122"/>
              </a:rPr>
              <a:t>P</a:t>
            </a:r>
            <a:endParaRPr lang="zh-CN" altLang="en-US" i="0" baseline="-2500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1">
            <a:extLst>
              <a:ext uri="{FF2B5EF4-FFF2-40B4-BE49-F238E27FC236}">
                <a16:creationId xmlns:a16="http://schemas.microsoft.com/office/drawing/2014/main" id="{4E58BCA3-FA8B-CC58-4B8E-D7948EA7CC5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D746580E-499C-4EDC-B22B-C30486AEAAC3}" type="slidenum">
              <a:rPr lang="en-US" altLang="zh-CN" sz="2000" i="0" baseline="0">
                <a:solidFill>
                  <a:schemeClr val="bg2"/>
                </a:solidFill>
                <a:latin typeface="Arial" panose="020B0604020202020204" pitchFamily="34" charset="0"/>
              </a:rPr>
              <a:pPr/>
              <a:t>22</a:t>
            </a:fld>
            <a:endParaRPr lang="en-US" altLang="zh-CN" sz="2000" i="0" baseline="0">
              <a:solidFill>
                <a:schemeClr val="bg2"/>
              </a:solidFill>
              <a:latin typeface="Arial" panose="020B0604020202020204" pitchFamily="34" charset="0"/>
            </a:endParaRPr>
          </a:p>
        </p:txBody>
      </p:sp>
      <p:sp>
        <p:nvSpPr>
          <p:cNvPr id="24579" name="Line 2">
            <a:extLst>
              <a:ext uri="{FF2B5EF4-FFF2-40B4-BE49-F238E27FC236}">
                <a16:creationId xmlns:a16="http://schemas.microsoft.com/office/drawing/2014/main" id="{85B1C567-4637-537A-3CD9-A2E33FC82329}"/>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0" name="Line 3">
            <a:extLst>
              <a:ext uri="{FF2B5EF4-FFF2-40B4-BE49-F238E27FC236}">
                <a16:creationId xmlns:a16="http://schemas.microsoft.com/office/drawing/2014/main" id="{2D22CDDB-B622-5A7E-33BB-EE7EBA4728AC}"/>
              </a:ext>
            </a:extLst>
          </p:cNvPr>
          <p:cNvSpPr>
            <a:spLocks noChangeShapeType="1"/>
          </p:cNvSpPr>
          <p:nvPr/>
        </p:nvSpPr>
        <p:spPr bwMode="auto">
          <a:xfrm>
            <a:off x="152400" y="8382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81" name="Text Box 4">
            <a:extLst>
              <a:ext uri="{FF2B5EF4-FFF2-40B4-BE49-F238E27FC236}">
                <a16:creationId xmlns:a16="http://schemas.microsoft.com/office/drawing/2014/main" id="{ABE987F4-D5C5-2613-8A72-1269A1B600BC}"/>
              </a:ext>
            </a:extLst>
          </p:cNvPr>
          <p:cNvSpPr txBox="1">
            <a:spLocks noChangeArrowheads="1"/>
          </p:cNvSpPr>
          <p:nvPr/>
        </p:nvSpPr>
        <p:spPr bwMode="auto">
          <a:xfrm>
            <a:off x="304800" y="177800"/>
            <a:ext cx="606266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12.10  </a:t>
            </a:r>
            <a:r>
              <a:rPr lang="en-US" altLang="zh-CN" sz="2000" baseline="0">
                <a:ea typeface="宋体" panose="02010600030101010101" pitchFamily="2" charset="-122"/>
              </a:rPr>
              <a:t>Behavior of three persistence methods </a:t>
            </a:r>
          </a:p>
          <a:p>
            <a:r>
              <a:rPr lang="en-US" altLang="zh-CN" sz="2000" baseline="0">
                <a:ea typeface="宋体" panose="02010600030101010101" pitchFamily="2" charset="-122"/>
              </a:rPr>
              <a:t>                            </a:t>
            </a:r>
            <a:r>
              <a:rPr lang="zh-CN" altLang="en-US" sz="2000" i="0" baseline="0">
                <a:ea typeface="宋体" panose="02010600030101010101" pitchFamily="2" charset="-122"/>
              </a:rPr>
              <a:t>三种坚持型方法的行为</a:t>
            </a:r>
            <a:endParaRPr lang="en-US" altLang="zh-CN" sz="2000" i="0" baseline="0">
              <a:ea typeface="宋体" panose="02010600030101010101" pitchFamily="2" charset="-122"/>
            </a:endParaRPr>
          </a:p>
        </p:txBody>
      </p:sp>
      <p:sp>
        <p:nvSpPr>
          <p:cNvPr id="24582" name="Line 5">
            <a:extLst>
              <a:ext uri="{FF2B5EF4-FFF2-40B4-BE49-F238E27FC236}">
                <a16:creationId xmlns:a16="http://schemas.microsoft.com/office/drawing/2014/main" id="{DBA9BC9E-FC6C-8743-5C1F-48AC0F413627}"/>
              </a:ext>
            </a:extLst>
          </p:cNvPr>
          <p:cNvSpPr>
            <a:spLocks noChangeShapeType="1"/>
          </p:cNvSpPr>
          <p:nvPr/>
        </p:nvSpPr>
        <p:spPr bwMode="auto">
          <a:xfrm>
            <a:off x="152400" y="64008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4583" name="Picture 7">
            <a:extLst>
              <a:ext uri="{FF2B5EF4-FFF2-40B4-BE49-F238E27FC236}">
                <a16:creationId xmlns:a16="http://schemas.microsoft.com/office/drawing/2014/main" id="{AEC0A864-F420-D716-963B-6CA15BCFDB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7350" y="914400"/>
            <a:ext cx="5100638" cy="542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TextBox 7">
            <a:extLst>
              <a:ext uri="{FF2B5EF4-FFF2-40B4-BE49-F238E27FC236}">
                <a16:creationId xmlns:a16="http://schemas.microsoft.com/office/drawing/2014/main" id="{94CBC161-80CF-31CE-7111-25A3308F39B3}"/>
              </a:ext>
            </a:extLst>
          </p:cNvPr>
          <p:cNvSpPr txBox="1">
            <a:spLocks noChangeArrowheads="1"/>
          </p:cNvSpPr>
          <p:nvPr/>
        </p:nvSpPr>
        <p:spPr bwMode="auto">
          <a:xfrm>
            <a:off x="7086600" y="990600"/>
            <a:ext cx="1828800"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2400" i="0">
                <a:solidFill>
                  <a:srgbClr val="FF0000"/>
                </a:solidFill>
                <a:ea typeface="宋体" panose="02010600030101010101" pitchFamily="2" charset="-122"/>
              </a:rPr>
              <a:t>侦听信道如果忙，如何办？</a:t>
            </a:r>
            <a:endParaRPr lang="en-US" altLang="zh-CN" sz="2400" i="0">
              <a:solidFill>
                <a:srgbClr val="FF0000"/>
              </a:solidFill>
              <a:ea typeface="宋体" panose="02010600030101010101" pitchFamily="2" charset="-122"/>
            </a:endParaRPr>
          </a:p>
          <a:p>
            <a:endParaRPr lang="en-US" altLang="zh-CN" sz="2400" i="0">
              <a:ea typeface="宋体" panose="02010600030101010101" pitchFamily="2" charset="-122"/>
            </a:endParaRPr>
          </a:p>
          <a:p>
            <a:r>
              <a:rPr lang="en-US" altLang="zh-CN" sz="2400" i="0">
                <a:ea typeface="宋体" panose="02010600030101010101" pitchFamily="2" charset="-122"/>
              </a:rPr>
              <a:t>1-persistent:</a:t>
            </a:r>
            <a:r>
              <a:rPr lang="zh-CN" altLang="en-US" sz="2400" i="0">
                <a:ea typeface="宋体" panose="02010600030101010101" pitchFamily="2" charset="-122"/>
              </a:rPr>
              <a:t>发送冲突概率最高，以太网就用之；</a:t>
            </a:r>
            <a:endParaRPr lang="en-US" altLang="zh-CN" sz="2400" i="0">
              <a:ea typeface="宋体" panose="02010600030101010101" pitchFamily="2" charset="-122"/>
            </a:endParaRPr>
          </a:p>
          <a:p>
            <a:endParaRPr lang="en-US" altLang="zh-CN" sz="2400" i="0">
              <a:ea typeface="宋体" panose="02010600030101010101" pitchFamily="2" charset="-122"/>
            </a:endParaRPr>
          </a:p>
          <a:p>
            <a:r>
              <a:rPr lang="en-US" altLang="zh-CN" sz="2400" i="0">
                <a:ea typeface="宋体" panose="02010600030101010101" pitchFamily="2" charset="-122"/>
              </a:rPr>
              <a:t>Nonpersistent:</a:t>
            </a:r>
            <a:r>
              <a:rPr lang="zh-CN" altLang="en-US" sz="2400" i="0">
                <a:ea typeface="宋体" panose="02010600030101010101" pitchFamily="2" charset="-122"/>
              </a:rPr>
              <a:t>可以减少冲突概率，但可能信道空闲，降低利用率；</a:t>
            </a:r>
            <a:endParaRPr lang="en-US" altLang="zh-CN" sz="2400" i="0">
              <a:ea typeface="宋体" panose="02010600030101010101" pitchFamily="2" charset="-122"/>
            </a:endParaRPr>
          </a:p>
          <a:p>
            <a:endParaRPr lang="en-US" altLang="zh-CN" sz="2400" i="0">
              <a:ea typeface="宋体" panose="02010600030101010101" pitchFamily="2" charset="-122"/>
            </a:endParaRPr>
          </a:p>
          <a:p>
            <a:r>
              <a:rPr lang="en-US" altLang="zh-CN" sz="2400" i="0">
                <a:ea typeface="宋体" panose="02010600030101010101" pitchFamily="2" charset="-122"/>
              </a:rPr>
              <a:t>P-persistent:</a:t>
            </a:r>
            <a:r>
              <a:rPr lang="zh-CN" altLang="en-US" sz="2400" i="0">
                <a:ea typeface="宋体" panose="02010600030101010101" pitchFamily="2" charset="-122"/>
              </a:rPr>
              <a:t>如果通道有时隙且时隙大于等于最大传播延迟，则使用之；其综合了上述</a:t>
            </a:r>
            <a:r>
              <a:rPr lang="en-US" altLang="zh-CN" sz="2400" i="0">
                <a:ea typeface="宋体" panose="02010600030101010101" pitchFamily="2" charset="-122"/>
              </a:rPr>
              <a:t>2</a:t>
            </a:r>
            <a:r>
              <a:rPr lang="zh-CN" altLang="en-US" sz="2400" i="0">
                <a:ea typeface="宋体" panose="02010600030101010101" pitchFamily="2" charset="-122"/>
              </a:rPr>
              <a:t>个方法有点，既减少了冲突概率又提高了网络效率。</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1">
            <a:extLst>
              <a:ext uri="{FF2B5EF4-FFF2-40B4-BE49-F238E27FC236}">
                <a16:creationId xmlns:a16="http://schemas.microsoft.com/office/drawing/2014/main" id="{2D5D954D-B465-89BD-CF42-6691B884134E}"/>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5D43A8E5-8A1A-4958-93CE-3C1262A4021A}" type="slidenum">
              <a:rPr lang="en-US" altLang="zh-CN" sz="2000" i="0" baseline="0">
                <a:solidFill>
                  <a:schemeClr val="bg2"/>
                </a:solidFill>
                <a:latin typeface="Arial" panose="020B0604020202020204" pitchFamily="34" charset="0"/>
              </a:rPr>
              <a:pPr/>
              <a:t>23</a:t>
            </a:fld>
            <a:endParaRPr lang="en-US" altLang="zh-CN" sz="2000" i="0" baseline="0">
              <a:solidFill>
                <a:schemeClr val="bg2"/>
              </a:solidFill>
              <a:latin typeface="Arial" panose="020B0604020202020204" pitchFamily="34" charset="0"/>
            </a:endParaRPr>
          </a:p>
        </p:txBody>
      </p:sp>
      <p:sp>
        <p:nvSpPr>
          <p:cNvPr id="25603" name="Line 2">
            <a:extLst>
              <a:ext uri="{FF2B5EF4-FFF2-40B4-BE49-F238E27FC236}">
                <a16:creationId xmlns:a16="http://schemas.microsoft.com/office/drawing/2014/main" id="{6FFBE391-9E96-9D3C-F0BA-D04D3047CC4C}"/>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4" name="Line 3">
            <a:extLst>
              <a:ext uri="{FF2B5EF4-FFF2-40B4-BE49-F238E27FC236}">
                <a16:creationId xmlns:a16="http://schemas.microsoft.com/office/drawing/2014/main" id="{61CDA85B-A60F-6FE7-35A4-A0A6E9FC6028}"/>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605" name="Text Box 4">
            <a:extLst>
              <a:ext uri="{FF2B5EF4-FFF2-40B4-BE49-F238E27FC236}">
                <a16:creationId xmlns:a16="http://schemas.microsoft.com/office/drawing/2014/main" id="{6A16ECBE-C938-A880-BE1E-EB56157A9B47}"/>
              </a:ext>
            </a:extLst>
          </p:cNvPr>
          <p:cNvSpPr txBox="1">
            <a:spLocks noChangeArrowheads="1"/>
          </p:cNvSpPr>
          <p:nvPr/>
        </p:nvSpPr>
        <p:spPr bwMode="auto">
          <a:xfrm>
            <a:off x="304800" y="220663"/>
            <a:ext cx="6599238"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12.11  </a:t>
            </a:r>
            <a:r>
              <a:rPr lang="en-US" altLang="zh-CN" sz="2000" baseline="0">
                <a:ea typeface="宋体" panose="02010600030101010101" pitchFamily="2" charset="-122"/>
              </a:rPr>
              <a:t>Flow diagram for three persistence methods</a:t>
            </a:r>
          </a:p>
          <a:p>
            <a:r>
              <a:rPr lang="en-US" altLang="zh-CN" sz="2000" baseline="0">
                <a:ea typeface="宋体" panose="02010600030101010101" pitchFamily="2" charset="-122"/>
              </a:rPr>
              <a:t>                            </a:t>
            </a:r>
            <a:r>
              <a:rPr lang="zh-CN" altLang="en-US" sz="2000" i="0" baseline="0">
                <a:ea typeface="宋体" panose="02010600030101010101" pitchFamily="2" charset="-122"/>
              </a:rPr>
              <a:t>三种坚持型方法的流程框图</a:t>
            </a:r>
            <a:endParaRPr lang="en-US" altLang="zh-CN" sz="2000" i="0" baseline="0">
              <a:ea typeface="宋体" panose="02010600030101010101" pitchFamily="2" charset="-122"/>
            </a:endParaRPr>
          </a:p>
        </p:txBody>
      </p:sp>
      <p:sp>
        <p:nvSpPr>
          <p:cNvPr id="25606" name="Line 5">
            <a:extLst>
              <a:ext uri="{FF2B5EF4-FFF2-40B4-BE49-F238E27FC236}">
                <a16:creationId xmlns:a16="http://schemas.microsoft.com/office/drawing/2014/main" id="{2E8E5EB3-A7CE-F1D6-A527-171E6AE69FE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5607" name="Picture 7">
            <a:extLst>
              <a:ext uri="{FF2B5EF4-FFF2-40B4-BE49-F238E27FC236}">
                <a16:creationId xmlns:a16="http://schemas.microsoft.com/office/drawing/2014/main" id="{BD7D4F1A-D390-A53A-D716-9EE45C1B8C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0075" y="1173163"/>
            <a:ext cx="5064125" cy="492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1">
            <a:extLst>
              <a:ext uri="{FF2B5EF4-FFF2-40B4-BE49-F238E27FC236}">
                <a16:creationId xmlns:a16="http://schemas.microsoft.com/office/drawing/2014/main" id="{FA809684-A581-D282-915F-05D61B39702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A7B0B98D-A107-45CE-BCBE-52D0C707BC30}" type="slidenum">
              <a:rPr lang="en-US" altLang="zh-CN" sz="2000" i="0" baseline="0">
                <a:solidFill>
                  <a:schemeClr val="bg2"/>
                </a:solidFill>
                <a:latin typeface="Arial" panose="020B0604020202020204" pitchFamily="34" charset="0"/>
              </a:rPr>
              <a:pPr/>
              <a:t>24</a:t>
            </a:fld>
            <a:endParaRPr lang="en-US" altLang="zh-CN" sz="2000" i="0" baseline="0">
              <a:solidFill>
                <a:schemeClr val="bg2"/>
              </a:solidFill>
              <a:latin typeface="Arial" panose="020B0604020202020204" pitchFamily="34" charset="0"/>
            </a:endParaRPr>
          </a:p>
        </p:txBody>
      </p:sp>
      <p:sp>
        <p:nvSpPr>
          <p:cNvPr id="26627" name="Line 2">
            <a:extLst>
              <a:ext uri="{FF2B5EF4-FFF2-40B4-BE49-F238E27FC236}">
                <a16:creationId xmlns:a16="http://schemas.microsoft.com/office/drawing/2014/main" id="{E51E37C6-A04F-D20E-B986-B2C2FC3C56CF}"/>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28" name="Line 3">
            <a:extLst>
              <a:ext uri="{FF2B5EF4-FFF2-40B4-BE49-F238E27FC236}">
                <a16:creationId xmlns:a16="http://schemas.microsoft.com/office/drawing/2014/main" id="{BAFFFCCA-6ADB-AA4D-9B7C-BDA182FEFBA0}"/>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629" name="Text Box 4">
            <a:extLst>
              <a:ext uri="{FF2B5EF4-FFF2-40B4-BE49-F238E27FC236}">
                <a16:creationId xmlns:a16="http://schemas.microsoft.com/office/drawing/2014/main" id="{E08BB8EA-31B7-C1D0-80F2-122689E5BC86}"/>
              </a:ext>
            </a:extLst>
          </p:cNvPr>
          <p:cNvSpPr txBox="1">
            <a:spLocks noChangeArrowheads="1"/>
          </p:cNvSpPr>
          <p:nvPr/>
        </p:nvSpPr>
        <p:spPr bwMode="auto">
          <a:xfrm>
            <a:off x="381000" y="368300"/>
            <a:ext cx="589915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12.12  </a:t>
            </a:r>
            <a:r>
              <a:rPr lang="en-US" altLang="zh-CN" sz="2000" baseline="0">
                <a:ea typeface="宋体" panose="02010600030101010101" pitchFamily="2" charset="-122"/>
              </a:rPr>
              <a:t>Collision of the first bit in CSMA/CD</a:t>
            </a:r>
          </a:p>
          <a:p>
            <a:endParaRPr lang="en-US" altLang="zh-CN" sz="2000" i="0" baseline="0">
              <a:ea typeface="宋体" panose="02010600030101010101" pitchFamily="2" charset="-122"/>
            </a:endParaRPr>
          </a:p>
          <a:p>
            <a:endParaRPr lang="en-US" altLang="zh-CN" sz="2000" i="0" baseline="0">
              <a:ea typeface="宋体" panose="02010600030101010101" pitchFamily="2" charset="-122"/>
            </a:endParaRPr>
          </a:p>
          <a:p>
            <a:r>
              <a:rPr lang="en-US" altLang="zh-CN" sz="2000" i="0" baseline="0">
                <a:ea typeface="宋体" panose="02010600030101010101" pitchFamily="2" charset="-122"/>
              </a:rPr>
              <a:t>CSMA/CD</a:t>
            </a:r>
            <a:r>
              <a:rPr lang="zh-CN" altLang="en-US" sz="2000" i="0" baseline="0">
                <a:ea typeface="宋体" panose="02010600030101010101" pitchFamily="2" charset="-122"/>
              </a:rPr>
              <a:t>中第一个比特位碰撞冲突的情况</a:t>
            </a:r>
            <a:endParaRPr lang="en-US" altLang="zh-CN" sz="2000" i="0" baseline="0">
              <a:ea typeface="宋体" panose="02010600030101010101" pitchFamily="2" charset="-122"/>
            </a:endParaRPr>
          </a:p>
        </p:txBody>
      </p:sp>
      <p:sp>
        <p:nvSpPr>
          <p:cNvPr id="26630" name="Line 5">
            <a:extLst>
              <a:ext uri="{FF2B5EF4-FFF2-40B4-BE49-F238E27FC236}">
                <a16:creationId xmlns:a16="http://schemas.microsoft.com/office/drawing/2014/main" id="{E07BC588-612C-2DC8-050E-C319364D0FD7}"/>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6631" name="Picture 7">
            <a:extLst>
              <a:ext uri="{FF2B5EF4-FFF2-40B4-BE49-F238E27FC236}">
                <a16:creationId xmlns:a16="http://schemas.microsoft.com/office/drawing/2014/main" id="{85167F46-7E18-1BB4-AF06-E8788AA01C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 y="2033588"/>
            <a:ext cx="9058275" cy="261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2" name="TextBox 7">
            <a:extLst>
              <a:ext uri="{FF2B5EF4-FFF2-40B4-BE49-F238E27FC236}">
                <a16:creationId xmlns:a16="http://schemas.microsoft.com/office/drawing/2014/main" id="{C825E06F-8EE5-6768-D355-CC12ADF63B80}"/>
              </a:ext>
            </a:extLst>
          </p:cNvPr>
          <p:cNvSpPr txBox="1">
            <a:spLocks noChangeArrowheads="1"/>
          </p:cNvSpPr>
          <p:nvPr/>
        </p:nvSpPr>
        <p:spPr bwMode="auto">
          <a:xfrm>
            <a:off x="1143000" y="4876800"/>
            <a:ext cx="6477000"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a:solidFill>
                  <a:srgbClr val="FF0000"/>
                </a:solidFill>
                <a:ea typeface="宋体" panose="02010600030101010101" pitchFamily="2" charset="-122"/>
              </a:rPr>
              <a:t>CSMA</a:t>
            </a:r>
            <a:r>
              <a:rPr lang="zh-CN" altLang="en-US">
                <a:solidFill>
                  <a:srgbClr val="FF0000"/>
                </a:solidFill>
                <a:ea typeface="宋体" panose="02010600030101010101" pitchFamily="2" charset="-122"/>
              </a:rPr>
              <a:t>没有规定冲突之后的处理程序，所以设计了带冲突检测的载波侦听多路访问算法</a:t>
            </a:r>
            <a:r>
              <a:rPr lang="en-US" altLang="zh-CN">
                <a:solidFill>
                  <a:srgbClr val="FF0000"/>
                </a:solidFill>
                <a:ea typeface="宋体" panose="02010600030101010101" pitchFamily="2" charset="-122"/>
              </a:rPr>
              <a:t>CSMA/CD</a:t>
            </a:r>
            <a:r>
              <a:rPr lang="zh-CN" altLang="en-US">
                <a:solidFill>
                  <a:srgbClr val="FF0000"/>
                </a:solidFill>
                <a:ea typeface="宋体" panose="02010600030101010101" pitchFamily="2" charset="-122"/>
              </a:rPr>
              <a:t>。</a:t>
            </a:r>
            <a:endParaRPr lang="en-US" altLang="zh-CN">
              <a:solidFill>
                <a:srgbClr val="FF0000"/>
              </a:solidFill>
              <a:ea typeface="宋体" panose="02010600030101010101" pitchFamily="2" charset="-122"/>
            </a:endParaRPr>
          </a:p>
          <a:p>
            <a:r>
              <a:rPr lang="en-US" altLang="zh-CN">
                <a:ea typeface="宋体" panose="02010600030101010101" pitchFamily="2" charset="-122"/>
              </a:rPr>
              <a:t>t3-t2:C</a:t>
            </a:r>
            <a:r>
              <a:rPr lang="zh-CN" altLang="en-US">
                <a:ea typeface="宋体" panose="02010600030101010101" pitchFamily="2" charset="-122"/>
              </a:rPr>
              <a:t>站持续传输的时间；</a:t>
            </a:r>
            <a:endParaRPr lang="en-US" altLang="zh-CN">
              <a:ea typeface="宋体" panose="02010600030101010101" pitchFamily="2" charset="-122"/>
            </a:endParaRPr>
          </a:p>
          <a:p>
            <a:r>
              <a:rPr lang="en-US" altLang="zh-CN">
                <a:ea typeface="宋体" panose="02010600030101010101" pitchFamily="2" charset="-122"/>
              </a:rPr>
              <a:t>t4-t1:A</a:t>
            </a:r>
            <a:r>
              <a:rPr lang="zh-CN" altLang="en-US">
                <a:ea typeface="宋体" panose="02010600030101010101" pitchFamily="2" charset="-122"/>
              </a:rPr>
              <a:t>站持续传输的时间。</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1">
            <a:extLst>
              <a:ext uri="{FF2B5EF4-FFF2-40B4-BE49-F238E27FC236}">
                <a16:creationId xmlns:a16="http://schemas.microsoft.com/office/drawing/2014/main" id="{4E43B77B-D923-B6C4-78D8-6927F6E8EE71}"/>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A3436EEF-865C-4B2F-BC4E-F9AB573E7672}" type="slidenum">
              <a:rPr lang="en-US" altLang="zh-CN" sz="2000" i="0" baseline="0">
                <a:solidFill>
                  <a:schemeClr val="bg2"/>
                </a:solidFill>
                <a:latin typeface="Arial" panose="020B0604020202020204" pitchFamily="34" charset="0"/>
              </a:rPr>
              <a:pPr/>
              <a:t>25</a:t>
            </a:fld>
            <a:endParaRPr lang="en-US" altLang="zh-CN" sz="2000" i="0" baseline="0">
              <a:solidFill>
                <a:schemeClr val="bg2"/>
              </a:solidFill>
              <a:latin typeface="Arial" panose="020B0604020202020204" pitchFamily="34" charset="0"/>
            </a:endParaRPr>
          </a:p>
        </p:txBody>
      </p:sp>
      <p:sp>
        <p:nvSpPr>
          <p:cNvPr id="27651" name="Line 2">
            <a:extLst>
              <a:ext uri="{FF2B5EF4-FFF2-40B4-BE49-F238E27FC236}">
                <a16:creationId xmlns:a16="http://schemas.microsoft.com/office/drawing/2014/main" id="{AF16C2BD-A83A-FE83-7D16-9FFE99276834}"/>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2" name="Line 3">
            <a:extLst>
              <a:ext uri="{FF2B5EF4-FFF2-40B4-BE49-F238E27FC236}">
                <a16:creationId xmlns:a16="http://schemas.microsoft.com/office/drawing/2014/main" id="{EB3EF5FA-1A10-DF51-96E7-C16D4CE53A69}"/>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653" name="Text Box 4">
            <a:extLst>
              <a:ext uri="{FF2B5EF4-FFF2-40B4-BE49-F238E27FC236}">
                <a16:creationId xmlns:a16="http://schemas.microsoft.com/office/drawing/2014/main" id="{BC5478D4-65EE-7339-EEB7-B9FFB3BFBA43}"/>
              </a:ext>
            </a:extLst>
          </p:cNvPr>
          <p:cNvSpPr txBox="1">
            <a:spLocks noChangeArrowheads="1"/>
          </p:cNvSpPr>
          <p:nvPr/>
        </p:nvSpPr>
        <p:spPr bwMode="auto">
          <a:xfrm>
            <a:off x="304800" y="381000"/>
            <a:ext cx="5754688" cy="171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12.13 </a:t>
            </a:r>
            <a:r>
              <a:rPr lang="en-US" altLang="zh-CN" sz="2000" baseline="0">
                <a:ea typeface="宋体" panose="02010600030101010101" pitchFamily="2" charset="-122"/>
              </a:rPr>
              <a:t>Collision and abortion in CSMA/CD</a:t>
            </a:r>
          </a:p>
          <a:p>
            <a:endParaRPr lang="en-US" altLang="zh-CN" sz="2000" b="0" i="0" baseline="0">
              <a:latin typeface="Arial" panose="020B0604020202020204" pitchFamily="34" charset="0"/>
              <a:ea typeface="宋体" panose="02010600030101010101" pitchFamily="2" charset="-122"/>
            </a:endParaRPr>
          </a:p>
          <a:p>
            <a:endParaRPr lang="en-US" altLang="zh-CN" sz="2000" b="0" i="0" baseline="0">
              <a:latin typeface="Arial" panose="020B0604020202020204" pitchFamily="34" charset="0"/>
              <a:ea typeface="宋体" panose="02010600030101010101" pitchFamily="2" charset="-122"/>
            </a:endParaRPr>
          </a:p>
          <a:p>
            <a:r>
              <a:rPr lang="en-US" altLang="zh-CN" sz="2000" i="0" baseline="0">
                <a:ea typeface="宋体" panose="02010600030101010101" pitchFamily="2" charset="-122"/>
              </a:rPr>
              <a:t>CSMA/CD</a:t>
            </a:r>
            <a:r>
              <a:rPr lang="zh-CN" altLang="en-US" sz="2000" i="0" baseline="0">
                <a:ea typeface="宋体" panose="02010600030101010101" pitchFamily="2" charset="-122"/>
              </a:rPr>
              <a:t>中冲突和放弃传输的示意图</a:t>
            </a:r>
            <a:endParaRPr lang="en-US" altLang="zh-CN" sz="2000" i="0" baseline="0">
              <a:ea typeface="宋体" panose="02010600030101010101" pitchFamily="2" charset="-122"/>
            </a:endParaRPr>
          </a:p>
          <a:p>
            <a:endParaRPr lang="en-US" altLang="zh-CN" sz="2000" baseline="0">
              <a:ea typeface="宋体" panose="02010600030101010101" pitchFamily="2" charset="-122"/>
            </a:endParaRPr>
          </a:p>
        </p:txBody>
      </p:sp>
      <p:sp>
        <p:nvSpPr>
          <p:cNvPr id="27654" name="Line 5">
            <a:extLst>
              <a:ext uri="{FF2B5EF4-FFF2-40B4-BE49-F238E27FC236}">
                <a16:creationId xmlns:a16="http://schemas.microsoft.com/office/drawing/2014/main" id="{82E55143-8791-FC24-830D-C877B6C3F591}"/>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7655" name="Picture 7">
            <a:extLst>
              <a:ext uri="{FF2B5EF4-FFF2-40B4-BE49-F238E27FC236}">
                <a16:creationId xmlns:a16="http://schemas.microsoft.com/office/drawing/2014/main" id="{E6166A6E-6AE0-0CE2-2E42-D78DB38187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 y="2081213"/>
            <a:ext cx="8994775" cy="294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TextBox 7">
            <a:extLst>
              <a:ext uri="{FF2B5EF4-FFF2-40B4-BE49-F238E27FC236}">
                <a16:creationId xmlns:a16="http://schemas.microsoft.com/office/drawing/2014/main" id="{BB675BA4-ABFF-B843-C210-FCDC8E17F0BF}"/>
              </a:ext>
            </a:extLst>
          </p:cNvPr>
          <p:cNvSpPr txBox="1">
            <a:spLocks noChangeArrowheads="1"/>
          </p:cNvSpPr>
          <p:nvPr/>
        </p:nvSpPr>
        <p:spPr bwMode="auto">
          <a:xfrm>
            <a:off x="838200" y="5181600"/>
            <a:ext cx="7772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1800" i="0" baseline="0">
                <a:solidFill>
                  <a:srgbClr val="FF0000"/>
                </a:solidFill>
                <a:ea typeface="宋体" panose="02010600030101010101" pitchFamily="2" charset="-122"/>
              </a:rPr>
              <a:t>冲突窗口：</a:t>
            </a:r>
            <a:r>
              <a:rPr lang="zh-CN" altLang="en-US" sz="1800" i="0" baseline="0">
                <a:ea typeface="宋体" panose="02010600030101010101" pitchFamily="2" charset="-122"/>
              </a:rPr>
              <a:t>对于</a:t>
            </a:r>
            <a:r>
              <a:rPr lang="en-US" altLang="zh-CN" sz="1800" i="0" baseline="0">
                <a:ea typeface="宋体" panose="02010600030101010101" pitchFamily="2" charset="-122"/>
              </a:rPr>
              <a:t>A</a:t>
            </a:r>
            <a:r>
              <a:rPr lang="zh-CN" altLang="en-US" sz="1800" i="0" baseline="0">
                <a:ea typeface="宋体" panose="02010600030101010101" pitchFamily="2" charset="-122"/>
              </a:rPr>
              <a:t>站，最坏的情况下，</a:t>
            </a:r>
            <a:r>
              <a:rPr lang="en-US" altLang="zh-CN" sz="1800" i="0" baseline="0">
                <a:ea typeface="宋体" panose="02010600030101010101" pitchFamily="2" charset="-122"/>
              </a:rPr>
              <a:t>A</a:t>
            </a:r>
            <a:r>
              <a:rPr lang="zh-CN" altLang="en-US" sz="1800" i="0" baseline="0">
                <a:ea typeface="宋体" panose="02010600030101010101" pitchFamily="2" charset="-122"/>
              </a:rPr>
              <a:t>检测到冲突的时间时</a:t>
            </a:r>
            <a:r>
              <a:rPr lang="en-US" altLang="zh-CN" sz="1800" i="0" baseline="0">
                <a:ea typeface="宋体" panose="02010600030101010101" pitchFamily="2" charset="-122"/>
              </a:rPr>
              <a:t>2</a:t>
            </a:r>
            <a:r>
              <a:rPr lang="zh-CN" altLang="en-US" sz="1800" i="0" baseline="0">
                <a:ea typeface="宋体" panose="02010600030101010101" pitchFamily="2" charset="-122"/>
              </a:rPr>
              <a:t>倍的传播时延，即</a:t>
            </a:r>
            <a:r>
              <a:rPr lang="en-US" altLang="zh-CN" sz="1800" i="0" baseline="0">
                <a:ea typeface="宋体" panose="02010600030101010101" pitchFamily="2" charset="-122"/>
              </a:rPr>
              <a:t> t4-t1=2T</a:t>
            </a:r>
            <a:r>
              <a:rPr lang="en-US" altLang="zh-CN" sz="1800" i="0" baseline="-25000">
                <a:ea typeface="宋体" panose="02010600030101010101" pitchFamily="2" charset="-122"/>
              </a:rPr>
              <a:t>P</a:t>
            </a:r>
            <a:r>
              <a:rPr lang="zh-CN" altLang="en-US" sz="1800" i="0" baseline="0">
                <a:ea typeface="宋体" panose="02010600030101010101" pitchFamily="2" charset="-122"/>
              </a:rPr>
              <a:t>，该时间称之为“</a:t>
            </a:r>
            <a:r>
              <a:rPr lang="zh-CN" altLang="en-US" sz="1800" i="0" baseline="0">
                <a:solidFill>
                  <a:srgbClr val="FF0000"/>
                </a:solidFill>
                <a:ea typeface="宋体" panose="02010600030101010101" pitchFamily="2" charset="-122"/>
              </a:rPr>
              <a:t>冲突窗口</a:t>
            </a:r>
            <a:r>
              <a:rPr lang="zh-CN" altLang="en-US" sz="1800" i="0" baseline="0">
                <a:ea typeface="宋体" panose="02010600030101010101" pitchFamily="2" charset="-122"/>
              </a:rPr>
              <a:t>”或“冲突时槽”；</a:t>
            </a:r>
            <a:endParaRPr lang="en-US" altLang="zh-CN" sz="1800" i="0" baseline="0">
              <a:ea typeface="宋体" panose="02010600030101010101" pitchFamily="2" charset="-122"/>
            </a:endParaRPr>
          </a:p>
          <a:p>
            <a:r>
              <a:rPr lang="zh-CN" altLang="en-US" sz="1800" i="0" baseline="0">
                <a:solidFill>
                  <a:srgbClr val="FF0000"/>
                </a:solidFill>
                <a:ea typeface="宋体" panose="02010600030101010101" pitchFamily="2" charset="-122"/>
              </a:rPr>
              <a:t>最小帧长：</a:t>
            </a:r>
            <a:r>
              <a:rPr lang="en-US" altLang="zh-CN" sz="1800" i="0" baseline="0">
                <a:ea typeface="宋体" panose="02010600030101010101" pitchFamily="2" charset="-122"/>
              </a:rPr>
              <a:t>L=R</a:t>
            </a:r>
            <a:r>
              <a:rPr lang="zh-CN" altLang="en-US" sz="1800" i="0" baseline="0">
                <a:ea typeface="宋体" panose="02010600030101010101" pitchFamily="2" charset="-122"/>
              </a:rPr>
              <a:t>*</a:t>
            </a:r>
            <a:r>
              <a:rPr lang="en-US" altLang="zh-CN" sz="1800" i="0" baseline="0">
                <a:ea typeface="宋体" panose="02010600030101010101" pitchFamily="2" charset="-122"/>
              </a:rPr>
              <a:t>2T</a:t>
            </a:r>
            <a:r>
              <a:rPr lang="en-US" altLang="zh-CN" sz="1800" i="0" baseline="-25000">
                <a:ea typeface="宋体" panose="02010600030101010101" pitchFamily="2" charset="-122"/>
              </a:rPr>
              <a:t>P</a:t>
            </a:r>
            <a:r>
              <a:rPr lang="zh-CN" altLang="en-US" sz="1800" i="0" baseline="0">
                <a:ea typeface="宋体" panose="02010600030101010101" pitchFamily="2" charset="-122"/>
              </a:rPr>
              <a:t>，即</a:t>
            </a:r>
            <a:r>
              <a:rPr lang="en-US" altLang="zh-CN" sz="1800" i="0" baseline="0">
                <a:ea typeface="宋体" panose="02010600030101010101" pitchFamily="2" charset="-122"/>
              </a:rPr>
              <a:t>A</a:t>
            </a:r>
            <a:r>
              <a:rPr lang="zh-CN" altLang="en-US" sz="1800" i="0" baseline="0">
                <a:ea typeface="宋体" panose="02010600030101010101" pitchFamily="2" charset="-122"/>
              </a:rPr>
              <a:t>站帧长所产生的传输延迟不能小于“冲突窗口”。</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1">
            <a:extLst>
              <a:ext uri="{FF2B5EF4-FFF2-40B4-BE49-F238E27FC236}">
                <a16:creationId xmlns:a16="http://schemas.microsoft.com/office/drawing/2014/main" id="{735A36D1-D500-8855-87CD-F1B4459F1A6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D5A25045-083B-4A04-8275-CB1FDE1EF606}" type="slidenum">
              <a:rPr lang="en-US" altLang="zh-CN" sz="2000" i="0" baseline="0">
                <a:solidFill>
                  <a:schemeClr val="bg2"/>
                </a:solidFill>
                <a:latin typeface="Arial" panose="020B0604020202020204" pitchFamily="34" charset="0"/>
              </a:rPr>
              <a:pPr/>
              <a:t>26</a:t>
            </a:fld>
            <a:endParaRPr lang="en-US" altLang="zh-CN" sz="2000" i="0" baseline="0">
              <a:solidFill>
                <a:schemeClr val="bg2"/>
              </a:solidFill>
              <a:latin typeface="Arial" panose="020B0604020202020204" pitchFamily="34" charset="0"/>
            </a:endParaRPr>
          </a:p>
        </p:txBody>
      </p:sp>
      <p:sp>
        <p:nvSpPr>
          <p:cNvPr id="28675" name="Rectangle 2">
            <a:extLst>
              <a:ext uri="{FF2B5EF4-FFF2-40B4-BE49-F238E27FC236}">
                <a16:creationId xmlns:a16="http://schemas.microsoft.com/office/drawing/2014/main" id="{27DE43F6-E5A0-9248-7BA7-F17B274D13CA}"/>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8676" name="Rectangle 3">
            <a:extLst>
              <a:ext uri="{FF2B5EF4-FFF2-40B4-BE49-F238E27FC236}">
                <a16:creationId xmlns:a16="http://schemas.microsoft.com/office/drawing/2014/main" id="{A6470D40-8102-9F32-8AC6-0A641A495CC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8677" name="Rectangle 4">
            <a:extLst>
              <a:ext uri="{FF2B5EF4-FFF2-40B4-BE49-F238E27FC236}">
                <a16:creationId xmlns:a16="http://schemas.microsoft.com/office/drawing/2014/main" id="{5EE92DB3-E0C9-162C-E795-930B3AF6FF99}"/>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8678" name="Rectangle 5">
            <a:extLst>
              <a:ext uri="{FF2B5EF4-FFF2-40B4-BE49-F238E27FC236}">
                <a16:creationId xmlns:a16="http://schemas.microsoft.com/office/drawing/2014/main" id="{9C2A6551-BBC4-37BE-E25F-544D477E3F5D}"/>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8679" name="Rectangle 6">
            <a:extLst>
              <a:ext uri="{FF2B5EF4-FFF2-40B4-BE49-F238E27FC236}">
                <a16:creationId xmlns:a16="http://schemas.microsoft.com/office/drawing/2014/main" id="{37586551-8B5E-16E8-11A4-C2F14165F746}"/>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8680" name="Rectangle 7">
            <a:extLst>
              <a:ext uri="{FF2B5EF4-FFF2-40B4-BE49-F238E27FC236}">
                <a16:creationId xmlns:a16="http://schemas.microsoft.com/office/drawing/2014/main" id="{44EF4DB4-322F-5F35-860B-0DD3D3B0EDA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8681" name="Rectangle 8">
            <a:extLst>
              <a:ext uri="{FF2B5EF4-FFF2-40B4-BE49-F238E27FC236}">
                <a16:creationId xmlns:a16="http://schemas.microsoft.com/office/drawing/2014/main" id="{5F1125A9-1384-DCB2-0FFA-FDE32C4092D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28682" name="Rectangle 9">
            <a:extLst>
              <a:ext uri="{FF2B5EF4-FFF2-40B4-BE49-F238E27FC236}">
                <a16:creationId xmlns:a16="http://schemas.microsoft.com/office/drawing/2014/main" id="{AEDD2A20-F930-4C61-0C19-B00C192668FA}"/>
              </a:ext>
            </a:extLst>
          </p:cNvPr>
          <p:cNvSpPr>
            <a:spLocks noChangeArrowheads="1"/>
          </p:cNvSpPr>
          <p:nvPr/>
        </p:nvSpPr>
        <p:spPr bwMode="auto">
          <a:xfrm>
            <a:off x="228600" y="973138"/>
            <a:ext cx="8686800" cy="19383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sz="2000" baseline="0">
                <a:ea typeface="宋体" panose="02010600030101010101" pitchFamily="2" charset="-122"/>
              </a:rPr>
              <a:t>A network using CSMA/CD has a bandwidth of 10 Mbps. If the maximum propagation time (including the delays in the devices and ignoring the time needed to send a jamming signal, as we see later) is 25.6 μs, what is the minimum size of the frame?</a:t>
            </a:r>
          </a:p>
          <a:p>
            <a:pPr algn="just"/>
            <a:r>
              <a:rPr lang="en-US" altLang="zh-CN" sz="2000" i="0" baseline="0">
                <a:ea typeface="宋体" panose="02010600030101010101" pitchFamily="2" charset="-122"/>
              </a:rPr>
              <a:t>CSMA</a:t>
            </a:r>
            <a:r>
              <a:rPr lang="zh-CN" altLang="en-US" sz="2000" i="0" baseline="0">
                <a:ea typeface="宋体" panose="02010600030101010101" pitchFamily="2" charset="-122"/>
              </a:rPr>
              <a:t>网络中，带宽</a:t>
            </a:r>
            <a:r>
              <a:rPr lang="en-US" altLang="zh-CN" sz="2000" i="0" baseline="0">
                <a:ea typeface="宋体" panose="02010600030101010101" pitchFamily="2" charset="-122"/>
              </a:rPr>
              <a:t>10Mbps</a:t>
            </a:r>
            <a:r>
              <a:rPr lang="zh-CN" altLang="en-US" sz="2000" i="0" baseline="0">
                <a:ea typeface="宋体" panose="02010600030101010101" pitchFamily="2" charset="-122"/>
              </a:rPr>
              <a:t>，最大传播时间为</a:t>
            </a:r>
            <a:r>
              <a:rPr lang="en-US" altLang="zh-CN" sz="2000" i="0" baseline="0">
                <a:ea typeface="宋体" panose="02010600030101010101" pitchFamily="2" charset="-122"/>
              </a:rPr>
              <a:t>25.6us</a:t>
            </a:r>
            <a:r>
              <a:rPr lang="zh-CN" altLang="en-US" sz="2000" i="0" baseline="0">
                <a:ea typeface="宋体" panose="02010600030101010101" pitchFamily="2" charset="-122"/>
              </a:rPr>
              <a:t>，那么最小帧长度是多少？</a:t>
            </a:r>
            <a:endParaRPr lang="en-US" altLang="zh-CN" sz="2000" i="0" baseline="0">
              <a:ea typeface="宋体" panose="02010600030101010101" pitchFamily="2" charset="-122"/>
            </a:endParaRPr>
          </a:p>
        </p:txBody>
      </p:sp>
      <p:sp>
        <p:nvSpPr>
          <p:cNvPr id="28683" name="Text Box 10">
            <a:extLst>
              <a:ext uri="{FF2B5EF4-FFF2-40B4-BE49-F238E27FC236}">
                <a16:creationId xmlns:a16="http://schemas.microsoft.com/office/drawing/2014/main" id="{0083F28E-18E5-B3FD-0173-C737C0441525}"/>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baseline="0">
                <a:solidFill>
                  <a:schemeClr val="hlink"/>
                </a:solidFill>
                <a:ea typeface="宋体" panose="02010600030101010101" pitchFamily="2" charset="-122"/>
              </a:rPr>
              <a:t>Example 12.5</a:t>
            </a:r>
          </a:p>
        </p:txBody>
      </p:sp>
      <p:sp>
        <p:nvSpPr>
          <p:cNvPr id="28684" name="Rectangle 11">
            <a:extLst>
              <a:ext uri="{FF2B5EF4-FFF2-40B4-BE49-F238E27FC236}">
                <a16:creationId xmlns:a16="http://schemas.microsoft.com/office/drawing/2014/main" id="{92FF11E1-B331-7B53-42A4-2FD5D61F5EE8}"/>
              </a:ext>
            </a:extLst>
          </p:cNvPr>
          <p:cNvSpPr>
            <a:spLocks noChangeArrowheads="1"/>
          </p:cNvSpPr>
          <p:nvPr/>
        </p:nvSpPr>
        <p:spPr bwMode="auto">
          <a:xfrm>
            <a:off x="152400" y="3276600"/>
            <a:ext cx="8686800" cy="2554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sz="2000" baseline="0">
                <a:solidFill>
                  <a:schemeClr val="hlink"/>
                </a:solidFill>
                <a:ea typeface="宋体" panose="02010600030101010101" pitchFamily="2" charset="-122"/>
              </a:rPr>
              <a:t>Solution</a:t>
            </a:r>
          </a:p>
          <a:p>
            <a:pPr algn="just"/>
            <a:r>
              <a:rPr lang="en-US" altLang="zh-CN" sz="2000" baseline="0">
                <a:ea typeface="宋体" panose="02010600030101010101" pitchFamily="2" charset="-122"/>
              </a:rPr>
              <a:t>The frame transmission time is T</a:t>
            </a:r>
            <a:r>
              <a:rPr lang="en-US" altLang="zh-CN" sz="2000" baseline="-16000">
                <a:ea typeface="宋体" panose="02010600030101010101" pitchFamily="2" charset="-122"/>
              </a:rPr>
              <a:t>fr</a:t>
            </a:r>
            <a:r>
              <a:rPr lang="en-US" altLang="zh-CN" sz="2000" baseline="0">
                <a:ea typeface="宋体" panose="02010600030101010101" pitchFamily="2" charset="-122"/>
              </a:rPr>
              <a:t> = 2 × T</a:t>
            </a:r>
            <a:r>
              <a:rPr lang="en-US" altLang="zh-CN" sz="2000" baseline="-14000">
                <a:ea typeface="宋体" panose="02010600030101010101" pitchFamily="2" charset="-122"/>
              </a:rPr>
              <a:t>p</a:t>
            </a:r>
            <a:r>
              <a:rPr lang="en-US" altLang="zh-CN" sz="2000" baseline="0">
                <a:ea typeface="宋体" panose="02010600030101010101" pitchFamily="2" charset="-122"/>
              </a:rPr>
              <a:t> = 51.2 μs. This means, in the worst case, a station needs to transmit for a period of 51.2 μs to detect the collision. The minimum size of the frame is 10 Mbps × 51.2 μs = 512 bits or 64 bytes. This is actually the minimum size of the frame for Standard Ethernet.</a:t>
            </a:r>
          </a:p>
          <a:p>
            <a:pPr algn="just"/>
            <a:r>
              <a:rPr lang="zh-CN" altLang="en-US" sz="2000" i="0" baseline="0">
                <a:ea typeface="宋体" panose="02010600030101010101" pitchFamily="2" charset="-122"/>
              </a:rPr>
              <a:t>解：帧传播时间必须最少为最大传播时间的两倍以上，即</a:t>
            </a:r>
            <a:r>
              <a:rPr lang="en-US" altLang="zh-CN" sz="2000" i="0" baseline="0">
                <a:ea typeface="宋体" panose="02010600030101010101" pitchFamily="2" charset="-122"/>
              </a:rPr>
              <a:t>T</a:t>
            </a:r>
            <a:r>
              <a:rPr lang="en-US" altLang="zh-CN" sz="2000" i="0" baseline="-16000">
                <a:ea typeface="宋体" panose="02010600030101010101" pitchFamily="2" charset="-122"/>
              </a:rPr>
              <a:t>fr</a:t>
            </a:r>
            <a:r>
              <a:rPr lang="en-US" altLang="zh-CN" sz="2000" i="0" baseline="0">
                <a:ea typeface="宋体" panose="02010600030101010101" pitchFamily="2" charset="-122"/>
              </a:rPr>
              <a:t> = 2 × T</a:t>
            </a:r>
            <a:r>
              <a:rPr lang="en-US" altLang="zh-CN" sz="2000" i="0" baseline="-14000">
                <a:ea typeface="宋体" panose="02010600030101010101" pitchFamily="2" charset="-122"/>
              </a:rPr>
              <a:t>p</a:t>
            </a:r>
            <a:r>
              <a:rPr lang="en-US" altLang="zh-CN" sz="2000" i="0" baseline="0">
                <a:ea typeface="宋体" panose="02010600030101010101" pitchFamily="2" charset="-122"/>
              </a:rPr>
              <a:t> = 51.2 μs. </a:t>
            </a:r>
            <a:r>
              <a:rPr lang="zh-CN" altLang="en-US" sz="2000" i="0" baseline="0">
                <a:ea typeface="宋体" panose="02010600030101010101" pitchFamily="2" charset="-122"/>
              </a:rPr>
              <a:t>或者说，一个站点需要</a:t>
            </a:r>
            <a:r>
              <a:rPr lang="en-US" altLang="zh-CN" sz="2000" i="0" baseline="0">
                <a:ea typeface="宋体" panose="02010600030101010101" pitchFamily="2" charset="-122"/>
              </a:rPr>
              <a:t>51.2us</a:t>
            </a:r>
            <a:r>
              <a:rPr lang="zh-CN" altLang="en-US" sz="2000" i="0" baseline="0">
                <a:ea typeface="宋体" panose="02010600030101010101" pitchFamily="2" charset="-122"/>
              </a:rPr>
              <a:t>后才能检测到冲突。帧的最小长度是：</a:t>
            </a:r>
            <a:endParaRPr lang="en-US" altLang="zh-CN" sz="2000" i="0" baseline="0">
              <a:ea typeface="宋体" panose="02010600030101010101" pitchFamily="2" charset="-122"/>
            </a:endParaRPr>
          </a:p>
          <a:p>
            <a:pPr algn="just"/>
            <a:r>
              <a:rPr lang="en-US" altLang="zh-CN" sz="2000" i="0" baseline="0">
                <a:ea typeface="宋体" panose="02010600030101010101" pitchFamily="2" charset="-122"/>
              </a:rPr>
              <a:t>10 Mbps × 51.2 μs = 512 bits = 64 bytes. </a:t>
            </a:r>
            <a:r>
              <a:rPr lang="zh-CN" altLang="en-US" sz="2000" i="0" baseline="0">
                <a:ea typeface="宋体" panose="02010600030101010101" pitchFamily="2" charset="-122"/>
              </a:rPr>
              <a:t>这也是</a:t>
            </a:r>
            <a:r>
              <a:rPr lang="en-US" altLang="zh-CN" sz="2000" i="0" baseline="0">
                <a:ea typeface="宋体" panose="02010600030101010101" pitchFamily="2" charset="-122"/>
              </a:rPr>
              <a:t>10</a:t>
            </a:r>
            <a:r>
              <a:rPr lang="zh-CN" altLang="en-US" sz="2000" i="0" baseline="0">
                <a:ea typeface="宋体" panose="02010600030101010101" pitchFamily="2" charset="-122"/>
              </a:rPr>
              <a:t>兆以太网的最小帧长度。</a:t>
            </a:r>
            <a:endParaRPr lang="en-US" altLang="zh-CN" sz="2000" i="0" baseline="0">
              <a:ea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1">
            <a:extLst>
              <a:ext uri="{FF2B5EF4-FFF2-40B4-BE49-F238E27FC236}">
                <a16:creationId xmlns:a16="http://schemas.microsoft.com/office/drawing/2014/main" id="{4F27EF57-489F-3799-E0E3-C97AB7EE2AF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349B7FC7-CCED-4DE8-AD7F-859462CF36F1}" type="slidenum">
              <a:rPr lang="en-US" altLang="zh-CN" sz="2000" i="0" baseline="0">
                <a:solidFill>
                  <a:schemeClr val="bg2"/>
                </a:solidFill>
                <a:latin typeface="Arial" panose="020B0604020202020204" pitchFamily="34" charset="0"/>
              </a:rPr>
              <a:pPr/>
              <a:t>27</a:t>
            </a:fld>
            <a:endParaRPr lang="en-US" altLang="zh-CN" sz="2000" i="0" baseline="0">
              <a:solidFill>
                <a:schemeClr val="bg2"/>
              </a:solidFill>
              <a:latin typeface="Arial" panose="020B0604020202020204" pitchFamily="34" charset="0"/>
            </a:endParaRPr>
          </a:p>
        </p:txBody>
      </p:sp>
      <p:sp>
        <p:nvSpPr>
          <p:cNvPr id="29699" name="Line 2">
            <a:extLst>
              <a:ext uri="{FF2B5EF4-FFF2-40B4-BE49-F238E27FC236}">
                <a16:creationId xmlns:a16="http://schemas.microsoft.com/office/drawing/2014/main" id="{F6B6466D-82AD-4528-04B3-C5D1B0857C14}"/>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0" name="Line 3">
            <a:extLst>
              <a:ext uri="{FF2B5EF4-FFF2-40B4-BE49-F238E27FC236}">
                <a16:creationId xmlns:a16="http://schemas.microsoft.com/office/drawing/2014/main" id="{CD180F50-6F3E-52E3-1FA1-C315D776926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1" name="Text Box 4">
            <a:extLst>
              <a:ext uri="{FF2B5EF4-FFF2-40B4-BE49-F238E27FC236}">
                <a16:creationId xmlns:a16="http://schemas.microsoft.com/office/drawing/2014/main" id="{37D0DA6D-EEAD-203C-74C9-45ECB8AC5458}"/>
              </a:ext>
            </a:extLst>
          </p:cNvPr>
          <p:cNvSpPr txBox="1">
            <a:spLocks noChangeArrowheads="1"/>
          </p:cNvSpPr>
          <p:nvPr/>
        </p:nvSpPr>
        <p:spPr bwMode="auto">
          <a:xfrm>
            <a:off x="304800" y="242888"/>
            <a:ext cx="5434013"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12.14  </a:t>
            </a:r>
            <a:r>
              <a:rPr lang="en-US" altLang="zh-CN" sz="2000" baseline="0">
                <a:ea typeface="宋体" panose="02010600030101010101" pitchFamily="2" charset="-122"/>
              </a:rPr>
              <a:t>Flow diagram for the CSMA/CD</a:t>
            </a:r>
          </a:p>
          <a:p>
            <a:r>
              <a:rPr lang="en-US" altLang="zh-CN" sz="2000" i="0" baseline="0">
                <a:ea typeface="宋体" panose="02010600030101010101" pitchFamily="2" charset="-122"/>
              </a:rPr>
              <a:t>                              CSMA/CD</a:t>
            </a:r>
            <a:r>
              <a:rPr lang="zh-CN" altLang="en-US" sz="2000" i="0" baseline="0">
                <a:ea typeface="宋体" panose="02010600030101010101" pitchFamily="2" charset="-122"/>
              </a:rPr>
              <a:t>流程框图</a:t>
            </a:r>
            <a:endParaRPr lang="en-US" altLang="zh-CN" sz="2000" i="0" baseline="0">
              <a:ea typeface="宋体" panose="02010600030101010101" pitchFamily="2" charset="-122"/>
            </a:endParaRPr>
          </a:p>
        </p:txBody>
      </p:sp>
      <p:sp>
        <p:nvSpPr>
          <p:cNvPr id="29702" name="Line 5">
            <a:extLst>
              <a:ext uri="{FF2B5EF4-FFF2-40B4-BE49-F238E27FC236}">
                <a16:creationId xmlns:a16="http://schemas.microsoft.com/office/drawing/2014/main" id="{A99FEBF3-C0B9-0CA4-5FD5-9B23D43A05D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29703" name="Picture 7">
            <a:extLst>
              <a:ext uri="{FF2B5EF4-FFF2-40B4-BE49-F238E27FC236}">
                <a16:creationId xmlns:a16="http://schemas.microsoft.com/office/drawing/2014/main" id="{0CBAFBBB-01EA-361C-BC6D-C770A8CB3C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012825"/>
            <a:ext cx="6297613"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4" name="TextBox 7">
            <a:extLst>
              <a:ext uri="{FF2B5EF4-FFF2-40B4-BE49-F238E27FC236}">
                <a16:creationId xmlns:a16="http://schemas.microsoft.com/office/drawing/2014/main" id="{A4892F1F-A2BC-D2B2-B128-BA15D45608AD}"/>
              </a:ext>
            </a:extLst>
          </p:cNvPr>
          <p:cNvSpPr txBox="1">
            <a:spLocks noChangeArrowheads="1"/>
          </p:cNvSpPr>
          <p:nvPr/>
        </p:nvSpPr>
        <p:spPr bwMode="auto">
          <a:xfrm>
            <a:off x="6553200" y="1754188"/>
            <a:ext cx="2438400"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2400" i="0">
                <a:solidFill>
                  <a:srgbClr val="FF0000"/>
                </a:solidFill>
                <a:ea typeface="宋体" panose="02010600030101010101" pitchFamily="2" charset="-122"/>
              </a:rPr>
              <a:t>与</a:t>
            </a:r>
            <a:r>
              <a:rPr lang="en-US" altLang="zh-CN" sz="2400" i="0">
                <a:solidFill>
                  <a:srgbClr val="FF0000"/>
                </a:solidFill>
                <a:ea typeface="宋体" panose="02010600030101010101" pitchFamily="2" charset="-122"/>
              </a:rPr>
              <a:t>ALOHA</a:t>
            </a:r>
            <a:r>
              <a:rPr lang="zh-CN" altLang="en-US" sz="2400" i="0">
                <a:solidFill>
                  <a:srgbClr val="FF0000"/>
                </a:solidFill>
                <a:ea typeface="宋体" panose="02010600030101010101" pitchFamily="2" charset="-122"/>
              </a:rPr>
              <a:t>的不同</a:t>
            </a:r>
            <a:endParaRPr lang="en-US" altLang="zh-CN" sz="2400" i="0">
              <a:solidFill>
                <a:srgbClr val="FF0000"/>
              </a:solidFill>
              <a:ea typeface="宋体" panose="02010600030101010101" pitchFamily="2" charset="-122"/>
            </a:endParaRPr>
          </a:p>
          <a:p>
            <a:endParaRPr lang="en-US" altLang="zh-CN" sz="2400" i="0">
              <a:ea typeface="宋体" panose="02010600030101010101" pitchFamily="2" charset="-122"/>
            </a:endParaRPr>
          </a:p>
          <a:p>
            <a:pPr>
              <a:buFont typeface="Tahoma" panose="020B0604030504040204" pitchFamily="34" charset="0"/>
              <a:buAutoNum type="arabicPeriod"/>
            </a:pPr>
            <a:r>
              <a:rPr lang="zh-CN" altLang="en-US" sz="1600" i="0" baseline="0">
                <a:ea typeface="宋体" panose="02010600030101010101" pitchFamily="2" charset="-122"/>
              </a:rPr>
              <a:t>增加了持续程序；</a:t>
            </a:r>
            <a:endParaRPr lang="en-US" altLang="zh-CN" sz="1600" i="0" baseline="0">
              <a:ea typeface="宋体" panose="02010600030101010101" pitchFamily="2" charset="-122"/>
            </a:endParaRPr>
          </a:p>
          <a:p>
            <a:pPr>
              <a:buFont typeface="Tahoma" panose="020B0604030504040204" pitchFamily="34" charset="0"/>
              <a:buAutoNum type="arabicPeriod"/>
            </a:pPr>
            <a:r>
              <a:rPr lang="zh-CN" altLang="en-US" sz="1600" i="0" baseline="0">
                <a:ea typeface="宋体" panose="02010600030101010101" pitchFamily="2" charset="-122"/>
              </a:rPr>
              <a:t>传输和冲突检测是同时的，即“边说边听”，所以用一个回路来显示他们的同时发生；</a:t>
            </a:r>
            <a:endParaRPr lang="en-US" altLang="zh-CN" sz="1600" i="0" baseline="0">
              <a:ea typeface="宋体" panose="02010600030101010101" pitchFamily="2" charset="-122"/>
            </a:endParaRPr>
          </a:p>
          <a:p>
            <a:pPr>
              <a:buFont typeface="Tahoma" panose="020B0604030504040204" pitchFamily="34" charset="0"/>
              <a:buAutoNum type="arabicPeriod"/>
            </a:pPr>
            <a:r>
              <a:rPr lang="zh-CN" altLang="en-US" sz="1600" i="0" baseline="0">
                <a:ea typeface="宋体" panose="02010600030101010101" pitchFamily="2" charset="-122"/>
              </a:rPr>
              <a:t>检测到冲突后要发送一个短小的干扰信号</a:t>
            </a:r>
            <a:r>
              <a:rPr lang="en-US" altLang="zh-CN" sz="1600" i="0" baseline="0">
                <a:ea typeface="宋体" panose="02010600030101010101" pitchFamily="2" charset="-122"/>
              </a:rPr>
              <a:t>Jamming</a:t>
            </a:r>
            <a:r>
              <a:rPr lang="zh-CN" altLang="en-US" sz="1600" i="0" baseline="0">
                <a:ea typeface="宋体" panose="02010600030101010101" pitchFamily="2" charset="-122"/>
              </a:rPr>
              <a:t>使得冲突加强。</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1">
            <a:extLst>
              <a:ext uri="{FF2B5EF4-FFF2-40B4-BE49-F238E27FC236}">
                <a16:creationId xmlns:a16="http://schemas.microsoft.com/office/drawing/2014/main" id="{3632D9BB-19F5-C8BC-54D9-0C8E92A9481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C27F51FB-97C3-4301-88E8-1DB37FDB5BE3}" type="slidenum">
              <a:rPr lang="en-US" altLang="zh-CN" sz="2000" i="0" baseline="0">
                <a:solidFill>
                  <a:schemeClr val="bg2"/>
                </a:solidFill>
                <a:latin typeface="Arial" panose="020B0604020202020204" pitchFamily="34" charset="0"/>
              </a:rPr>
              <a:pPr/>
              <a:t>28</a:t>
            </a:fld>
            <a:endParaRPr lang="en-US" altLang="zh-CN" sz="2000" i="0" baseline="0">
              <a:solidFill>
                <a:schemeClr val="bg2"/>
              </a:solidFill>
              <a:latin typeface="Arial" panose="020B0604020202020204" pitchFamily="34" charset="0"/>
            </a:endParaRPr>
          </a:p>
        </p:txBody>
      </p:sp>
      <p:sp>
        <p:nvSpPr>
          <p:cNvPr id="30723" name="Line 2">
            <a:extLst>
              <a:ext uri="{FF2B5EF4-FFF2-40B4-BE49-F238E27FC236}">
                <a16:creationId xmlns:a16="http://schemas.microsoft.com/office/drawing/2014/main" id="{966AB8A9-F7E7-3A97-73B3-039A0E52168A}"/>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24" name="Line 3">
            <a:extLst>
              <a:ext uri="{FF2B5EF4-FFF2-40B4-BE49-F238E27FC236}">
                <a16:creationId xmlns:a16="http://schemas.microsoft.com/office/drawing/2014/main" id="{AE920047-6A0B-8EB9-2EF3-B2B92FC92E3C}"/>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25" name="Text Box 4">
            <a:extLst>
              <a:ext uri="{FF2B5EF4-FFF2-40B4-BE49-F238E27FC236}">
                <a16:creationId xmlns:a16="http://schemas.microsoft.com/office/drawing/2014/main" id="{F1D331F2-1776-E3B4-E6A5-29FF38292244}"/>
              </a:ext>
            </a:extLst>
          </p:cNvPr>
          <p:cNvSpPr txBox="1">
            <a:spLocks noChangeArrowheads="1"/>
          </p:cNvSpPr>
          <p:nvPr/>
        </p:nvSpPr>
        <p:spPr bwMode="auto">
          <a:xfrm>
            <a:off x="304800" y="304800"/>
            <a:ext cx="8766175" cy="169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12.15  </a:t>
            </a:r>
            <a:r>
              <a:rPr lang="en-US" altLang="zh-CN" sz="2000" baseline="0">
                <a:ea typeface="宋体" panose="02010600030101010101" pitchFamily="2" charset="-122"/>
              </a:rPr>
              <a:t>Energy level during transmission, idleness, or collision</a:t>
            </a:r>
          </a:p>
          <a:p>
            <a:endParaRPr lang="en-US" altLang="zh-CN" sz="2000" baseline="0">
              <a:ea typeface="宋体" panose="02010600030101010101" pitchFamily="2" charset="-122"/>
            </a:endParaRPr>
          </a:p>
          <a:p>
            <a:endParaRPr lang="en-US" altLang="zh-CN" sz="2000" baseline="0">
              <a:ea typeface="宋体" panose="02010600030101010101" pitchFamily="2" charset="-122"/>
            </a:endParaRPr>
          </a:p>
          <a:p>
            <a:r>
              <a:rPr lang="zh-CN" altLang="en-US" sz="2000" i="0" baseline="0">
                <a:ea typeface="宋体" panose="02010600030101010101" pitchFamily="2" charset="-122"/>
              </a:rPr>
              <a:t>信道在传输、空闲、冲突状态下电磁波能量级别大小（依此可以判别 冲突）</a:t>
            </a:r>
            <a:endParaRPr lang="en-US" altLang="zh-CN" sz="2000" i="0" baseline="0">
              <a:ea typeface="宋体" panose="02010600030101010101" pitchFamily="2" charset="-122"/>
            </a:endParaRPr>
          </a:p>
          <a:p>
            <a:endParaRPr lang="en-US" altLang="zh-CN" sz="2000" baseline="0">
              <a:ea typeface="宋体" panose="02010600030101010101" pitchFamily="2" charset="-122"/>
            </a:endParaRPr>
          </a:p>
        </p:txBody>
      </p:sp>
      <p:sp>
        <p:nvSpPr>
          <p:cNvPr id="30726" name="Line 5">
            <a:extLst>
              <a:ext uri="{FF2B5EF4-FFF2-40B4-BE49-F238E27FC236}">
                <a16:creationId xmlns:a16="http://schemas.microsoft.com/office/drawing/2014/main" id="{D94BD017-1209-77DA-B998-0E2821D6449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0727" name="Picture 7">
            <a:extLst>
              <a:ext uri="{FF2B5EF4-FFF2-40B4-BE49-F238E27FC236}">
                <a16:creationId xmlns:a16="http://schemas.microsoft.com/office/drawing/2014/main" id="{339743CF-4BCF-4C4D-E1A3-3FC7C4E1B5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388" y="2378075"/>
            <a:ext cx="7212012" cy="227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TextBox 7">
            <a:extLst>
              <a:ext uri="{FF2B5EF4-FFF2-40B4-BE49-F238E27FC236}">
                <a16:creationId xmlns:a16="http://schemas.microsoft.com/office/drawing/2014/main" id="{47C21181-69E1-590F-224E-042AFDA795FD}"/>
              </a:ext>
            </a:extLst>
          </p:cNvPr>
          <p:cNvSpPr txBox="1">
            <a:spLocks noChangeArrowheads="1"/>
          </p:cNvSpPr>
          <p:nvPr/>
        </p:nvSpPr>
        <p:spPr bwMode="auto">
          <a:xfrm>
            <a:off x="1371600" y="5105400"/>
            <a:ext cx="571500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a:ea typeface="宋体" panose="02010600030101010101" pitchFamily="2" charset="-122"/>
              </a:rPr>
              <a:t>非正常情况下，发生冲突的能量是正常值的</a:t>
            </a:r>
            <a:r>
              <a:rPr lang="en-US" altLang="zh-CN">
                <a:ea typeface="宋体" panose="02010600030101010101" pitchFamily="2" charset="-122"/>
              </a:rPr>
              <a:t>2</a:t>
            </a:r>
            <a:r>
              <a:rPr lang="zh-CN" altLang="en-US">
                <a:ea typeface="宋体" panose="02010600030101010101" pitchFamily="2" charset="-122"/>
              </a:rPr>
              <a:t>倍。</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1">
            <a:extLst>
              <a:ext uri="{FF2B5EF4-FFF2-40B4-BE49-F238E27FC236}">
                <a16:creationId xmlns:a16="http://schemas.microsoft.com/office/drawing/2014/main" id="{D92346C1-1092-13C9-2B9D-53B5E6648FB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4F990E33-5D89-418C-93DE-EFDFC3A3BDE0}" type="slidenum">
              <a:rPr lang="en-US" altLang="zh-CN" sz="2000" i="0" baseline="0">
                <a:solidFill>
                  <a:schemeClr val="bg2"/>
                </a:solidFill>
                <a:latin typeface="Arial" panose="020B0604020202020204" pitchFamily="34" charset="0"/>
              </a:rPr>
              <a:pPr/>
              <a:t>29</a:t>
            </a:fld>
            <a:endParaRPr lang="en-US" altLang="zh-CN" sz="2000" i="0" baseline="0">
              <a:solidFill>
                <a:schemeClr val="bg2"/>
              </a:solidFill>
              <a:latin typeface="Arial" panose="020B0604020202020204" pitchFamily="34" charset="0"/>
            </a:endParaRPr>
          </a:p>
        </p:txBody>
      </p:sp>
      <p:sp>
        <p:nvSpPr>
          <p:cNvPr id="31747" name="Rectangle 2">
            <a:extLst>
              <a:ext uri="{FF2B5EF4-FFF2-40B4-BE49-F238E27FC236}">
                <a16:creationId xmlns:a16="http://schemas.microsoft.com/office/drawing/2014/main" id="{54F9C43A-7EF4-BE80-F8A1-EFA6FE292E3C}"/>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1748" name="Rectangle 3">
            <a:extLst>
              <a:ext uri="{FF2B5EF4-FFF2-40B4-BE49-F238E27FC236}">
                <a16:creationId xmlns:a16="http://schemas.microsoft.com/office/drawing/2014/main" id="{B4604EE9-3592-254E-BD0E-D1642BAA0300}"/>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1749" name="Rectangle 4">
            <a:extLst>
              <a:ext uri="{FF2B5EF4-FFF2-40B4-BE49-F238E27FC236}">
                <a16:creationId xmlns:a16="http://schemas.microsoft.com/office/drawing/2014/main" id="{02823446-E8CA-E316-F2CC-F8F8370CA7F2}"/>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1750" name="Rectangle 5">
            <a:extLst>
              <a:ext uri="{FF2B5EF4-FFF2-40B4-BE49-F238E27FC236}">
                <a16:creationId xmlns:a16="http://schemas.microsoft.com/office/drawing/2014/main" id="{02ED46EC-E1E3-B80B-D6E2-3F614ED32B3E}"/>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1751" name="Rectangle 6">
            <a:extLst>
              <a:ext uri="{FF2B5EF4-FFF2-40B4-BE49-F238E27FC236}">
                <a16:creationId xmlns:a16="http://schemas.microsoft.com/office/drawing/2014/main" id="{740D602D-4F40-E59D-0BB3-412D4C1B318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1752" name="Rectangle 7">
            <a:extLst>
              <a:ext uri="{FF2B5EF4-FFF2-40B4-BE49-F238E27FC236}">
                <a16:creationId xmlns:a16="http://schemas.microsoft.com/office/drawing/2014/main" id="{7DBDE793-57E2-CF37-02C1-A9DA39652A8A}"/>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1753" name="Rectangle 8">
            <a:extLst>
              <a:ext uri="{FF2B5EF4-FFF2-40B4-BE49-F238E27FC236}">
                <a16:creationId xmlns:a16="http://schemas.microsoft.com/office/drawing/2014/main" id="{BF455ADC-5D02-971F-308C-EB719EEB92B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1754" name="Line 9">
            <a:extLst>
              <a:ext uri="{FF2B5EF4-FFF2-40B4-BE49-F238E27FC236}">
                <a16:creationId xmlns:a16="http://schemas.microsoft.com/office/drawing/2014/main" id="{F6B1C978-F628-B429-46AC-B7A5A0CBBF4F}"/>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5" name="Line 10">
            <a:extLst>
              <a:ext uri="{FF2B5EF4-FFF2-40B4-BE49-F238E27FC236}">
                <a16:creationId xmlns:a16="http://schemas.microsoft.com/office/drawing/2014/main" id="{6B22CE7D-50AC-C3C7-FA29-5A31BD80D2B4}"/>
              </a:ext>
            </a:extLst>
          </p:cNvPr>
          <p:cNvSpPr>
            <a:spLocks noChangeShapeType="1"/>
          </p:cNvSpPr>
          <p:nvPr/>
        </p:nvSpPr>
        <p:spPr bwMode="auto">
          <a:xfrm>
            <a:off x="457200" y="5867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756" name="Rectangle 11">
            <a:extLst>
              <a:ext uri="{FF2B5EF4-FFF2-40B4-BE49-F238E27FC236}">
                <a16:creationId xmlns:a16="http://schemas.microsoft.com/office/drawing/2014/main" id="{F73E2317-4BE4-4CE1-07B6-288288AAC5EE}"/>
              </a:ext>
            </a:extLst>
          </p:cNvPr>
          <p:cNvSpPr>
            <a:spLocks noChangeArrowheads="1"/>
          </p:cNvSpPr>
          <p:nvPr/>
        </p:nvSpPr>
        <p:spPr bwMode="auto">
          <a:xfrm>
            <a:off x="533400" y="2759075"/>
            <a:ext cx="8077200" cy="30464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buFont typeface="Arial" panose="020B0604020202020204" pitchFamily="34" charset="0"/>
              <a:buChar char="•"/>
            </a:pPr>
            <a:r>
              <a:rPr lang="zh-CN" altLang="en-US" sz="3200" i="0" baseline="0">
                <a:latin typeface="Arial" panose="020B0604020202020204" pitchFamily="34" charset="0"/>
                <a:ea typeface="宋体" panose="02010600030101010101" pitchFamily="2" charset="-122"/>
              </a:rPr>
              <a:t>有线网络中，冲突信号的能量几乎是正常信号的</a:t>
            </a:r>
            <a:r>
              <a:rPr lang="en-US" altLang="zh-CN" sz="3200" i="0" baseline="0">
                <a:latin typeface="Arial" panose="020B0604020202020204" pitchFamily="34" charset="0"/>
                <a:ea typeface="宋体" panose="02010600030101010101" pitchFamily="2" charset="-122"/>
              </a:rPr>
              <a:t>2</a:t>
            </a:r>
            <a:r>
              <a:rPr lang="zh-CN" altLang="en-US" sz="3200" i="0" baseline="0">
                <a:latin typeface="Arial" panose="020B0604020202020204" pitchFamily="34" charset="0"/>
                <a:ea typeface="宋体" panose="02010600030101010101" pitchFamily="2" charset="-122"/>
              </a:rPr>
              <a:t>倍；</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Char char="•"/>
            </a:pPr>
            <a:r>
              <a:rPr lang="zh-CN" altLang="en-US" sz="3200" i="0" baseline="0">
                <a:latin typeface="Arial" panose="020B0604020202020204" pitchFamily="34" charset="0"/>
                <a:ea typeface="宋体" panose="02010600030101010101" pitchFamily="2" charset="-122"/>
              </a:rPr>
              <a:t>无线网络中，信号的能量损失较大，一个冲突可能只增加</a:t>
            </a:r>
            <a:r>
              <a:rPr lang="en-US" altLang="zh-CN" sz="3200" i="0" baseline="0">
                <a:latin typeface="Arial" panose="020B0604020202020204" pitchFamily="34" charset="0"/>
                <a:ea typeface="宋体" panose="02010600030101010101" pitchFamily="2" charset="-122"/>
              </a:rPr>
              <a:t>5%-10%</a:t>
            </a:r>
            <a:r>
              <a:rPr lang="zh-CN" altLang="en-US" sz="3200" i="0" baseline="0">
                <a:latin typeface="Arial" panose="020B0604020202020204" pitchFamily="34" charset="0"/>
                <a:ea typeface="宋体" panose="02010600030101010101" pitchFamily="2" charset="-122"/>
              </a:rPr>
              <a:t>的额外能量，这使得冲突检测几乎不可能；</a:t>
            </a:r>
            <a:endParaRPr lang="en-US" altLang="zh-CN" sz="3200" i="0" baseline="0">
              <a:latin typeface="Arial" panose="020B0604020202020204" pitchFamily="34" charset="0"/>
              <a:ea typeface="宋体" panose="02010600030101010101" pitchFamily="2" charset="-122"/>
            </a:endParaRPr>
          </a:p>
          <a:p>
            <a:pPr>
              <a:buFont typeface="Arial" panose="020B0604020202020204" pitchFamily="34" charset="0"/>
              <a:buChar char="•"/>
            </a:pPr>
            <a:r>
              <a:rPr lang="zh-CN" altLang="en-US" sz="3200" i="0" baseline="0">
                <a:latin typeface="Arial" panose="020B0604020202020204" pitchFamily="34" charset="0"/>
                <a:ea typeface="宋体" panose="02010600030101010101" pitchFamily="2" charset="-122"/>
              </a:rPr>
              <a:t>所以，设计冲突避免协议</a:t>
            </a:r>
            <a:r>
              <a:rPr lang="en-US" altLang="zh-CN" sz="3200" i="0" baseline="0">
                <a:latin typeface="Arial" panose="020B0604020202020204" pitchFamily="34" charset="0"/>
                <a:ea typeface="宋体" panose="02010600030101010101" pitchFamily="2" charset="-122"/>
              </a:rPr>
              <a:t>CSMA/CA</a:t>
            </a:r>
            <a:r>
              <a:rPr lang="zh-CN" altLang="en-US" sz="3200" i="0" baseline="0">
                <a:latin typeface="Arial" panose="020B0604020202020204" pitchFamily="34" charset="0"/>
                <a:ea typeface="宋体" panose="02010600030101010101" pitchFamily="2" charset="-122"/>
              </a:rPr>
              <a:t>。</a:t>
            </a:r>
            <a:endParaRPr lang="en-US" altLang="zh-CN" sz="3200" i="0" baseline="0">
              <a:latin typeface="Arial" panose="020B0604020202020204" pitchFamily="34" charset="0"/>
              <a:ea typeface="宋体" panose="02010600030101010101" pitchFamily="2" charset="-122"/>
            </a:endParaRPr>
          </a:p>
        </p:txBody>
      </p:sp>
      <p:grpSp>
        <p:nvGrpSpPr>
          <p:cNvPr id="31757" name="Group 12">
            <a:extLst>
              <a:ext uri="{FF2B5EF4-FFF2-40B4-BE49-F238E27FC236}">
                <a16:creationId xmlns:a16="http://schemas.microsoft.com/office/drawing/2014/main" id="{E88863C6-FA7C-DBA3-F0D9-DA5576BF618C}"/>
              </a:ext>
            </a:extLst>
          </p:cNvPr>
          <p:cNvGrpSpPr>
            <a:grpSpLocks/>
          </p:cNvGrpSpPr>
          <p:nvPr/>
        </p:nvGrpSpPr>
        <p:grpSpPr bwMode="auto">
          <a:xfrm>
            <a:off x="457200" y="1981200"/>
            <a:ext cx="1143000" cy="566738"/>
            <a:chOff x="1200" y="1248"/>
            <a:chExt cx="720" cy="357"/>
          </a:xfrm>
        </p:grpSpPr>
        <p:pic>
          <p:nvPicPr>
            <p:cNvPr id="31758" name="Picture 13">
              <a:extLst>
                <a:ext uri="{FF2B5EF4-FFF2-40B4-BE49-F238E27FC236}">
                  <a16:creationId xmlns:a16="http://schemas.microsoft.com/office/drawing/2014/main" id="{275D94C4-ED96-06C0-6546-C5C3EF8B98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9" name="Text Box 14">
              <a:extLst>
                <a:ext uri="{FF2B5EF4-FFF2-40B4-BE49-F238E27FC236}">
                  <a16:creationId xmlns:a16="http://schemas.microsoft.com/office/drawing/2014/main" id="{2454D363-4924-E023-2424-2911DB9EE09E}"/>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1">
            <a:extLst>
              <a:ext uri="{FF2B5EF4-FFF2-40B4-BE49-F238E27FC236}">
                <a16:creationId xmlns:a16="http://schemas.microsoft.com/office/drawing/2014/main" id="{B41178DF-B657-7483-7D45-0D721232EA4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C51A29EC-73BC-4691-8F62-582C6E9DE4B6}" type="slidenum">
              <a:rPr lang="en-US" altLang="zh-CN" sz="2000" i="0" baseline="0">
                <a:solidFill>
                  <a:schemeClr val="bg2"/>
                </a:solidFill>
                <a:latin typeface="Arial" panose="020B0604020202020204" pitchFamily="34" charset="0"/>
              </a:rPr>
              <a:pPr/>
              <a:t>30</a:t>
            </a:fld>
            <a:endParaRPr lang="en-US" altLang="zh-CN" sz="2000" i="0" baseline="0">
              <a:solidFill>
                <a:schemeClr val="bg2"/>
              </a:solidFill>
              <a:latin typeface="Arial" panose="020B0604020202020204" pitchFamily="34" charset="0"/>
            </a:endParaRPr>
          </a:p>
        </p:txBody>
      </p:sp>
      <p:sp>
        <p:nvSpPr>
          <p:cNvPr id="32771" name="Rectangle 2">
            <a:extLst>
              <a:ext uri="{FF2B5EF4-FFF2-40B4-BE49-F238E27FC236}">
                <a16:creationId xmlns:a16="http://schemas.microsoft.com/office/drawing/2014/main" id="{8DBADB17-34C6-2B65-75CE-8589102008AC}"/>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2772" name="Rectangle 3">
            <a:extLst>
              <a:ext uri="{FF2B5EF4-FFF2-40B4-BE49-F238E27FC236}">
                <a16:creationId xmlns:a16="http://schemas.microsoft.com/office/drawing/2014/main" id="{3A4A19C9-444A-3989-0933-ABD42A45611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2773" name="Rectangle 4">
            <a:extLst>
              <a:ext uri="{FF2B5EF4-FFF2-40B4-BE49-F238E27FC236}">
                <a16:creationId xmlns:a16="http://schemas.microsoft.com/office/drawing/2014/main" id="{CA5A91B7-E6EB-0CDC-BCC6-38E4EA1640D1}"/>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2774" name="Rectangle 5">
            <a:extLst>
              <a:ext uri="{FF2B5EF4-FFF2-40B4-BE49-F238E27FC236}">
                <a16:creationId xmlns:a16="http://schemas.microsoft.com/office/drawing/2014/main" id="{0376973C-28AA-CF5A-18F0-DF2EF86DF23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2775" name="Rectangle 6">
            <a:extLst>
              <a:ext uri="{FF2B5EF4-FFF2-40B4-BE49-F238E27FC236}">
                <a16:creationId xmlns:a16="http://schemas.microsoft.com/office/drawing/2014/main" id="{2377E12B-139C-6069-A62B-D0E881363D0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2776" name="Rectangle 7">
            <a:extLst>
              <a:ext uri="{FF2B5EF4-FFF2-40B4-BE49-F238E27FC236}">
                <a16:creationId xmlns:a16="http://schemas.microsoft.com/office/drawing/2014/main" id="{DF9D8F23-3C0E-4C55-4A52-3FC1768F9F02}"/>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2777" name="Rectangle 8">
            <a:extLst>
              <a:ext uri="{FF2B5EF4-FFF2-40B4-BE49-F238E27FC236}">
                <a16:creationId xmlns:a16="http://schemas.microsoft.com/office/drawing/2014/main" id="{E64E9935-5BE2-0F8E-0D91-E1BA51BBA2EF}"/>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2778" name="Line 9">
            <a:extLst>
              <a:ext uri="{FF2B5EF4-FFF2-40B4-BE49-F238E27FC236}">
                <a16:creationId xmlns:a16="http://schemas.microsoft.com/office/drawing/2014/main" id="{0C2246CF-098A-9C20-AA9E-7EF71FAAE163}"/>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79" name="Line 10">
            <a:extLst>
              <a:ext uri="{FF2B5EF4-FFF2-40B4-BE49-F238E27FC236}">
                <a16:creationId xmlns:a16="http://schemas.microsoft.com/office/drawing/2014/main" id="{DBA8B424-113C-C12D-BD77-5744783A2940}"/>
              </a:ext>
            </a:extLst>
          </p:cNvPr>
          <p:cNvSpPr>
            <a:spLocks noChangeShapeType="1"/>
          </p:cNvSpPr>
          <p:nvPr/>
        </p:nvSpPr>
        <p:spPr bwMode="auto">
          <a:xfrm>
            <a:off x="457200" y="3962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780" name="Rectangle 11">
            <a:extLst>
              <a:ext uri="{FF2B5EF4-FFF2-40B4-BE49-F238E27FC236}">
                <a16:creationId xmlns:a16="http://schemas.microsoft.com/office/drawing/2014/main" id="{8B918298-159F-1070-B8A7-2A153644F4A7}"/>
              </a:ext>
            </a:extLst>
          </p:cNvPr>
          <p:cNvSpPr>
            <a:spLocks noChangeArrowheads="1"/>
          </p:cNvSpPr>
          <p:nvPr/>
        </p:nvSpPr>
        <p:spPr bwMode="auto">
          <a:xfrm>
            <a:off x="533400" y="2759075"/>
            <a:ext cx="8077200" cy="10779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i="0" baseline="0">
                <a:latin typeface="Arial" panose="020B0604020202020204" pitchFamily="34" charset="0"/>
                <a:ea typeface="宋体" panose="02010600030101010101" pitchFamily="2" charset="-122"/>
              </a:rPr>
              <a:t>CSMA/CA</a:t>
            </a:r>
            <a:r>
              <a:rPr lang="zh-CN" altLang="en-US" sz="3200" i="0" baseline="0">
                <a:latin typeface="Arial" panose="020B0604020202020204" pitchFamily="34" charset="0"/>
                <a:ea typeface="宋体" panose="02010600030101010101" pitchFamily="2" charset="-122"/>
              </a:rPr>
              <a:t>通过三种方法避免冲突：</a:t>
            </a:r>
            <a:endParaRPr lang="en-US" altLang="zh-CN" sz="3200" i="0" baseline="0">
              <a:latin typeface="Arial" panose="020B0604020202020204" pitchFamily="34" charset="0"/>
              <a:ea typeface="宋体" panose="02010600030101010101" pitchFamily="2" charset="-122"/>
            </a:endParaRPr>
          </a:p>
          <a:p>
            <a:r>
              <a:rPr lang="zh-CN" altLang="en-US" sz="3200" i="0" baseline="0">
                <a:latin typeface="Arial" panose="020B0604020202020204" pitchFamily="34" charset="0"/>
                <a:ea typeface="宋体" panose="02010600030101010101" pitchFamily="2" charset="-122"/>
              </a:rPr>
              <a:t>帧间间隔、竞争窗口、确认幁。</a:t>
            </a:r>
            <a:endParaRPr lang="en-US" altLang="zh-CN" sz="3200" i="0" baseline="0">
              <a:latin typeface="Arial" panose="020B0604020202020204" pitchFamily="34" charset="0"/>
              <a:ea typeface="宋体" panose="02010600030101010101" pitchFamily="2" charset="-122"/>
            </a:endParaRPr>
          </a:p>
        </p:txBody>
      </p:sp>
      <p:grpSp>
        <p:nvGrpSpPr>
          <p:cNvPr id="32781" name="Group 12">
            <a:extLst>
              <a:ext uri="{FF2B5EF4-FFF2-40B4-BE49-F238E27FC236}">
                <a16:creationId xmlns:a16="http://schemas.microsoft.com/office/drawing/2014/main" id="{455B1EB9-EC0B-AD24-A547-8B65EFD88D79}"/>
              </a:ext>
            </a:extLst>
          </p:cNvPr>
          <p:cNvGrpSpPr>
            <a:grpSpLocks/>
          </p:cNvGrpSpPr>
          <p:nvPr/>
        </p:nvGrpSpPr>
        <p:grpSpPr bwMode="auto">
          <a:xfrm>
            <a:off x="457200" y="1981200"/>
            <a:ext cx="1143000" cy="566738"/>
            <a:chOff x="1200" y="1248"/>
            <a:chExt cx="720" cy="357"/>
          </a:xfrm>
        </p:grpSpPr>
        <p:pic>
          <p:nvPicPr>
            <p:cNvPr id="32782" name="Picture 13">
              <a:extLst>
                <a:ext uri="{FF2B5EF4-FFF2-40B4-BE49-F238E27FC236}">
                  <a16:creationId xmlns:a16="http://schemas.microsoft.com/office/drawing/2014/main" id="{59370BEE-A99A-69FB-8CF0-D0F383F60E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3" name="Text Box 14">
              <a:extLst>
                <a:ext uri="{FF2B5EF4-FFF2-40B4-BE49-F238E27FC236}">
                  <a16:creationId xmlns:a16="http://schemas.microsoft.com/office/drawing/2014/main" id="{73B0A583-98FE-13B2-D3E6-8D3E837E35A5}"/>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1">
            <a:extLst>
              <a:ext uri="{FF2B5EF4-FFF2-40B4-BE49-F238E27FC236}">
                <a16:creationId xmlns:a16="http://schemas.microsoft.com/office/drawing/2014/main" id="{A1463587-C9DD-5DC4-0417-682A3A9E27A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979D5AA1-6FB3-4EE4-8C74-2F452A2FE0C1}" type="slidenum">
              <a:rPr lang="en-US" altLang="zh-CN" sz="2000" i="0" baseline="0">
                <a:solidFill>
                  <a:schemeClr val="bg2"/>
                </a:solidFill>
                <a:latin typeface="Arial" panose="020B0604020202020204" pitchFamily="34" charset="0"/>
              </a:rPr>
              <a:pPr/>
              <a:t>31</a:t>
            </a:fld>
            <a:endParaRPr lang="en-US" altLang="zh-CN" sz="2000" i="0" baseline="0">
              <a:solidFill>
                <a:schemeClr val="bg2"/>
              </a:solidFill>
              <a:latin typeface="Arial" panose="020B0604020202020204" pitchFamily="34" charset="0"/>
            </a:endParaRPr>
          </a:p>
        </p:txBody>
      </p:sp>
      <p:sp>
        <p:nvSpPr>
          <p:cNvPr id="33795" name="Line 2">
            <a:extLst>
              <a:ext uri="{FF2B5EF4-FFF2-40B4-BE49-F238E27FC236}">
                <a16:creationId xmlns:a16="http://schemas.microsoft.com/office/drawing/2014/main" id="{4BB9D2B8-7FF8-C5C0-D242-FF9DBD1271B5}"/>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6" name="Line 3">
            <a:extLst>
              <a:ext uri="{FF2B5EF4-FFF2-40B4-BE49-F238E27FC236}">
                <a16:creationId xmlns:a16="http://schemas.microsoft.com/office/drawing/2014/main" id="{B796AC54-20C5-F63C-FCFA-6567F9FDFA1A}"/>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3797" name="Text Box 4">
            <a:extLst>
              <a:ext uri="{FF2B5EF4-FFF2-40B4-BE49-F238E27FC236}">
                <a16:creationId xmlns:a16="http://schemas.microsoft.com/office/drawing/2014/main" id="{A4FAF22A-58FA-2710-8C69-B34DFDC045A7}"/>
              </a:ext>
            </a:extLst>
          </p:cNvPr>
          <p:cNvSpPr txBox="1">
            <a:spLocks noChangeArrowheads="1"/>
          </p:cNvSpPr>
          <p:nvPr/>
        </p:nvSpPr>
        <p:spPr bwMode="auto">
          <a:xfrm>
            <a:off x="304800" y="381000"/>
            <a:ext cx="809466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12.16  </a:t>
            </a:r>
            <a:r>
              <a:rPr lang="en-US" altLang="zh-CN" sz="2000" baseline="0">
                <a:ea typeface="宋体" panose="02010600030101010101" pitchFamily="2" charset="-122"/>
              </a:rPr>
              <a:t>Timing in CSMA/CA</a:t>
            </a:r>
          </a:p>
          <a:p>
            <a:endParaRPr lang="en-US" altLang="zh-CN" sz="2000" baseline="0">
              <a:ea typeface="宋体" panose="02010600030101010101" pitchFamily="2" charset="-122"/>
            </a:endParaRPr>
          </a:p>
          <a:p>
            <a:endParaRPr lang="en-US" altLang="zh-CN" sz="2000" baseline="0">
              <a:ea typeface="宋体" panose="02010600030101010101" pitchFamily="2" charset="-122"/>
            </a:endParaRPr>
          </a:p>
          <a:p>
            <a:r>
              <a:rPr lang="en-US" altLang="zh-CN" sz="2000" i="0" baseline="0">
                <a:ea typeface="宋体" panose="02010600030101010101" pitchFamily="2" charset="-122"/>
              </a:rPr>
              <a:t>CSMA/CA</a:t>
            </a:r>
            <a:r>
              <a:rPr lang="zh-CN" altLang="en-US" sz="2000" i="0" baseline="0">
                <a:ea typeface="宋体" panose="02010600030101010101" pitchFamily="2" charset="-122"/>
              </a:rPr>
              <a:t>中的时间的安排，主要包括帧间间隔，竞争窗口，和确认。</a:t>
            </a:r>
            <a:endParaRPr lang="en-US" altLang="zh-CN" sz="2000" i="0" baseline="0">
              <a:ea typeface="宋体" panose="02010600030101010101" pitchFamily="2" charset="-122"/>
            </a:endParaRPr>
          </a:p>
        </p:txBody>
      </p:sp>
      <p:sp>
        <p:nvSpPr>
          <p:cNvPr id="33798" name="Line 5">
            <a:extLst>
              <a:ext uri="{FF2B5EF4-FFF2-40B4-BE49-F238E27FC236}">
                <a16:creationId xmlns:a16="http://schemas.microsoft.com/office/drawing/2014/main" id="{426328CC-16F3-9D70-F6B3-CF3D1D97E996}"/>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3799" name="Picture 7">
            <a:extLst>
              <a:ext uri="{FF2B5EF4-FFF2-40B4-BE49-F238E27FC236}">
                <a16:creationId xmlns:a16="http://schemas.microsoft.com/office/drawing/2014/main" id="{371404E5-CA66-E9E3-C47C-D5C4AD761A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3" y="2438400"/>
            <a:ext cx="8510587"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1">
            <a:extLst>
              <a:ext uri="{FF2B5EF4-FFF2-40B4-BE49-F238E27FC236}">
                <a16:creationId xmlns:a16="http://schemas.microsoft.com/office/drawing/2014/main" id="{3D8B61C6-49C6-D8D0-48DD-D80C6613F26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77F1BFF0-FA44-4CCF-A683-B507883D71D1}" type="slidenum">
              <a:rPr lang="en-US" altLang="zh-CN" sz="2000" i="0" baseline="0">
                <a:solidFill>
                  <a:schemeClr val="bg2"/>
                </a:solidFill>
                <a:latin typeface="Arial" panose="020B0604020202020204" pitchFamily="34" charset="0"/>
              </a:rPr>
              <a:pPr/>
              <a:t>32</a:t>
            </a:fld>
            <a:endParaRPr lang="en-US" altLang="zh-CN" sz="2000" i="0" baseline="0">
              <a:solidFill>
                <a:schemeClr val="bg2"/>
              </a:solidFill>
              <a:latin typeface="Arial" panose="020B0604020202020204" pitchFamily="34" charset="0"/>
            </a:endParaRPr>
          </a:p>
        </p:txBody>
      </p:sp>
      <p:sp>
        <p:nvSpPr>
          <p:cNvPr id="34819" name="Rectangle 2">
            <a:extLst>
              <a:ext uri="{FF2B5EF4-FFF2-40B4-BE49-F238E27FC236}">
                <a16:creationId xmlns:a16="http://schemas.microsoft.com/office/drawing/2014/main" id="{D48FE265-D802-7820-0294-F548234DA19E}"/>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4820" name="Rectangle 3">
            <a:extLst>
              <a:ext uri="{FF2B5EF4-FFF2-40B4-BE49-F238E27FC236}">
                <a16:creationId xmlns:a16="http://schemas.microsoft.com/office/drawing/2014/main" id="{B51CE67E-DF7D-CDC9-6D24-13CE805163D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4821" name="Rectangle 4">
            <a:extLst>
              <a:ext uri="{FF2B5EF4-FFF2-40B4-BE49-F238E27FC236}">
                <a16:creationId xmlns:a16="http://schemas.microsoft.com/office/drawing/2014/main" id="{900D0EB1-D5EB-E76F-1293-E04560358966}"/>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4822" name="Rectangle 5">
            <a:extLst>
              <a:ext uri="{FF2B5EF4-FFF2-40B4-BE49-F238E27FC236}">
                <a16:creationId xmlns:a16="http://schemas.microsoft.com/office/drawing/2014/main" id="{3D69F6C2-FA7B-111A-AE5A-8A948926991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4823" name="Rectangle 6">
            <a:extLst>
              <a:ext uri="{FF2B5EF4-FFF2-40B4-BE49-F238E27FC236}">
                <a16:creationId xmlns:a16="http://schemas.microsoft.com/office/drawing/2014/main" id="{CDA0E2E6-7941-B453-8322-B9876D56F0F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4824" name="Rectangle 7">
            <a:extLst>
              <a:ext uri="{FF2B5EF4-FFF2-40B4-BE49-F238E27FC236}">
                <a16:creationId xmlns:a16="http://schemas.microsoft.com/office/drawing/2014/main" id="{AE672AC5-7124-92F5-2F09-4684528052C3}"/>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4825" name="Rectangle 8">
            <a:extLst>
              <a:ext uri="{FF2B5EF4-FFF2-40B4-BE49-F238E27FC236}">
                <a16:creationId xmlns:a16="http://schemas.microsoft.com/office/drawing/2014/main" id="{12A45005-E81D-90A7-28B4-14642F3D917E}"/>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4826" name="Line 9">
            <a:extLst>
              <a:ext uri="{FF2B5EF4-FFF2-40B4-BE49-F238E27FC236}">
                <a16:creationId xmlns:a16="http://schemas.microsoft.com/office/drawing/2014/main" id="{0DBF17FD-38E2-05AB-7B6F-3957D1F6E244}"/>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7" name="Line 10">
            <a:extLst>
              <a:ext uri="{FF2B5EF4-FFF2-40B4-BE49-F238E27FC236}">
                <a16:creationId xmlns:a16="http://schemas.microsoft.com/office/drawing/2014/main" id="{8B3E6DA1-ACE2-D7B3-4B37-6D3A1CC6957C}"/>
              </a:ext>
            </a:extLst>
          </p:cNvPr>
          <p:cNvSpPr>
            <a:spLocks noChangeShapeType="1"/>
          </p:cNvSpPr>
          <p:nvPr/>
        </p:nvSpPr>
        <p:spPr bwMode="auto">
          <a:xfrm>
            <a:off x="457200" y="4953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828" name="Rectangle 11">
            <a:extLst>
              <a:ext uri="{FF2B5EF4-FFF2-40B4-BE49-F238E27FC236}">
                <a16:creationId xmlns:a16="http://schemas.microsoft.com/office/drawing/2014/main" id="{C69F0F28-5E24-8951-AC1E-1CBE4523E5FE}"/>
              </a:ext>
            </a:extLst>
          </p:cNvPr>
          <p:cNvSpPr>
            <a:spLocks noChangeArrowheads="1"/>
          </p:cNvSpPr>
          <p:nvPr/>
        </p:nvSpPr>
        <p:spPr bwMode="auto">
          <a:xfrm>
            <a:off x="533400" y="2759075"/>
            <a:ext cx="8077200" cy="20621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3200" i="0" baseline="0">
                <a:latin typeface="Arial" panose="020B0604020202020204" pitchFamily="34" charset="0"/>
                <a:ea typeface="宋体" panose="02010600030101010101" pitchFamily="2" charset="-122"/>
              </a:rPr>
              <a:t>帧间间隔</a:t>
            </a:r>
            <a:r>
              <a:rPr lang="en-US" altLang="zh-CN" sz="3200" i="0" baseline="0">
                <a:latin typeface="Arial" panose="020B0604020202020204" pitchFamily="34" charset="0"/>
                <a:ea typeface="宋体" panose="02010600030101010101" pitchFamily="2" charset="-122"/>
              </a:rPr>
              <a:t>IFS</a:t>
            </a:r>
            <a:r>
              <a:rPr lang="zh-CN" altLang="en-US" sz="3200" i="0" baseline="0">
                <a:latin typeface="Arial" panose="020B0604020202020204" pitchFamily="34" charset="0"/>
                <a:ea typeface="宋体" panose="02010600030101010101" pitchFamily="2" charset="-122"/>
              </a:rPr>
              <a:t>：</a:t>
            </a:r>
            <a:endParaRPr lang="en-US" altLang="zh-CN" sz="3200" i="0" baseline="0">
              <a:latin typeface="Arial" panose="020B0604020202020204" pitchFamily="34" charset="0"/>
              <a:ea typeface="宋体" panose="02010600030101010101" pitchFamily="2" charset="-122"/>
            </a:endParaRPr>
          </a:p>
          <a:p>
            <a:r>
              <a:rPr lang="zh-CN" altLang="en-US" sz="3200" i="0" baseline="0">
                <a:latin typeface="Arial" panose="020B0604020202020204" pitchFamily="34" charset="0"/>
                <a:ea typeface="宋体" panose="02010600030101010101" pitchFamily="2" charset="-122"/>
              </a:rPr>
              <a:t>通过推迟传输来避免冲突；即，即使发现信道是空闲的，站点也不会立即发送，而是会等待一段时间，这段时间称为帧间间隔。</a:t>
            </a:r>
            <a:endParaRPr lang="en-US" altLang="zh-CN" sz="3200" i="0" baseline="0">
              <a:latin typeface="Arial" panose="020B0604020202020204" pitchFamily="34" charset="0"/>
              <a:ea typeface="宋体" panose="02010600030101010101" pitchFamily="2" charset="-122"/>
            </a:endParaRPr>
          </a:p>
        </p:txBody>
      </p:sp>
      <p:grpSp>
        <p:nvGrpSpPr>
          <p:cNvPr id="34829" name="Group 12">
            <a:extLst>
              <a:ext uri="{FF2B5EF4-FFF2-40B4-BE49-F238E27FC236}">
                <a16:creationId xmlns:a16="http://schemas.microsoft.com/office/drawing/2014/main" id="{FE38B34B-1CE6-8695-084F-C1AF9BD7ECB8}"/>
              </a:ext>
            </a:extLst>
          </p:cNvPr>
          <p:cNvGrpSpPr>
            <a:grpSpLocks/>
          </p:cNvGrpSpPr>
          <p:nvPr/>
        </p:nvGrpSpPr>
        <p:grpSpPr bwMode="auto">
          <a:xfrm>
            <a:off x="457200" y="1981200"/>
            <a:ext cx="1143000" cy="566738"/>
            <a:chOff x="1200" y="1248"/>
            <a:chExt cx="720" cy="357"/>
          </a:xfrm>
        </p:grpSpPr>
        <p:pic>
          <p:nvPicPr>
            <p:cNvPr id="34830" name="Picture 13">
              <a:extLst>
                <a:ext uri="{FF2B5EF4-FFF2-40B4-BE49-F238E27FC236}">
                  <a16:creationId xmlns:a16="http://schemas.microsoft.com/office/drawing/2014/main" id="{F5231C14-43BF-AEE4-04D5-A864165F0C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31" name="Text Box 14">
              <a:extLst>
                <a:ext uri="{FF2B5EF4-FFF2-40B4-BE49-F238E27FC236}">
                  <a16:creationId xmlns:a16="http://schemas.microsoft.com/office/drawing/2014/main" id="{60454F0D-E0DB-6C15-280C-8F509A881B50}"/>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1">
            <a:extLst>
              <a:ext uri="{FF2B5EF4-FFF2-40B4-BE49-F238E27FC236}">
                <a16:creationId xmlns:a16="http://schemas.microsoft.com/office/drawing/2014/main" id="{F445F9C6-0D0B-7B7E-64DF-75E319009F8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85F7C2FE-12B6-4B33-9509-C2D5AEACA6F9}" type="slidenum">
              <a:rPr lang="en-US" altLang="zh-CN" sz="2000" i="0" baseline="0">
                <a:solidFill>
                  <a:schemeClr val="bg2"/>
                </a:solidFill>
                <a:latin typeface="Arial" panose="020B0604020202020204" pitchFamily="34" charset="0"/>
              </a:rPr>
              <a:pPr/>
              <a:t>33</a:t>
            </a:fld>
            <a:endParaRPr lang="en-US" altLang="zh-CN" sz="2000" i="0" baseline="0">
              <a:solidFill>
                <a:schemeClr val="bg2"/>
              </a:solidFill>
              <a:latin typeface="Arial" panose="020B0604020202020204" pitchFamily="34" charset="0"/>
            </a:endParaRPr>
          </a:p>
        </p:txBody>
      </p:sp>
      <p:sp>
        <p:nvSpPr>
          <p:cNvPr id="35843" name="Rectangle 2">
            <a:extLst>
              <a:ext uri="{FF2B5EF4-FFF2-40B4-BE49-F238E27FC236}">
                <a16:creationId xmlns:a16="http://schemas.microsoft.com/office/drawing/2014/main" id="{E6E77D74-ABC0-D6FE-DCC1-2DEEAD5BA6B7}"/>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5844" name="Rectangle 3">
            <a:extLst>
              <a:ext uri="{FF2B5EF4-FFF2-40B4-BE49-F238E27FC236}">
                <a16:creationId xmlns:a16="http://schemas.microsoft.com/office/drawing/2014/main" id="{140E0D4C-C151-AAE6-EF1E-73BA5AF983E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5845" name="Rectangle 4">
            <a:extLst>
              <a:ext uri="{FF2B5EF4-FFF2-40B4-BE49-F238E27FC236}">
                <a16:creationId xmlns:a16="http://schemas.microsoft.com/office/drawing/2014/main" id="{4A907442-1432-8154-41E7-60E68EFAE04D}"/>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5846" name="Rectangle 5">
            <a:extLst>
              <a:ext uri="{FF2B5EF4-FFF2-40B4-BE49-F238E27FC236}">
                <a16:creationId xmlns:a16="http://schemas.microsoft.com/office/drawing/2014/main" id="{FC4DE0EB-0302-ADE5-3B3F-57F92F88EDE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5847" name="Rectangle 6">
            <a:extLst>
              <a:ext uri="{FF2B5EF4-FFF2-40B4-BE49-F238E27FC236}">
                <a16:creationId xmlns:a16="http://schemas.microsoft.com/office/drawing/2014/main" id="{B45A4A9A-F97B-3A91-6A59-83F24A56AFAC}"/>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5848" name="Rectangle 7">
            <a:extLst>
              <a:ext uri="{FF2B5EF4-FFF2-40B4-BE49-F238E27FC236}">
                <a16:creationId xmlns:a16="http://schemas.microsoft.com/office/drawing/2014/main" id="{AFCD6DC2-8048-2975-9350-CB761DD6A89E}"/>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5849" name="Rectangle 8">
            <a:extLst>
              <a:ext uri="{FF2B5EF4-FFF2-40B4-BE49-F238E27FC236}">
                <a16:creationId xmlns:a16="http://schemas.microsoft.com/office/drawing/2014/main" id="{54BAF7CE-C1CF-B2CA-AF69-E0A95241F62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5850" name="Line 9">
            <a:extLst>
              <a:ext uri="{FF2B5EF4-FFF2-40B4-BE49-F238E27FC236}">
                <a16:creationId xmlns:a16="http://schemas.microsoft.com/office/drawing/2014/main" id="{9923203E-38BF-5E95-B1CB-317056064144}"/>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1" name="Line 10">
            <a:extLst>
              <a:ext uri="{FF2B5EF4-FFF2-40B4-BE49-F238E27FC236}">
                <a16:creationId xmlns:a16="http://schemas.microsoft.com/office/drawing/2014/main" id="{0E998D28-445E-9997-8F81-3E90B1100E60}"/>
              </a:ext>
            </a:extLst>
          </p:cNvPr>
          <p:cNvSpPr>
            <a:spLocks noChangeShapeType="1"/>
          </p:cNvSpPr>
          <p:nvPr/>
        </p:nvSpPr>
        <p:spPr bwMode="auto">
          <a:xfrm>
            <a:off x="457200" y="3962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852" name="Rectangle 11">
            <a:extLst>
              <a:ext uri="{FF2B5EF4-FFF2-40B4-BE49-F238E27FC236}">
                <a16:creationId xmlns:a16="http://schemas.microsoft.com/office/drawing/2014/main" id="{880E5834-F6AE-0854-24F7-9EFA60BDF3C7}"/>
              </a:ext>
            </a:extLst>
          </p:cNvPr>
          <p:cNvSpPr>
            <a:spLocks noChangeArrowheads="1"/>
          </p:cNvSpPr>
          <p:nvPr/>
        </p:nvSpPr>
        <p:spPr bwMode="auto">
          <a:xfrm>
            <a:off x="495300" y="2759075"/>
            <a:ext cx="8077200" cy="10779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i="0" baseline="0">
                <a:latin typeface="Arial" panose="020B0604020202020204" pitchFamily="34" charset="0"/>
                <a:ea typeface="宋体" panose="02010600030101010101" pitchFamily="2" charset="-122"/>
              </a:rPr>
              <a:t>CSMA</a:t>
            </a:r>
            <a:r>
              <a:rPr lang="zh-CN" altLang="en-US" sz="3200" i="0" baseline="0">
                <a:latin typeface="Arial" panose="020B0604020202020204" pitchFamily="34" charset="0"/>
                <a:ea typeface="宋体" panose="02010600030101010101" pitchFamily="2" charset="-122"/>
              </a:rPr>
              <a:t>中，</a:t>
            </a:r>
            <a:r>
              <a:rPr lang="en-US" altLang="zh-CN" sz="3200" i="0" baseline="0">
                <a:latin typeface="Arial" panose="020B0604020202020204" pitchFamily="34" charset="0"/>
                <a:ea typeface="宋体" panose="02010600030101010101" pitchFamily="2" charset="-122"/>
              </a:rPr>
              <a:t>IFS</a:t>
            </a:r>
            <a:r>
              <a:rPr lang="zh-CN" altLang="en-US" sz="3200" i="0" baseline="0">
                <a:latin typeface="Arial" panose="020B0604020202020204" pitchFamily="34" charset="0"/>
                <a:ea typeface="宋体" panose="02010600030101010101" pitchFamily="2" charset="-122"/>
              </a:rPr>
              <a:t>也能用来定义一个站或一个帧的优先权。</a:t>
            </a:r>
            <a:endParaRPr lang="en-US" altLang="zh-CN" sz="3200" i="0" baseline="0">
              <a:latin typeface="Arial" panose="020B0604020202020204" pitchFamily="34" charset="0"/>
              <a:ea typeface="宋体" panose="02010600030101010101" pitchFamily="2" charset="-122"/>
            </a:endParaRPr>
          </a:p>
        </p:txBody>
      </p:sp>
      <p:grpSp>
        <p:nvGrpSpPr>
          <p:cNvPr id="35853" name="Group 12">
            <a:extLst>
              <a:ext uri="{FF2B5EF4-FFF2-40B4-BE49-F238E27FC236}">
                <a16:creationId xmlns:a16="http://schemas.microsoft.com/office/drawing/2014/main" id="{254E67A0-3CC4-88AB-CC26-8F1B2ADFE42A}"/>
              </a:ext>
            </a:extLst>
          </p:cNvPr>
          <p:cNvGrpSpPr>
            <a:grpSpLocks/>
          </p:cNvGrpSpPr>
          <p:nvPr/>
        </p:nvGrpSpPr>
        <p:grpSpPr bwMode="auto">
          <a:xfrm>
            <a:off x="457200" y="1981200"/>
            <a:ext cx="1143000" cy="566738"/>
            <a:chOff x="1200" y="1248"/>
            <a:chExt cx="720" cy="357"/>
          </a:xfrm>
        </p:grpSpPr>
        <p:pic>
          <p:nvPicPr>
            <p:cNvPr id="35854" name="Picture 13">
              <a:extLst>
                <a:ext uri="{FF2B5EF4-FFF2-40B4-BE49-F238E27FC236}">
                  <a16:creationId xmlns:a16="http://schemas.microsoft.com/office/drawing/2014/main" id="{6D932631-71F1-8053-3054-5878E5C75A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55" name="Text Box 14">
              <a:extLst>
                <a:ext uri="{FF2B5EF4-FFF2-40B4-BE49-F238E27FC236}">
                  <a16:creationId xmlns:a16="http://schemas.microsoft.com/office/drawing/2014/main" id="{59B6C0B5-27C2-74C0-C248-0E6E23182A59}"/>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1">
            <a:extLst>
              <a:ext uri="{FF2B5EF4-FFF2-40B4-BE49-F238E27FC236}">
                <a16:creationId xmlns:a16="http://schemas.microsoft.com/office/drawing/2014/main" id="{E1340F53-00A0-D145-B511-4148D66DD0F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D0BDCB46-A109-460D-BC02-623B3BE6E323}" type="slidenum">
              <a:rPr lang="en-US" altLang="zh-CN" sz="2000" i="0" baseline="0">
                <a:solidFill>
                  <a:schemeClr val="bg2"/>
                </a:solidFill>
                <a:latin typeface="Arial" panose="020B0604020202020204" pitchFamily="34" charset="0"/>
              </a:rPr>
              <a:pPr/>
              <a:t>34</a:t>
            </a:fld>
            <a:endParaRPr lang="en-US" altLang="zh-CN" sz="2000" i="0" baseline="0">
              <a:solidFill>
                <a:schemeClr val="bg2"/>
              </a:solidFill>
              <a:latin typeface="Arial" panose="020B0604020202020204" pitchFamily="34" charset="0"/>
            </a:endParaRPr>
          </a:p>
        </p:txBody>
      </p:sp>
      <p:sp>
        <p:nvSpPr>
          <p:cNvPr id="36867" name="Rectangle 2">
            <a:extLst>
              <a:ext uri="{FF2B5EF4-FFF2-40B4-BE49-F238E27FC236}">
                <a16:creationId xmlns:a16="http://schemas.microsoft.com/office/drawing/2014/main" id="{7078DB56-2DA1-B475-4E16-58FA20B86DA2}"/>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6868" name="Rectangle 3">
            <a:extLst>
              <a:ext uri="{FF2B5EF4-FFF2-40B4-BE49-F238E27FC236}">
                <a16:creationId xmlns:a16="http://schemas.microsoft.com/office/drawing/2014/main" id="{33C55BBA-A0D9-71CF-CAF3-851A034AB003}"/>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6869" name="Rectangle 4">
            <a:extLst>
              <a:ext uri="{FF2B5EF4-FFF2-40B4-BE49-F238E27FC236}">
                <a16:creationId xmlns:a16="http://schemas.microsoft.com/office/drawing/2014/main" id="{0A771FA6-A420-D8C5-04AA-6B5FA31C273F}"/>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6870" name="Rectangle 5">
            <a:extLst>
              <a:ext uri="{FF2B5EF4-FFF2-40B4-BE49-F238E27FC236}">
                <a16:creationId xmlns:a16="http://schemas.microsoft.com/office/drawing/2014/main" id="{16593A26-7271-0083-7A97-C5F7CE16AE3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6871" name="Rectangle 6">
            <a:extLst>
              <a:ext uri="{FF2B5EF4-FFF2-40B4-BE49-F238E27FC236}">
                <a16:creationId xmlns:a16="http://schemas.microsoft.com/office/drawing/2014/main" id="{6B70C7E0-716B-7F66-1D43-E2B6AEEB9D4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6872" name="Rectangle 7">
            <a:extLst>
              <a:ext uri="{FF2B5EF4-FFF2-40B4-BE49-F238E27FC236}">
                <a16:creationId xmlns:a16="http://schemas.microsoft.com/office/drawing/2014/main" id="{66386BDB-F346-F8EA-5240-C828C8B315FE}"/>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6873" name="Rectangle 8">
            <a:extLst>
              <a:ext uri="{FF2B5EF4-FFF2-40B4-BE49-F238E27FC236}">
                <a16:creationId xmlns:a16="http://schemas.microsoft.com/office/drawing/2014/main" id="{1DB8B0AE-6A42-901E-5968-194D62AE734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6874" name="Line 9">
            <a:extLst>
              <a:ext uri="{FF2B5EF4-FFF2-40B4-BE49-F238E27FC236}">
                <a16:creationId xmlns:a16="http://schemas.microsoft.com/office/drawing/2014/main" id="{10DFE0D4-4352-C274-3A1D-D079C8086BBC}"/>
              </a:ext>
            </a:extLst>
          </p:cNvPr>
          <p:cNvSpPr>
            <a:spLocks noChangeShapeType="1"/>
          </p:cNvSpPr>
          <p:nvPr/>
        </p:nvSpPr>
        <p:spPr bwMode="auto">
          <a:xfrm>
            <a:off x="457200" y="1752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5" name="Line 10">
            <a:extLst>
              <a:ext uri="{FF2B5EF4-FFF2-40B4-BE49-F238E27FC236}">
                <a16:creationId xmlns:a16="http://schemas.microsoft.com/office/drawing/2014/main" id="{7BA5EE37-4D88-5314-F84B-6B89EA463DE0}"/>
              </a:ext>
            </a:extLst>
          </p:cNvPr>
          <p:cNvSpPr>
            <a:spLocks noChangeShapeType="1"/>
          </p:cNvSpPr>
          <p:nvPr/>
        </p:nvSpPr>
        <p:spPr bwMode="auto">
          <a:xfrm>
            <a:off x="457200" y="6400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876" name="Rectangle 11">
            <a:extLst>
              <a:ext uri="{FF2B5EF4-FFF2-40B4-BE49-F238E27FC236}">
                <a16:creationId xmlns:a16="http://schemas.microsoft.com/office/drawing/2014/main" id="{30F32650-1E9E-9A80-B077-F099A950C5B9}"/>
              </a:ext>
            </a:extLst>
          </p:cNvPr>
          <p:cNvSpPr>
            <a:spLocks noChangeArrowheads="1"/>
          </p:cNvSpPr>
          <p:nvPr/>
        </p:nvSpPr>
        <p:spPr bwMode="auto">
          <a:xfrm>
            <a:off x="533400" y="1828800"/>
            <a:ext cx="8077200" cy="446246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3200" i="0" baseline="0">
                <a:latin typeface="Arial" panose="020B0604020202020204" pitchFamily="34" charset="0"/>
                <a:ea typeface="宋体" panose="02010600030101010101" pitchFamily="2" charset="-122"/>
              </a:rPr>
              <a:t>竞争窗口：</a:t>
            </a:r>
            <a:endParaRPr lang="en-US" altLang="zh-CN" sz="3200" i="0" baseline="0">
              <a:latin typeface="Arial" panose="020B0604020202020204" pitchFamily="34" charset="0"/>
              <a:ea typeface="宋体" panose="02010600030101010101" pitchFamily="2" charset="-122"/>
            </a:endParaRPr>
          </a:p>
          <a:p>
            <a:r>
              <a:rPr lang="zh-CN" altLang="en-US" i="0" baseline="0">
                <a:latin typeface="Arial" panose="020B0604020202020204" pitchFamily="34" charset="0"/>
                <a:ea typeface="宋体" panose="02010600030101010101" pitchFamily="2" charset="-122"/>
              </a:rPr>
              <a:t>以二元指数确定竞争窗口的最大值，并将竞争窗口时间分割成时隙（二元指数的含义是，每次站点在</a:t>
            </a:r>
            <a:r>
              <a:rPr lang="en-US" altLang="zh-CN" i="0" baseline="0">
                <a:latin typeface="Arial" panose="020B0604020202020204" pitchFamily="34" charset="0"/>
                <a:ea typeface="宋体" panose="02010600030101010101" pitchFamily="2" charset="-122"/>
              </a:rPr>
              <a:t>IFS</a:t>
            </a:r>
            <a:r>
              <a:rPr lang="zh-CN" altLang="en-US" i="0" baseline="0">
                <a:latin typeface="Arial" panose="020B0604020202020204" pitchFamily="34" charset="0"/>
                <a:ea typeface="宋体" panose="02010600030101010101" pitchFamily="2" charset="-122"/>
              </a:rPr>
              <a:t>时间后无法检测到空闲信道时，竞争窗口的时隙数量要翻倍）；预备发送的站点在竞争窗口内，随机选择要等待的时隙数，然后单步递减时隙；每递减一个时隙时间后，站点都要侦听信道，如果不忙，继续递减时隙，如果忙，则停止递减时隙，直到侦听信道空闲，则继续递减时隙；如果时隙递减完，信道空闲，则发送数据。</a:t>
            </a:r>
            <a:endParaRPr lang="en-US" altLang="zh-CN" i="0" baseline="0">
              <a:latin typeface="Arial" panose="020B0604020202020204" pitchFamily="34" charset="0"/>
              <a:ea typeface="宋体" panose="02010600030101010101" pitchFamily="2" charset="-122"/>
            </a:endParaRPr>
          </a:p>
        </p:txBody>
      </p:sp>
      <p:grpSp>
        <p:nvGrpSpPr>
          <p:cNvPr id="36877" name="Group 12">
            <a:extLst>
              <a:ext uri="{FF2B5EF4-FFF2-40B4-BE49-F238E27FC236}">
                <a16:creationId xmlns:a16="http://schemas.microsoft.com/office/drawing/2014/main" id="{DAF5C4A3-F250-E870-0C92-6500F8A26637}"/>
              </a:ext>
            </a:extLst>
          </p:cNvPr>
          <p:cNvGrpSpPr>
            <a:grpSpLocks/>
          </p:cNvGrpSpPr>
          <p:nvPr/>
        </p:nvGrpSpPr>
        <p:grpSpPr bwMode="auto">
          <a:xfrm>
            <a:off x="457200" y="1066800"/>
            <a:ext cx="1143000" cy="566738"/>
            <a:chOff x="1200" y="1248"/>
            <a:chExt cx="720" cy="357"/>
          </a:xfrm>
        </p:grpSpPr>
        <p:pic>
          <p:nvPicPr>
            <p:cNvPr id="36878" name="Picture 13">
              <a:extLst>
                <a:ext uri="{FF2B5EF4-FFF2-40B4-BE49-F238E27FC236}">
                  <a16:creationId xmlns:a16="http://schemas.microsoft.com/office/drawing/2014/main" id="{9339005D-093C-086F-5707-1274069B30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9" name="Text Box 14">
              <a:extLst>
                <a:ext uri="{FF2B5EF4-FFF2-40B4-BE49-F238E27FC236}">
                  <a16:creationId xmlns:a16="http://schemas.microsoft.com/office/drawing/2014/main" id="{0B0BF3CB-27D4-75B7-1A17-E605E0853BEF}"/>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1">
            <a:extLst>
              <a:ext uri="{FF2B5EF4-FFF2-40B4-BE49-F238E27FC236}">
                <a16:creationId xmlns:a16="http://schemas.microsoft.com/office/drawing/2014/main" id="{24D8FE4B-A0A0-5E3E-5267-892E53DEBD4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D00567C3-48B5-4286-961D-ABD1C14C7726}" type="slidenum">
              <a:rPr lang="en-US" altLang="zh-CN" sz="2000" i="0" baseline="0">
                <a:solidFill>
                  <a:schemeClr val="bg2"/>
                </a:solidFill>
                <a:latin typeface="Arial" panose="020B0604020202020204" pitchFamily="34" charset="0"/>
              </a:rPr>
              <a:pPr/>
              <a:t>35</a:t>
            </a:fld>
            <a:endParaRPr lang="en-US" altLang="zh-CN" sz="2000" i="0" baseline="0">
              <a:solidFill>
                <a:schemeClr val="bg2"/>
              </a:solidFill>
              <a:latin typeface="Arial" panose="020B0604020202020204" pitchFamily="34" charset="0"/>
            </a:endParaRPr>
          </a:p>
        </p:txBody>
      </p:sp>
      <p:sp>
        <p:nvSpPr>
          <p:cNvPr id="37891" name="Rectangle 2">
            <a:extLst>
              <a:ext uri="{FF2B5EF4-FFF2-40B4-BE49-F238E27FC236}">
                <a16:creationId xmlns:a16="http://schemas.microsoft.com/office/drawing/2014/main" id="{D1D8AF79-A688-B427-2B10-8AB54FB77F6B}"/>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7892" name="Rectangle 3">
            <a:extLst>
              <a:ext uri="{FF2B5EF4-FFF2-40B4-BE49-F238E27FC236}">
                <a16:creationId xmlns:a16="http://schemas.microsoft.com/office/drawing/2014/main" id="{7D003D92-C2CD-F158-34E3-EA72C1F2D46F}"/>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7893" name="Rectangle 4">
            <a:extLst>
              <a:ext uri="{FF2B5EF4-FFF2-40B4-BE49-F238E27FC236}">
                <a16:creationId xmlns:a16="http://schemas.microsoft.com/office/drawing/2014/main" id="{3D627DCF-2689-7C2C-0905-B6006D5D4CCF}"/>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7894" name="Rectangle 5">
            <a:extLst>
              <a:ext uri="{FF2B5EF4-FFF2-40B4-BE49-F238E27FC236}">
                <a16:creationId xmlns:a16="http://schemas.microsoft.com/office/drawing/2014/main" id="{588345CE-1AC9-1B22-B24E-EF85B3491E2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7895" name="Rectangle 6">
            <a:extLst>
              <a:ext uri="{FF2B5EF4-FFF2-40B4-BE49-F238E27FC236}">
                <a16:creationId xmlns:a16="http://schemas.microsoft.com/office/drawing/2014/main" id="{2481AA03-FFD3-E81E-A2A5-C7B7C8901485}"/>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7896" name="Rectangle 7">
            <a:extLst>
              <a:ext uri="{FF2B5EF4-FFF2-40B4-BE49-F238E27FC236}">
                <a16:creationId xmlns:a16="http://schemas.microsoft.com/office/drawing/2014/main" id="{3CD779CF-A0EA-DEC4-A527-6AC37130C905}"/>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7897" name="Rectangle 8">
            <a:extLst>
              <a:ext uri="{FF2B5EF4-FFF2-40B4-BE49-F238E27FC236}">
                <a16:creationId xmlns:a16="http://schemas.microsoft.com/office/drawing/2014/main" id="{0FF99D91-854E-FDA8-7041-A28AD38B6A83}"/>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7898" name="Line 9">
            <a:extLst>
              <a:ext uri="{FF2B5EF4-FFF2-40B4-BE49-F238E27FC236}">
                <a16:creationId xmlns:a16="http://schemas.microsoft.com/office/drawing/2014/main" id="{30A624E8-C14C-7583-D220-3665E4EEACC4}"/>
              </a:ext>
            </a:extLst>
          </p:cNvPr>
          <p:cNvSpPr>
            <a:spLocks noChangeShapeType="1"/>
          </p:cNvSpPr>
          <p:nvPr/>
        </p:nvSpPr>
        <p:spPr bwMode="auto">
          <a:xfrm>
            <a:off x="442913" y="2514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899" name="Line 10">
            <a:extLst>
              <a:ext uri="{FF2B5EF4-FFF2-40B4-BE49-F238E27FC236}">
                <a16:creationId xmlns:a16="http://schemas.microsoft.com/office/drawing/2014/main" id="{F89F5E3C-F217-8C8F-3F0F-70B0E3B73B75}"/>
              </a:ext>
            </a:extLst>
          </p:cNvPr>
          <p:cNvSpPr>
            <a:spLocks noChangeShapeType="1"/>
          </p:cNvSpPr>
          <p:nvPr/>
        </p:nvSpPr>
        <p:spPr bwMode="auto">
          <a:xfrm>
            <a:off x="457200" y="4267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0" name="Rectangle 11">
            <a:extLst>
              <a:ext uri="{FF2B5EF4-FFF2-40B4-BE49-F238E27FC236}">
                <a16:creationId xmlns:a16="http://schemas.microsoft.com/office/drawing/2014/main" id="{3B2A1E3F-34AA-B936-2E45-21BE53229FFD}"/>
              </a:ext>
            </a:extLst>
          </p:cNvPr>
          <p:cNvSpPr>
            <a:spLocks noChangeArrowheads="1"/>
          </p:cNvSpPr>
          <p:nvPr/>
        </p:nvSpPr>
        <p:spPr bwMode="auto">
          <a:xfrm>
            <a:off x="495300" y="2597150"/>
            <a:ext cx="8077200" cy="15700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i="0" baseline="0">
                <a:latin typeface="Arial" panose="020B0604020202020204" pitchFamily="34" charset="0"/>
                <a:ea typeface="宋体" panose="02010600030101010101" pitchFamily="2" charset="-122"/>
              </a:rPr>
              <a:t>CSMA/CA</a:t>
            </a:r>
            <a:r>
              <a:rPr lang="zh-CN" altLang="en-US" sz="3200" i="0" baseline="0">
                <a:latin typeface="Arial" panose="020B0604020202020204" pitchFamily="34" charset="0"/>
                <a:ea typeface="宋体" panose="02010600030101010101" pitchFamily="2" charset="-122"/>
              </a:rPr>
              <a:t>中，若站发现信道忙，就不重启竞争窗口的定时器；而是停止定时器，直到信道空闲时再重启定时器。</a:t>
            </a:r>
            <a:endParaRPr lang="en-US" altLang="zh-CN" sz="3200" i="0" baseline="0">
              <a:latin typeface="Arial" panose="020B0604020202020204" pitchFamily="34" charset="0"/>
              <a:ea typeface="宋体" panose="02010600030101010101" pitchFamily="2" charset="-122"/>
            </a:endParaRPr>
          </a:p>
        </p:txBody>
      </p:sp>
      <p:grpSp>
        <p:nvGrpSpPr>
          <p:cNvPr id="37901" name="Group 12">
            <a:extLst>
              <a:ext uri="{FF2B5EF4-FFF2-40B4-BE49-F238E27FC236}">
                <a16:creationId xmlns:a16="http://schemas.microsoft.com/office/drawing/2014/main" id="{F334EF81-CDD0-F39F-0CFD-3A752BFBCB37}"/>
              </a:ext>
            </a:extLst>
          </p:cNvPr>
          <p:cNvGrpSpPr>
            <a:grpSpLocks/>
          </p:cNvGrpSpPr>
          <p:nvPr/>
        </p:nvGrpSpPr>
        <p:grpSpPr bwMode="auto">
          <a:xfrm>
            <a:off x="457200" y="1828800"/>
            <a:ext cx="1143000" cy="566738"/>
            <a:chOff x="1200" y="1248"/>
            <a:chExt cx="720" cy="357"/>
          </a:xfrm>
        </p:grpSpPr>
        <p:pic>
          <p:nvPicPr>
            <p:cNvPr id="37902" name="Picture 13">
              <a:extLst>
                <a:ext uri="{FF2B5EF4-FFF2-40B4-BE49-F238E27FC236}">
                  <a16:creationId xmlns:a16="http://schemas.microsoft.com/office/drawing/2014/main" id="{62E1593F-509F-DD7C-5EBD-CE4468BBD3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3" name="Text Box 14">
              <a:extLst>
                <a:ext uri="{FF2B5EF4-FFF2-40B4-BE49-F238E27FC236}">
                  <a16:creationId xmlns:a16="http://schemas.microsoft.com/office/drawing/2014/main" id="{264A32A0-0D46-BCE7-C198-F4F7D217D62D}"/>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1">
            <a:extLst>
              <a:ext uri="{FF2B5EF4-FFF2-40B4-BE49-F238E27FC236}">
                <a16:creationId xmlns:a16="http://schemas.microsoft.com/office/drawing/2014/main" id="{A10FB315-50C7-936F-0272-3F4D9AE4F99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E30A7AAD-1D67-4C87-B491-01D90899F0F8}" type="slidenum">
              <a:rPr lang="en-US" altLang="zh-CN" sz="2000" i="0" baseline="0">
                <a:solidFill>
                  <a:schemeClr val="bg2"/>
                </a:solidFill>
                <a:latin typeface="Arial" panose="020B0604020202020204" pitchFamily="34" charset="0"/>
              </a:rPr>
              <a:pPr/>
              <a:t>36</a:t>
            </a:fld>
            <a:endParaRPr lang="en-US" altLang="zh-CN" sz="2000" i="0" baseline="0">
              <a:solidFill>
                <a:schemeClr val="bg2"/>
              </a:solidFill>
              <a:latin typeface="Arial" panose="020B0604020202020204" pitchFamily="34" charset="0"/>
            </a:endParaRPr>
          </a:p>
        </p:txBody>
      </p:sp>
      <p:sp>
        <p:nvSpPr>
          <p:cNvPr id="38915" name="Rectangle 2">
            <a:extLst>
              <a:ext uri="{FF2B5EF4-FFF2-40B4-BE49-F238E27FC236}">
                <a16:creationId xmlns:a16="http://schemas.microsoft.com/office/drawing/2014/main" id="{71BAEC0E-5B78-5C39-0129-B682267AFBCC}"/>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8916" name="Rectangle 3">
            <a:extLst>
              <a:ext uri="{FF2B5EF4-FFF2-40B4-BE49-F238E27FC236}">
                <a16:creationId xmlns:a16="http://schemas.microsoft.com/office/drawing/2014/main" id="{1D8C8326-EE87-C88E-2C66-65617A3322C9}"/>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8917" name="Rectangle 4">
            <a:extLst>
              <a:ext uri="{FF2B5EF4-FFF2-40B4-BE49-F238E27FC236}">
                <a16:creationId xmlns:a16="http://schemas.microsoft.com/office/drawing/2014/main" id="{C098A978-865A-AEA0-4A4F-74DA64F0D6FC}"/>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8918" name="Rectangle 5">
            <a:extLst>
              <a:ext uri="{FF2B5EF4-FFF2-40B4-BE49-F238E27FC236}">
                <a16:creationId xmlns:a16="http://schemas.microsoft.com/office/drawing/2014/main" id="{D849FC0D-66A4-2E5C-B167-4C34F46259B9}"/>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8919" name="Rectangle 6">
            <a:extLst>
              <a:ext uri="{FF2B5EF4-FFF2-40B4-BE49-F238E27FC236}">
                <a16:creationId xmlns:a16="http://schemas.microsoft.com/office/drawing/2014/main" id="{EE3500F1-6403-DF43-BCB1-A5A45B83048D}"/>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8920" name="Rectangle 7">
            <a:extLst>
              <a:ext uri="{FF2B5EF4-FFF2-40B4-BE49-F238E27FC236}">
                <a16:creationId xmlns:a16="http://schemas.microsoft.com/office/drawing/2014/main" id="{77BD5684-CB12-AA00-3621-3A0929DDBDF7}"/>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8921" name="Rectangle 8">
            <a:extLst>
              <a:ext uri="{FF2B5EF4-FFF2-40B4-BE49-F238E27FC236}">
                <a16:creationId xmlns:a16="http://schemas.microsoft.com/office/drawing/2014/main" id="{51761577-CF5E-BFB8-8C54-0B6DA6A3FBC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38922" name="Line 9">
            <a:extLst>
              <a:ext uri="{FF2B5EF4-FFF2-40B4-BE49-F238E27FC236}">
                <a16:creationId xmlns:a16="http://schemas.microsoft.com/office/drawing/2014/main" id="{A4ADC399-D9E8-3E81-148E-636CF625A3B3}"/>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3" name="Line 10">
            <a:extLst>
              <a:ext uri="{FF2B5EF4-FFF2-40B4-BE49-F238E27FC236}">
                <a16:creationId xmlns:a16="http://schemas.microsoft.com/office/drawing/2014/main" id="{288E0518-5123-876E-856D-894EBB312209}"/>
              </a:ext>
            </a:extLst>
          </p:cNvPr>
          <p:cNvSpPr>
            <a:spLocks noChangeShapeType="1"/>
          </p:cNvSpPr>
          <p:nvPr/>
        </p:nvSpPr>
        <p:spPr bwMode="auto">
          <a:xfrm>
            <a:off x="457200" y="4419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924" name="Rectangle 11">
            <a:extLst>
              <a:ext uri="{FF2B5EF4-FFF2-40B4-BE49-F238E27FC236}">
                <a16:creationId xmlns:a16="http://schemas.microsoft.com/office/drawing/2014/main" id="{8EA14B7F-5742-B272-5242-0AEEE446FD2F}"/>
              </a:ext>
            </a:extLst>
          </p:cNvPr>
          <p:cNvSpPr>
            <a:spLocks noChangeArrowheads="1"/>
          </p:cNvSpPr>
          <p:nvPr/>
        </p:nvSpPr>
        <p:spPr bwMode="auto">
          <a:xfrm>
            <a:off x="533400" y="2759075"/>
            <a:ext cx="8077200" cy="157003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sz="3200" i="0" baseline="0">
                <a:latin typeface="Arial" panose="020B0604020202020204" pitchFamily="34" charset="0"/>
                <a:ea typeface="宋体" panose="02010600030101010101" pitchFamily="2" charset="-122"/>
              </a:rPr>
              <a:t>确认帧：</a:t>
            </a:r>
            <a:endParaRPr lang="en-US" altLang="zh-CN" sz="3200" i="0" baseline="0">
              <a:latin typeface="Arial" panose="020B0604020202020204" pitchFamily="34" charset="0"/>
              <a:ea typeface="宋体" panose="02010600030101010101" pitchFamily="2" charset="-122"/>
            </a:endParaRPr>
          </a:p>
          <a:p>
            <a:r>
              <a:rPr lang="zh-CN" altLang="en-US" sz="3200" i="0" baseline="0">
                <a:latin typeface="Arial" panose="020B0604020202020204" pitchFamily="34" charset="0"/>
                <a:ea typeface="宋体" panose="02010600030101010101" pitchFamily="2" charset="-122"/>
              </a:rPr>
              <a:t>即使如此，也会发送冲突导致幁损坏，所以需要肯定的确认和定时器超时重发机制。</a:t>
            </a:r>
            <a:endParaRPr lang="en-US" altLang="zh-CN" sz="3200" i="0" baseline="0">
              <a:latin typeface="Arial" panose="020B0604020202020204" pitchFamily="34" charset="0"/>
              <a:ea typeface="宋体" panose="02010600030101010101" pitchFamily="2" charset="-122"/>
            </a:endParaRPr>
          </a:p>
        </p:txBody>
      </p:sp>
      <p:grpSp>
        <p:nvGrpSpPr>
          <p:cNvPr id="38925" name="Group 12">
            <a:extLst>
              <a:ext uri="{FF2B5EF4-FFF2-40B4-BE49-F238E27FC236}">
                <a16:creationId xmlns:a16="http://schemas.microsoft.com/office/drawing/2014/main" id="{DD9F8B63-FCBE-B635-81E6-4EBC369BEB91}"/>
              </a:ext>
            </a:extLst>
          </p:cNvPr>
          <p:cNvGrpSpPr>
            <a:grpSpLocks/>
          </p:cNvGrpSpPr>
          <p:nvPr/>
        </p:nvGrpSpPr>
        <p:grpSpPr bwMode="auto">
          <a:xfrm>
            <a:off x="457200" y="1981200"/>
            <a:ext cx="1143000" cy="566738"/>
            <a:chOff x="1200" y="1248"/>
            <a:chExt cx="720" cy="357"/>
          </a:xfrm>
        </p:grpSpPr>
        <p:pic>
          <p:nvPicPr>
            <p:cNvPr id="38926" name="Picture 13">
              <a:extLst>
                <a:ext uri="{FF2B5EF4-FFF2-40B4-BE49-F238E27FC236}">
                  <a16:creationId xmlns:a16="http://schemas.microsoft.com/office/drawing/2014/main" id="{9A69497A-64FC-2E64-9CA2-3D72FDBF9D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27" name="Text Box 14">
              <a:extLst>
                <a:ext uri="{FF2B5EF4-FFF2-40B4-BE49-F238E27FC236}">
                  <a16:creationId xmlns:a16="http://schemas.microsoft.com/office/drawing/2014/main" id="{7AA8C5A4-9F21-AF55-CB34-CBD04125DD30}"/>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1">
            <a:extLst>
              <a:ext uri="{FF2B5EF4-FFF2-40B4-BE49-F238E27FC236}">
                <a16:creationId xmlns:a16="http://schemas.microsoft.com/office/drawing/2014/main" id="{34BFBA11-4779-EE58-B3B7-6D3918F635E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C9491612-DB4C-4C5A-925B-E58BF08F412B}" type="slidenum">
              <a:rPr lang="en-US" altLang="zh-CN" sz="2000" i="0" baseline="0">
                <a:solidFill>
                  <a:schemeClr val="bg2"/>
                </a:solidFill>
                <a:latin typeface="Arial" panose="020B0604020202020204" pitchFamily="34" charset="0"/>
              </a:rPr>
              <a:pPr/>
              <a:t>37</a:t>
            </a:fld>
            <a:endParaRPr lang="en-US" altLang="zh-CN" sz="2000" i="0" baseline="0">
              <a:solidFill>
                <a:schemeClr val="bg2"/>
              </a:solidFill>
              <a:latin typeface="Arial" panose="020B0604020202020204" pitchFamily="34" charset="0"/>
            </a:endParaRPr>
          </a:p>
        </p:txBody>
      </p:sp>
      <p:sp>
        <p:nvSpPr>
          <p:cNvPr id="39939" name="Line 2">
            <a:extLst>
              <a:ext uri="{FF2B5EF4-FFF2-40B4-BE49-F238E27FC236}">
                <a16:creationId xmlns:a16="http://schemas.microsoft.com/office/drawing/2014/main" id="{FA5420A7-991E-1F92-396A-9FC5EAA222B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40" name="Line 3">
            <a:extLst>
              <a:ext uri="{FF2B5EF4-FFF2-40B4-BE49-F238E27FC236}">
                <a16:creationId xmlns:a16="http://schemas.microsoft.com/office/drawing/2014/main" id="{0A1FDE68-1AA1-4997-7DF9-FB5CDDCF268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941" name="Text Box 4">
            <a:extLst>
              <a:ext uri="{FF2B5EF4-FFF2-40B4-BE49-F238E27FC236}">
                <a16:creationId xmlns:a16="http://schemas.microsoft.com/office/drawing/2014/main" id="{3B369B1F-6B5D-B70D-23E5-969264AFD175}"/>
              </a:ext>
            </a:extLst>
          </p:cNvPr>
          <p:cNvSpPr txBox="1">
            <a:spLocks noChangeArrowheads="1"/>
          </p:cNvSpPr>
          <p:nvPr/>
        </p:nvSpPr>
        <p:spPr bwMode="auto">
          <a:xfrm>
            <a:off x="304800" y="381000"/>
            <a:ext cx="5027613"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12.17  </a:t>
            </a:r>
            <a:r>
              <a:rPr lang="en-US" altLang="zh-CN" sz="2000" baseline="0">
                <a:ea typeface="宋体" panose="02010600030101010101" pitchFamily="2" charset="-122"/>
              </a:rPr>
              <a:t>Flow diagram for CSMA/CA</a:t>
            </a:r>
          </a:p>
          <a:p>
            <a:endParaRPr lang="en-US" altLang="zh-CN" sz="2000" baseline="0">
              <a:ea typeface="宋体" panose="02010600030101010101" pitchFamily="2" charset="-122"/>
            </a:endParaRPr>
          </a:p>
          <a:p>
            <a:r>
              <a:rPr lang="en-US" altLang="zh-CN" sz="2000" i="0" baseline="0">
                <a:ea typeface="宋体" panose="02010600030101010101" pitchFamily="2" charset="-122"/>
              </a:rPr>
              <a:t>CSMA/CA</a:t>
            </a:r>
            <a:r>
              <a:rPr lang="zh-CN" altLang="en-US" sz="2000" i="0" baseline="0">
                <a:ea typeface="宋体" panose="02010600030101010101" pitchFamily="2" charset="-122"/>
              </a:rPr>
              <a:t>流程框图</a:t>
            </a:r>
            <a:endParaRPr lang="en-US" altLang="zh-CN" sz="2000" i="0" baseline="0">
              <a:ea typeface="宋体" panose="02010600030101010101" pitchFamily="2" charset="-122"/>
            </a:endParaRPr>
          </a:p>
        </p:txBody>
      </p:sp>
      <p:sp>
        <p:nvSpPr>
          <p:cNvPr id="39942" name="Line 5">
            <a:extLst>
              <a:ext uri="{FF2B5EF4-FFF2-40B4-BE49-F238E27FC236}">
                <a16:creationId xmlns:a16="http://schemas.microsoft.com/office/drawing/2014/main" id="{BFA9EAF9-DB45-BBA6-E083-3490F742DA13}"/>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39943" name="Picture 7">
            <a:extLst>
              <a:ext uri="{FF2B5EF4-FFF2-40B4-BE49-F238E27FC236}">
                <a16:creationId xmlns:a16="http://schemas.microsoft.com/office/drawing/2014/main" id="{7F7B36E1-3BCE-CE99-22BE-4DBE4306B3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092200"/>
            <a:ext cx="3025775" cy="485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62" name="灯片编号占位符 1">
            <a:extLst>
              <a:ext uri="{FF2B5EF4-FFF2-40B4-BE49-F238E27FC236}">
                <a16:creationId xmlns:a16="http://schemas.microsoft.com/office/drawing/2014/main" id="{93A08403-D6FF-AECE-240B-309E6591A19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54B9246F-CFC6-4A50-A7EE-217C2D874BAA}" type="slidenum">
              <a:rPr lang="en-US" altLang="zh-CN" sz="2000" i="0" baseline="0">
                <a:solidFill>
                  <a:schemeClr val="bg2"/>
                </a:solidFill>
                <a:latin typeface="Arial" panose="020B0604020202020204" pitchFamily="34" charset="0"/>
              </a:rPr>
              <a:pPr/>
              <a:t>38</a:t>
            </a:fld>
            <a:endParaRPr lang="en-US" altLang="zh-CN" sz="2000" i="0" baseline="0">
              <a:solidFill>
                <a:schemeClr val="bg2"/>
              </a:solidFill>
              <a:latin typeface="Arial" panose="020B0604020202020204" pitchFamily="34" charset="0"/>
            </a:endParaRPr>
          </a:p>
        </p:txBody>
      </p:sp>
      <p:sp>
        <p:nvSpPr>
          <p:cNvPr id="1080322" name="Rectangle 2">
            <a:extLst>
              <a:ext uri="{FF2B5EF4-FFF2-40B4-BE49-F238E27FC236}">
                <a16:creationId xmlns:a16="http://schemas.microsoft.com/office/drawing/2014/main" id="{25A483FC-F946-A60D-5849-C93A62FD7D5F}"/>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sz="3200" i="0" baseline="0">
              <a:effectLst>
                <a:outerShdw blurRad="38100" dist="38100" dir="2700000" algn="tl">
                  <a:srgbClr val="FFFFFF"/>
                </a:outerShdw>
              </a:effectLst>
              <a:ea typeface="宋体" charset="-122"/>
            </a:endParaRPr>
          </a:p>
        </p:txBody>
      </p:sp>
      <p:sp>
        <p:nvSpPr>
          <p:cNvPr id="1080323" name="Text Box 3">
            <a:extLst>
              <a:ext uri="{FF2B5EF4-FFF2-40B4-BE49-F238E27FC236}">
                <a16:creationId xmlns:a16="http://schemas.microsoft.com/office/drawing/2014/main" id="{C5B3A197-D331-1743-7C4E-FEDBBCCEAC07}"/>
              </a:ext>
            </a:extLst>
          </p:cNvPr>
          <p:cNvSpPr txBox="1">
            <a:spLocks noChangeArrowheads="1"/>
          </p:cNvSpPr>
          <p:nvPr/>
        </p:nvSpPr>
        <p:spPr bwMode="auto">
          <a:xfrm>
            <a:off x="228600" y="152400"/>
            <a:ext cx="5864225" cy="1077913"/>
          </a:xfrm>
          <a:prstGeom prst="rect">
            <a:avLst/>
          </a:prstGeom>
          <a:noFill/>
          <a:ln>
            <a:noFill/>
          </a:ln>
          <a:effectLst/>
        </p:spPr>
        <p:txBody>
          <a:bodyPr wrap="none">
            <a:spAutoFit/>
          </a:bodyPr>
          <a:lstStyle/>
          <a:p>
            <a:pPr>
              <a:defRPr/>
            </a:pPr>
            <a:r>
              <a:rPr lang="en-US" altLang="zh-CN" sz="3200" i="0" baseline="0" dirty="0">
                <a:effectLst>
                  <a:outerShdw blurRad="38100" dist="38100" dir="2700000" algn="tl">
                    <a:srgbClr val="C0C0C0"/>
                  </a:outerShdw>
                </a:effectLst>
                <a:latin typeface="Times" pitchFamily="18" charset="0"/>
                <a:ea typeface="宋体" charset="-122"/>
              </a:rPr>
              <a:t>12-2   CONTROLLED ACCESS</a:t>
            </a:r>
          </a:p>
          <a:p>
            <a:pPr>
              <a:defRPr/>
            </a:pPr>
            <a:r>
              <a:rPr lang="en-US" altLang="zh-CN" sz="3200" i="0" baseline="0" dirty="0">
                <a:effectLst>
                  <a:outerShdw blurRad="38100" dist="38100" dir="2700000" algn="tl">
                    <a:srgbClr val="C0C0C0"/>
                  </a:outerShdw>
                </a:effectLst>
                <a:latin typeface="Times" pitchFamily="18" charset="0"/>
                <a:ea typeface="宋体" charset="-122"/>
              </a:rPr>
              <a:t>            </a:t>
            </a:r>
            <a:r>
              <a:rPr lang="zh-CN" altLang="en-US" sz="3200" i="0" baseline="0" dirty="0">
                <a:effectLst>
                  <a:outerShdw blurRad="38100" dist="38100" dir="2700000" algn="tl">
                    <a:srgbClr val="C0C0C0"/>
                  </a:outerShdw>
                </a:effectLst>
                <a:latin typeface="Times" pitchFamily="18" charset="0"/>
                <a:ea typeface="宋体" charset="-122"/>
              </a:rPr>
              <a:t>受控访问协议</a:t>
            </a:r>
            <a:endParaRPr lang="en-US" altLang="zh-CN" sz="3200" i="0" baseline="0" dirty="0">
              <a:effectLst>
                <a:outerShdw blurRad="38100" dist="38100" dir="2700000" algn="tl">
                  <a:srgbClr val="C0C0C0"/>
                </a:outerShdw>
              </a:effectLst>
              <a:latin typeface="Times" pitchFamily="18" charset="0"/>
              <a:ea typeface="宋体" charset="-122"/>
            </a:endParaRPr>
          </a:p>
        </p:txBody>
      </p:sp>
      <p:sp>
        <p:nvSpPr>
          <p:cNvPr id="40965" name="Text Box 4">
            <a:extLst>
              <a:ext uri="{FF2B5EF4-FFF2-40B4-BE49-F238E27FC236}">
                <a16:creationId xmlns:a16="http://schemas.microsoft.com/office/drawing/2014/main" id="{434BC55A-5650-C5DC-B335-161373BEFA3A}"/>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zh-CN" altLang="zh-CN" sz="1800" i="0" baseline="0">
              <a:ea typeface="宋体" panose="02010600030101010101" pitchFamily="2" charset="-122"/>
            </a:endParaRPr>
          </a:p>
        </p:txBody>
      </p:sp>
      <p:sp>
        <p:nvSpPr>
          <p:cNvPr id="1080325" name="Rectangle 5">
            <a:extLst>
              <a:ext uri="{FF2B5EF4-FFF2-40B4-BE49-F238E27FC236}">
                <a16:creationId xmlns:a16="http://schemas.microsoft.com/office/drawing/2014/main" id="{531DF0D8-3D52-8406-9685-7E6B8ADC276D}"/>
              </a:ext>
            </a:extLst>
          </p:cNvPr>
          <p:cNvSpPr>
            <a:spLocks noChangeArrowheads="1"/>
          </p:cNvSpPr>
          <p:nvPr/>
        </p:nvSpPr>
        <p:spPr bwMode="auto">
          <a:xfrm>
            <a:off x="304800" y="1512888"/>
            <a:ext cx="8229600" cy="1200150"/>
          </a:xfrm>
          <a:prstGeom prst="rect">
            <a:avLst/>
          </a:prstGeom>
          <a:noFill/>
          <a:ln>
            <a:noFill/>
          </a:ln>
          <a:effectLst/>
        </p:spPr>
        <p:txBody>
          <a:bodyPr anchor="ctr">
            <a:spAutoFit/>
          </a:bodyPr>
          <a:lstStyle/>
          <a:p>
            <a:pPr algn="just" eaLnBrk="1" hangingPunct="1">
              <a:defRPr/>
            </a:pPr>
            <a:r>
              <a:rPr lang="zh-CN" altLang="en-US" sz="2400" i="0" baseline="0" dirty="0">
                <a:effectLst>
                  <a:outerShdw blurRad="38100" dist="38100" dir="2700000" algn="tl">
                    <a:srgbClr val="C0C0C0"/>
                  </a:outerShdw>
                </a:effectLst>
                <a:ea typeface="宋体" charset="-122"/>
              </a:rPr>
              <a:t>在受控访问协议中，站点之间相互协商以确定那一个站有权发送。没有得到授权的站点无权发送数据。</a:t>
            </a:r>
            <a:endParaRPr lang="en-US" altLang="zh-CN" sz="2400" i="0" baseline="0" dirty="0">
              <a:effectLst>
                <a:outerShdw blurRad="38100" dist="38100" dir="2700000" algn="tl">
                  <a:srgbClr val="C0C0C0"/>
                </a:outerShdw>
              </a:effectLst>
              <a:ea typeface="宋体" charset="-122"/>
            </a:endParaRPr>
          </a:p>
          <a:p>
            <a:pPr algn="just" eaLnBrk="1" hangingPunct="1">
              <a:defRPr/>
            </a:pPr>
            <a:r>
              <a:rPr lang="zh-CN" altLang="en-US" sz="2400" i="0" baseline="0" dirty="0">
                <a:effectLst>
                  <a:outerShdw blurRad="38100" dist="38100" dir="2700000" algn="tl">
                    <a:srgbClr val="C0C0C0"/>
                  </a:outerShdw>
                </a:effectLst>
                <a:ea typeface="宋体" charset="-122"/>
              </a:rPr>
              <a:t>主要有以下三类受控访问协议。</a:t>
            </a:r>
            <a:endParaRPr lang="en-US" altLang="zh-CN" sz="2400" i="0" baseline="0" dirty="0">
              <a:ea typeface="宋体" charset="-122"/>
            </a:endParaRPr>
          </a:p>
        </p:txBody>
      </p:sp>
      <p:sp>
        <p:nvSpPr>
          <p:cNvPr id="40967" name="Rectangle 6">
            <a:extLst>
              <a:ext uri="{FF2B5EF4-FFF2-40B4-BE49-F238E27FC236}">
                <a16:creationId xmlns:a16="http://schemas.microsoft.com/office/drawing/2014/main" id="{09518295-A3B3-9F6D-BC89-7CE183DA7346}"/>
              </a:ext>
            </a:extLst>
          </p:cNvPr>
          <p:cNvSpPr>
            <a:spLocks noChangeArrowheads="1"/>
          </p:cNvSpPr>
          <p:nvPr/>
        </p:nvSpPr>
        <p:spPr bwMode="auto">
          <a:xfrm>
            <a:off x="304800" y="5048250"/>
            <a:ext cx="6705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en-US" altLang="zh-CN" sz="2400" i="0" baseline="0">
                <a:solidFill>
                  <a:srgbClr val="0033CC"/>
                </a:solidFill>
                <a:ea typeface="宋体" panose="02010600030101010101" pitchFamily="2" charset="-122"/>
              </a:rPr>
              <a:t>Reservation                          </a:t>
            </a:r>
            <a:r>
              <a:rPr lang="zh-CN" altLang="en-US" sz="2400" i="0" baseline="0">
                <a:ea typeface="宋体" panose="02010600030101010101" pitchFamily="2" charset="-122"/>
              </a:rPr>
              <a:t>预约协议</a:t>
            </a:r>
            <a:br>
              <a:rPr lang="fr-FR" altLang="zh-CN" sz="2400" i="0" baseline="0">
                <a:solidFill>
                  <a:srgbClr val="0033CC"/>
                </a:solidFill>
              </a:rPr>
            </a:br>
            <a:r>
              <a:rPr lang="fr-FR" altLang="zh-CN" sz="2400" i="0" baseline="0">
                <a:solidFill>
                  <a:srgbClr val="0033CC"/>
                </a:solidFill>
                <a:ea typeface="宋体" panose="02010600030101010101" pitchFamily="2" charset="-122"/>
              </a:rPr>
              <a:t>Polling                                   </a:t>
            </a:r>
            <a:r>
              <a:rPr lang="zh-CN" altLang="en-US" sz="2400" i="0" baseline="0">
                <a:ea typeface="宋体" panose="02010600030101010101" pitchFamily="2" charset="-122"/>
              </a:rPr>
              <a:t>轮询协议</a:t>
            </a:r>
            <a:br>
              <a:rPr lang="fr-FR" altLang="zh-CN" sz="2400" i="0" baseline="0"/>
            </a:br>
            <a:r>
              <a:rPr lang="en-US" altLang="zh-CN" sz="2400" i="0" baseline="0">
                <a:solidFill>
                  <a:srgbClr val="0033CC"/>
                </a:solidFill>
                <a:ea typeface="宋体" panose="02010600030101010101" pitchFamily="2" charset="-122"/>
              </a:rPr>
              <a:t>Token Passing                       </a:t>
            </a:r>
            <a:r>
              <a:rPr lang="zh-CN" altLang="en-US" sz="2400" i="0" baseline="0">
                <a:ea typeface="宋体" panose="02010600030101010101" pitchFamily="2" charset="-122"/>
              </a:rPr>
              <a:t>令牌协议</a:t>
            </a:r>
            <a:endParaRPr lang="en-US" altLang="zh-CN" sz="2400" i="0" baseline="0">
              <a:ea typeface="宋体" panose="02010600030101010101" pitchFamily="2" charset="-122"/>
            </a:endParaRPr>
          </a:p>
        </p:txBody>
      </p:sp>
      <p:sp>
        <p:nvSpPr>
          <p:cNvPr id="1080327" name="Text Box 7">
            <a:extLst>
              <a:ext uri="{FF2B5EF4-FFF2-40B4-BE49-F238E27FC236}">
                <a16:creationId xmlns:a16="http://schemas.microsoft.com/office/drawing/2014/main" id="{CF467A00-1E2C-9816-ED2D-5EA41B640ECD}"/>
              </a:ext>
            </a:extLst>
          </p:cNvPr>
          <p:cNvSpPr txBox="1">
            <a:spLocks noChangeArrowheads="1"/>
          </p:cNvSpPr>
          <p:nvPr/>
        </p:nvSpPr>
        <p:spPr bwMode="auto">
          <a:xfrm>
            <a:off x="317500" y="4572000"/>
            <a:ext cx="4862513" cy="519113"/>
          </a:xfrm>
          <a:prstGeom prst="rect">
            <a:avLst/>
          </a:prstGeom>
          <a:noFill/>
          <a:ln>
            <a:noFill/>
          </a:ln>
          <a:effectLst/>
        </p:spPr>
        <p:txBody>
          <a:bodyPr wrap="none">
            <a:spAutoFit/>
          </a:bodyPr>
          <a:lstStyle/>
          <a:p>
            <a:pPr algn="ctr">
              <a:defRPr/>
            </a:pPr>
            <a:r>
              <a:rPr lang="en-US" altLang="zh-CN" u="sng" baseline="0" dirty="0">
                <a:solidFill>
                  <a:schemeClr val="hlink"/>
                </a:solidFill>
                <a:effectLst>
                  <a:outerShdw blurRad="38100" dist="38100" dir="2700000" algn="tl">
                    <a:srgbClr val="C0C0C0"/>
                  </a:outerShdw>
                </a:effectLst>
                <a:ea typeface="宋体" charset="-122"/>
              </a:rPr>
              <a:t>Topics discussed in this section: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1">
            <a:extLst>
              <a:ext uri="{FF2B5EF4-FFF2-40B4-BE49-F238E27FC236}">
                <a16:creationId xmlns:a16="http://schemas.microsoft.com/office/drawing/2014/main" id="{BE2FC099-0FDA-F11B-5FE7-8A81030CC5C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9FE9D398-E28F-4A39-9D7E-CE9268D9B674}" type="slidenum">
              <a:rPr lang="en-US" altLang="zh-CN" sz="2000" i="0" baseline="0">
                <a:solidFill>
                  <a:schemeClr val="bg2"/>
                </a:solidFill>
                <a:latin typeface="Arial" panose="020B0604020202020204" pitchFamily="34" charset="0"/>
              </a:rPr>
              <a:pPr/>
              <a:t>39</a:t>
            </a:fld>
            <a:endParaRPr lang="en-US" altLang="zh-CN" sz="2000" i="0" baseline="0">
              <a:solidFill>
                <a:schemeClr val="bg2"/>
              </a:solidFill>
              <a:latin typeface="Arial" panose="020B0604020202020204" pitchFamily="34" charset="0"/>
            </a:endParaRPr>
          </a:p>
        </p:txBody>
      </p:sp>
      <p:sp>
        <p:nvSpPr>
          <p:cNvPr id="41987" name="Line 2">
            <a:extLst>
              <a:ext uri="{FF2B5EF4-FFF2-40B4-BE49-F238E27FC236}">
                <a16:creationId xmlns:a16="http://schemas.microsoft.com/office/drawing/2014/main" id="{F31515CE-96EA-9940-24AB-80DB470B2085}"/>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988" name="Line 3">
            <a:extLst>
              <a:ext uri="{FF2B5EF4-FFF2-40B4-BE49-F238E27FC236}">
                <a16:creationId xmlns:a16="http://schemas.microsoft.com/office/drawing/2014/main" id="{963F83FF-81C8-1F79-6EB0-928E26D38CB8}"/>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989" name="Text Box 4">
            <a:extLst>
              <a:ext uri="{FF2B5EF4-FFF2-40B4-BE49-F238E27FC236}">
                <a16:creationId xmlns:a16="http://schemas.microsoft.com/office/drawing/2014/main" id="{1821D6DC-177E-AB32-1403-330F6AA48773}"/>
              </a:ext>
            </a:extLst>
          </p:cNvPr>
          <p:cNvSpPr txBox="1">
            <a:spLocks noChangeArrowheads="1"/>
          </p:cNvSpPr>
          <p:nvPr/>
        </p:nvSpPr>
        <p:spPr bwMode="auto">
          <a:xfrm>
            <a:off x="304800" y="381000"/>
            <a:ext cx="48037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12.18  </a:t>
            </a:r>
            <a:r>
              <a:rPr lang="en-US" altLang="zh-CN" sz="2000" baseline="0">
                <a:ea typeface="宋体" panose="02010600030101010101" pitchFamily="2" charset="-122"/>
              </a:rPr>
              <a:t>Reservation access method</a:t>
            </a:r>
          </a:p>
        </p:txBody>
      </p:sp>
      <p:sp>
        <p:nvSpPr>
          <p:cNvPr id="41990" name="Line 5">
            <a:extLst>
              <a:ext uri="{FF2B5EF4-FFF2-40B4-BE49-F238E27FC236}">
                <a16:creationId xmlns:a16="http://schemas.microsoft.com/office/drawing/2014/main" id="{A7695802-FD1B-B8B5-1FFF-0C71B536D31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1991" name="Picture 7">
            <a:extLst>
              <a:ext uri="{FF2B5EF4-FFF2-40B4-BE49-F238E27FC236}">
                <a16:creationId xmlns:a16="http://schemas.microsoft.com/office/drawing/2014/main" id="{B70084B5-AF48-DF58-2AFE-3B451375F3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0" y="2514600"/>
            <a:ext cx="78613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2" name="TextBox 7">
            <a:extLst>
              <a:ext uri="{FF2B5EF4-FFF2-40B4-BE49-F238E27FC236}">
                <a16:creationId xmlns:a16="http://schemas.microsoft.com/office/drawing/2014/main" id="{A1155770-1FCA-4D8F-9E75-CDDE8DFF696D}"/>
              </a:ext>
            </a:extLst>
          </p:cNvPr>
          <p:cNvSpPr txBox="1">
            <a:spLocks noChangeArrowheads="1"/>
          </p:cNvSpPr>
          <p:nvPr/>
        </p:nvSpPr>
        <p:spPr bwMode="auto">
          <a:xfrm>
            <a:off x="1143000" y="1331913"/>
            <a:ext cx="64008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a:ea typeface="宋体" panose="02010600030101010101" pitchFamily="2" charset="-122"/>
              </a:rPr>
              <a:t>在数据帧前先发送一个预约帧，如果有</a:t>
            </a:r>
            <a:r>
              <a:rPr lang="en-US" altLang="zh-CN">
                <a:ea typeface="宋体" panose="02010600030101010101" pitchFamily="2" charset="-122"/>
              </a:rPr>
              <a:t>N</a:t>
            </a:r>
            <a:r>
              <a:rPr lang="zh-CN" altLang="en-US">
                <a:ea typeface="宋体" panose="02010600030101010101" pitchFamily="2" charset="-122"/>
              </a:rPr>
              <a:t>个站点，预约帧就有</a:t>
            </a:r>
            <a:r>
              <a:rPr lang="en-US" altLang="zh-CN">
                <a:ea typeface="宋体" panose="02010600030101010101" pitchFamily="2" charset="-122"/>
              </a:rPr>
              <a:t>N</a:t>
            </a:r>
            <a:r>
              <a:rPr lang="zh-CN" altLang="en-US">
                <a:ea typeface="宋体" panose="02010600030101010101" pitchFamily="2" charset="-122"/>
              </a:rPr>
              <a:t>个预约子时隙，当站点要发送数据时，将对应预约子时隙设置，后面紧跟预约帧，发送数据帧。</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1">
            <a:extLst>
              <a:ext uri="{FF2B5EF4-FFF2-40B4-BE49-F238E27FC236}">
                <a16:creationId xmlns:a16="http://schemas.microsoft.com/office/drawing/2014/main" id="{620298F6-E5E7-E3A2-B923-A8B9593A3BD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8C41C891-75C7-41D5-B202-790AF77BE2F9}" type="slidenum">
              <a:rPr lang="en-US" altLang="zh-CN" sz="2000" i="0" baseline="0">
                <a:solidFill>
                  <a:schemeClr val="bg2"/>
                </a:solidFill>
                <a:latin typeface="Arial" panose="020B0604020202020204" pitchFamily="34" charset="0"/>
              </a:rPr>
              <a:pPr/>
              <a:t>40</a:t>
            </a:fld>
            <a:endParaRPr lang="en-US" altLang="zh-CN" sz="2000" i="0" baseline="0">
              <a:solidFill>
                <a:schemeClr val="bg2"/>
              </a:solidFill>
              <a:latin typeface="Arial" panose="020B0604020202020204" pitchFamily="34" charset="0"/>
            </a:endParaRPr>
          </a:p>
        </p:txBody>
      </p:sp>
      <p:sp>
        <p:nvSpPr>
          <p:cNvPr id="43011" name="Line 2">
            <a:extLst>
              <a:ext uri="{FF2B5EF4-FFF2-40B4-BE49-F238E27FC236}">
                <a16:creationId xmlns:a16="http://schemas.microsoft.com/office/drawing/2014/main" id="{39DD7525-AB16-75DC-3B06-1581874A9A64}"/>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2" name="Line 3">
            <a:extLst>
              <a:ext uri="{FF2B5EF4-FFF2-40B4-BE49-F238E27FC236}">
                <a16:creationId xmlns:a16="http://schemas.microsoft.com/office/drawing/2014/main" id="{781D31F8-C658-9AD9-F788-1915417988C6}"/>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013" name="Text Box 4">
            <a:extLst>
              <a:ext uri="{FF2B5EF4-FFF2-40B4-BE49-F238E27FC236}">
                <a16:creationId xmlns:a16="http://schemas.microsoft.com/office/drawing/2014/main" id="{44428A39-7AD4-A10A-B4CA-467EA781DF5C}"/>
              </a:ext>
            </a:extLst>
          </p:cNvPr>
          <p:cNvSpPr txBox="1">
            <a:spLocks noChangeArrowheads="1"/>
          </p:cNvSpPr>
          <p:nvPr/>
        </p:nvSpPr>
        <p:spPr bwMode="auto">
          <a:xfrm>
            <a:off x="304800" y="381000"/>
            <a:ext cx="72421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12.19  </a:t>
            </a:r>
            <a:r>
              <a:rPr lang="en-US" altLang="zh-CN" sz="2000" baseline="0">
                <a:ea typeface="宋体" panose="02010600030101010101" pitchFamily="2" charset="-122"/>
              </a:rPr>
              <a:t>Select and poll functions in polling access method</a:t>
            </a:r>
          </a:p>
        </p:txBody>
      </p:sp>
      <p:sp>
        <p:nvSpPr>
          <p:cNvPr id="43014" name="Line 5">
            <a:extLst>
              <a:ext uri="{FF2B5EF4-FFF2-40B4-BE49-F238E27FC236}">
                <a16:creationId xmlns:a16="http://schemas.microsoft.com/office/drawing/2014/main" id="{E650F6E8-1A8B-9AC2-F5C6-686A6530EC78}"/>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3015" name="Picture 7">
            <a:extLst>
              <a:ext uri="{FF2B5EF4-FFF2-40B4-BE49-F238E27FC236}">
                <a16:creationId xmlns:a16="http://schemas.microsoft.com/office/drawing/2014/main" id="{259313BC-1F63-4694-145C-1D86A56571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5600" y="2789238"/>
            <a:ext cx="8483600" cy="307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6" name="TextBox 7">
            <a:extLst>
              <a:ext uri="{FF2B5EF4-FFF2-40B4-BE49-F238E27FC236}">
                <a16:creationId xmlns:a16="http://schemas.microsoft.com/office/drawing/2014/main" id="{E15E7624-F099-EC6D-08CC-8CA68B3098B9}"/>
              </a:ext>
            </a:extLst>
          </p:cNvPr>
          <p:cNvSpPr txBox="1">
            <a:spLocks noChangeArrowheads="1"/>
          </p:cNvSpPr>
          <p:nvPr/>
        </p:nvSpPr>
        <p:spPr bwMode="auto">
          <a:xfrm>
            <a:off x="1143000" y="1331913"/>
            <a:ext cx="64008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a:ea typeface="宋体" panose="02010600030101010101" pitchFamily="2" charset="-122"/>
              </a:rPr>
              <a:t>如果主设备希望发送数据，它就通知从设备接收，这一功能称为“选择功能”；如果主设备希望接收数据，它就询问从设备是否有数据要发送，这一功能称为“轮询功能”。</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1">
            <a:extLst>
              <a:ext uri="{FF2B5EF4-FFF2-40B4-BE49-F238E27FC236}">
                <a16:creationId xmlns:a16="http://schemas.microsoft.com/office/drawing/2014/main" id="{1907428A-E54F-FBF3-AFDE-A9919502CCF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2DB8E091-0F45-4C0B-98D4-2794B837FED0}" type="slidenum">
              <a:rPr lang="en-US" altLang="zh-CN" sz="2000" i="0" baseline="0">
                <a:solidFill>
                  <a:schemeClr val="bg2"/>
                </a:solidFill>
                <a:latin typeface="Arial" panose="020B0604020202020204" pitchFamily="34" charset="0"/>
              </a:rPr>
              <a:pPr/>
              <a:t>41</a:t>
            </a:fld>
            <a:endParaRPr lang="en-US" altLang="zh-CN" sz="2000" i="0" baseline="0">
              <a:solidFill>
                <a:schemeClr val="bg2"/>
              </a:solidFill>
              <a:latin typeface="Arial" panose="020B0604020202020204" pitchFamily="34" charset="0"/>
            </a:endParaRPr>
          </a:p>
        </p:txBody>
      </p:sp>
      <p:sp>
        <p:nvSpPr>
          <p:cNvPr id="44035" name="Line 2">
            <a:extLst>
              <a:ext uri="{FF2B5EF4-FFF2-40B4-BE49-F238E27FC236}">
                <a16:creationId xmlns:a16="http://schemas.microsoft.com/office/drawing/2014/main" id="{852D5F58-C16A-8962-EAB7-8584A86CBCA1}"/>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36" name="Line 3">
            <a:extLst>
              <a:ext uri="{FF2B5EF4-FFF2-40B4-BE49-F238E27FC236}">
                <a16:creationId xmlns:a16="http://schemas.microsoft.com/office/drawing/2014/main" id="{612FD2EA-1B15-5E00-87BE-FEA9087E036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037" name="Text Box 4">
            <a:extLst>
              <a:ext uri="{FF2B5EF4-FFF2-40B4-BE49-F238E27FC236}">
                <a16:creationId xmlns:a16="http://schemas.microsoft.com/office/drawing/2014/main" id="{FF55735B-C5B7-EF63-D7F9-2AED5C9EE641}"/>
              </a:ext>
            </a:extLst>
          </p:cNvPr>
          <p:cNvSpPr txBox="1">
            <a:spLocks noChangeArrowheads="1"/>
          </p:cNvSpPr>
          <p:nvPr/>
        </p:nvSpPr>
        <p:spPr bwMode="auto">
          <a:xfrm>
            <a:off x="66675" y="190500"/>
            <a:ext cx="901541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12.20  </a:t>
            </a:r>
            <a:r>
              <a:rPr lang="en-US" altLang="zh-CN" sz="2000" baseline="0">
                <a:ea typeface="宋体" panose="02010600030101010101" pitchFamily="2" charset="-122"/>
              </a:rPr>
              <a:t>Logical ring and physical topology in token-passing access method</a:t>
            </a:r>
          </a:p>
          <a:p>
            <a:r>
              <a:rPr lang="zh-CN" altLang="en-US" sz="2000" baseline="0">
                <a:ea typeface="宋体" panose="02010600030101010101" pitchFamily="2" charset="-122"/>
              </a:rPr>
              <a:t>                           </a:t>
            </a:r>
            <a:r>
              <a:rPr lang="zh-CN" altLang="en-US" sz="2000" i="0" baseline="0">
                <a:ea typeface="宋体" panose="02010600030101010101" pitchFamily="2" charset="-122"/>
              </a:rPr>
              <a:t>令牌环网协议中逻辑的环和实际的物理网络拓扑结构</a:t>
            </a:r>
            <a:endParaRPr lang="en-US" altLang="zh-CN" sz="2000" i="0" baseline="0">
              <a:ea typeface="宋体" panose="02010600030101010101" pitchFamily="2" charset="-122"/>
            </a:endParaRPr>
          </a:p>
        </p:txBody>
      </p:sp>
      <p:sp>
        <p:nvSpPr>
          <p:cNvPr id="44038" name="Line 5">
            <a:extLst>
              <a:ext uri="{FF2B5EF4-FFF2-40B4-BE49-F238E27FC236}">
                <a16:creationId xmlns:a16="http://schemas.microsoft.com/office/drawing/2014/main" id="{E52A0BF2-6754-770E-A81E-BBF024FC109C}"/>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4039" name="Picture 7">
            <a:extLst>
              <a:ext uri="{FF2B5EF4-FFF2-40B4-BE49-F238E27FC236}">
                <a16:creationId xmlns:a16="http://schemas.microsoft.com/office/drawing/2014/main" id="{3EE69983-C492-025F-E791-6075B14987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136650"/>
            <a:ext cx="7102475"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灯片编号占位符 1">
            <a:extLst>
              <a:ext uri="{FF2B5EF4-FFF2-40B4-BE49-F238E27FC236}">
                <a16:creationId xmlns:a16="http://schemas.microsoft.com/office/drawing/2014/main" id="{8824C259-D18A-F196-6C47-4ACD73DA907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9A72C8D9-494D-40D7-9A79-40D4C3706B82}" type="slidenum">
              <a:rPr lang="en-US" altLang="zh-CN" sz="2000" i="0" baseline="0">
                <a:solidFill>
                  <a:schemeClr val="bg2"/>
                </a:solidFill>
                <a:latin typeface="Arial" panose="020B0604020202020204" pitchFamily="34" charset="0"/>
              </a:rPr>
              <a:pPr/>
              <a:t>42</a:t>
            </a:fld>
            <a:endParaRPr lang="en-US" altLang="zh-CN" sz="2000" i="0" baseline="0">
              <a:solidFill>
                <a:schemeClr val="bg2"/>
              </a:solidFill>
              <a:latin typeface="Arial" panose="020B0604020202020204" pitchFamily="34" charset="0"/>
            </a:endParaRPr>
          </a:p>
        </p:txBody>
      </p:sp>
      <p:sp>
        <p:nvSpPr>
          <p:cNvPr id="1082370" name="Rectangle 2">
            <a:extLst>
              <a:ext uri="{FF2B5EF4-FFF2-40B4-BE49-F238E27FC236}">
                <a16:creationId xmlns:a16="http://schemas.microsoft.com/office/drawing/2014/main" id="{D4CD9AFE-2FE2-1698-073F-0DD132C61000}"/>
              </a:ext>
            </a:extLst>
          </p:cNvPr>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defRPr/>
            </a:pPr>
            <a:endParaRPr lang="zh-CN" altLang="zh-CN" sz="3200" i="0" baseline="0">
              <a:effectLst>
                <a:outerShdw blurRad="38100" dist="38100" dir="2700000" algn="tl">
                  <a:srgbClr val="FFFFFF"/>
                </a:outerShdw>
              </a:effectLst>
              <a:ea typeface="宋体" charset="-122"/>
            </a:endParaRPr>
          </a:p>
        </p:txBody>
      </p:sp>
      <p:sp>
        <p:nvSpPr>
          <p:cNvPr id="1082371" name="Text Box 3">
            <a:extLst>
              <a:ext uri="{FF2B5EF4-FFF2-40B4-BE49-F238E27FC236}">
                <a16:creationId xmlns:a16="http://schemas.microsoft.com/office/drawing/2014/main" id="{DD5D4A7B-AB45-035D-3444-9744A3EFB812}"/>
              </a:ext>
            </a:extLst>
          </p:cNvPr>
          <p:cNvSpPr txBox="1">
            <a:spLocks noChangeArrowheads="1"/>
          </p:cNvSpPr>
          <p:nvPr/>
        </p:nvSpPr>
        <p:spPr bwMode="auto">
          <a:xfrm>
            <a:off x="228600" y="406400"/>
            <a:ext cx="6489700" cy="584200"/>
          </a:xfrm>
          <a:prstGeom prst="rect">
            <a:avLst/>
          </a:prstGeom>
          <a:noFill/>
          <a:ln>
            <a:noFill/>
          </a:ln>
          <a:effectLst/>
        </p:spPr>
        <p:txBody>
          <a:bodyPr wrap="none">
            <a:spAutoFit/>
          </a:bodyPr>
          <a:lstStyle/>
          <a:p>
            <a:pPr>
              <a:defRPr/>
            </a:pPr>
            <a:r>
              <a:rPr lang="en-US" altLang="zh-CN" sz="3200" i="0" baseline="0" dirty="0">
                <a:effectLst>
                  <a:outerShdw blurRad="38100" dist="38100" dir="2700000" algn="tl">
                    <a:srgbClr val="C0C0C0"/>
                  </a:outerShdw>
                </a:effectLst>
                <a:latin typeface="Times" pitchFamily="18" charset="0"/>
                <a:ea typeface="宋体" charset="-122"/>
              </a:rPr>
              <a:t>12-3   CHANNELIZATION  </a:t>
            </a:r>
            <a:r>
              <a:rPr lang="zh-CN" altLang="en-US" sz="3200" i="0" baseline="0" dirty="0">
                <a:effectLst>
                  <a:outerShdw blurRad="38100" dist="38100" dir="2700000" algn="tl">
                    <a:srgbClr val="C0C0C0"/>
                  </a:outerShdw>
                </a:effectLst>
                <a:latin typeface="Times" pitchFamily="18" charset="0"/>
                <a:ea typeface="宋体" charset="-122"/>
              </a:rPr>
              <a:t>通道化</a:t>
            </a:r>
            <a:endParaRPr lang="en-US" altLang="zh-CN" sz="3200" i="0" baseline="0" dirty="0">
              <a:effectLst>
                <a:outerShdw blurRad="38100" dist="38100" dir="2700000" algn="tl">
                  <a:srgbClr val="C0C0C0"/>
                </a:outerShdw>
              </a:effectLst>
              <a:latin typeface="Times" pitchFamily="18" charset="0"/>
              <a:ea typeface="宋体" charset="-122"/>
            </a:endParaRPr>
          </a:p>
        </p:txBody>
      </p:sp>
      <p:sp>
        <p:nvSpPr>
          <p:cNvPr id="45061" name="Text Box 4">
            <a:extLst>
              <a:ext uri="{FF2B5EF4-FFF2-40B4-BE49-F238E27FC236}">
                <a16:creationId xmlns:a16="http://schemas.microsoft.com/office/drawing/2014/main" id="{7807B090-AC98-2014-9B1A-D427C6232EB6}"/>
              </a:ext>
            </a:extLst>
          </p:cNvPr>
          <p:cNvSpPr txBox="1">
            <a:spLocks noChangeArrowheads="1"/>
          </p:cNvSpPr>
          <p:nvPr/>
        </p:nvSpPr>
        <p:spPr bwMode="auto">
          <a:xfrm>
            <a:off x="8229600" y="6400800"/>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endParaRPr lang="zh-CN" altLang="zh-CN" sz="1800" i="0" baseline="0">
              <a:ea typeface="宋体" panose="02010600030101010101" pitchFamily="2" charset="-122"/>
            </a:endParaRPr>
          </a:p>
        </p:txBody>
      </p:sp>
      <p:sp>
        <p:nvSpPr>
          <p:cNvPr id="45062" name="Rectangle 5">
            <a:extLst>
              <a:ext uri="{FF2B5EF4-FFF2-40B4-BE49-F238E27FC236}">
                <a16:creationId xmlns:a16="http://schemas.microsoft.com/office/drawing/2014/main" id="{7FB304E8-D1D5-9D5B-CDC9-EE747DAE8313}"/>
              </a:ext>
            </a:extLst>
          </p:cNvPr>
          <p:cNvSpPr>
            <a:spLocks noChangeArrowheads="1"/>
          </p:cNvSpPr>
          <p:nvPr/>
        </p:nvSpPr>
        <p:spPr bwMode="auto">
          <a:xfrm>
            <a:off x="304800" y="1436688"/>
            <a:ext cx="8229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eaLnBrk="1" hangingPunct="1"/>
            <a:r>
              <a:rPr lang="zh-CN" altLang="en-US" sz="2400" i="0" baseline="0">
                <a:ea typeface="宋体" panose="02010600030101010101" pitchFamily="2" charset="-122"/>
              </a:rPr>
              <a:t>通道化也是一种多路访问方法。不同站点之间在时间域上、频率域上、或码域上正交化来共享信道。主要包括下面三种方式：</a:t>
            </a:r>
            <a:endParaRPr lang="en-US" altLang="zh-CN" sz="2400" i="0" baseline="0">
              <a:ea typeface="宋体" panose="02010600030101010101" pitchFamily="2" charset="-122"/>
            </a:endParaRPr>
          </a:p>
        </p:txBody>
      </p:sp>
      <p:sp>
        <p:nvSpPr>
          <p:cNvPr id="45063" name="Rectangle 6">
            <a:extLst>
              <a:ext uri="{FF2B5EF4-FFF2-40B4-BE49-F238E27FC236}">
                <a16:creationId xmlns:a16="http://schemas.microsoft.com/office/drawing/2014/main" id="{AC0B1071-3996-2B86-0E8A-BDFFC5625037}"/>
              </a:ext>
            </a:extLst>
          </p:cNvPr>
          <p:cNvSpPr>
            <a:spLocks noChangeArrowheads="1"/>
          </p:cNvSpPr>
          <p:nvPr/>
        </p:nvSpPr>
        <p:spPr bwMode="auto">
          <a:xfrm>
            <a:off x="304800" y="4743450"/>
            <a:ext cx="86106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buClr>
                <a:schemeClr val="tx1"/>
              </a:buClr>
              <a:buSzPct val="117000"/>
              <a:buFont typeface="Wingdings" panose="05000000000000000000" pitchFamily="2" charset="2"/>
              <a:buNone/>
            </a:pPr>
            <a:r>
              <a:rPr lang="en-US" altLang="zh-CN" sz="2400" i="0" baseline="0">
                <a:solidFill>
                  <a:srgbClr val="0033CC"/>
                </a:solidFill>
                <a:ea typeface="宋体" panose="02010600030101010101" pitchFamily="2" charset="-122"/>
              </a:rPr>
              <a:t>Frequency-Division Multiple Access (FDMA)   </a:t>
            </a:r>
            <a:r>
              <a:rPr lang="zh-CN" altLang="en-US" sz="2400" i="0" baseline="0">
                <a:ea typeface="宋体" panose="02010600030101010101" pitchFamily="2" charset="-122"/>
              </a:rPr>
              <a:t>频分多址</a:t>
            </a:r>
            <a:r>
              <a:rPr lang="en-US" altLang="zh-CN" sz="2400" i="0" baseline="0">
                <a:solidFill>
                  <a:srgbClr val="0033CC"/>
                </a:solidFill>
                <a:ea typeface="宋体" panose="02010600030101010101" pitchFamily="2" charset="-122"/>
              </a:rPr>
              <a:t>   </a:t>
            </a:r>
            <a:br>
              <a:rPr lang="fr-FR" altLang="zh-CN" sz="2400" i="0" baseline="0">
                <a:solidFill>
                  <a:srgbClr val="0033CC"/>
                </a:solidFill>
              </a:rPr>
            </a:br>
            <a:r>
              <a:rPr lang="fr-FR" altLang="zh-CN" sz="2400" i="0" baseline="0">
                <a:solidFill>
                  <a:srgbClr val="0033CC"/>
                </a:solidFill>
                <a:ea typeface="宋体" panose="02010600030101010101" pitchFamily="2" charset="-122"/>
              </a:rPr>
              <a:t>Time-Division Multiple Access (TDMA)            </a:t>
            </a:r>
            <a:r>
              <a:rPr lang="zh-CN" altLang="en-US" sz="2400" i="0" baseline="0">
                <a:ea typeface="宋体" panose="02010600030101010101" pitchFamily="2" charset="-122"/>
              </a:rPr>
              <a:t>时分多址</a:t>
            </a:r>
            <a:endParaRPr lang="fr-FR" altLang="zh-CN" sz="2400" i="0" baseline="0"/>
          </a:p>
          <a:p>
            <a:pPr>
              <a:buClr>
                <a:schemeClr val="tx1"/>
              </a:buClr>
              <a:buSzPct val="117000"/>
              <a:buFont typeface="Wingdings" panose="05000000000000000000" pitchFamily="2" charset="2"/>
              <a:buNone/>
            </a:pPr>
            <a:r>
              <a:rPr lang="fr-FR" altLang="zh-CN" sz="2400" i="0" baseline="0">
                <a:solidFill>
                  <a:srgbClr val="0033CC"/>
                </a:solidFill>
                <a:ea typeface="宋体" panose="02010600030101010101" pitchFamily="2" charset="-122"/>
              </a:rPr>
              <a:t>Code-Division Multiple Access (CDMA)            </a:t>
            </a:r>
            <a:r>
              <a:rPr lang="zh-CN" altLang="en-US" sz="2400" i="0" baseline="0">
                <a:ea typeface="宋体" panose="02010600030101010101" pitchFamily="2" charset="-122"/>
              </a:rPr>
              <a:t>码分多址</a:t>
            </a:r>
            <a:endParaRPr lang="en-US" altLang="zh-CN" sz="2400" i="0" baseline="0">
              <a:ea typeface="宋体" panose="02010600030101010101" pitchFamily="2" charset="-122"/>
            </a:endParaRPr>
          </a:p>
        </p:txBody>
      </p:sp>
      <p:sp>
        <p:nvSpPr>
          <p:cNvPr id="1082375" name="Text Box 7">
            <a:extLst>
              <a:ext uri="{FF2B5EF4-FFF2-40B4-BE49-F238E27FC236}">
                <a16:creationId xmlns:a16="http://schemas.microsoft.com/office/drawing/2014/main" id="{2507F8CA-7D47-AA3D-DB13-9BE0A935911C}"/>
              </a:ext>
            </a:extLst>
          </p:cNvPr>
          <p:cNvSpPr txBox="1">
            <a:spLocks noChangeArrowheads="1"/>
          </p:cNvSpPr>
          <p:nvPr/>
        </p:nvSpPr>
        <p:spPr bwMode="auto">
          <a:xfrm>
            <a:off x="317500" y="4267200"/>
            <a:ext cx="4862513" cy="519113"/>
          </a:xfrm>
          <a:prstGeom prst="rect">
            <a:avLst/>
          </a:prstGeom>
          <a:noFill/>
          <a:ln>
            <a:noFill/>
          </a:ln>
          <a:effectLst/>
        </p:spPr>
        <p:txBody>
          <a:bodyPr wrap="none">
            <a:spAutoFit/>
          </a:bodyPr>
          <a:lstStyle/>
          <a:p>
            <a:pPr algn="ctr">
              <a:defRPr/>
            </a:pPr>
            <a:r>
              <a:rPr lang="en-US" altLang="zh-CN" u="sng" baseline="0">
                <a:solidFill>
                  <a:schemeClr val="hlink"/>
                </a:solidFill>
                <a:effectLst>
                  <a:outerShdw blurRad="38100" dist="38100" dir="2700000" algn="tl">
                    <a:srgbClr val="C0C0C0"/>
                  </a:outerShdw>
                </a:effectLst>
                <a:ea typeface="宋体" charset="-122"/>
              </a:rPr>
              <a:t>Topics discussed in this section: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1">
            <a:extLst>
              <a:ext uri="{FF2B5EF4-FFF2-40B4-BE49-F238E27FC236}">
                <a16:creationId xmlns:a16="http://schemas.microsoft.com/office/drawing/2014/main" id="{699ABEFC-5A8E-FC89-BA51-77A6FBBFAE3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A4E38C8B-341E-4322-A904-D046F216131D}" type="slidenum">
              <a:rPr lang="en-US" altLang="zh-CN" sz="2000" i="0" baseline="0">
                <a:solidFill>
                  <a:schemeClr val="bg2"/>
                </a:solidFill>
                <a:latin typeface="Arial" panose="020B0604020202020204" pitchFamily="34" charset="0"/>
              </a:rPr>
              <a:pPr/>
              <a:t>43</a:t>
            </a:fld>
            <a:endParaRPr lang="en-US" altLang="zh-CN" sz="2000" i="0" baseline="0">
              <a:solidFill>
                <a:schemeClr val="bg2"/>
              </a:solidFill>
              <a:latin typeface="Arial" panose="020B0604020202020204" pitchFamily="34" charset="0"/>
            </a:endParaRPr>
          </a:p>
        </p:txBody>
      </p:sp>
      <p:sp>
        <p:nvSpPr>
          <p:cNvPr id="46083" name="Line 2">
            <a:extLst>
              <a:ext uri="{FF2B5EF4-FFF2-40B4-BE49-F238E27FC236}">
                <a16:creationId xmlns:a16="http://schemas.microsoft.com/office/drawing/2014/main" id="{0BF81390-92B1-BFAE-3537-1A7A1549708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4" name="Line 3">
            <a:extLst>
              <a:ext uri="{FF2B5EF4-FFF2-40B4-BE49-F238E27FC236}">
                <a16:creationId xmlns:a16="http://schemas.microsoft.com/office/drawing/2014/main" id="{7DF71EA5-1FA4-400F-3B8C-D459D2FDD682}"/>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085" name="Text Box 4">
            <a:extLst>
              <a:ext uri="{FF2B5EF4-FFF2-40B4-BE49-F238E27FC236}">
                <a16:creationId xmlns:a16="http://schemas.microsoft.com/office/drawing/2014/main" id="{7EE679EA-FCEE-A7D5-6D1F-63506D2AC547}"/>
              </a:ext>
            </a:extLst>
          </p:cNvPr>
          <p:cNvSpPr txBox="1">
            <a:spLocks noChangeArrowheads="1"/>
          </p:cNvSpPr>
          <p:nvPr/>
        </p:nvSpPr>
        <p:spPr bwMode="auto">
          <a:xfrm>
            <a:off x="304800" y="177800"/>
            <a:ext cx="667385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12.21  </a:t>
            </a:r>
            <a:r>
              <a:rPr lang="en-US" altLang="zh-CN" sz="2000" baseline="0">
                <a:ea typeface="宋体" panose="02010600030101010101" pitchFamily="2" charset="-122"/>
              </a:rPr>
              <a:t>Frequency-division multiple access (FDMA)</a:t>
            </a:r>
          </a:p>
          <a:p>
            <a:r>
              <a:rPr lang="en-US" altLang="zh-CN" sz="2000" baseline="0">
                <a:ea typeface="宋体" panose="02010600030101010101" pitchFamily="2" charset="-122"/>
              </a:rPr>
              <a:t>                               </a:t>
            </a:r>
            <a:r>
              <a:rPr lang="zh-CN" altLang="en-US" sz="2000" i="0" baseline="0">
                <a:ea typeface="宋体" panose="02010600030101010101" pitchFamily="2" charset="-122"/>
              </a:rPr>
              <a:t>频分多址</a:t>
            </a:r>
            <a:endParaRPr lang="en-US" altLang="zh-CN" sz="2000" i="0" baseline="0">
              <a:ea typeface="宋体" panose="02010600030101010101" pitchFamily="2" charset="-122"/>
            </a:endParaRPr>
          </a:p>
          <a:p>
            <a:endParaRPr lang="en-US" altLang="zh-CN" sz="2000" baseline="0">
              <a:ea typeface="宋体" panose="02010600030101010101" pitchFamily="2" charset="-122"/>
            </a:endParaRPr>
          </a:p>
        </p:txBody>
      </p:sp>
      <p:sp>
        <p:nvSpPr>
          <p:cNvPr id="46086" name="Line 5">
            <a:extLst>
              <a:ext uri="{FF2B5EF4-FFF2-40B4-BE49-F238E27FC236}">
                <a16:creationId xmlns:a16="http://schemas.microsoft.com/office/drawing/2014/main" id="{F2D5214B-4439-EE29-F160-1E559D6A9BDF}"/>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6087" name="Picture 9">
            <a:extLst>
              <a:ext uri="{FF2B5EF4-FFF2-40B4-BE49-F238E27FC236}">
                <a16:creationId xmlns:a16="http://schemas.microsoft.com/office/drawing/2014/main" id="{46364950-1087-29C7-D68A-39635F782B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2788" y="1231900"/>
            <a:ext cx="7212012" cy="478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1">
            <a:extLst>
              <a:ext uri="{FF2B5EF4-FFF2-40B4-BE49-F238E27FC236}">
                <a16:creationId xmlns:a16="http://schemas.microsoft.com/office/drawing/2014/main" id="{128283CD-0035-40FE-9B89-67D817FF4A8C}"/>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4B5300AC-6FA0-4CF2-977E-24500F909BF2}" type="slidenum">
              <a:rPr lang="en-US" altLang="zh-CN" sz="2000" i="0" baseline="0">
                <a:solidFill>
                  <a:schemeClr val="bg2"/>
                </a:solidFill>
                <a:latin typeface="Arial" panose="020B0604020202020204" pitchFamily="34" charset="0"/>
              </a:rPr>
              <a:pPr/>
              <a:t>44</a:t>
            </a:fld>
            <a:endParaRPr lang="en-US" altLang="zh-CN" sz="2000" i="0" baseline="0">
              <a:solidFill>
                <a:schemeClr val="bg2"/>
              </a:solidFill>
              <a:latin typeface="Arial" panose="020B0604020202020204" pitchFamily="34" charset="0"/>
            </a:endParaRPr>
          </a:p>
        </p:txBody>
      </p:sp>
      <p:sp>
        <p:nvSpPr>
          <p:cNvPr id="47107" name="Rectangle 2">
            <a:extLst>
              <a:ext uri="{FF2B5EF4-FFF2-40B4-BE49-F238E27FC236}">
                <a16:creationId xmlns:a16="http://schemas.microsoft.com/office/drawing/2014/main" id="{F351EB7E-B632-67EE-DE18-DCF71182C903}"/>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7108" name="Rectangle 3">
            <a:extLst>
              <a:ext uri="{FF2B5EF4-FFF2-40B4-BE49-F238E27FC236}">
                <a16:creationId xmlns:a16="http://schemas.microsoft.com/office/drawing/2014/main" id="{820BA30A-79D2-701E-8F70-E902DF99026B}"/>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7109" name="Rectangle 4">
            <a:extLst>
              <a:ext uri="{FF2B5EF4-FFF2-40B4-BE49-F238E27FC236}">
                <a16:creationId xmlns:a16="http://schemas.microsoft.com/office/drawing/2014/main" id="{A67A712F-130B-D722-C76B-8736278A1A8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7110" name="Rectangle 5">
            <a:extLst>
              <a:ext uri="{FF2B5EF4-FFF2-40B4-BE49-F238E27FC236}">
                <a16:creationId xmlns:a16="http://schemas.microsoft.com/office/drawing/2014/main" id="{4774AA85-369D-9D04-CD00-E4E55C9520F0}"/>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7111" name="Rectangle 6">
            <a:extLst>
              <a:ext uri="{FF2B5EF4-FFF2-40B4-BE49-F238E27FC236}">
                <a16:creationId xmlns:a16="http://schemas.microsoft.com/office/drawing/2014/main" id="{7FC2ACB3-8209-829F-ACE2-32DFF3518B79}"/>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7112" name="Rectangle 7">
            <a:extLst>
              <a:ext uri="{FF2B5EF4-FFF2-40B4-BE49-F238E27FC236}">
                <a16:creationId xmlns:a16="http://schemas.microsoft.com/office/drawing/2014/main" id="{32B216A4-942E-5940-1CFB-14512174F980}"/>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7113" name="Rectangle 8">
            <a:extLst>
              <a:ext uri="{FF2B5EF4-FFF2-40B4-BE49-F238E27FC236}">
                <a16:creationId xmlns:a16="http://schemas.microsoft.com/office/drawing/2014/main" id="{35EC3485-C0DC-ADD6-4F1B-21A290CEC154}"/>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7114" name="Line 9">
            <a:extLst>
              <a:ext uri="{FF2B5EF4-FFF2-40B4-BE49-F238E27FC236}">
                <a16:creationId xmlns:a16="http://schemas.microsoft.com/office/drawing/2014/main" id="{E9C1BD94-E963-34A3-0B69-20A16C150557}"/>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5" name="Line 10">
            <a:extLst>
              <a:ext uri="{FF2B5EF4-FFF2-40B4-BE49-F238E27FC236}">
                <a16:creationId xmlns:a16="http://schemas.microsoft.com/office/drawing/2014/main" id="{472110C0-18A3-3D4A-066E-89010A564F6E}"/>
              </a:ext>
            </a:extLst>
          </p:cNvPr>
          <p:cNvSpPr>
            <a:spLocks noChangeShapeType="1"/>
          </p:cNvSpPr>
          <p:nvPr/>
        </p:nvSpPr>
        <p:spPr bwMode="auto">
          <a:xfrm>
            <a:off x="479425" y="3962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116" name="Rectangle 11">
            <a:extLst>
              <a:ext uri="{FF2B5EF4-FFF2-40B4-BE49-F238E27FC236}">
                <a16:creationId xmlns:a16="http://schemas.microsoft.com/office/drawing/2014/main" id="{E335499E-B352-0A2C-EC1F-DD8D4985E323}"/>
              </a:ext>
            </a:extLst>
          </p:cNvPr>
          <p:cNvSpPr>
            <a:spLocks noChangeArrowheads="1"/>
          </p:cNvSpPr>
          <p:nvPr/>
        </p:nvSpPr>
        <p:spPr bwMode="auto">
          <a:xfrm>
            <a:off x="495300" y="2759075"/>
            <a:ext cx="8077200" cy="1077913"/>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i="0" baseline="0">
                <a:latin typeface="Arial" panose="020B0604020202020204" pitchFamily="34" charset="0"/>
                <a:ea typeface="宋体" panose="02010600030101010101" pitchFamily="2" charset="-122"/>
              </a:rPr>
              <a:t>FDMA</a:t>
            </a:r>
            <a:r>
              <a:rPr lang="zh-CN" altLang="en-US" sz="3200" i="0" baseline="0">
                <a:latin typeface="Arial" panose="020B0604020202020204" pitchFamily="34" charset="0"/>
                <a:ea typeface="宋体" panose="02010600030101010101" pitchFamily="2" charset="-122"/>
              </a:rPr>
              <a:t>中，公共信道的可用带宽被分割成频带并由防护频带将其分离。</a:t>
            </a:r>
            <a:endParaRPr lang="en-US" altLang="zh-CN" sz="3200" i="0" baseline="0">
              <a:latin typeface="Arial" panose="020B0604020202020204" pitchFamily="34" charset="0"/>
              <a:ea typeface="宋体" panose="02010600030101010101" pitchFamily="2" charset="-122"/>
            </a:endParaRPr>
          </a:p>
        </p:txBody>
      </p:sp>
      <p:grpSp>
        <p:nvGrpSpPr>
          <p:cNvPr id="47117" name="Group 12">
            <a:extLst>
              <a:ext uri="{FF2B5EF4-FFF2-40B4-BE49-F238E27FC236}">
                <a16:creationId xmlns:a16="http://schemas.microsoft.com/office/drawing/2014/main" id="{397B6A2C-5C65-5476-EF66-7FFB971458EF}"/>
              </a:ext>
            </a:extLst>
          </p:cNvPr>
          <p:cNvGrpSpPr>
            <a:grpSpLocks/>
          </p:cNvGrpSpPr>
          <p:nvPr/>
        </p:nvGrpSpPr>
        <p:grpSpPr bwMode="auto">
          <a:xfrm>
            <a:off x="457200" y="1981200"/>
            <a:ext cx="1143000" cy="566738"/>
            <a:chOff x="1200" y="1248"/>
            <a:chExt cx="720" cy="357"/>
          </a:xfrm>
        </p:grpSpPr>
        <p:pic>
          <p:nvPicPr>
            <p:cNvPr id="47118" name="Picture 13">
              <a:extLst>
                <a:ext uri="{FF2B5EF4-FFF2-40B4-BE49-F238E27FC236}">
                  <a16:creationId xmlns:a16="http://schemas.microsoft.com/office/drawing/2014/main" id="{7E5FD5C2-9513-8B53-1CB8-F412135DB1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9" name="Text Box 14">
              <a:extLst>
                <a:ext uri="{FF2B5EF4-FFF2-40B4-BE49-F238E27FC236}">
                  <a16:creationId xmlns:a16="http://schemas.microsoft.com/office/drawing/2014/main" id="{0B210F77-34CB-565B-B16F-A04F057191DC}"/>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1">
            <a:extLst>
              <a:ext uri="{FF2B5EF4-FFF2-40B4-BE49-F238E27FC236}">
                <a16:creationId xmlns:a16="http://schemas.microsoft.com/office/drawing/2014/main" id="{E966E068-44A9-1F13-DEB2-AC9B99BBE2DF}"/>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31A867EC-7D34-471A-8165-614CD093A7C5}" type="slidenum">
              <a:rPr lang="en-US" altLang="zh-CN" sz="2000" i="0" baseline="0">
                <a:solidFill>
                  <a:schemeClr val="bg2"/>
                </a:solidFill>
                <a:latin typeface="Arial" panose="020B0604020202020204" pitchFamily="34" charset="0"/>
              </a:rPr>
              <a:pPr/>
              <a:t>45</a:t>
            </a:fld>
            <a:endParaRPr lang="en-US" altLang="zh-CN" sz="2000" i="0" baseline="0">
              <a:solidFill>
                <a:schemeClr val="bg2"/>
              </a:solidFill>
              <a:latin typeface="Arial" panose="020B0604020202020204" pitchFamily="34" charset="0"/>
            </a:endParaRPr>
          </a:p>
        </p:txBody>
      </p:sp>
      <p:sp>
        <p:nvSpPr>
          <p:cNvPr id="48131" name="Rectangle 2">
            <a:extLst>
              <a:ext uri="{FF2B5EF4-FFF2-40B4-BE49-F238E27FC236}">
                <a16:creationId xmlns:a16="http://schemas.microsoft.com/office/drawing/2014/main" id="{1FEB4B7E-8A7A-79C0-76B3-AA62EC410126}"/>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8132" name="Rectangle 3">
            <a:extLst>
              <a:ext uri="{FF2B5EF4-FFF2-40B4-BE49-F238E27FC236}">
                <a16:creationId xmlns:a16="http://schemas.microsoft.com/office/drawing/2014/main" id="{F4EE7C3C-ED48-008D-E303-A41563E7075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8133" name="Rectangle 4">
            <a:extLst>
              <a:ext uri="{FF2B5EF4-FFF2-40B4-BE49-F238E27FC236}">
                <a16:creationId xmlns:a16="http://schemas.microsoft.com/office/drawing/2014/main" id="{DD5AEA7A-7A96-75D4-E93E-62BCAE163578}"/>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8134" name="Rectangle 5">
            <a:extLst>
              <a:ext uri="{FF2B5EF4-FFF2-40B4-BE49-F238E27FC236}">
                <a16:creationId xmlns:a16="http://schemas.microsoft.com/office/drawing/2014/main" id="{D71A578F-B3D9-806E-532B-79C746296361}"/>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8135" name="Rectangle 6">
            <a:extLst>
              <a:ext uri="{FF2B5EF4-FFF2-40B4-BE49-F238E27FC236}">
                <a16:creationId xmlns:a16="http://schemas.microsoft.com/office/drawing/2014/main" id="{4696BD68-F300-A995-946E-A9AF2A2A2393}"/>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8136" name="Rectangle 7">
            <a:extLst>
              <a:ext uri="{FF2B5EF4-FFF2-40B4-BE49-F238E27FC236}">
                <a16:creationId xmlns:a16="http://schemas.microsoft.com/office/drawing/2014/main" id="{903ED46B-C6D0-C3DB-7B31-1DA3EFC760E8}"/>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8137" name="Rectangle 8">
            <a:extLst>
              <a:ext uri="{FF2B5EF4-FFF2-40B4-BE49-F238E27FC236}">
                <a16:creationId xmlns:a16="http://schemas.microsoft.com/office/drawing/2014/main" id="{7E56467D-C293-62DC-98BC-480A708318B9}"/>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48138" name="Line 9">
            <a:extLst>
              <a:ext uri="{FF2B5EF4-FFF2-40B4-BE49-F238E27FC236}">
                <a16:creationId xmlns:a16="http://schemas.microsoft.com/office/drawing/2014/main" id="{17443701-49B3-1D1F-0C77-8B0FCAA41430}"/>
              </a:ext>
            </a:extLst>
          </p:cNvPr>
          <p:cNvSpPr>
            <a:spLocks noChangeShapeType="1"/>
          </p:cNvSpPr>
          <p:nvPr/>
        </p:nvSpPr>
        <p:spPr bwMode="auto">
          <a:xfrm>
            <a:off x="457200" y="1871663"/>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39" name="Line 10">
            <a:extLst>
              <a:ext uri="{FF2B5EF4-FFF2-40B4-BE49-F238E27FC236}">
                <a16:creationId xmlns:a16="http://schemas.microsoft.com/office/drawing/2014/main" id="{A19A8333-B3ED-512A-8C6B-3CCBBEDCC6AE}"/>
              </a:ext>
            </a:extLst>
          </p:cNvPr>
          <p:cNvSpPr>
            <a:spLocks noChangeShapeType="1"/>
          </p:cNvSpPr>
          <p:nvPr/>
        </p:nvSpPr>
        <p:spPr bwMode="auto">
          <a:xfrm>
            <a:off x="479425" y="56388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140" name="Rectangle 11">
            <a:extLst>
              <a:ext uri="{FF2B5EF4-FFF2-40B4-BE49-F238E27FC236}">
                <a16:creationId xmlns:a16="http://schemas.microsoft.com/office/drawing/2014/main" id="{CE8DD808-A630-A88D-44B3-ADE47E22B333}"/>
              </a:ext>
            </a:extLst>
          </p:cNvPr>
          <p:cNvSpPr>
            <a:spLocks noChangeArrowheads="1"/>
          </p:cNvSpPr>
          <p:nvPr/>
        </p:nvSpPr>
        <p:spPr bwMode="auto">
          <a:xfrm>
            <a:off x="495300" y="1963738"/>
            <a:ext cx="8077200" cy="35401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i="0" baseline="0">
                <a:latin typeface="Arial" panose="020B0604020202020204" pitchFamily="34" charset="0"/>
                <a:ea typeface="宋体" panose="02010600030101010101" pitchFamily="2" charset="-122"/>
              </a:rPr>
              <a:t>FDMA</a:t>
            </a:r>
            <a:r>
              <a:rPr lang="zh-CN" altLang="en-US" sz="3200" i="0" baseline="0">
                <a:latin typeface="Arial" panose="020B0604020202020204" pitchFamily="34" charset="0"/>
                <a:ea typeface="宋体" panose="02010600030101010101" pitchFamily="2" charset="-122"/>
              </a:rPr>
              <a:t>与</a:t>
            </a:r>
            <a:r>
              <a:rPr lang="en-US" altLang="zh-CN" sz="3200" i="0" baseline="0">
                <a:latin typeface="Arial" panose="020B0604020202020204" pitchFamily="34" charset="0"/>
                <a:ea typeface="宋体" panose="02010600030101010101" pitchFamily="2" charset="-122"/>
              </a:rPr>
              <a:t>FDM</a:t>
            </a:r>
            <a:r>
              <a:rPr lang="zh-CN" altLang="en-US" sz="3200" i="0" baseline="0">
                <a:latin typeface="Arial" panose="020B0604020202020204" pitchFamily="34" charset="0"/>
                <a:ea typeface="宋体" panose="02010600030101010101" pitchFamily="2" charset="-122"/>
              </a:rPr>
              <a:t>的区别：</a:t>
            </a:r>
            <a:endParaRPr lang="en-US" altLang="zh-CN" sz="3200" i="0" baseline="0">
              <a:latin typeface="Arial" panose="020B0604020202020204" pitchFamily="34" charset="0"/>
              <a:ea typeface="宋体" panose="02010600030101010101" pitchFamily="2" charset="-122"/>
            </a:endParaRPr>
          </a:p>
          <a:p>
            <a:r>
              <a:rPr lang="en-US" altLang="zh-CN" sz="2400" i="0" baseline="0">
                <a:latin typeface="Arial" panose="020B0604020202020204" pitchFamily="34" charset="0"/>
                <a:ea typeface="宋体" panose="02010600030101010101" pitchFamily="2" charset="-122"/>
              </a:rPr>
              <a:t>FDM</a:t>
            </a:r>
            <a:r>
              <a:rPr lang="zh-CN" altLang="en-US" sz="2400" i="0" baseline="0">
                <a:latin typeface="Arial" panose="020B0604020202020204" pitchFamily="34" charset="0"/>
                <a:ea typeface="宋体" panose="02010600030101010101" pitchFamily="2" charset="-122"/>
              </a:rPr>
              <a:t>是物理层复用技术，能组合低带宽通道的负载并使用一个高带宽通道来传输它们，这些被组合的通道是低通的，多路复用器调制信号，将他们组合成一个带通信号；</a:t>
            </a:r>
            <a:endParaRPr lang="en-US" altLang="zh-CN" sz="2400" i="0" baseline="0">
              <a:latin typeface="Arial" panose="020B0604020202020204" pitchFamily="34" charset="0"/>
              <a:ea typeface="宋体" panose="02010600030101010101" pitchFamily="2" charset="-122"/>
            </a:endParaRPr>
          </a:p>
          <a:p>
            <a:r>
              <a:rPr lang="en-US" altLang="zh-CN" sz="2400" i="0" baseline="0">
                <a:latin typeface="Arial" panose="020B0604020202020204" pitchFamily="34" charset="0"/>
                <a:ea typeface="宋体" panose="02010600030101010101" pitchFamily="2" charset="-122"/>
              </a:rPr>
              <a:t>FDMA</a:t>
            </a:r>
            <a:r>
              <a:rPr lang="zh-CN" altLang="en-US" sz="2400" i="0" baseline="0">
                <a:latin typeface="Arial" panose="020B0604020202020204" pitchFamily="34" charset="0"/>
                <a:ea typeface="宋体" panose="02010600030101010101" pitchFamily="2" charset="-122"/>
              </a:rPr>
              <a:t>是链路层的一种访问方法，每个站点的数据链路层都告知它的物理层把传递给它的数据转换成特定频率的带通信号，即在物理层并没有实际的多路复用器存在，每个站点产生的信号是自动带通过滤的，当它们被发送到公共通道是，它们是混在一起的。</a:t>
            </a:r>
            <a:endParaRPr lang="en-US" altLang="zh-CN" sz="2400" i="0" baseline="0">
              <a:latin typeface="Arial" panose="020B0604020202020204" pitchFamily="34" charset="0"/>
              <a:ea typeface="宋体" panose="02010600030101010101" pitchFamily="2" charset="-122"/>
            </a:endParaRPr>
          </a:p>
        </p:txBody>
      </p:sp>
      <p:grpSp>
        <p:nvGrpSpPr>
          <p:cNvPr id="48141" name="Group 12">
            <a:extLst>
              <a:ext uri="{FF2B5EF4-FFF2-40B4-BE49-F238E27FC236}">
                <a16:creationId xmlns:a16="http://schemas.microsoft.com/office/drawing/2014/main" id="{2A924F6E-9757-D414-1980-3A9CC97EE6AB}"/>
              </a:ext>
            </a:extLst>
          </p:cNvPr>
          <p:cNvGrpSpPr>
            <a:grpSpLocks/>
          </p:cNvGrpSpPr>
          <p:nvPr/>
        </p:nvGrpSpPr>
        <p:grpSpPr bwMode="auto">
          <a:xfrm>
            <a:off x="457200" y="1185863"/>
            <a:ext cx="1143000" cy="566737"/>
            <a:chOff x="1200" y="1248"/>
            <a:chExt cx="720" cy="357"/>
          </a:xfrm>
        </p:grpSpPr>
        <p:pic>
          <p:nvPicPr>
            <p:cNvPr id="48142" name="Picture 13">
              <a:extLst>
                <a:ext uri="{FF2B5EF4-FFF2-40B4-BE49-F238E27FC236}">
                  <a16:creationId xmlns:a16="http://schemas.microsoft.com/office/drawing/2014/main" id="{F518000D-9F2C-1E52-5553-790C222CCD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43" name="Text Box 14">
              <a:extLst>
                <a:ext uri="{FF2B5EF4-FFF2-40B4-BE49-F238E27FC236}">
                  <a16:creationId xmlns:a16="http://schemas.microsoft.com/office/drawing/2014/main" id="{555DFBB4-4D8D-0725-35CD-8937497C2DFC}"/>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1">
            <a:extLst>
              <a:ext uri="{FF2B5EF4-FFF2-40B4-BE49-F238E27FC236}">
                <a16:creationId xmlns:a16="http://schemas.microsoft.com/office/drawing/2014/main" id="{4D86DDF0-6F95-07F7-5BCA-5DCD7B5E1B2A}"/>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2CB07B8B-1E64-46E3-B660-0D2C21556F0A}" type="slidenum">
              <a:rPr lang="en-US" altLang="zh-CN" sz="2000" i="0" baseline="0">
                <a:solidFill>
                  <a:schemeClr val="bg2"/>
                </a:solidFill>
                <a:latin typeface="Arial" panose="020B0604020202020204" pitchFamily="34" charset="0"/>
              </a:rPr>
              <a:pPr/>
              <a:t>46</a:t>
            </a:fld>
            <a:endParaRPr lang="en-US" altLang="zh-CN" sz="2000" i="0" baseline="0">
              <a:solidFill>
                <a:schemeClr val="bg2"/>
              </a:solidFill>
              <a:latin typeface="Arial" panose="020B0604020202020204" pitchFamily="34" charset="0"/>
            </a:endParaRPr>
          </a:p>
        </p:txBody>
      </p:sp>
      <p:sp>
        <p:nvSpPr>
          <p:cNvPr id="49155" name="Line 2">
            <a:extLst>
              <a:ext uri="{FF2B5EF4-FFF2-40B4-BE49-F238E27FC236}">
                <a16:creationId xmlns:a16="http://schemas.microsoft.com/office/drawing/2014/main" id="{351940B6-6CA2-C956-8FA7-15219A9C1F83}"/>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6" name="Line 3">
            <a:extLst>
              <a:ext uri="{FF2B5EF4-FFF2-40B4-BE49-F238E27FC236}">
                <a16:creationId xmlns:a16="http://schemas.microsoft.com/office/drawing/2014/main" id="{C5545908-EE4F-833F-A8F1-EB4B302A8829}"/>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157" name="Text Box 4">
            <a:extLst>
              <a:ext uri="{FF2B5EF4-FFF2-40B4-BE49-F238E27FC236}">
                <a16:creationId xmlns:a16="http://schemas.microsoft.com/office/drawing/2014/main" id="{5D53FE6F-30E1-3FC9-2EBD-2779D5D319E5}"/>
              </a:ext>
            </a:extLst>
          </p:cNvPr>
          <p:cNvSpPr txBox="1">
            <a:spLocks noChangeArrowheads="1"/>
          </p:cNvSpPr>
          <p:nvPr/>
        </p:nvSpPr>
        <p:spPr bwMode="auto">
          <a:xfrm>
            <a:off x="266700" y="220663"/>
            <a:ext cx="605155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12.22  </a:t>
            </a:r>
            <a:r>
              <a:rPr lang="en-US" altLang="zh-CN" sz="2000" baseline="0">
                <a:ea typeface="宋体" panose="02010600030101010101" pitchFamily="2" charset="-122"/>
              </a:rPr>
              <a:t>Time-division multiple access (TDMA)</a:t>
            </a:r>
          </a:p>
          <a:p>
            <a:r>
              <a:rPr lang="zh-CN" altLang="en-US" sz="2000" i="0" baseline="0">
                <a:ea typeface="宋体" panose="02010600030101010101" pitchFamily="2" charset="-122"/>
              </a:rPr>
              <a:t>                             时分多址</a:t>
            </a:r>
            <a:endParaRPr lang="en-US" altLang="zh-CN" sz="2000" i="0" baseline="0">
              <a:ea typeface="宋体" panose="02010600030101010101" pitchFamily="2" charset="-122"/>
            </a:endParaRPr>
          </a:p>
        </p:txBody>
      </p:sp>
      <p:sp>
        <p:nvSpPr>
          <p:cNvPr id="49158" name="Line 5">
            <a:extLst>
              <a:ext uri="{FF2B5EF4-FFF2-40B4-BE49-F238E27FC236}">
                <a16:creationId xmlns:a16="http://schemas.microsoft.com/office/drawing/2014/main" id="{27AE682E-2CA4-EFE2-ECA1-9899A565122D}"/>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49159" name="Picture 7">
            <a:extLst>
              <a:ext uri="{FF2B5EF4-FFF2-40B4-BE49-F238E27FC236}">
                <a16:creationId xmlns:a16="http://schemas.microsoft.com/office/drawing/2014/main" id="{2D02A141-F193-95FF-AF16-6D4F8A3EA3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243013"/>
            <a:ext cx="7212013" cy="477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1">
            <a:extLst>
              <a:ext uri="{FF2B5EF4-FFF2-40B4-BE49-F238E27FC236}">
                <a16:creationId xmlns:a16="http://schemas.microsoft.com/office/drawing/2014/main" id="{B3F29903-FD57-D28B-623E-8815CE708C5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29E58C5A-611A-4972-8432-0D85B0043D71}" type="slidenum">
              <a:rPr lang="en-US" altLang="zh-CN" sz="2000" i="0" baseline="0">
                <a:solidFill>
                  <a:schemeClr val="bg2"/>
                </a:solidFill>
                <a:latin typeface="Arial" panose="020B0604020202020204" pitchFamily="34" charset="0"/>
              </a:rPr>
              <a:pPr/>
              <a:t>47</a:t>
            </a:fld>
            <a:endParaRPr lang="en-US" altLang="zh-CN" sz="2000" i="0" baseline="0">
              <a:solidFill>
                <a:schemeClr val="bg2"/>
              </a:solidFill>
              <a:latin typeface="Arial" panose="020B0604020202020204" pitchFamily="34" charset="0"/>
            </a:endParaRPr>
          </a:p>
        </p:txBody>
      </p:sp>
      <p:sp>
        <p:nvSpPr>
          <p:cNvPr id="50179" name="Rectangle 2">
            <a:extLst>
              <a:ext uri="{FF2B5EF4-FFF2-40B4-BE49-F238E27FC236}">
                <a16:creationId xmlns:a16="http://schemas.microsoft.com/office/drawing/2014/main" id="{0FE686E6-4285-B57C-B334-2985F01DF229}"/>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0180" name="Rectangle 3">
            <a:extLst>
              <a:ext uri="{FF2B5EF4-FFF2-40B4-BE49-F238E27FC236}">
                <a16:creationId xmlns:a16="http://schemas.microsoft.com/office/drawing/2014/main" id="{37BFAE10-0E0A-517B-6F5F-4E989716D0B8}"/>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0181" name="Rectangle 4">
            <a:extLst>
              <a:ext uri="{FF2B5EF4-FFF2-40B4-BE49-F238E27FC236}">
                <a16:creationId xmlns:a16="http://schemas.microsoft.com/office/drawing/2014/main" id="{7078C6CA-855D-DAF5-B057-52DEA2335C8A}"/>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0182" name="Rectangle 5">
            <a:extLst>
              <a:ext uri="{FF2B5EF4-FFF2-40B4-BE49-F238E27FC236}">
                <a16:creationId xmlns:a16="http://schemas.microsoft.com/office/drawing/2014/main" id="{EB71BF85-390F-488D-7F14-556AB86C3126}"/>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0183" name="Rectangle 6">
            <a:extLst>
              <a:ext uri="{FF2B5EF4-FFF2-40B4-BE49-F238E27FC236}">
                <a16:creationId xmlns:a16="http://schemas.microsoft.com/office/drawing/2014/main" id="{C48921F7-C26A-AF79-D93C-C7D05A8654E8}"/>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0184" name="Rectangle 7">
            <a:extLst>
              <a:ext uri="{FF2B5EF4-FFF2-40B4-BE49-F238E27FC236}">
                <a16:creationId xmlns:a16="http://schemas.microsoft.com/office/drawing/2014/main" id="{B1D962E6-68E8-BED7-B9A1-2364BC10E4B1}"/>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0185" name="Rectangle 8">
            <a:extLst>
              <a:ext uri="{FF2B5EF4-FFF2-40B4-BE49-F238E27FC236}">
                <a16:creationId xmlns:a16="http://schemas.microsoft.com/office/drawing/2014/main" id="{AFEB1D9E-6BB3-64EF-AF96-46990C8F67D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0186" name="Line 9">
            <a:extLst>
              <a:ext uri="{FF2B5EF4-FFF2-40B4-BE49-F238E27FC236}">
                <a16:creationId xmlns:a16="http://schemas.microsoft.com/office/drawing/2014/main" id="{00203CA2-A8B5-4DF9-F313-2D9B13422182}"/>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7" name="Line 10">
            <a:extLst>
              <a:ext uri="{FF2B5EF4-FFF2-40B4-BE49-F238E27FC236}">
                <a16:creationId xmlns:a16="http://schemas.microsoft.com/office/drawing/2014/main" id="{2C0CEB2F-4D2F-F7F7-738C-DF6F97364851}"/>
              </a:ext>
            </a:extLst>
          </p:cNvPr>
          <p:cNvSpPr>
            <a:spLocks noChangeShapeType="1"/>
          </p:cNvSpPr>
          <p:nvPr/>
        </p:nvSpPr>
        <p:spPr bwMode="auto">
          <a:xfrm>
            <a:off x="479425" y="54102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188" name="Rectangle 11">
            <a:extLst>
              <a:ext uri="{FF2B5EF4-FFF2-40B4-BE49-F238E27FC236}">
                <a16:creationId xmlns:a16="http://schemas.microsoft.com/office/drawing/2014/main" id="{D26B9271-1599-401A-C498-A451A44C7785}"/>
              </a:ext>
            </a:extLst>
          </p:cNvPr>
          <p:cNvSpPr>
            <a:spLocks noChangeArrowheads="1"/>
          </p:cNvSpPr>
          <p:nvPr/>
        </p:nvSpPr>
        <p:spPr bwMode="auto">
          <a:xfrm>
            <a:off x="533400" y="2759075"/>
            <a:ext cx="8077200" cy="2554288"/>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i="0" baseline="0">
                <a:latin typeface="Arial" panose="020B0604020202020204" pitchFamily="34" charset="0"/>
                <a:ea typeface="宋体" panose="02010600030101010101" pitchFamily="2" charset="-122"/>
              </a:rPr>
              <a:t>TDMA</a:t>
            </a:r>
            <a:r>
              <a:rPr lang="zh-CN" altLang="en-US" sz="3200" i="0" baseline="0">
                <a:latin typeface="Arial" panose="020B0604020202020204" pitchFamily="34" charset="0"/>
                <a:ea typeface="宋体" panose="02010600030101010101" pitchFamily="2" charset="-122"/>
              </a:rPr>
              <a:t>中，所有站点在时间上共享通道的带宽，每个站点被分配一个时隙，只有在这一时隙它才能够发送数据；</a:t>
            </a:r>
            <a:endParaRPr lang="en-US" altLang="zh-CN" sz="3200" i="0" baseline="0">
              <a:latin typeface="Arial" panose="020B0604020202020204" pitchFamily="34" charset="0"/>
              <a:ea typeface="宋体" panose="02010600030101010101" pitchFamily="2" charset="-122"/>
            </a:endParaRPr>
          </a:p>
          <a:p>
            <a:r>
              <a:rPr lang="en-US" altLang="zh-CN" sz="3200" i="0" baseline="0">
                <a:latin typeface="Arial" panose="020B0604020202020204" pitchFamily="34" charset="0"/>
                <a:ea typeface="宋体" panose="02010600030101010101" pitchFamily="2" charset="-122"/>
              </a:rPr>
              <a:t>TDMA</a:t>
            </a:r>
            <a:r>
              <a:rPr lang="zh-CN" altLang="en-US" sz="3200" i="0" baseline="0">
                <a:latin typeface="Arial" panose="020B0604020202020204" pitchFamily="34" charset="0"/>
                <a:ea typeface="宋体" panose="02010600030101010101" pitchFamily="2" charset="-122"/>
              </a:rPr>
              <a:t>和</a:t>
            </a:r>
            <a:r>
              <a:rPr lang="en-US" altLang="zh-CN" sz="3200" i="0" baseline="0">
                <a:latin typeface="Arial" panose="020B0604020202020204" pitchFamily="34" charset="0"/>
                <a:ea typeface="宋体" panose="02010600030101010101" pitchFamily="2" charset="-122"/>
              </a:rPr>
              <a:t>TDM</a:t>
            </a:r>
            <a:r>
              <a:rPr lang="zh-CN" altLang="en-US" sz="3200" i="0" baseline="0">
                <a:latin typeface="Arial" panose="020B0604020202020204" pitchFamily="34" charset="0"/>
                <a:ea typeface="宋体" panose="02010600030101010101" pitchFamily="2" charset="-122"/>
              </a:rPr>
              <a:t>的区别与</a:t>
            </a:r>
            <a:r>
              <a:rPr lang="en-US" altLang="zh-CN" sz="3200" i="0" baseline="0">
                <a:latin typeface="Arial" panose="020B0604020202020204" pitchFamily="34" charset="0"/>
                <a:ea typeface="宋体" panose="02010600030101010101" pitchFamily="2" charset="-122"/>
              </a:rPr>
              <a:t>FDMA</a:t>
            </a:r>
            <a:r>
              <a:rPr lang="zh-CN" altLang="en-US" sz="3200" i="0" baseline="0">
                <a:latin typeface="Arial" panose="020B0604020202020204" pitchFamily="34" charset="0"/>
                <a:ea typeface="宋体" panose="02010600030101010101" pitchFamily="2" charset="-122"/>
              </a:rPr>
              <a:t>和</a:t>
            </a:r>
            <a:r>
              <a:rPr lang="en-US" altLang="zh-CN" sz="3200" i="0" baseline="0">
                <a:latin typeface="Arial" panose="020B0604020202020204" pitchFamily="34" charset="0"/>
                <a:ea typeface="宋体" panose="02010600030101010101" pitchFamily="2" charset="-122"/>
              </a:rPr>
              <a:t>FDM</a:t>
            </a:r>
            <a:r>
              <a:rPr lang="zh-CN" altLang="en-US" sz="3200" i="0" baseline="0">
                <a:latin typeface="Arial" panose="020B0604020202020204" pitchFamily="34" charset="0"/>
                <a:ea typeface="宋体" panose="02010600030101010101" pitchFamily="2" charset="-122"/>
              </a:rPr>
              <a:t>的区别同理。</a:t>
            </a:r>
            <a:endParaRPr lang="en-US" altLang="zh-CN" sz="3200" i="0" baseline="0">
              <a:latin typeface="Arial" panose="020B0604020202020204" pitchFamily="34" charset="0"/>
              <a:ea typeface="宋体" panose="02010600030101010101" pitchFamily="2" charset="-122"/>
            </a:endParaRPr>
          </a:p>
        </p:txBody>
      </p:sp>
      <p:grpSp>
        <p:nvGrpSpPr>
          <p:cNvPr id="50189" name="Group 12">
            <a:extLst>
              <a:ext uri="{FF2B5EF4-FFF2-40B4-BE49-F238E27FC236}">
                <a16:creationId xmlns:a16="http://schemas.microsoft.com/office/drawing/2014/main" id="{A181BAA9-BFF7-4E35-D228-1896D585A3D7}"/>
              </a:ext>
            </a:extLst>
          </p:cNvPr>
          <p:cNvGrpSpPr>
            <a:grpSpLocks/>
          </p:cNvGrpSpPr>
          <p:nvPr/>
        </p:nvGrpSpPr>
        <p:grpSpPr bwMode="auto">
          <a:xfrm>
            <a:off x="457200" y="1981200"/>
            <a:ext cx="1143000" cy="566738"/>
            <a:chOff x="1200" y="1248"/>
            <a:chExt cx="720" cy="357"/>
          </a:xfrm>
        </p:grpSpPr>
        <p:pic>
          <p:nvPicPr>
            <p:cNvPr id="50190" name="Picture 13">
              <a:extLst>
                <a:ext uri="{FF2B5EF4-FFF2-40B4-BE49-F238E27FC236}">
                  <a16:creationId xmlns:a16="http://schemas.microsoft.com/office/drawing/2014/main" id="{45829F17-1E57-4FEE-EAC4-DDD296142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91" name="Text Box 14">
              <a:extLst>
                <a:ext uri="{FF2B5EF4-FFF2-40B4-BE49-F238E27FC236}">
                  <a16:creationId xmlns:a16="http://schemas.microsoft.com/office/drawing/2014/main" id="{A8FBEFF1-AB7E-42E4-C02E-7861B1ABBD9D}"/>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1">
            <a:extLst>
              <a:ext uri="{FF2B5EF4-FFF2-40B4-BE49-F238E27FC236}">
                <a16:creationId xmlns:a16="http://schemas.microsoft.com/office/drawing/2014/main" id="{302D6647-D43B-67E5-7DAF-7900AD0205F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AA3B438D-AE93-47D1-BA64-9FB5FE56106E}" type="slidenum">
              <a:rPr lang="en-US" altLang="zh-CN" sz="2000" i="0" baseline="0">
                <a:solidFill>
                  <a:schemeClr val="bg2"/>
                </a:solidFill>
                <a:latin typeface="Arial" panose="020B0604020202020204" pitchFamily="34" charset="0"/>
              </a:rPr>
              <a:pPr/>
              <a:t>48</a:t>
            </a:fld>
            <a:endParaRPr lang="en-US" altLang="zh-CN" sz="2000" i="0" baseline="0">
              <a:solidFill>
                <a:schemeClr val="bg2"/>
              </a:solidFill>
              <a:latin typeface="Arial" panose="020B0604020202020204" pitchFamily="34" charset="0"/>
            </a:endParaRPr>
          </a:p>
        </p:txBody>
      </p:sp>
      <p:sp>
        <p:nvSpPr>
          <p:cNvPr id="51203" name="Rectangle 2">
            <a:extLst>
              <a:ext uri="{FF2B5EF4-FFF2-40B4-BE49-F238E27FC236}">
                <a16:creationId xmlns:a16="http://schemas.microsoft.com/office/drawing/2014/main" id="{25C8C6FC-7C9B-734A-5613-9325CCFAD3FC}"/>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1204" name="Rectangle 3">
            <a:extLst>
              <a:ext uri="{FF2B5EF4-FFF2-40B4-BE49-F238E27FC236}">
                <a16:creationId xmlns:a16="http://schemas.microsoft.com/office/drawing/2014/main" id="{817A856F-E398-99F9-8E05-EAA3BC0A855D}"/>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1205" name="Rectangle 4">
            <a:extLst>
              <a:ext uri="{FF2B5EF4-FFF2-40B4-BE49-F238E27FC236}">
                <a16:creationId xmlns:a16="http://schemas.microsoft.com/office/drawing/2014/main" id="{20A3E17B-8F97-46A9-3917-BB94825BC21C}"/>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1206" name="Rectangle 5">
            <a:extLst>
              <a:ext uri="{FF2B5EF4-FFF2-40B4-BE49-F238E27FC236}">
                <a16:creationId xmlns:a16="http://schemas.microsoft.com/office/drawing/2014/main" id="{6E15F0FB-031C-1569-603A-B89335EBC8C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1207" name="Rectangle 6">
            <a:extLst>
              <a:ext uri="{FF2B5EF4-FFF2-40B4-BE49-F238E27FC236}">
                <a16:creationId xmlns:a16="http://schemas.microsoft.com/office/drawing/2014/main" id="{95B4ADD4-0092-70FD-22C9-19BB84EE46E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1208" name="Rectangle 7">
            <a:extLst>
              <a:ext uri="{FF2B5EF4-FFF2-40B4-BE49-F238E27FC236}">
                <a16:creationId xmlns:a16="http://schemas.microsoft.com/office/drawing/2014/main" id="{B895FE12-60F6-5BCA-2D05-9B13DC0C030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1209" name="Rectangle 8">
            <a:extLst>
              <a:ext uri="{FF2B5EF4-FFF2-40B4-BE49-F238E27FC236}">
                <a16:creationId xmlns:a16="http://schemas.microsoft.com/office/drawing/2014/main" id="{5172ACFB-31B5-74C7-6B23-8DCDD7916D45}"/>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1210" name="Line 9">
            <a:extLst>
              <a:ext uri="{FF2B5EF4-FFF2-40B4-BE49-F238E27FC236}">
                <a16:creationId xmlns:a16="http://schemas.microsoft.com/office/drawing/2014/main" id="{F9211C2F-0346-9B01-7725-1CB6DD0E2CD7}"/>
              </a:ext>
            </a:extLst>
          </p:cNvPr>
          <p:cNvSpPr>
            <a:spLocks noChangeShapeType="1"/>
          </p:cNvSpPr>
          <p:nvPr/>
        </p:nvSpPr>
        <p:spPr bwMode="auto">
          <a:xfrm>
            <a:off x="457200" y="21336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1" name="Line 10">
            <a:extLst>
              <a:ext uri="{FF2B5EF4-FFF2-40B4-BE49-F238E27FC236}">
                <a16:creationId xmlns:a16="http://schemas.microsoft.com/office/drawing/2014/main" id="{05422416-E141-AA7B-486B-114BA616BB9F}"/>
              </a:ext>
            </a:extLst>
          </p:cNvPr>
          <p:cNvSpPr>
            <a:spLocks noChangeShapeType="1"/>
          </p:cNvSpPr>
          <p:nvPr/>
        </p:nvSpPr>
        <p:spPr bwMode="auto">
          <a:xfrm>
            <a:off x="442913" y="58674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212" name="Rectangle 11">
            <a:extLst>
              <a:ext uri="{FF2B5EF4-FFF2-40B4-BE49-F238E27FC236}">
                <a16:creationId xmlns:a16="http://schemas.microsoft.com/office/drawing/2014/main" id="{5BC80B17-ED82-E795-B810-E6A33763F0B4}"/>
              </a:ext>
            </a:extLst>
          </p:cNvPr>
          <p:cNvSpPr>
            <a:spLocks noChangeArrowheads="1"/>
          </p:cNvSpPr>
          <p:nvPr/>
        </p:nvSpPr>
        <p:spPr bwMode="auto">
          <a:xfrm>
            <a:off x="495300" y="2225675"/>
            <a:ext cx="8077200" cy="3540125"/>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i="0" baseline="0">
                <a:latin typeface="Arial" panose="020B0604020202020204" pitchFamily="34" charset="0"/>
                <a:ea typeface="宋体" panose="02010600030101010101" pitchFamily="2" charset="-122"/>
              </a:rPr>
              <a:t>CDMA</a:t>
            </a:r>
            <a:r>
              <a:rPr lang="zh-CN" altLang="en-US" sz="3200" i="0" baseline="0">
                <a:latin typeface="Arial" panose="020B0604020202020204" pitchFamily="34" charset="0"/>
                <a:ea typeface="宋体" panose="02010600030101010101" pitchFamily="2" charset="-122"/>
              </a:rPr>
              <a:t>中，信道带宽被在码域上被正交化，各站用正交化的扩频码在共享信道中同时传输；</a:t>
            </a:r>
            <a:endParaRPr lang="en-US" altLang="zh-CN" sz="3200" i="0" baseline="0">
              <a:latin typeface="Arial" panose="020B0604020202020204" pitchFamily="34" charset="0"/>
              <a:ea typeface="宋体" panose="02010600030101010101" pitchFamily="2" charset="-122"/>
            </a:endParaRPr>
          </a:p>
          <a:p>
            <a:r>
              <a:rPr lang="zh-CN" altLang="en-US" sz="3200" i="0" baseline="0">
                <a:latin typeface="Arial" panose="020B0604020202020204" pitchFamily="34" charset="0"/>
                <a:ea typeface="宋体" panose="02010600030101010101" pitchFamily="2" charset="-122"/>
              </a:rPr>
              <a:t>与</a:t>
            </a:r>
            <a:r>
              <a:rPr lang="en-US" altLang="zh-CN" sz="3200" i="0" baseline="0">
                <a:latin typeface="Arial" panose="020B0604020202020204" pitchFamily="34" charset="0"/>
                <a:ea typeface="宋体" panose="02010600030101010101" pitchFamily="2" charset="-122"/>
              </a:rPr>
              <a:t>FDMA</a:t>
            </a:r>
            <a:r>
              <a:rPr lang="zh-CN" altLang="en-US" sz="3200" i="0" baseline="0">
                <a:latin typeface="Arial" panose="020B0604020202020204" pitchFamily="34" charset="0"/>
                <a:ea typeface="宋体" panose="02010600030101010101" pitchFamily="2" charset="-122"/>
              </a:rPr>
              <a:t>不同，</a:t>
            </a:r>
            <a:r>
              <a:rPr lang="en-US" altLang="zh-CN" sz="3200" i="0" baseline="0">
                <a:latin typeface="Arial" panose="020B0604020202020204" pitchFamily="34" charset="0"/>
                <a:ea typeface="宋体" panose="02010600030101010101" pitchFamily="2" charset="-122"/>
              </a:rPr>
              <a:t>CDMA</a:t>
            </a:r>
            <a:r>
              <a:rPr lang="zh-CN" altLang="en-US" sz="3200" i="0" baseline="0">
                <a:latin typeface="Arial" panose="020B0604020202020204" pitchFamily="34" charset="0"/>
                <a:ea typeface="宋体" panose="02010600030101010101" pitchFamily="2" charset="-122"/>
              </a:rPr>
              <a:t>仅有一个通道占据链路整个带宽；与</a:t>
            </a:r>
            <a:r>
              <a:rPr lang="en-US" altLang="zh-CN" sz="3200" i="0" baseline="0">
                <a:latin typeface="Arial" panose="020B0604020202020204" pitchFamily="34" charset="0"/>
                <a:ea typeface="宋体" panose="02010600030101010101" pitchFamily="2" charset="-122"/>
              </a:rPr>
              <a:t>TDMA</a:t>
            </a:r>
            <a:r>
              <a:rPr lang="zh-CN" altLang="en-US" sz="3200" i="0" baseline="0">
                <a:latin typeface="Arial" panose="020B0604020202020204" pitchFamily="34" charset="0"/>
                <a:ea typeface="宋体" panose="02010600030101010101" pitchFamily="2" charset="-122"/>
              </a:rPr>
              <a:t>不同，</a:t>
            </a:r>
            <a:r>
              <a:rPr lang="en-US" altLang="zh-CN" sz="3200" i="0" baseline="0">
                <a:latin typeface="Arial" panose="020B0604020202020204" pitchFamily="34" charset="0"/>
                <a:ea typeface="宋体" panose="02010600030101010101" pitchFamily="2" charset="-122"/>
              </a:rPr>
              <a:t>CDMA</a:t>
            </a:r>
            <a:r>
              <a:rPr lang="zh-CN" altLang="en-US" sz="3200" i="0" baseline="0">
                <a:latin typeface="Arial" panose="020B0604020202020204" pitchFamily="34" charset="0"/>
                <a:ea typeface="宋体" panose="02010600030101010101" pitchFamily="2" charset="-122"/>
              </a:rPr>
              <a:t>所有站点都可以同时发送数据。</a:t>
            </a:r>
            <a:endParaRPr lang="en-US" altLang="zh-CN" sz="3200" i="0" baseline="0">
              <a:latin typeface="Arial" panose="020B0604020202020204" pitchFamily="34" charset="0"/>
              <a:ea typeface="宋体" panose="02010600030101010101" pitchFamily="2" charset="-122"/>
            </a:endParaRPr>
          </a:p>
          <a:p>
            <a:r>
              <a:rPr lang="zh-CN" altLang="en-US" sz="3200" i="0" baseline="0">
                <a:latin typeface="Arial" panose="020B0604020202020204" pitchFamily="34" charset="0"/>
                <a:ea typeface="宋体" panose="02010600030101010101" pitchFamily="2" charset="-122"/>
              </a:rPr>
              <a:t>类比：不同语言的同时交流。</a:t>
            </a:r>
            <a:endParaRPr lang="en-US" altLang="zh-CN" sz="3200" i="0" baseline="0">
              <a:latin typeface="Arial" panose="020B0604020202020204" pitchFamily="34" charset="0"/>
              <a:ea typeface="宋体" panose="02010600030101010101" pitchFamily="2" charset="-122"/>
            </a:endParaRPr>
          </a:p>
        </p:txBody>
      </p:sp>
      <p:grpSp>
        <p:nvGrpSpPr>
          <p:cNvPr id="51213" name="Group 12">
            <a:extLst>
              <a:ext uri="{FF2B5EF4-FFF2-40B4-BE49-F238E27FC236}">
                <a16:creationId xmlns:a16="http://schemas.microsoft.com/office/drawing/2014/main" id="{E63DBE5F-E3E4-0D16-2751-C22C36FE283D}"/>
              </a:ext>
            </a:extLst>
          </p:cNvPr>
          <p:cNvGrpSpPr>
            <a:grpSpLocks/>
          </p:cNvGrpSpPr>
          <p:nvPr/>
        </p:nvGrpSpPr>
        <p:grpSpPr bwMode="auto">
          <a:xfrm>
            <a:off x="457200" y="1447800"/>
            <a:ext cx="1143000" cy="566738"/>
            <a:chOff x="1200" y="1248"/>
            <a:chExt cx="720" cy="357"/>
          </a:xfrm>
        </p:grpSpPr>
        <p:pic>
          <p:nvPicPr>
            <p:cNvPr id="51214" name="Picture 13">
              <a:extLst>
                <a:ext uri="{FF2B5EF4-FFF2-40B4-BE49-F238E27FC236}">
                  <a16:creationId xmlns:a16="http://schemas.microsoft.com/office/drawing/2014/main" id="{A3E50F5C-40EA-6BE9-1CC1-2AEB700314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15" name="Text Box 14">
              <a:extLst>
                <a:ext uri="{FF2B5EF4-FFF2-40B4-BE49-F238E27FC236}">
                  <a16:creationId xmlns:a16="http://schemas.microsoft.com/office/drawing/2014/main" id="{4A12C335-B116-1439-7340-BB2759FDB96D}"/>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1">
            <a:extLst>
              <a:ext uri="{FF2B5EF4-FFF2-40B4-BE49-F238E27FC236}">
                <a16:creationId xmlns:a16="http://schemas.microsoft.com/office/drawing/2014/main" id="{F7431613-BB04-22AE-30BA-3248F247724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8E2AD437-85C3-4713-B0FF-09E77A50F4BA}" type="slidenum">
              <a:rPr lang="en-US" altLang="zh-CN" sz="2000" i="0" baseline="0">
                <a:solidFill>
                  <a:schemeClr val="bg2"/>
                </a:solidFill>
                <a:latin typeface="Arial" panose="020B0604020202020204" pitchFamily="34" charset="0"/>
              </a:rPr>
              <a:pPr/>
              <a:t>49</a:t>
            </a:fld>
            <a:endParaRPr lang="en-US" altLang="zh-CN" sz="2000" i="0" baseline="0">
              <a:solidFill>
                <a:schemeClr val="bg2"/>
              </a:solidFill>
              <a:latin typeface="Arial" panose="020B0604020202020204" pitchFamily="34" charset="0"/>
            </a:endParaRPr>
          </a:p>
        </p:txBody>
      </p:sp>
      <p:sp>
        <p:nvSpPr>
          <p:cNvPr id="52227" name="Line 2">
            <a:extLst>
              <a:ext uri="{FF2B5EF4-FFF2-40B4-BE49-F238E27FC236}">
                <a16:creationId xmlns:a16="http://schemas.microsoft.com/office/drawing/2014/main" id="{F26D36B9-7125-CEF5-9022-6F1CAC1BEFB5}"/>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28" name="Line 3">
            <a:extLst>
              <a:ext uri="{FF2B5EF4-FFF2-40B4-BE49-F238E27FC236}">
                <a16:creationId xmlns:a16="http://schemas.microsoft.com/office/drawing/2014/main" id="{884C603F-F24F-3D8D-502E-9A5F0B385843}"/>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229" name="Text Box 4">
            <a:extLst>
              <a:ext uri="{FF2B5EF4-FFF2-40B4-BE49-F238E27FC236}">
                <a16:creationId xmlns:a16="http://schemas.microsoft.com/office/drawing/2014/main" id="{B9DCE933-E608-F7D3-C716-84CEEE1ED58E}"/>
              </a:ext>
            </a:extLst>
          </p:cNvPr>
          <p:cNvSpPr txBox="1">
            <a:spLocks noChangeArrowheads="1"/>
          </p:cNvSpPr>
          <p:nvPr/>
        </p:nvSpPr>
        <p:spPr bwMode="auto">
          <a:xfrm>
            <a:off x="304800" y="177800"/>
            <a:ext cx="626110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12.23  </a:t>
            </a:r>
            <a:r>
              <a:rPr lang="en-US" altLang="zh-CN" sz="2000" baseline="0">
                <a:ea typeface="宋体" panose="02010600030101010101" pitchFamily="2" charset="-122"/>
              </a:rPr>
              <a:t>Simple idea of communication with code</a:t>
            </a:r>
          </a:p>
          <a:p>
            <a:r>
              <a:rPr lang="zh-CN" altLang="en-US" sz="2000" i="0" baseline="0">
                <a:ea typeface="宋体" panose="02010600030101010101" pitchFamily="2" charset="-122"/>
              </a:rPr>
              <a:t>                            用编码通信的简单思想示意图</a:t>
            </a:r>
            <a:endParaRPr lang="en-US" altLang="zh-CN" sz="2000" i="0" baseline="0">
              <a:ea typeface="宋体" panose="02010600030101010101" pitchFamily="2" charset="-122"/>
            </a:endParaRPr>
          </a:p>
        </p:txBody>
      </p:sp>
      <p:sp>
        <p:nvSpPr>
          <p:cNvPr id="52230" name="Line 5">
            <a:extLst>
              <a:ext uri="{FF2B5EF4-FFF2-40B4-BE49-F238E27FC236}">
                <a16:creationId xmlns:a16="http://schemas.microsoft.com/office/drawing/2014/main" id="{CDC646D7-B908-2E05-FAF0-F42CAB3A3F35}"/>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2231" name="Picture 7">
            <a:extLst>
              <a:ext uri="{FF2B5EF4-FFF2-40B4-BE49-F238E27FC236}">
                <a16:creationId xmlns:a16="http://schemas.microsoft.com/office/drawing/2014/main" id="{4379D408-487F-134E-CD48-6C73FD4991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13" y="1338263"/>
            <a:ext cx="7258050" cy="430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1">
            <a:extLst>
              <a:ext uri="{FF2B5EF4-FFF2-40B4-BE49-F238E27FC236}">
                <a16:creationId xmlns:a16="http://schemas.microsoft.com/office/drawing/2014/main" id="{613E41B2-D051-F734-B69E-0241F95585E4}"/>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6E50BDDB-E9DA-4427-BE43-97AB9F13D6FF}" type="slidenum">
              <a:rPr lang="en-US" altLang="zh-CN" sz="2000" i="0" baseline="0">
                <a:solidFill>
                  <a:schemeClr val="bg2"/>
                </a:solidFill>
                <a:latin typeface="Arial" panose="020B0604020202020204" pitchFamily="34" charset="0"/>
              </a:rPr>
              <a:pPr/>
              <a:t>50</a:t>
            </a:fld>
            <a:endParaRPr lang="en-US" altLang="zh-CN" sz="2000" i="0" baseline="0">
              <a:solidFill>
                <a:schemeClr val="bg2"/>
              </a:solidFill>
              <a:latin typeface="Arial" panose="020B0604020202020204" pitchFamily="34" charset="0"/>
            </a:endParaRPr>
          </a:p>
        </p:txBody>
      </p:sp>
      <p:sp>
        <p:nvSpPr>
          <p:cNvPr id="53251" name="Line 2">
            <a:extLst>
              <a:ext uri="{FF2B5EF4-FFF2-40B4-BE49-F238E27FC236}">
                <a16:creationId xmlns:a16="http://schemas.microsoft.com/office/drawing/2014/main" id="{57870720-8C3A-D800-CB3A-AB1AEDA9875B}"/>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2" name="Line 3">
            <a:extLst>
              <a:ext uri="{FF2B5EF4-FFF2-40B4-BE49-F238E27FC236}">
                <a16:creationId xmlns:a16="http://schemas.microsoft.com/office/drawing/2014/main" id="{368CD430-EBBA-70A5-1B26-7B9BC5BD37F4}"/>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253" name="Text Box 4">
            <a:extLst>
              <a:ext uri="{FF2B5EF4-FFF2-40B4-BE49-F238E27FC236}">
                <a16:creationId xmlns:a16="http://schemas.microsoft.com/office/drawing/2014/main" id="{D2CF5B6C-1800-6ACE-CAFE-F37C3A461FC4}"/>
              </a:ext>
            </a:extLst>
          </p:cNvPr>
          <p:cNvSpPr txBox="1">
            <a:spLocks noChangeArrowheads="1"/>
          </p:cNvSpPr>
          <p:nvPr/>
        </p:nvSpPr>
        <p:spPr bwMode="auto">
          <a:xfrm>
            <a:off x="304800" y="381000"/>
            <a:ext cx="5810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12.24  </a:t>
            </a:r>
            <a:r>
              <a:rPr lang="en-US" altLang="zh-CN" sz="2000" baseline="0">
                <a:ea typeface="宋体" panose="02010600030101010101" pitchFamily="2" charset="-122"/>
              </a:rPr>
              <a:t>Chip sequences  </a:t>
            </a:r>
            <a:r>
              <a:rPr lang="zh-CN" altLang="en-US" sz="2000" i="0" baseline="0">
                <a:ea typeface="宋体" panose="02010600030101010101" pitchFamily="2" charset="-122"/>
              </a:rPr>
              <a:t>正交化的码片序列</a:t>
            </a:r>
            <a:endParaRPr lang="en-US" altLang="zh-CN" sz="2000" i="0" baseline="0">
              <a:ea typeface="宋体" panose="02010600030101010101" pitchFamily="2" charset="-122"/>
            </a:endParaRPr>
          </a:p>
        </p:txBody>
      </p:sp>
      <p:sp>
        <p:nvSpPr>
          <p:cNvPr id="53254" name="Line 5">
            <a:extLst>
              <a:ext uri="{FF2B5EF4-FFF2-40B4-BE49-F238E27FC236}">
                <a16:creationId xmlns:a16="http://schemas.microsoft.com/office/drawing/2014/main" id="{30ECCEC0-8487-3592-28AD-0B7E85A1810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3255" name="Picture 7">
            <a:extLst>
              <a:ext uri="{FF2B5EF4-FFF2-40B4-BE49-F238E27FC236}">
                <a16:creationId xmlns:a16="http://schemas.microsoft.com/office/drawing/2014/main" id="{D7909F42-0BA4-1273-F54C-9D0C39953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022600"/>
            <a:ext cx="87757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6" name="TextBox 7">
            <a:extLst>
              <a:ext uri="{FF2B5EF4-FFF2-40B4-BE49-F238E27FC236}">
                <a16:creationId xmlns:a16="http://schemas.microsoft.com/office/drawing/2014/main" id="{36108A48-A71B-3540-F9CC-BCEE237EA91E}"/>
              </a:ext>
            </a:extLst>
          </p:cNvPr>
          <p:cNvSpPr txBox="1">
            <a:spLocks noChangeArrowheads="1"/>
          </p:cNvSpPr>
          <p:nvPr/>
        </p:nvSpPr>
        <p:spPr bwMode="auto">
          <a:xfrm>
            <a:off x="1295400" y="1219200"/>
            <a:ext cx="64770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a:ea typeface="宋体" panose="02010600030101010101" pitchFamily="2" charset="-122"/>
              </a:rPr>
              <a:t>编码</a:t>
            </a:r>
            <a:r>
              <a:rPr lang="en-US" altLang="zh-CN">
                <a:ea typeface="宋体" panose="02010600030101010101" pitchFamily="2" charset="-122"/>
              </a:rPr>
              <a:t>Ci</a:t>
            </a:r>
            <a:r>
              <a:rPr lang="zh-CN" altLang="en-US">
                <a:ea typeface="宋体" panose="02010600030101010101" pitchFamily="2" charset="-122"/>
              </a:rPr>
              <a:t>的特性：</a:t>
            </a:r>
            <a:endParaRPr lang="en-US" altLang="zh-CN">
              <a:ea typeface="宋体" panose="02010600030101010101" pitchFamily="2" charset="-122"/>
            </a:endParaRPr>
          </a:p>
          <a:p>
            <a:endParaRPr lang="en-US" altLang="zh-CN" sz="2000">
              <a:ea typeface="宋体" panose="02010600030101010101" pitchFamily="2" charset="-122"/>
            </a:endParaRPr>
          </a:p>
          <a:p>
            <a:r>
              <a:rPr lang="en-US" altLang="zh-CN">
                <a:ea typeface="宋体" panose="02010600030101010101" pitchFamily="2" charset="-122"/>
              </a:rPr>
              <a:t>1.</a:t>
            </a:r>
            <a:r>
              <a:rPr lang="zh-CN" altLang="en-US">
                <a:ea typeface="宋体" panose="02010600030101010101" pitchFamily="2" charset="-122"/>
              </a:rPr>
              <a:t>两个编码相乘得</a:t>
            </a:r>
            <a:r>
              <a:rPr lang="en-US" altLang="zh-CN">
                <a:ea typeface="宋体" panose="02010600030101010101" pitchFamily="2" charset="-122"/>
              </a:rPr>
              <a:t>0</a:t>
            </a:r>
            <a:r>
              <a:rPr lang="zh-CN" altLang="en-US">
                <a:ea typeface="宋体" panose="02010600030101010101" pitchFamily="2" charset="-122"/>
              </a:rPr>
              <a:t>；</a:t>
            </a:r>
            <a:endParaRPr lang="en-US" altLang="zh-CN">
              <a:ea typeface="宋体" panose="02010600030101010101" pitchFamily="2" charset="-122"/>
            </a:endParaRPr>
          </a:p>
          <a:p>
            <a:r>
              <a:rPr lang="en-US" altLang="zh-CN">
                <a:ea typeface="宋体" panose="02010600030101010101" pitchFamily="2" charset="-122"/>
              </a:rPr>
              <a:t>2.</a:t>
            </a:r>
            <a:r>
              <a:rPr lang="zh-CN" altLang="en-US">
                <a:ea typeface="宋体" panose="02010600030101010101" pitchFamily="2" charset="-122"/>
              </a:rPr>
              <a:t>编码自身相乘得</a:t>
            </a:r>
            <a:r>
              <a:rPr lang="en-US" altLang="zh-CN">
                <a:ea typeface="宋体" panose="02010600030101010101" pitchFamily="2" charset="-122"/>
              </a:rPr>
              <a:t>4</a:t>
            </a:r>
            <a:r>
              <a:rPr lang="zh-CN" altLang="en-US">
                <a:ea typeface="宋体" panose="02010600030101010101" pitchFamily="2" charset="-122"/>
              </a:rPr>
              <a:t>（站点数量）。</a:t>
            </a:r>
            <a:endParaRPr lang="en-US" altLang="zh-CN">
              <a:ea typeface="宋体" panose="02010600030101010101" pitchFamily="2" charset="-122"/>
            </a:endParaRPr>
          </a:p>
          <a:p>
            <a:endParaRPr lang="en-US" altLang="zh-CN" sz="2000">
              <a:ea typeface="宋体" panose="02010600030101010101" pitchFamily="2" charset="-122"/>
            </a:endParaRPr>
          </a:p>
          <a:p>
            <a:r>
              <a:rPr lang="zh-CN" altLang="en-US">
                <a:ea typeface="宋体" panose="02010600030101010101" pitchFamily="2" charset="-122"/>
              </a:rPr>
              <a:t>这样的码片序列称为</a:t>
            </a:r>
            <a:r>
              <a:rPr lang="zh-CN" altLang="en-US">
                <a:solidFill>
                  <a:srgbClr val="FF0000"/>
                </a:solidFill>
                <a:ea typeface="宋体" panose="02010600030101010101" pitchFamily="2" charset="-122"/>
              </a:rPr>
              <a:t>正交序列</a:t>
            </a:r>
            <a:r>
              <a:rPr lang="zh-CN" altLang="en-US">
                <a:ea typeface="宋体" panose="02010600030101010101" pitchFamily="2" charset="-122"/>
              </a:rPr>
              <a:t>，其详细特性见</a:t>
            </a:r>
            <a:r>
              <a:rPr lang="en-US" altLang="zh-CN">
                <a:ea typeface="宋体" panose="02010600030101010101" pitchFamily="2" charset="-122"/>
              </a:rPr>
              <a:t>P258.</a:t>
            </a:r>
            <a:endParaRPr lang="zh-CN" altLang="en-US">
              <a:ea typeface="宋体" panose="02010600030101010101" pitchFamily="2"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1">
            <a:extLst>
              <a:ext uri="{FF2B5EF4-FFF2-40B4-BE49-F238E27FC236}">
                <a16:creationId xmlns:a16="http://schemas.microsoft.com/office/drawing/2014/main" id="{BAFCE5D3-4F6C-83D3-80DE-8431BABEC1FD}"/>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EE9388E6-6B35-46A4-9D6C-331C3EE25DF9}" type="slidenum">
              <a:rPr lang="en-US" altLang="zh-CN" sz="2000" i="0" baseline="0">
                <a:solidFill>
                  <a:schemeClr val="bg2"/>
                </a:solidFill>
                <a:latin typeface="Arial" panose="020B0604020202020204" pitchFamily="34" charset="0"/>
              </a:rPr>
              <a:pPr/>
              <a:t>51</a:t>
            </a:fld>
            <a:endParaRPr lang="en-US" altLang="zh-CN" sz="2000" i="0" baseline="0">
              <a:solidFill>
                <a:schemeClr val="bg2"/>
              </a:solidFill>
              <a:latin typeface="Arial" panose="020B0604020202020204" pitchFamily="34" charset="0"/>
            </a:endParaRPr>
          </a:p>
        </p:txBody>
      </p:sp>
      <p:sp>
        <p:nvSpPr>
          <p:cNvPr id="54275" name="Line 2">
            <a:extLst>
              <a:ext uri="{FF2B5EF4-FFF2-40B4-BE49-F238E27FC236}">
                <a16:creationId xmlns:a16="http://schemas.microsoft.com/office/drawing/2014/main" id="{012F5C9B-2CD8-526E-CF71-85039E1E7511}"/>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76" name="Line 3">
            <a:extLst>
              <a:ext uri="{FF2B5EF4-FFF2-40B4-BE49-F238E27FC236}">
                <a16:creationId xmlns:a16="http://schemas.microsoft.com/office/drawing/2014/main" id="{B06A116B-A707-5789-1279-130F1602D24F}"/>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277" name="Text Box 4">
            <a:extLst>
              <a:ext uri="{FF2B5EF4-FFF2-40B4-BE49-F238E27FC236}">
                <a16:creationId xmlns:a16="http://schemas.microsoft.com/office/drawing/2014/main" id="{8D02AD3A-F1DF-3CCF-A776-FE6500E264FB}"/>
              </a:ext>
            </a:extLst>
          </p:cNvPr>
          <p:cNvSpPr txBox="1">
            <a:spLocks noChangeArrowheads="1"/>
          </p:cNvSpPr>
          <p:nvPr/>
        </p:nvSpPr>
        <p:spPr bwMode="auto">
          <a:xfrm>
            <a:off x="304800" y="381000"/>
            <a:ext cx="51689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12.25  </a:t>
            </a:r>
            <a:r>
              <a:rPr lang="en-US" altLang="zh-CN" sz="2000" baseline="0">
                <a:ea typeface="宋体" panose="02010600030101010101" pitchFamily="2" charset="-122"/>
              </a:rPr>
              <a:t>Data representation in CDMA</a:t>
            </a:r>
          </a:p>
          <a:p>
            <a:endParaRPr lang="en-US" altLang="zh-CN" sz="2000" baseline="0">
              <a:ea typeface="宋体" panose="02010600030101010101" pitchFamily="2" charset="-122"/>
            </a:endParaRPr>
          </a:p>
          <a:p>
            <a:endParaRPr lang="en-US" altLang="zh-CN" sz="2000" baseline="0">
              <a:ea typeface="宋体" panose="02010600030101010101" pitchFamily="2" charset="-122"/>
            </a:endParaRPr>
          </a:p>
          <a:p>
            <a:r>
              <a:rPr lang="zh-CN" altLang="en-US" sz="2000" baseline="0">
                <a:ea typeface="宋体" panose="02010600030101010101" pitchFamily="2" charset="-122"/>
              </a:rPr>
              <a:t>数据表示</a:t>
            </a:r>
            <a:endParaRPr lang="en-US" altLang="zh-CN" sz="2000" baseline="0">
              <a:ea typeface="宋体" panose="02010600030101010101" pitchFamily="2" charset="-122"/>
            </a:endParaRPr>
          </a:p>
        </p:txBody>
      </p:sp>
      <p:sp>
        <p:nvSpPr>
          <p:cNvPr id="54278" name="Line 5">
            <a:extLst>
              <a:ext uri="{FF2B5EF4-FFF2-40B4-BE49-F238E27FC236}">
                <a16:creationId xmlns:a16="http://schemas.microsoft.com/office/drawing/2014/main" id="{D6F49470-E0DC-09EF-9EBE-C03D1413FAB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4279" name="Picture 7">
            <a:extLst>
              <a:ext uri="{FF2B5EF4-FFF2-40B4-BE49-F238E27FC236}">
                <a16:creationId xmlns:a16="http://schemas.microsoft.com/office/drawing/2014/main" id="{88DBC58E-425E-1D01-9528-3AB96BF21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188" y="3016250"/>
            <a:ext cx="8126412"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1">
            <a:extLst>
              <a:ext uri="{FF2B5EF4-FFF2-40B4-BE49-F238E27FC236}">
                <a16:creationId xmlns:a16="http://schemas.microsoft.com/office/drawing/2014/main" id="{34497E31-A37E-524E-A1F4-3077E37EA4C0}"/>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2F3F051E-C869-44FD-AD2F-975CDF3C365B}" type="slidenum">
              <a:rPr lang="en-US" altLang="zh-CN" sz="2000" i="0" baseline="0">
                <a:solidFill>
                  <a:schemeClr val="bg2"/>
                </a:solidFill>
                <a:latin typeface="Arial" panose="020B0604020202020204" pitchFamily="34" charset="0"/>
              </a:rPr>
              <a:pPr/>
              <a:t>52</a:t>
            </a:fld>
            <a:endParaRPr lang="en-US" altLang="zh-CN" sz="2000" i="0" baseline="0">
              <a:solidFill>
                <a:schemeClr val="bg2"/>
              </a:solidFill>
              <a:latin typeface="Arial" panose="020B0604020202020204" pitchFamily="34" charset="0"/>
            </a:endParaRPr>
          </a:p>
        </p:txBody>
      </p:sp>
      <p:sp>
        <p:nvSpPr>
          <p:cNvPr id="55299" name="Line 2">
            <a:extLst>
              <a:ext uri="{FF2B5EF4-FFF2-40B4-BE49-F238E27FC236}">
                <a16:creationId xmlns:a16="http://schemas.microsoft.com/office/drawing/2014/main" id="{6414591D-1A85-4093-3427-003A7937AEF1}"/>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0" name="Line 3">
            <a:extLst>
              <a:ext uri="{FF2B5EF4-FFF2-40B4-BE49-F238E27FC236}">
                <a16:creationId xmlns:a16="http://schemas.microsoft.com/office/drawing/2014/main" id="{2DB89301-DB8B-C589-8E44-8C1C08C77182}"/>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301" name="Text Box 4">
            <a:extLst>
              <a:ext uri="{FF2B5EF4-FFF2-40B4-BE49-F238E27FC236}">
                <a16:creationId xmlns:a16="http://schemas.microsoft.com/office/drawing/2014/main" id="{1828B271-3E51-427A-E641-6D20D3E60A15}"/>
              </a:ext>
            </a:extLst>
          </p:cNvPr>
          <p:cNvSpPr txBox="1">
            <a:spLocks noChangeArrowheads="1"/>
          </p:cNvSpPr>
          <p:nvPr/>
        </p:nvSpPr>
        <p:spPr bwMode="auto">
          <a:xfrm>
            <a:off x="304800" y="381000"/>
            <a:ext cx="7991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12.26  </a:t>
            </a:r>
            <a:r>
              <a:rPr lang="en-US" altLang="zh-CN" sz="2000" baseline="0">
                <a:ea typeface="宋体" panose="02010600030101010101" pitchFamily="2" charset="-122"/>
              </a:rPr>
              <a:t>Sharing channel in CDMA </a:t>
            </a:r>
            <a:r>
              <a:rPr lang="zh-CN" altLang="en-US" sz="2000" i="0" baseline="0">
                <a:ea typeface="宋体" panose="02010600030101010101" pitchFamily="2" charset="-122"/>
              </a:rPr>
              <a:t>在共享信道中传输码片序列</a:t>
            </a:r>
            <a:endParaRPr lang="en-US" altLang="zh-CN" sz="2000" i="0" baseline="0">
              <a:ea typeface="宋体" panose="02010600030101010101" pitchFamily="2" charset="-122"/>
            </a:endParaRPr>
          </a:p>
        </p:txBody>
      </p:sp>
      <p:sp>
        <p:nvSpPr>
          <p:cNvPr id="55302" name="Line 5">
            <a:extLst>
              <a:ext uri="{FF2B5EF4-FFF2-40B4-BE49-F238E27FC236}">
                <a16:creationId xmlns:a16="http://schemas.microsoft.com/office/drawing/2014/main" id="{9612ACC2-172C-7E56-314F-52FA43D9CA90}"/>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5303" name="Picture 7">
            <a:extLst>
              <a:ext uri="{FF2B5EF4-FFF2-40B4-BE49-F238E27FC236}">
                <a16:creationId xmlns:a16="http://schemas.microsoft.com/office/drawing/2014/main" id="{0CF673AA-5BA4-3855-A7A9-32DD56A204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738" y="1524000"/>
            <a:ext cx="8729662"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4" name="TextBox 7">
            <a:extLst>
              <a:ext uri="{FF2B5EF4-FFF2-40B4-BE49-F238E27FC236}">
                <a16:creationId xmlns:a16="http://schemas.microsoft.com/office/drawing/2014/main" id="{F24DF2EB-2EE1-C67D-D164-531FFA143EBB}"/>
              </a:ext>
            </a:extLst>
          </p:cNvPr>
          <p:cNvSpPr txBox="1">
            <a:spLocks noChangeArrowheads="1"/>
          </p:cNvSpPr>
          <p:nvPr/>
        </p:nvSpPr>
        <p:spPr bwMode="auto">
          <a:xfrm>
            <a:off x="3048000" y="990600"/>
            <a:ext cx="2895600" cy="152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a:ea typeface="宋体" panose="02010600030101010101" pitchFamily="2" charset="-122"/>
              </a:rPr>
              <a:t>每个站点将发送数据与它自己的码片序列相乘，假定所有站点同时发送相乘结果序列，通道上是</a:t>
            </a:r>
            <a:r>
              <a:rPr lang="en-US" altLang="zh-CN">
                <a:ea typeface="宋体" panose="02010600030101010101" pitchFamily="2" charset="-122"/>
              </a:rPr>
              <a:t>4</a:t>
            </a:r>
            <a:r>
              <a:rPr lang="zh-CN" altLang="en-US">
                <a:ea typeface="宋体" panose="02010600030101010101" pitchFamily="2" charset="-122"/>
              </a:rPr>
              <a:t>个序列的总和。</a:t>
            </a:r>
          </a:p>
        </p:txBody>
      </p:sp>
      <p:sp>
        <p:nvSpPr>
          <p:cNvPr id="55305" name="TextBox 8">
            <a:extLst>
              <a:ext uri="{FF2B5EF4-FFF2-40B4-BE49-F238E27FC236}">
                <a16:creationId xmlns:a16="http://schemas.microsoft.com/office/drawing/2014/main" id="{65C67DEF-3411-905C-232C-0E43BC08F9F1}"/>
              </a:ext>
            </a:extLst>
          </p:cNvPr>
          <p:cNvSpPr txBox="1">
            <a:spLocks noChangeArrowheads="1"/>
          </p:cNvSpPr>
          <p:nvPr/>
        </p:nvSpPr>
        <p:spPr bwMode="auto">
          <a:xfrm>
            <a:off x="3124200" y="4760913"/>
            <a:ext cx="29718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zh-CN" altLang="en-US">
                <a:ea typeface="宋体" panose="02010600030101010101" pitchFamily="2" charset="-122"/>
              </a:rPr>
              <a:t>假定站点</a:t>
            </a:r>
            <a:r>
              <a:rPr lang="en-US" altLang="zh-CN">
                <a:ea typeface="宋体" panose="02010600030101010101" pitchFamily="2" charset="-122"/>
              </a:rPr>
              <a:t>3</a:t>
            </a:r>
            <a:r>
              <a:rPr lang="zh-CN" altLang="en-US">
                <a:ea typeface="宋体" panose="02010600030101010101" pitchFamily="2" charset="-122"/>
              </a:rPr>
              <a:t>在听站点</a:t>
            </a:r>
            <a:r>
              <a:rPr lang="en-US" altLang="zh-CN">
                <a:ea typeface="宋体" panose="02010600030101010101" pitchFamily="2" charset="-122"/>
              </a:rPr>
              <a:t>2</a:t>
            </a:r>
            <a:r>
              <a:rPr lang="zh-CN" altLang="en-US">
                <a:ea typeface="宋体" panose="02010600030101010101" pitchFamily="2" charset="-122"/>
              </a:rPr>
              <a:t>。站点</a:t>
            </a:r>
            <a:r>
              <a:rPr lang="en-US" altLang="zh-CN">
                <a:ea typeface="宋体" panose="02010600030101010101" pitchFamily="2" charset="-122"/>
              </a:rPr>
              <a:t>3</a:t>
            </a:r>
            <a:r>
              <a:rPr lang="zh-CN" altLang="en-US">
                <a:ea typeface="宋体" panose="02010600030101010101" pitchFamily="2" charset="-122"/>
              </a:rPr>
              <a:t>将通道上的总和序列乘以站点</a:t>
            </a:r>
            <a:r>
              <a:rPr lang="en-US" altLang="zh-CN">
                <a:ea typeface="宋体" panose="02010600030101010101" pitchFamily="2" charset="-122"/>
              </a:rPr>
              <a:t>2</a:t>
            </a:r>
            <a:r>
              <a:rPr lang="zh-CN" altLang="en-US">
                <a:ea typeface="宋体" panose="02010600030101010101" pitchFamily="2" charset="-122"/>
              </a:rPr>
              <a:t>的码片序列得：</a:t>
            </a:r>
          </a:p>
        </p:txBody>
      </p:sp>
      <p:sp>
        <p:nvSpPr>
          <p:cNvPr id="55306" name="TextBox 9">
            <a:extLst>
              <a:ext uri="{FF2B5EF4-FFF2-40B4-BE49-F238E27FC236}">
                <a16:creationId xmlns:a16="http://schemas.microsoft.com/office/drawing/2014/main" id="{ED9A8690-27AD-944F-9D09-EB5430CA4943}"/>
              </a:ext>
            </a:extLst>
          </p:cNvPr>
          <p:cNvSpPr txBox="1">
            <a:spLocks noChangeArrowheads="1"/>
          </p:cNvSpPr>
          <p:nvPr/>
        </p:nvSpPr>
        <p:spPr bwMode="auto">
          <a:xfrm>
            <a:off x="2667000" y="5715000"/>
            <a:ext cx="4724400" cy="37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a:ea typeface="宋体" panose="02010600030101010101" pitchFamily="2" charset="-122"/>
              </a:rPr>
              <a:t>[-1,-1,-3,+1]*[+1,-1,+1,-1]=-4/4=-1</a:t>
            </a:r>
            <a:endParaRPr lang="zh-CN" altLang="en-US">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1">
            <a:extLst>
              <a:ext uri="{FF2B5EF4-FFF2-40B4-BE49-F238E27FC236}">
                <a16:creationId xmlns:a16="http://schemas.microsoft.com/office/drawing/2014/main" id="{212D3707-687E-5D1A-3199-2F2C039E8207}"/>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7C4D67AE-FB7D-4809-8574-C1DBAE6DE088}" type="slidenum">
              <a:rPr lang="en-US" altLang="zh-CN" sz="2000" i="0" baseline="0">
                <a:solidFill>
                  <a:schemeClr val="bg2"/>
                </a:solidFill>
                <a:latin typeface="Arial" panose="020B0604020202020204" pitchFamily="34" charset="0"/>
              </a:rPr>
              <a:pPr/>
              <a:t>53</a:t>
            </a:fld>
            <a:endParaRPr lang="en-US" altLang="zh-CN" sz="2000" i="0" baseline="0">
              <a:solidFill>
                <a:schemeClr val="bg2"/>
              </a:solidFill>
              <a:latin typeface="Arial" panose="020B0604020202020204" pitchFamily="34" charset="0"/>
            </a:endParaRPr>
          </a:p>
        </p:txBody>
      </p:sp>
      <p:sp>
        <p:nvSpPr>
          <p:cNvPr id="56323" name="Line 2">
            <a:extLst>
              <a:ext uri="{FF2B5EF4-FFF2-40B4-BE49-F238E27FC236}">
                <a16:creationId xmlns:a16="http://schemas.microsoft.com/office/drawing/2014/main" id="{DC613250-E49F-D2D3-9F4B-0F051B8579CD}"/>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4" name="Line 3">
            <a:extLst>
              <a:ext uri="{FF2B5EF4-FFF2-40B4-BE49-F238E27FC236}">
                <a16:creationId xmlns:a16="http://schemas.microsoft.com/office/drawing/2014/main" id="{1C0B3DAC-74DD-BF07-48D2-5531F2A5639C}"/>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325" name="Text Box 4">
            <a:extLst>
              <a:ext uri="{FF2B5EF4-FFF2-40B4-BE49-F238E27FC236}">
                <a16:creationId xmlns:a16="http://schemas.microsoft.com/office/drawing/2014/main" id="{CDD8F62B-D4F4-862C-75BA-A9C5C01E5277}"/>
              </a:ext>
            </a:extLst>
          </p:cNvPr>
          <p:cNvSpPr txBox="1">
            <a:spLocks noChangeArrowheads="1"/>
          </p:cNvSpPr>
          <p:nvPr/>
        </p:nvSpPr>
        <p:spPr bwMode="auto">
          <a:xfrm>
            <a:off x="304800" y="381000"/>
            <a:ext cx="703103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12.27  </a:t>
            </a:r>
            <a:r>
              <a:rPr lang="en-US" altLang="zh-CN" sz="2000" baseline="0">
                <a:ea typeface="宋体" panose="02010600030101010101" pitchFamily="2" charset="-122"/>
              </a:rPr>
              <a:t>Digital signal created by four stations in CDMA</a:t>
            </a:r>
          </a:p>
          <a:p>
            <a:endParaRPr lang="en-US" altLang="zh-CN" sz="2000" baseline="0">
              <a:ea typeface="宋体" panose="02010600030101010101" pitchFamily="2" charset="-122"/>
            </a:endParaRPr>
          </a:p>
          <a:p>
            <a:r>
              <a:rPr lang="zh-CN" altLang="en-US" sz="2000" i="0" baseline="0">
                <a:ea typeface="宋体" panose="02010600030101010101" pitchFamily="2" charset="-122"/>
              </a:rPr>
              <a:t>                                         四个站点共同产生的数字信号</a:t>
            </a:r>
            <a:endParaRPr lang="en-US" altLang="zh-CN" sz="2000" i="0" baseline="0">
              <a:ea typeface="宋体" panose="02010600030101010101" pitchFamily="2" charset="-122"/>
            </a:endParaRPr>
          </a:p>
        </p:txBody>
      </p:sp>
      <p:sp>
        <p:nvSpPr>
          <p:cNvPr id="56326" name="Line 5">
            <a:extLst>
              <a:ext uri="{FF2B5EF4-FFF2-40B4-BE49-F238E27FC236}">
                <a16:creationId xmlns:a16="http://schemas.microsoft.com/office/drawing/2014/main" id="{766EB700-BB68-B78E-A294-EE288A9AF759}"/>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6327" name="Picture 7">
            <a:extLst>
              <a:ext uri="{FF2B5EF4-FFF2-40B4-BE49-F238E27FC236}">
                <a16:creationId xmlns:a16="http://schemas.microsoft.com/office/drawing/2014/main" id="{EF32A281-63EE-6307-517B-8B2D9D1FA4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400" y="1552575"/>
            <a:ext cx="8026400" cy="423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1">
            <a:extLst>
              <a:ext uri="{FF2B5EF4-FFF2-40B4-BE49-F238E27FC236}">
                <a16:creationId xmlns:a16="http://schemas.microsoft.com/office/drawing/2014/main" id="{731B2FDA-445A-FBF8-44E6-C2AE29434013}"/>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DB9156AA-FDFC-4F01-B20F-9B1F8CF75C58}" type="slidenum">
              <a:rPr lang="en-US" altLang="zh-CN" sz="2000" i="0" baseline="0">
                <a:solidFill>
                  <a:schemeClr val="bg2"/>
                </a:solidFill>
                <a:latin typeface="Arial" panose="020B0604020202020204" pitchFamily="34" charset="0"/>
              </a:rPr>
              <a:pPr/>
              <a:t>54</a:t>
            </a:fld>
            <a:endParaRPr lang="en-US" altLang="zh-CN" sz="2000" i="0" baseline="0">
              <a:solidFill>
                <a:schemeClr val="bg2"/>
              </a:solidFill>
              <a:latin typeface="Arial" panose="020B0604020202020204" pitchFamily="34" charset="0"/>
            </a:endParaRPr>
          </a:p>
        </p:txBody>
      </p:sp>
      <p:sp>
        <p:nvSpPr>
          <p:cNvPr id="57347" name="Line 2">
            <a:extLst>
              <a:ext uri="{FF2B5EF4-FFF2-40B4-BE49-F238E27FC236}">
                <a16:creationId xmlns:a16="http://schemas.microsoft.com/office/drawing/2014/main" id="{BF9C6715-3280-9A49-8A1E-73C5A05391FD}"/>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48" name="Line 3">
            <a:extLst>
              <a:ext uri="{FF2B5EF4-FFF2-40B4-BE49-F238E27FC236}">
                <a16:creationId xmlns:a16="http://schemas.microsoft.com/office/drawing/2014/main" id="{EF81F0DE-A49E-5E99-5ECF-0F7916FD1765}"/>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49" name="Text Box 4">
            <a:extLst>
              <a:ext uri="{FF2B5EF4-FFF2-40B4-BE49-F238E27FC236}">
                <a16:creationId xmlns:a16="http://schemas.microsoft.com/office/drawing/2014/main" id="{7886165F-C40F-B86B-FD35-5F86A49B0E1C}"/>
              </a:ext>
            </a:extLst>
          </p:cNvPr>
          <p:cNvSpPr txBox="1">
            <a:spLocks noChangeArrowheads="1"/>
          </p:cNvSpPr>
          <p:nvPr/>
        </p:nvSpPr>
        <p:spPr bwMode="auto">
          <a:xfrm>
            <a:off x="304800" y="381000"/>
            <a:ext cx="7396163"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12.28  </a:t>
            </a:r>
            <a:r>
              <a:rPr lang="en-US" altLang="zh-CN" sz="2000" baseline="0">
                <a:ea typeface="宋体" panose="02010600030101010101" pitchFamily="2" charset="-122"/>
              </a:rPr>
              <a:t>Decoding of the composite signal for one in CDMA</a:t>
            </a:r>
          </a:p>
          <a:p>
            <a:endParaRPr lang="en-US" altLang="zh-CN" sz="2000" baseline="0">
              <a:ea typeface="宋体" panose="02010600030101010101" pitchFamily="2" charset="-122"/>
            </a:endParaRPr>
          </a:p>
          <a:p>
            <a:r>
              <a:rPr lang="zh-CN" altLang="en-US" sz="2000" baseline="0">
                <a:ea typeface="宋体" panose="02010600030101010101" pitchFamily="2" charset="-122"/>
              </a:rPr>
              <a:t>               </a:t>
            </a:r>
            <a:r>
              <a:rPr lang="zh-CN" altLang="en-US" sz="2000" i="0" baseline="0">
                <a:ea typeface="宋体" panose="02010600030101010101" pitchFamily="2" charset="-122"/>
              </a:rPr>
              <a:t>复合信号可用正交编码序列相关后解码</a:t>
            </a:r>
            <a:endParaRPr lang="en-US" altLang="zh-CN" sz="2000" i="0" baseline="0">
              <a:ea typeface="宋体" panose="02010600030101010101" pitchFamily="2" charset="-122"/>
            </a:endParaRPr>
          </a:p>
        </p:txBody>
      </p:sp>
      <p:sp>
        <p:nvSpPr>
          <p:cNvPr id="57350" name="Line 5">
            <a:extLst>
              <a:ext uri="{FF2B5EF4-FFF2-40B4-BE49-F238E27FC236}">
                <a16:creationId xmlns:a16="http://schemas.microsoft.com/office/drawing/2014/main" id="{1D1F65E8-DFA1-9318-2BF6-C765C882D39E}"/>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7351" name="Picture 7">
            <a:extLst>
              <a:ext uri="{FF2B5EF4-FFF2-40B4-BE49-F238E27FC236}">
                <a16:creationId xmlns:a16="http://schemas.microsoft.com/office/drawing/2014/main" id="{4CAC7AE6-30EE-2D6D-AF4F-9E6BC5D28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9138" y="1682750"/>
            <a:ext cx="7358062" cy="433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1">
            <a:extLst>
              <a:ext uri="{FF2B5EF4-FFF2-40B4-BE49-F238E27FC236}">
                <a16:creationId xmlns:a16="http://schemas.microsoft.com/office/drawing/2014/main" id="{B4B70AE2-073B-8DAA-AF1E-B1947D398826}"/>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E04E45C7-AD04-4297-B92E-3B547CEBD4C5}" type="slidenum">
              <a:rPr lang="en-US" altLang="zh-CN" sz="2000" i="0" baseline="0">
                <a:solidFill>
                  <a:schemeClr val="bg2"/>
                </a:solidFill>
                <a:latin typeface="Arial" panose="020B0604020202020204" pitchFamily="34" charset="0"/>
              </a:rPr>
              <a:pPr/>
              <a:t>55</a:t>
            </a:fld>
            <a:endParaRPr lang="en-US" altLang="zh-CN" sz="2000" i="0" baseline="0">
              <a:solidFill>
                <a:schemeClr val="bg2"/>
              </a:solidFill>
              <a:latin typeface="Arial" panose="020B0604020202020204" pitchFamily="34" charset="0"/>
            </a:endParaRPr>
          </a:p>
        </p:txBody>
      </p:sp>
      <p:sp>
        <p:nvSpPr>
          <p:cNvPr id="58371" name="Line 2">
            <a:extLst>
              <a:ext uri="{FF2B5EF4-FFF2-40B4-BE49-F238E27FC236}">
                <a16:creationId xmlns:a16="http://schemas.microsoft.com/office/drawing/2014/main" id="{B107F794-C2E0-A784-A498-84534B79E20C}"/>
              </a:ext>
            </a:extLst>
          </p:cNvPr>
          <p:cNvSpPr>
            <a:spLocks noChangeShapeType="1"/>
          </p:cNvSpPr>
          <p:nvPr/>
        </p:nvSpPr>
        <p:spPr bwMode="auto">
          <a:xfrm>
            <a:off x="152400" y="152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72" name="Line 3">
            <a:extLst>
              <a:ext uri="{FF2B5EF4-FFF2-40B4-BE49-F238E27FC236}">
                <a16:creationId xmlns:a16="http://schemas.microsoft.com/office/drawing/2014/main" id="{A3EAAE22-823C-1C74-7191-D75E6BE14574}"/>
              </a:ext>
            </a:extLst>
          </p:cNvPr>
          <p:cNvSpPr>
            <a:spLocks noChangeShapeType="1"/>
          </p:cNvSpPr>
          <p:nvPr/>
        </p:nvSpPr>
        <p:spPr bwMode="auto">
          <a:xfrm>
            <a:off x="152400" y="990600"/>
            <a:ext cx="8763000" cy="0"/>
          </a:xfrm>
          <a:prstGeom prst="line">
            <a:avLst/>
          </a:prstGeom>
          <a:noFill/>
          <a:ln w="1905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73" name="Text Box 4">
            <a:extLst>
              <a:ext uri="{FF2B5EF4-FFF2-40B4-BE49-F238E27FC236}">
                <a16:creationId xmlns:a16="http://schemas.microsoft.com/office/drawing/2014/main" id="{A7947E24-F35E-2E51-FBB4-49F7BE242BD9}"/>
              </a:ext>
            </a:extLst>
          </p:cNvPr>
          <p:cNvSpPr txBox="1">
            <a:spLocks noChangeArrowheads="1"/>
          </p:cNvSpPr>
          <p:nvPr/>
        </p:nvSpPr>
        <p:spPr bwMode="auto">
          <a:xfrm>
            <a:off x="304800" y="381000"/>
            <a:ext cx="741838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400" i="0" baseline="0">
                <a:solidFill>
                  <a:schemeClr val="folHlink"/>
                </a:solidFill>
                <a:ea typeface="宋体" panose="02010600030101010101" pitchFamily="2" charset="-122"/>
              </a:rPr>
              <a:t>Figure 12.29  </a:t>
            </a:r>
            <a:r>
              <a:rPr lang="en-US" altLang="zh-CN" sz="2000" baseline="0">
                <a:ea typeface="宋体" panose="02010600030101010101" pitchFamily="2" charset="-122"/>
              </a:rPr>
              <a:t>General rule and examples of creating Walsh tables</a:t>
            </a:r>
          </a:p>
          <a:p>
            <a:endParaRPr lang="en-US" altLang="zh-CN" sz="2000" baseline="0">
              <a:ea typeface="宋体" panose="02010600030101010101" pitchFamily="2" charset="-122"/>
            </a:endParaRPr>
          </a:p>
          <a:p>
            <a:r>
              <a:rPr lang="zh-CN" altLang="en-US" sz="2000" baseline="0">
                <a:ea typeface="宋体" panose="02010600030101010101" pitchFamily="2" charset="-122"/>
              </a:rPr>
              <a:t>后面的超出范围，不讲</a:t>
            </a:r>
            <a:endParaRPr lang="en-US" altLang="zh-CN" sz="2000" baseline="0">
              <a:ea typeface="宋体" panose="02010600030101010101" pitchFamily="2" charset="-122"/>
            </a:endParaRPr>
          </a:p>
        </p:txBody>
      </p:sp>
      <p:sp>
        <p:nvSpPr>
          <p:cNvPr id="58374" name="Line 5">
            <a:extLst>
              <a:ext uri="{FF2B5EF4-FFF2-40B4-BE49-F238E27FC236}">
                <a16:creationId xmlns:a16="http://schemas.microsoft.com/office/drawing/2014/main" id="{15648642-1366-0854-54B4-1191D3AE42C2}"/>
              </a:ext>
            </a:extLst>
          </p:cNvPr>
          <p:cNvSpPr>
            <a:spLocks noChangeShapeType="1"/>
          </p:cNvSpPr>
          <p:nvPr/>
        </p:nvSpPr>
        <p:spPr bwMode="auto">
          <a:xfrm>
            <a:off x="152400" y="6248400"/>
            <a:ext cx="8763000" cy="0"/>
          </a:xfrm>
          <a:prstGeom prst="line">
            <a:avLst/>
          </a:prstGeom>
          <a:noFill/>
          <a:ln w="76200">
            <a:solidFill>
              <a:schemeClr val="hlink"/>
            </a:solidFill>
            <a:round/>
            <a:headEnd/>
            <a:tailEnd/>
          </a:ln>
          <a:extLst>
            <a:ext uri="{909E8E84-426E-40DD-AFC4-6F175D3DCCD1}">
              <a14:hiddenFill xmlns:a14="http://schemas.microsoft.com/office/drawing/2010/main">
                <a:noFill/>
              </a14:hiddenFill>
            </a:ext>
          </a:extLst>
        </p:spPr>
        <p:txBody>
          <a:bodyPr/>
          <a:lstStyle/>
          <a:p>
            <a:endParaRPr lang="zh-CN" altLang="en-US"/>
          </a:p>
        </p:txBody>
      </p:sp>
      <p:pic>
        <p:nvPicPr>
          <p:cNvPr id="58375" name="Picture 7">
            <a:extLst>
              <a:ext uri="{FF2B5EF4-FFF2-40B4-BE49-F238E27FC236}">
                <a16:creationId xmlns:a16="http://schemas.microsoft.com/office/drawing/2014/main" id="{74AF59B2-EF29-E8A7-7EF9-B9EBD6517C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4750" y="1417638"/>
            <a:ext cx="598805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1">
            <a:extLst>
              <a:ext uri="{FF2B5EF4-FFF2-40B4-BE49-F238E27FC236}">
                <a16:creationId xmlns:a16="http://schemas.microsoft.com/office/drawing/2014/main" id="{AEF7FF8B-8D06-873F-9126-20FFAB4658D2}"/>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15DC3D01-B461-42ED-98C2-B38F790C2D61}" type="slidenum">
              <a:rPr lang="en-US" altLang="zh-CN" sz="2000" i="0" baseline="0">
                <a:solidFill>
                  <a:schemeClr val="bg2"/>
                </a:solidFill>
                <a:latin typeface="Arial" panose="020B0604020202020204" pitchFamily="34" charset="0"/>
              </a:rPr>
              <a:pPr/>
              <a:t>56</a:t>
            </a:fld>
            <a:endParaRPr lang="en-US" altLang="zh-CN" sz="2000" i="0" baseline="0">
              <a:solidFill>
                <a:schemeClr val="bg2"/>
              </a:solidFill>
              <a:latin typeface="Arial" panose="020B0604020202020204" pitchFamily="34" charset="0"/>
            </a:endParaRPr>
          </a:p>
        </p:txBody>
      </p:sp>
      <p:sp>
        <p:nvSpPr>
          <p:cNvPr id="59395" name="Rectangle 2">
            <a:extLst>
              <a:ext uri="{FF2B5EF4-FFF2-40B4-BE49-F238E27FC236}">
                <a16:creationId xmlns:a16="http://schemas.microsoft.com/office/drawing/2014/main" id="{3CEA233D-49C0-4C39-1671-ED9677AD30C1}"/>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9396" name="Rectangle 3">
            <a:extLst>
              <a:ext uri="{FF2B5EF4-FFF2-40B4-BE49-F238E27FC236}">
                <a16:creationId xmlns:a16="http://schemas.microsoft.com/office/drawing/2014/main" id="{00D29076-8FF7-DD0F-974C-54B89FB3ED21}"/>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9397" name="Rectangle 4">
            <a:extLst>
              <a:ext uri="{FF2B5EF4-FFF2-40B4-BE49-F238E27FC236}">
                <a16:creationId xmlns:a16="http://schemas.microsoft.com/office/drawing/2014/main" id="{054D8985-A856-D508-3919-04FC60B737AB}"/>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9398" name="Rectangle 5">
            <a:extLst>
              <a:ext uri="{FF2B5EF4-FFF2-40B4-BE49-F238E27FC236}">
                <a16:creationId xmlns:a16="http://schemas.microsoft.com/office/drawing/2014/main" id="{0492CB97-E5DC-3B23-F75E-19844267463A}"/>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9399" name="Rectangle 6">
            <a:extLst>
              <a:ext uri="{FF2B5EF4-FFF2-40B4-BE49-F238E27FC236}">
                <a16:creationId xmlns:a16="http://schemas.microsoft.com/office/drawing/2014/main" id="{492004F1-325E-6AFC-8426-1D04CF08A0B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9400" name="Rectangle 7">
            <a:extLst>
              <a:ext uri="{FF2B5EF4-FFF2-40B4-BE49-F238E27FC236}">
                <a16:creationId xmlns:a16="http://schemas.microsoft.com/office/drawing/2014/main" id="{5D78CF67-C154-0DBE-E1DA-37109E0324EF}"/>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9401" name="Rectangle 8">
            <a:extLst>
              <a:ext uri="{FF2B5EF4-FFF2-40B4-BE49-F238E27FC236}">
                <a16:creationId xmlns:a16="http://schemas.microsoft.com/office/drawing/2014/main" id="{2E832534-4139-7EAB-8D02-4FF2A848C950}"/>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59402" name="Line 9">
            <a:extLst>
              <a:ext uri="{FF2B5EF4-FFF2-40B4-BE49-F238E27FC236}">
                <a16:creationId xmlns:a16="http://schemas.microsoft.com/office/drawing/2014/main" id="{70C88A0E-D5F4-0EDC-7E94-A9EF48572212}"/>
              </a:ext>
            </a:extLst>
          </p:cNvPr>
          <p:cNvSpPr>
            <a:spLocks noChangeShapeType="1"/>
          </p:cNvSpPr>
          <p:nvPr/>
        </p:nvSpPr>
        <p:spPr bwMode="auto">
          <a:xfrm>
            <a:off x="457200" y="26670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3" name="Line 10">
            <a:extLst>
              <a:ext uri="{FF2B5EF4-FFF2-40B4-BE49-F238E27FC236}">
                <a16:creationId xmlns:a16="http://schemas.microsoft.com/office/drawing/2014/main" id="{64C10B81-8409-DEA6-90F9-96470D80892A}"/>
              </a:ext>
            </a:extLst>
          </p:cNvPr>
          <p:cNvSpPr>
            <a:spLocks noChangeShapeType="1"/>
          </p:cNvSpPr>
          <p:nvPr/>
        </p:nvSpPr>
        <p:spPr bwMode="auto">
          <a:xfrm>
            <a:off x="515938" y="3898900"/>
            <a:ext cx="8153400" cy="0"/>
          </a:xfrm>
          <a:prstGeom prst="line">
            <a:avLst/>
          </a:prstGeom>
          <a:noFill/>
          <a:ln w="76200">
            <a:solidFill>
              <a:srgbClr val="0099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4" name="Rectangle 11">
            <a:extLst>
              <a:ext uri="{FF2B5EF4-FFF2-40B4-BE49-F238E27FC236}">
                <a16:creationId xmlns:a16="http://schemas.microsoft.com/office/drawing/2014/main" id="{9A232B9D-639E-B198-5254-0479BCA9BE15}"/>
              </a:ext>
            </a:extLst>
          </p:cNvPr>
          <p:cNvSpPr>
            <a:spLocks noChangeArrowheads="1"/>
          </p:cNvSpPr>
          <p:nvPr/>
        </p:nvSpPr>
        <p:spPr bwMode="auto">
          <a:xfrm>
            <a:off x="495300" y="2759075"/>
            <a:ext cx="8077200" cy="1066800"/>
          </a:xfrm>
          <a:prstGeom prst="rect">
            <a:avLst/>
          </a:prstGeom>
          <a:solidFill>
            <a:srgbClr val="99FF33"/>
          </a:solidFill>
          <a:ln>
            <a:noFill/>
          </a:ln>
          <a:extLst>
            <a:ext uri="{91240B29-F687-4F45-9708-019B960494DF}">
              <a14:hiddenLine xmlns:a14="http://schemas.microsoft.com/office/drawing/2010/main" w="76200" algn="ctr">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a:r>
              <a:rPr lang="en-US" altLang="zh-CN" sz="3200" i="0" baseline="0">
                <a:latin typeface="Arial" panose="020B0604020202020204" pitchFamily="34" charset="0"/>
                <a:ea typeface="宋体" panose="02010600030101010101" pitchFamily="2" charset="-122"/>
              </a:rPr>
              <a:t>The number of sequences in a Walsh table needs to be N = 2</a:t>
            </a:r>
            <a:r>
              <a:rPr lang="en-US" altLang="zh-CN" sz="3200" i="0" baseline="30000">
                <a:latin typeface="Arial" panose="020B0604020202020204" pitchFamily="34" charset="0"/>
                <a:ea typeface="宋体" panose="02010600030101010101" pitchFamily="2" charset="-122"/>
              </a:rPr>
              <a:t>m</a:t>
            </a:r>
            <a:r>
              <a:rPr lang="en-US" altLang="zh-CN" sz="3200" i="0" baseline="0">
                <a:latin typeface="Arial" panose="020B0604020202020204" pitchFamily="34" charset="0"/>
                <a:ea typeface="宋体" panose="02010600030101010101" pitchFamily="2" charset="-122"/>
              </a:rPr>
              <a:t>.</a:t>
            </a:r>
          </a:p>
        </p:txBody>
      </p:sp>
      <p:grpSp>
        <p:nvGrpSpPr>
          <p:cNvPr id="59405" name="Group 12">
            <a:extLst>
              <a:ext uri="{FF2B5EF4-FFF2-40B4-BE49-F238E27FC236}">
                <a16:creationId xmlns:a16="http://schemas.microsoft.com/office/drawing/2014/main" id="{7712B0F0-B2AB-E3F2-5660-355DC58DED6D}"/>
              </a:ext>
            </a:extLst>
          </p:cNvPr>
          <p:cNvGrpSpPr>
            <a:grpSpLocks/>
          </p:cNvGrpSpPr>
          <p:nvPr/>
        </p:nvGrpSpPr>
        <p:grpSpPr bwMode="auto">
          <a:xfrm>
            <a:off x="457200" y="1981200"/>
            <a:ext cx="1143000" cy="566738"/>
            <a:chOff x="1200" y="1248"/>
            <a:chExt cx="720" cy="357"/>
          </a:xfrm>
        </p:grpSpPr>
        <p:pic>
          <p:nvPicPr>
            <p:cNvPr id="59406" name="Picture 13">
              <a:extLst>
                <a:ext uri="{FF2B5EF4-FFF2-40B4-BE49-F238E27FC236}">
                  <a16:creationId xmlns:a16="http://schemas.microsoft.com/office/drawing/2014/main" id="{328EF361-FEC0-D1B8-77C6-0371CC9BB1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7" name="Text Box 14">
              <a:extLst>
                <a:ext uri="{FF2B5EF4-FFF2-40B4-BE49-F238E27FC236}">
                  <a16:creationId xmlns:a16="http://schemas.microsoft.com/office/drawing/2014/main" id="{E30838ED-CC64-CB37-4A54-E9639037BF6E}"/>
                </a:ext>
              </a:extLst>
            </p:cNvPr>
            <p:cNvSpPr txBox="1">
              <a:spLocks noChangeArrowheads="1"/>
            </p:cNvSpPr>
            <p:nvPr/>
          </p:nvSpPr>
          <p:spPr bwMode="auto">
            <a:xfrm>
              <a:off x="1284" y="1248"/>
              <a:ext cx="55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Note</a:t>
              </a:r>
            </a:p>
          </p:txBody>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1">
            <a:extLst>
              <a:ext uri="{FF2B5EF4-FFF2-40B4-BE49-F238E27FC236}">
                <a16:creationId xmlns:a16="http://schemas.microsoft.com/office/drawing/2014/main" id="{D9B7FD62-42E5-10F2-894A-0E30B0E3A9B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0611645D-4DFB-404F-9FDE-467827F7BBDD}" type="slidenum">
              <a:rPr lang="en-US" altLang="zh-CN" sz="2000" i="0" baseline="0">
                <a:solidFill>
                  <a:schemeClr val="bg2"/>
                </a:solidFill>
                <a:latin typeface="Arial" panose="020B0604020202020204" pitchFamily="34" charset="0"/>
              </a:rPr>
              <a:pPr/>
              <a:t>57</a:t>
            </a:fld>
            <a:endParaRPr lang="en-US" altLang="zh-CN" sz="2000" i="0" baseline="0">
              <a:solidFill>
                <a:schemeClr val="bg2"/>
              </a:solidFill>
              <a:latin typeface="Arial" panose="020B0604020202020204" pitchFamily="34" charset="0"/>
            </a:endParaRPr>
          </a:p>
        </p:txBody>
      </p:sp>
      <p:sp>
        <p:nvSpPr>
          <p:cNvPr id="60419" name="Rectangle 2">
            <a:extLst>
              <a:ext uri="{FF2B5EF4-FFF2-40B4-BE49-F238E27FC236}">
                <a16:creationId xmlns:a16="http://schemas.microsoft.com/office/drawing/2014/main" id="{C2695208-91F3-D6DB-B99C-9AB3BE285955}"/>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0420" name="Rectangle 3">
            <a:extLst>
              <a:ext uri="{FF2B5EF4-FFF2-40B4-BE49-F238E27FC236}">
                <a16:creationId xmlns:a16="http://schemas.microsoft.com/office/drawing/2014/main" id="{743AA249-05E7-7928-2FC1-5E251B1CE4F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0421" name="Rectangle 4">
            <a:extLst>
              <a:ext uri="{FF2B5EF4-FFF2-40B4-BE49-F238E27FC236}">
                <a16:creationId xmlns:a16="http://schemas.microsoft.com/office/drawing/2014/main" id="{0771EF49-E0E0-22EF-1617-62C371C633B6}"/>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0422" name="Rectangle 5">
            <a:extLst>
              <a:ext uri="{FF2B5EF4-FFF2-40B4-BE49-F238E27FC236}">
                <a16:creationId xmlns:a16="http://schemas.microsoft.com/office/drawing/2014/main" id="{DD0C0013-F3E9-4A4A-5C50-0A78F943B9FF}"/>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0423" name="Rectangle 6">
            <a:extLst>
              <a:ext uri="{FF2B5EF4-FFF2-40B4-BE49-F238E27FC236}">
                <a16:creationId xmlns:a16="http://schemas.microsoft.com/office/drawing/2014/main" id="{674CD9F9-6F0A-CD89-295E-15BA59B36B1E}"/>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0424" name="Rectangle 7">
            <a:extLst>
              <a:ext uri="{FF2B5EF4-FFF2-40B4-BE49-F238E27FC236}">
                <a16:creationId xmlns:a16="http://schemas.microsoft.com/office/drawing/2014/main" id="{8EF01760-7135-D6E9-9AA7-C60F46152E36}"/>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0425" name="Rectangle 8">
            <a:extLst>
              <a:ext uri="{FF2B5EF4-FFF2-40B4-BE49-F238E27FC236}">
                <a16:creationId xmlns:a16="http://schemas.microsoft.com/office/drawing/2014/main" id="{B7BDCE7D-0C9B-3881-A9FF-93913AC46316}"/>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0426" name="Rectangle 9">
            <a:extLst>
              <a:ext uri="{FF2B5EF4-FFF2-40B4-BE49-F238E27FC236}">
                <a16:creationId xmlns:a16="http://schemas.microsoft.com/office/drawing/2014/main" id="{1BE6DE94-0035-114F-5E03-602B69CD0DB5}"/>
              </a:ext>
            </a:extLst>
          </p:cNvPr>
          <p:cNvSpPr>
            <a:spLocks noChangeArrowheads="1"/>
          </p:cNvSpPr>
          <p:nvPr/>
        </p:nvSpPr>
        <p:spPr bwMode="auto">
          <a:xfrm>
            <a:off x="228600" y="1143000"/>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baseline="0">
                <a:ea typeface="宋体" panose="02010600030101010101" pitchFamily="2" charset="-122"/>
              </a:rPr>
              <a:t>Find the chips for a network with</a:t>
            </a:r>
          </a:p>
          <a:p>
            <a:pPr algn="just"/>
            <a:r>
              <a:rPr lang="en-US" altLang="zh-CN" baseline="0">
                <a:solidFill>
                  <a:schemeClr val="hlink"/>
                </a:solidFill>
                <a:ea typeface="宋体" panose="02010600030101010101" pitchFamily="2" charset="-122"/>
              </a:rPr>
              <a:t>a.</a:t>
            </a:r>
            <a:r>
              <a:rPr lang="en-US" altLang="zh-CN" baseline="0">
                <a:ea typeface="宋体" panose="02010600030101010101" pitchFamily="2" charset="-122"/>
              </a:rPr>
              <a:t> Two stations           </a:t>
            </a:r>
            <a:r>
              <a:rPr lang="en-US" altLang="zh-CN" baseline="0">
                <a:solidFill>
                  <a:schemeClr val="hlink"/>
                </a:solidFill>
                <a:ea typeface="宋体" panose="02010600030101010101" pitchFamily="2" charset="-122"/>
              </a:rPr>
              <a:t>b.</a:t>
            </a:r>
            <a:r>
              <a:rPr lang="en-US" altLang="zh-CN" baseline="0">
                <a:ea typeface="宋体" panose="02010600030101010101" pitchFamily="2" charset="-122"/>
              </a:rPr>
              <a:t> Four stations</a:t>
            </a:r>
          </a:p>
        </p:txBody>
      </p:sp>
      <p:sp>
        <p:nvSpPr>
          <p:cNvPr id="60427" name="Text Box 11">
            <a:extLst>
              <a:ext uri="{FF2B5EF4-FFF2-40B4-BE49-F238E27FC236}">
                <a16:creationId xmlns:a16="http://schemas.microsoft.com/office/drawing/2014/main" id="{4F97C8FA-EAFA-14DB-5D46-20746EEEB29F}"/>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baseline="0">
                <a:solidFill>
                  <a:schemeClr val="hlink"/>
                </a:solidFill>
                <a:ea typeface="宋体" panose="02010600030101010101" pitchFamily="2" charset="-122"/>
              </a:rPr>
              <a:t>Example 12.6</a:t>
            </a:r>
          </a:p>
        </p:txBody>
      </p:sp>
      <p:sp>
        <p:nvSpPr>
          <p:cNvPr id="60428" name="Rectangle 12">
            <a:extLst>
              <a:ext uri="{FF2B5EF4-FFF2-40B4-BE49-F238E27FC236}">
                <a16:creationId xmlns:a16="http://schemas.microsoft.com/office/drawing/2014/main" id="{ED5D77AA-2BD4-BA25-FF28-3305F64F28D7}"/>
              </a:ext>
            </a:extLst>
          </p:cNvPr>
          <p:cNvSpPr>
            <a:spLocks noChangeArrowheads="1"/>
          </p:cNvSpPr>
          <p:nvPr/>
        </p:nvSpPr>
        <p:spPr bwMode="auto">
          <a:xfrm>
            <a:off x="228600" y="2438400"/>
            <a:ext cx="8686800" cy="35083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baseline="0">
                <a:solidFill>
                  <a:schemeClr val="hlink"/>
                </a:solidFill>
                <a:ea typeface="宋体" panose="02010600030101010101" pitchFamily="2" charset="-122"/>
              </a:rPr>
              <a:t>Solution</a:t>
            </a:r>
          </a:p>
          <a:p>
            <a:r>
              <a:rPr lang="en-US" altLang="zh-CN" baseline="0">
                <a:ea typeface="宋体" panose="02010600030101010101" pitchFamily="2" charset="-122"/>
              </a:rPr>
              <a:t>We can use the rows of W</a:t>
            </a:r>
            <a:r>
              <a:rPr lang="en-US" altLang="zh-CN">
                <a:ea typeface="宋体" panose="02010600030101010101" pitchFamily="2" charset="-122"/>
              </a:rPr>
              <a:t>2</a:t>
            </a:r>
            <a:r>
              <a:rPr lang="en-US" altLang="zh-CN" baseline="0">
                <a:ea typeface="宋体" panose="02010600030101010101" pitchFamily="2" charset="-122"/>
              </a:rPr>
              <a:t> and W</a:t>
            </a:r>
            <a:r>
              <a:rPr lang="en-US" altLang="zh-CN">
                <a:ea typeface="宋体" panose="02010600030101010101" pitchFamily="2" charset="-122"/>
              </a:rPr>
              <a:t>4</a:t>
            </a:r>
            <a:r>
              <a:rPr lang="en-US" altLang="zh-CN" baseline="0">
                <a:ea typeface="宋体" panose="02010600030101010101" pitchFamily="2" charset="-122"/>
              </a:rPr>
              <a:t> in Figure 12.29:</a:t>
            </a:r>
          </a:p>
          <a:p>
            <a:r>
              <a:rPr lang="en-US" altLang="zh-CN" baseline="0">
                <a:solidFill>
                  <a:schemeClr val="hlink"/>
                </a:solidFill>
                <a:ea typeface="宋体" panose="02010600030101010101" pitchFamily="2" charset="-122"/>
              </a:rPr>
              <a:t>a.</a:t>
            </a:r>
            <a:r>
              <a:rPr lang="en-US" altLang="zh-CN" baseline="0">
                <a:ea typeface="宋体" panose="02010600030101010101" pitchFamily="2" charset="-122"/>
              </a:rPr>
              <a:t> For a two-station network, we have </a:t>
            </a:r>
            <a:br>
              <a:rPr lang="en-US" altLang="zh-CN" i="0" baseline="0">
                <a:ea typeface="宋体" panose="02010600030101010101" pitchFamily="2" charset="-122"/>
              </a:rPr>
            </a:br>
            <a:r>
              <a:rPr lang="en-US" altLang="zh-CN" i="0" baseline="0">
                <a:ea typeface="宋体" panose="02010600030101010101" pitchFamily="2" charset="-122"/>
              </a:rPr>
              <a:t>                           [+1 +1] and [+1 −1].</a:t>
            </a:r>
          </a:p>
          <a:p>
            <a:endParaRPr lang="en-US" altLang="zh-CN" i="0" baseline="0">
              <a:ea typeface="宋体" panose="02010600030101010101" pitchFamily="2" charset="-122"/>
            </a:endParaRPr>
          </a:p>
          <a:p>
            <a:r>
              <a:rPr lang="en-US" altLang="zh-CN" baseline="0">
                <a:solidFill>
                  <a:schemeClr val="hlink"/>
                </a:solidFill>
                <a:ea typeface="宋体" panose="02010600030101010101" pitchFamily="2" charset="-122"/>
              </a:rPr>
              <a:t>b</a:t>
            </a:r>
            <a:r>
              <a:rPr lang="en-US" altLang="zh-CN" baseline="0">
                <a:ea typeface="宋体" panose="02010600030101010101" pitchFamily="2" charset="-122"/>
              </a:rPr>
              <a:t>. For a four-station network we have </a:t>
            </a:r>
            <a:br>
              <a:rPr lang="en-US" altLang="zh-CN" baseline="0">
                <a:ea typeface="宋体" panose="02010600030101010101" pitchFamily="2" charset="-122"/>
              </a:rPr>
            </a:br>
            <a:r>
              <a:rPr lang="en-US" altLang="zh-CN" baseline="0">
                <a:ea typeface="宋体" panose="02010600030101010101" pitchFamily="2" charset="-122"/>
              </a:rPr>
              <a:t>                       </a:t>
            </a:r>
            <a:r>
              <a:rPr lang="en-US" altLang="zh-CN" i="0" baseline="0">
                <a:ea typeface="宋体" panose="02010600030101010101" pitchFamily="2" charset="-122"/>
              </a:rPr>
              <a:t>[+1 +1 +1 +1], [+1 −1 +1 −1], </a:t>
            </a:r>
            <a:br>
              <a:rPr lang="en-US" altLang="zh-CN" i="0" baseline="0">
                <a:ea typeface="宋体" panose="02010600030101010101" pitchFamily="2" charset="-122"/>
              </a:rPr>
            </a:br>
            <a:r>
              <a:rPr lang="en-US" altLang="zh-CN" i="0" baseline="0">
                <a:ea typeface="宋体" panose="02010600030101010101" pitchFamily="2" charset="-122"/>
              </a:rPr>
              <a:t>                 [+1 +1 −1 −1],</a:t>
            </a:r>
            <a:r>
              <a:rPr lang="en-US" altLang="zh-CN" baseline="0">
                <a:ea typeface="宋体" panose="02010600030101010101" pitchFamily="2" charset="-122"/>
              </a:rPr>
              <a:t>  and   </a:t>
            </a:r>
            <a:r>
              <a:rPr lang="en-US" altLang="zh-CN" i="0" baseline="0">
                <a:ea typeface="宋体" panose="02010600030101010101" pitchFamily="2" charset="-122"/>
              </a:rPr>
              <a:t>[+1 −1 −1 +1].</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1">
            <a:extLst>
              <a:ext uri="{FF2B5EF4-FFF2-40B4-BE49-F238E27FC236}">
                <a16:creationId xmlns:a16="http://schemas.microsoft.com/office/drawing/2014/main" id="{DD8E698E-6BC3-D70D-D87D-967724459568}"/>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04FF141C-19A9-48DA-812C-088731B9CE67}" type="slidenum">
              <a:rPr lang="en-US" altLang="zh-CN" sz="2000" i="0" baseline="0">
                <a:solidFill>
                  <a:schemeClr val="bg2"/>
                </a:solidFill>
                <a:latin typeface="Arial" panose="020B0604020202020204" pitchFamily="34" charset="0"/>
              </a:rPr>
              <a:pPr/>
              <a:t>58</a:t>
            </a:fld>
            <a:endParaRPr lang="en-US" altLang="zh-CN" sz="2000" i="0" baseline="0">
              <a:solidFill>
                <a:schemeClr val="bg2"/>
              </a:solidFill>
              <a:latin typeface="Arial" panose="020B0604020202020204" pitchFamily="34" charset="0"/>
            </a:endParaRPr>
          </a:p>
        </p:txBody>
      </p:sp>
      <p:sp>
        <p:nvSpPr>
          <p:cNvPr id="61443" name="Rectangle 2">
            <a:extLst>
              <a:ext uri="{FF2B5EF4-FFF2-40B4-BE49-F238E27FC236}">
                <a16:creationId xmlns:a16="http://schemas.microsoft.com/office/drawing/2014/main" id="{E0E24072-8E48-5CB0-2EE0-B2123E7C5139}"/>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1444" name="Rectangle 3">
            <a:extLst>
              <a:ext uri="{FF2B5EF4-FFF2-40B4-BE49-F238E27FC236}">
                <a16:creationId xmlns:a16="http://schemas.microsoft.com/office/drawing/2014/main" id="{8D43FB47-1C31-03F4-3325-E6E1B1C055C7}"/>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1445" name="Rectangle 4">
            <a:extLst>
              <a:ext uri="{FF2B5EF4-FFF2-40B4-BE49-F238E27FC236}">
                <a16:creationId xmlns:a16="http://schemas.microsoft.com/office/drawing/2014/main" id="{600859A6-454F-2FB9-756B-FD0FFE990032}"/>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1446" name="Rectangle 5">
            <a:extLst>
              <a:ext uri="{FF2B5EF4-FFF2-40B4-BE49-F238E27FC236}">
                <a16:creationId xmlns:a16="http://schemas.microsoft.com/office/drawing/2014/main" id="{22AA1982-662F-F0E5-05D2-B97A94F0683C}"/>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1447" name="Rectangle 6">
            <a:extLst>
              <a:ext uri="{FF2B5EF4-FFF2-40B4-BE49-F238E27FC236}">
                <a16:creationId xmlns:a16="http://schemas.microsoft.com/office/drawing/2014/main" id="{74D314F2-6D7D-43F2-E1D9-CB6499746991}"/>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1448" name="Rectangle 7">
            <a:extLst>
              <a:ext uri="{FF2B5EF4-FFF2-40B4-BE49-F238E27FC236}">
                <a16:creationId xmlns:a16="http://schemas.microsoft.com/office/drawing/2014/main" id="{8E6BD7CF-0640-1630-C58E-E7C68F6C1368}"/>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1449" name="Rectangle 8">
            <a:extLst>
              <a:ext uri="{FF2B5EF4-FFF2-40B4-BE49-F238E27FC236}">
                <a16:creationId xmlns:a16="http://schemas.microsoft.com/office/drawing/2014/main" id="{FB667B2D-5470-3D29-284D-D6388985A99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1450" name="Rectangle 9">
            <a:extLst>
              <a:ext uri="{FF2B5EF4-FFF2-40B4-BE49-F238E27FC236}">
                <a16:creationId xmlns:a16="http://schemas.microsoft.com/office/drawing/2014/main" id="{D58F76C4-DDB2-C474-A1A5-BFC110BE347F}"/>
              </a:ext>
            </a:extLst>
          </p:cNvPr>
          <p:cNvSpPr>
            <a:spLocks noChangeArrowheads="1"/>
          </p:cNvSpPr>
          <p:nvPr/>
        </p:nvSpPr>
        <p:spPr bwMode="auto">
          <a:xfrm>
            <a:off x="228600" y="1143000"/>
            <a:ext cx="8686800" cy="9461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baseline="0">
                <a:ea typeface="宋体" panose="02010600030101010101" pitchFamily="2" charset="-122"/>
              </a:rPr>
              <a:t>What is the number of sequences if we have 90 stations in our network?</a:t>
            </a:r>
          </a:p>
        </p:txBody>
      </p:sp>
      <p:sp>
        <p:nvSpPr>
          <p:cNvPr id="61451" name="Text Box 10">
            <a:extLst>
              <a:ext uri="{FF2B5EF4-FFF2-40B4-BE49-F238E27FC236}">
                <a16:creationId xmlns:a16="http://schemas.microsoft.com/office/drawing/2014/main" id="{55CDF854-0790-4E57-D736-D113B42E5984}"/>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baseline="0">
                <a:solidFill>
                  <a:schemeClr val="hlink"/>
                </a:solidFill>
                <a:ea typeface="宋体" panose="02010600030101010101" pitchFamily="2" charset="-122"/>
              </a:rPr>
              <a:t>Example 12.7</a:t>
            </a:r>
          </a:p>
        </p:txBody>
      </p:sp>
      <p:sp>
        <p:nvSpPr>
          <p:cNvPr id="61452" name="Rectangle 11">
            <a:extLst>
              <a:ext uri="{FF2B5EF4-FFF2-40B4-BE49-F238E27FC236}">
                <a16:creationId xmlns:a16="http://schemas.microsoft.com/office/drawing/2014/main" id="{3C259E02-9144-F40A-4FFC-FD9AB8785037}"/>
              </a:ext>
            </a:extLst>
          </p:cNvPr>
          <p:cNvSpPr>
            <a:spLocks noChangeArrowheads="1"/>
          </p:cNvSpPr>
          <p:nvPr/>
        </p:nvSpPr>
        <p:spPr bwMode="auto">
          <a:xfrm>
            <a:off x="152400" y="2438400"/>
            <a:ext cx="8686800" cy="180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baseline="0">
                <a:solidFill>
                  <a:schemeClr val="hlink"/>
                </a:solidFill>
                <a:ea typeface="宋体" panose="02010600030101010101" pitchFamily="2" charset="-122"/>
              </a:rPr>
              <a:t>Solution</a:t>
            </a:r>
          </a:p>
          <a:p>
            <a:pPr algn="just"/>
            <a:r>
              <a:rPr lang="en-US" altLang="zh-CN" baseline="0">
                <a:ea typeface="宋体" panose="02010600030101010101" pitchFamily="2" charset="-122"/>
              </a:rPr>
              <a:t>The number of sequences needs to be 2</a:t>
            </a:r>
            <a:r>
              <a:rPr lang="en-US" altLang="zh-CN" baseline="30000">
                <a:ea typeface="宋体" panose="02010600030101010101" pitchFamily="2" charset="-122"/>
              </a:rPr>
              <a:t>m</a:t>
            </a:r>
            <a:r>
              <a:rPr lang="en-US" altLang="zh-CN" baseline="0">
                <a:ea typeface="宋体" panose="02010600030101010101" pitchFamily="2" charset="-122"/>
              </a:rPr>
              <a:t>. We need to choose m = 7 and N = 2</a:t>
            </a:r>
            <a:r>
              <a:rPr lang="en-US" altLang="zh-CN" baseline="30000">
                <a:ea typeface="宋体" panose="02010600030101010101" pitchFamily="2" charset="-122"/>
              </a:rPr>
              <a:t>7</a:t>
            </a:r>
            <a:r>
              <a:rPr lang="en-US" altLang="zh-CN" baseline="0">
                <a:ea typeface="宋体" panose="02010600030101010101" pitchFamily="2" charset="-122"/>
              </a:rPr>
              <a:t> or 128. We can then use 90 </a:t>
            </a:r>
            <a:br>
              <a:rPr lang="en-US" altLang="zh-CN" baseline="0">
                <a:ea typeface="宋体" panose="02010600030101010101" pitchFamily="2" charset="-122"/>
              </a:rPr>
            </a:br>
            <a:r>
              <a:rPr lang="en-US" altLang="zh-CN" baseline="0">
                <a:ea typeface="宋体" panose="02010600030101010101" pitchFamily="2" charset="-122"/>
              </a:rPr>
              <a:t>of the sequences as the chips.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1">
            <a:extLst>
              <a:ext uri="{FF2B5EF4-FFF2-40B4-BE49-F238E27FC236}">
                <a16:creationId xmlns:a16="http://schemas.microsoft.com/office/drawing/2014/main" id="{483B0B26-37E0-CF0A-B3C9-12E4D8113DE9}"/>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037F7F03-55B1-4683-9349-72FE6DECC35C}" type="slidenum">
              <a:rPr lang="en-US" altLang="zh-CN" sz="2000" i="0" baseline="0">
                <a:solidFill>
                  <a:schemeClr val="bg2"/>
                </a:solidFill>
                <a:latin typeface="Arial" panose="020B0604020202020204" pitchFamily="34" charset="0"/>
              </a:rPr>
              <a:pPr/>
              <a:t>59</a:t>
            </a:fld>
            <a:endParaRPr lang="en-US" altLang="zh-CN" sz="2000" i="0" baseline="0">
              <a:solidFill>
                <a:schemeClr val="bg2"/>
              </a:solidFill>
              <a:latin typeface="Arial" panose="020B0604020202020204" pitchFamily="34" charset="0"/>
            </a:endParaRPr>
          </a:p>
        </p:txBody>
      </p:sp>
      <p:sp>
        <p:nvSpPr>
          <p:cNvPr id="62467" name="Rectangle 2">
            <a:extLst>
              <a:ext uri="{FF2B5EF4-FFF2-40B4-BE49-F238E27FC236}">
                <a16:creationId xmlns:a16="http://schemas.microsoft.com/office/drawing/2014/main" id="{3C4929CF-BC33-6451-CFFE-87FDF4F346AF}"/>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2468" name="Rectangle 3">
            <a:extLst>
              <a:ext uri="{FF2B5EF4-FFF2-40B4-BE49-F238E27FC236}">
                <a16:creationId xmlns:a16="http://schemas.microsoft.com/office/drawing/2014/main" id="{9E9B9129-704E-3A71-3B9C-A106AFA8911A}"/>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2469" name="Rectangle 4">
            <a:extLst>
              <a:ext uri="{FF2B5EF4-FFF2-40B4-BE49-F238E27FC236}">
                <a16:creationId xmlns:a16="http://schemas.microsoft.com/office/drawing/2014/main" id="{8EAFAF95-D63F-5FBA-EF3A-276633EC229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2470" name="Rectangle 5">
            <a:extLst>
              <a:ext uri="{FF2B5EF4-FFF2-40B4-BE49-F238E27FC236}">
                <a16:creationId xmlns:a16="http://schemas.microsoft.com/office/drawing/2014/main" id="{E4091729-26A2-0467-9329-31C5AAA75DBB}"/>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2471" name="Rectangle 6">
            <a:extLst>
              <a:ext uri="{FF2B5EF4-FFF2-40B4-BE49-F238E27FC236}">
                <a16:creationId xmlns:a16="http://schemas.microsoft.com/office/drawing/2014/main" id="{74B7E3B7-77F4-3E10-BE50-ED95F7B6C6D2}"/>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2472" name="Rectangle 7">
            <a:extLst>
              <a:ext uri="{FF2B5EF4-FFF2-40B4-BE49-F238E27FC236}">
                <a16:creationId xmlns:a16="http://schemas.microsoft.com/office/drawing/2014/main" id="{32147AC3-DADB-1682-3A2F-37E0A738A96B}"/>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2473" name="Rectangle 8">
            <a:extLst>
              <a:ext uri="{FF2B5EF4-FFF2-40B4-BE49-F238E27FC236}">
                <a16:creationId xmlns:a16="http://schemas.microsoft.com/office/drawing/2014/main" id="{26C68EDD-1485-989E-34B0-FD5AF184C4CB}"/>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2474" name="Rectangle 9">
            <a:extLst>
              <a:ext uri="{FF2B5EF4-FFF2-40B4-BE49-F238E27FC236}">
                <a16:creationId xmlns:a16="http://schemas.microsoft.com/office/drawing/2014/main" id="{97BBB553-3B4A-6263-9D30-100F62160616}"/>
              </a:ext>
            </a:extLst>
          </p:cNvPr>
          <p:cNvSpPr>
            <a:spLocks noChangeArrowheads="1"/>
          </p:cNvSpPr>
          <p:nvPr/>
        </p:nvSpPr>
        <p:spPr bwMode="auto">
          <a:xfrm>
            <a:off x="228600" y="1143000"/>
            <a:ext cx="8686800" cy="1800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baseline="0">
                <a:ea typeface="宋体" panose="02010600030101010101" pitchFamily="2" charset="-122"/>
              </a:rPr>
              <a:t>Prove that a receiving station can get the data sent by a specific sender if it multiplies the entire data on the channel by the sender’s chip code and then divides it by the number of stations.</a:t>
            </a:r>
          </a:p>
        </p:txBody>
      </p:sp>
      <p:sp>
        <p:nvSpPr>
          <p:cNvPr id="62475" name="Text Box 10">
            <a:extLst>
              <a:ext uri="{FF2B5EF4-FFF2-40B4-BE49-F238E27FC236}">
                <a16:creationId xmlns:a16="http://schemas.microsoft.com/office/drawing/2014/main" id="{965A7ECF-006C-89CD-E6FD-BA89A653ADA0}"/>
              </a:ext>
            </a:extLst>
          </p:cNvPr>
          <p:cNvSpPr txBox="1">
            <a:spLocks noChangeArrowheads="1"/>
          </p:cNvSpPr>
          <p:nvPr/>
        </p:nvSpPr>
        <p:spPr bwMode="auto">
          <a:xfrm>
            <a:off x="1143000" y="0"/>
            <a:ext cx="24876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baseline="0">
                <a:solidFill>
                  <a:schemeClr val="hlink"/>
                </a:solidFill>
                <a:ea typeface="宋体" panose="02010600030101010101" pitchFamily="2" charset="-122"/>
              </a:rPr>
              <a:t>Example 12.8</a:t>
            </a:r>
          </a:p>
        </p:txBody>
      </p:sp>
      <p:sp>
        <p:nvSpPr>
          <p:cNvPr id="62476" name="Rectangle 11">
            <a:extLst>
              <a:ext uri="{FF2B5EF4-FFF2-40B4-BE49-F238E27FC236}">
                <a16:creationId xmlns:a16="http://schemas.microsoft.com/office/drawing/2014/main" id="{185C4A3C-2FB8-8619-C6CF-CEEC0B363158}"/>
              </a:ext>
            </a:extLst>
          </p:cNvPr>
          <p:cNvSpPr>
            <a:spLocks noChangeArrowheads="1"/>
          </p:cNvSpPr>
          <p:nvPr/>
        </p:nvSpPr>
        <p:spPr bwMode="auto">
          <a:xfrm>
            <a:off x="228600" y="3200400"/>
            <a:ext cx="8686800" cy="30813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baseline="0">
                <a:solidFill>
                  <a:schemeClr val="hlink"/>
                </a:solidFill>
                <a:ea typeface="宋体" panose="02010600030101010101" pitchFamily="2" charset="-122"/>
              </a:rPr>
              <a:t>Solution</a:t>
            </a:r>
          </a:p>
          <a:p>
            <a:pPr algn="just"/>
            <a:r>
              <a:rPr lang="en-US" altLang="zh-CN" baseline="0">
                <a:ea typeface="宋体" panose="02010600030101010101" pitchFamily="2" charset="-122"/>
              </a:rPr>
              <a:t>Let us prove this for the first station, using our previous four-station example. We can say that the data on the channel </a:t>
            </a:r>
            <a:br>
              <a:rPr lang="en-US" altLang="zh-CN" baseline="0">
                <a:ea typeface="宋体" panose="02010600030101010101" pitchFamily="2" charset="-122"/>
              </a:rPr>
            </a:br>
            <a:r>
              <a:rPr lang="en-US" altLang="zh-CN" baseline="0">
                <a:ea typeface="宋体" panose="02010600030101010101" pitchFamily="2" charset="-122"/>
              </a:rPr>
              <a:t>      D = (d</a:t>
            </a:r>
            <a:r>
              <a:rPr lang="en-US" altLang="zh-CN">
                <a:ea typeface="宋体" panose="02010600030101010101" pitchFamily="2" charset="-122"/>
              </a:rPr>
              <a:t>1</a:t>
            </a:r>
            <a:r>
              <a:rPr lang="en-US" altLang="zh-CN" baseline="0">
                <a:ea typeface="宋体" panose="02010600030101010101" pitchFamily="2" charset="-122"/>
              </a:rPr>
              <a:t> ⋅ c</a:t>
            </a:r>
            <a:r>
              <a:rPr lang="en-US" altLang="zh-CN">
                <a:ea typeface="宋体" panose="02010600030101010101" pitchFamily="2" charset="-122"/>
              </a:rPr>
              <a:t>1</a:t>
            </a:r>
            <a:r>
              <a:rPr lang="en-US" altLang="zh-CN" baseline="0">
                <a:ea typeface="宋体" panose="02010600030101010101" pitchFamily="2" charset="-122"/>
              </a:rPr>
              <a:t> + d</a:t>
            </a:r>
            <a:r>
              <a:rPr lang="en-US" altLang="zh-CN">
                <a:ea typeface="宋体" panose="02010600030101010101" pitchFamily="2" charset="-122"/>
              </a:rPr>
              <a:t>2</a:t>
            </a:r>
            <a:r>
              <a:rPr lang="en-US" altLang="zh-CN" baseline="0">
                <a:ea typeface="宋体" panose="02010600030101010101" pitchFamily="2" charset="-122"/>
              </a:rPr>
              <a:t> ⋅ c</a:t>
            </a:r>
            <a:r>
              <a:rPr lang="en-US" altLang="zh-CN">
                <a:ea typeface="宋体" panose="02010600030101010101" pitchFamily="2" charset="-122"/>
              </a:rPr>
              <a:t>2</a:t>
            </a:r>
            <a:r>
              <a:rPr lang="en-US" altLang="zh-CN" baseline="0">
                <a:ea typeface="宋体" panose="02010600030101010101" pitchFamily="2" charset="-122"/>
              </a:rPr>
              <a:t> + d</a:t>
            </a:r>
            <a:r>
              <a:rPr lang="en-US" altLang="zh-CN">
                <a:ea typeface="宋体" panose="02010600030101010101" pitchFamily="2" charset="-122"/>
              </a:rPr>
              <a:t>3</a:t>
            </a:r>
            <a:r>
              <a:rPr lang="en-US" altLang="zh-CN" baseline="0">
                <a:ea typeface="宋体" panose="02010600030101010101" pitchFamily="2" charset="-122"/>
              </a:rPr>
              <a:t> ⋅ c</a:t>
            </a:r>
            <a:r>
              <a:rPr lang="en-US" altLang="zh-CN">
                <a:ea typeface="宋体" panose="02010600030101010101" pitchFamily="2" charset="-122"/>
              </a:rPr>
              <a:t>3</a:t>
            </a:r>
            <a:r>
              <a:rPr lang="en-US" altLang="zh-CN" baseline="0">
                <a:ea typeface="宋体" panose="02010600030101010101" pitchFamily="2" charset="-122"/>
              </a:rPr>
              <a:t> + d</a:t>
            </a:r>
            <a:r>
              <a:rPr lang="en-US" altLang="zh-CN">
                <a:ea typeface="宋体" panose="02010600030101010101" pitchFamily="2" charset="-122"/>
              </a:rPr>
              <a:t>4</a:t>
            </a:r>
            <a:r>
              <a:rPr lang="en-US" altLang="zh-CN" baseline="0">
                <a:ea typeface="宋体" panose="02010600030101010101" pitchFamily="2" charset="-122"/>
              </a:rPr>
              <a:t> ⋅ c</a:t>
            </a:r>
            <a:r>
              <a:rPr lang="en-US" altLang="zh-CN">
                <a:ea typeface="宋体" panose="02010600030101010101" pitchFamily="2" charset="-122"/>
              </a:rPr>
              <a:t>4</a:t>
            </a:r>
            <a:r>
              <a:rPr lang="en-US" altLang="zh-CN" baseline="0">
                <a:ea typeface="宋体" panose="02010600030101010101" pitchFamily="2" charset="-122"/>
              </a:rPr>
              <a:t>). </a:t>
            </a:r>
            <a:br>
              <a:rPr lang="en-US" altLang="zh-CN" baseline="0">
                <a:ea typeface="宋体" panose="02010600030101010101" pitchFamily="2" charset="-122"/>
              </a:rPr>
            </a:br>
            <a:r>
              <a:rPr lang="en-US" altLang="zh-CN" baseline="0">
                <a:ea typeface="宋体" panose="02010600030101010101" pitchFamily="2" charset="-122"/>
              </a:rPr>
              <a:t>The receiver which wants to get the data sent by station 1 multiplies these data by c</a:t>
            </a:r>
            <a:r>
              <a:rPr lang="en-US" altLang="zh-CN">
                <a:ea typeface="宋体" panose="02010600030101010101" pitchFamily="2" charset="-122"/>
              </a:rPr>
              <a:t>1</a:t>
            </a:r>
            <a:r>
              <a:rPr lang="en-US" altLang="zh-CN" baseline="0">
                <a:ea typeface="宋体" panose="02010600030101010101" pitchFamily="2" charset="-122"/>
              </a:rPr>
              <a:t>.</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1">
            <a:extLst>
              <a:ext uri="{FF2B5EF4-FFF2-40B4-BE49-F238E27FC236}">
                <a16:creationId xmlns:a16="http://schemas.microsoft.com/office/drawing/2014/main" id="{33B08F6A-E3F2-C27D-0B3E-51AC964CAEE5}"/>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999274C9-9948-4C27-AFF8-5FCB19514F7D}" type="slidenum">
              <a:rPr lang="en-US" altLang="zh-CN" sz="2000" i="0" baseline="0">
                <a:solidFill>
                  <a:schemeClr val="bg2"/>
                </a:solidFill>
                <a:latin typeface="Arial" panose="020B0604020202020204" pitchFamily="34" charset="0"/>
              </a:rPr>
              <a:pPr/>
              <a:t>60</a:t>
            </a:fld>
            <a:endParaRPr lang="en-US" altLang="zh-CN" sz="2000" i="0" baseline="0">
              <a:solidFill>
                <a:schemeClr val="bg2"/>
              </a:solidFill>
              <a:latin typeface="Arial" panose="020B0604020202020204" pitchFamily="34" charset="0"/>
            </a:endParaRPr>
          </a:p>
        </p:txBody>
      </p:sp>
      <p:sp>
        <p:nvSpPr>
          <p:cNvPr id="63491" name="Rectangle 2">
            <a:extLst>
              <a:ext uri="{FF2B5EF4-FFF2-40B4-BE49-F238E27FC236}">
                <a16:creationId xmlns:a16="http://schemas.microsoft.com/office/drawing/2014/main" id="{3DFC9634-3F51-3BF1-EA80-E71C32215DE8}"/>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3492" name="Rectangle 3">
            <a:extLst>
              <a:ext uri="{FF2B5EF4-FFF2-40B4-BE49-F238E27FC236}">
                <a16:creationId xmlns:a16="http://schemas.microsoft.com/office/drawing/2014/main" id="{1F80DF02-A84C-C758-AE56-8B703D28FE12}"/>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3493" name="Rectangle 4">
            <a:extLst>
              <a:ext uri="{FF2B5EF4-FFF2-40B4-BE49-F238E27FC236}">
                <a16:creationId xmlns:a16="http://schemas.microsoft.com/office/drawing/2014/main" id="{FBFDD768-DE8A-377F-872D-DA3DBE11101E}"/>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3494" name="Rectangle 5">
            <a:extLst>
              <a:ext uri="{FF2B5EF4-FFF2-40B4-BE49-F238E27FC236}">
                <a16:creationId xmlns:a16="http://schemas.microsoft.com/office/drawing/2014/main" id="{6ECEDCD9-6F21-6DEA-014D-5613263FBA85}"/>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3495" name="Rectangle 6">
            <a:extLst>
              <a:ext uri="{FF2B5EF4-FFF2-40B4-BE49-F238E27FC236}">
                <a16:creationId xmlns:a16="http://schemas.microsoft.com/office/drawing/2014/main" id="{35ED7727-51D5-7283-F734-DC1674195C67}"/>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3496" name="Rectangle 7">
            <a:extLst>
              <a:ext uri="{FF2B5EF4-FFF2-40B4-BE49-F238E27FC236}">
                <a16:creationId xmlns:a16="http://schemas.microsoft.com/office/drawing/2014/main" id="{653BE7BA-2E8D-AB31-77E1-0F4B91E1579C}"/>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3497" name="Rectangle 8">
            <a:extLst>
              <a:ext uri="{FF2B5EF4-FFF2-40B4-BE49-F238E27FC236}">
                <a16:creationId xmlns:a16="http://schemas.microsoft.com/office/drawing/2014/main" id="{773F600B-2843-397B-CC9F-A9CC7137CD98}"/>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3498" name="Rectangle 9">
            <a:extLst>
              <a:ext uri="{FF2B5EF4-FFF2-40B4-BE49-F238E27FC236}">
                <a16:creationId xmlns:a16="http://schemas.microsoft.com/office/drawing/2014/main" id="{CD47870B-1544-A968-4A12-3C968BFCEEBA}"/>
              </a:ext>
            </a:extLst>
          </p:cNvPr>
          <p:cNvSpPr>
            <a:spLocks noChangeArrowheads="1"/>
          </p:cNvSpPr>
          <p:nvPr/>
        </p:nvSpPr>
        <p:spPr bwMode="auto">
          <a:xfrm>
            <a:off x="228600" y="1143000"/>
            <a:ext cx="868680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endParaRPr lang="zh-CN" altLang="zh-CN" baseline="0">
              <a:ea typeface="宋体" panose="02010600030101010101" pitchFamily="2" charset="-122"/>
            </a:endParaRPr>
          </a:p>
        </p:txBody>
      </p:sp>
      <p:sp>
        <p:nvSpPr>
          <p:cNvPr id="63499" name="Text Box 10">
            <a:extLst>
              <a:ext uri="{FF2B5EF4-FFF2-40B4-BE49-F238E27FC236}">
                <a16:creationId xmlns:a16="http://schemas.microsoft.com/office/drawing/2014/main" id="{2B061F22-4B61-5F57-C594-E07870516E68}"/>
              </a:ext>
            </a:extLst>
          </p:cNvPr>
          <p:cNvSpPr txBox="1">
            <a:spLocks noChangeArrowheads="1"/>
          </p:cNvSpPr>
          <p:nvPr/>
        </p:nvSpPr>
        <p:spPr bwMode="auto">
          <a:xfrm>
            <a:off x="1143000" y="0"/>
            <a:ext cx="45291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3200" baseline="0">
                <a:solidFill>
                  <a:schemeClr val="hlink"/>
                </a:solidFill>
                <a:ea typeface="宋体" panose="02010600030101010101" pitchFamily="2" charset="-122"/>
              </a:rPr>
              <a:t>Example 12.8 (continued)</a:t>
            </a:r>
          </a:p>
        </p:txBody>
      </p:sp>
      <p:sp>
        <p:nvSpPr>
          <p:cNvPr id="63500" name="Rectangle 11">
            <a:extLst>
              <a:ext uri="{FF2B5EF4-FFF2-40B4-BE49-F238E27FC236}">
                <a16:creationId xmlns:a16="http://schemas.microsoft.com/office/drawing/2014/main" id="{F3C87990-B435-AB10-9E58-9FF513DF3A3A}"/>
              </a:ext>
            </a:extLst>
          </p:cNvPr>
          <p:cNvSpPr>
            <a:spLocks noChangeArrowheads="1"/>
          </p:cNvSpPr>
          <p:nvPr/>
        </p:nvSpPr>
        <p:spPr bwMode="auto">
          <a:xfrm>
            <a:off x="228600" y="3810000"/>
            <a:ext cx="868680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en-US" altLang="zh-CN" baseline="0">
                <a:ea typeface="宋体" panose="02010600030101010101" pitchFamily="2" charset="-122"/>
              </a:rPr>
              <a:t>When we divide the result by N, we get d</a:t>
            </a:r>
            <a:r>
              <a:rPr lang="en-US" altLang="zh-CN">
                <a:ea typeface="宋体" panose="02010600030101010101" pitchFamily="2" charset="-122"/>
              </a:rPr>
              <a:t>1 </a:t>
            </a:r>
            <a:r>
              <a:rPr lang="en-US" altLang="zh-CN" baseline="0">
                <a:ea typeface="宋体" panose="02010600030101010101" pitchFamily="2" charset="-122"/>
              </a:rPr>
              <a:t>.</a:t>
            </a:r>
          </a:p>
        </p:txBody>
      </p:sp>
      <p:pic>
        <p:nvPicPr>
          <p:cNvPr id="63501" name="Picture 12">
            <a:extLst>
              <a:ext uri="{FF2B5EF4-FFF2-40B4-BE49-F238E27FC236}">
                <a16:creationId xmlns:a16="http://schemas.microsoft.com/office/drawing/2014/main" id="{B4C29A04-0D1F-4FEF-33DC-4E52C10A29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0650" y="1981200"/>
            <a:ext cx="6362700" cy="1503363"/>
          </a:xfrm>
          <a:prstGeom prst="rect">
            <a:avLst/>
          </a:prstGeom>
          <a:noFill/>
          <a:ln w="57150" cmpd="thickThin">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1">
            <a:extLst>
              <a:ext uri="{FF2B5EF4-FFF2-40B4-BE49-F238E27FC236}">
                <a16:creationId xmlns:a16="http://schemas.microsoft.com/office/drawing/2014/main" id="{04070DD0-37B7-5672-3035-285511750B8B}"/>
              </a:ext>
            </a:extLst>
          </p:cNvPr>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r>
              <a:rPr lang="en-US" altLang="zh-CN" sz="2000" i="0" baseline="0">
                <a:solidFill>
                  <a:schemeClr val="bg2"/>
                </a:solidFill>
                <a:latin typeface="Arial" panose="020B0604020202020204" pitchFamily="34" charset="0"/>
              </a:rPr>
              <a:t>12.</a:t>
            </a:r>
            <a:fld id="{7E333AA2-79A0-4882-9884-02FC622F9606}" type="slidenum">
              <a:rPr lang="en-US" altLang="zh-CN" sz="2000" i="0" baseline="0">
                <a:solidFill>
                  <a:schemeClr val="bg2"/>
                </a:solidFill>
                <a:latin typeface="Arial" panose="020B0604020202020204" pitchFamily="34" charset="0"/>
              </a:rPr>
              <a:pPr/>
              <a:t>61</a:t>
            </a:fld>
            <a:endParaRPr lang="en-US" altLang="zh-CN" sz="2000" i="0" baseline="0">
              <a:solidFill>
                <a:schemeClr val="bg2"/>
              </a:solidFill>
              <a:latin typeface="Arial" panose="020B0604020202020204" pitchFamily="34" charset="0"/>
            </a:endParaRPr>
          </a:p>
        </p:txBody>
      </p:sp>
      <p:sp>
        <p:nvSpPr>
          <p:cNvPr id="64515" name="Rectangle 2">
            <a:extLst>
              <a:ext uri="{FF2B5EF4-FFF2-40B4-BE49-F238E27FC236}">
                <a16:creationId xmlns:a16="http://schemas.microsoft.com/office/drawing/2014/main" id="{7C7C4371-1BDE-AEC4-8D57-BD28717B30A1}"/>
              </a:ext>
            </a:extLst>
          </p:cNvPr>
          <p:cNvSpPr>
            <a:spLocks noChangeArrowheads="1"/>
          </p:cNvSpPr>
          <p:nvPr/>
        </p:nvSpPr>
        <p:spPr bwMode="ltGray">
          <a:xfrm>
            <a:off x="366713" y="107950"/>
            <a:ext cx="438150" cy="47466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4516" name="Rectangle 3">
            <a:extLst>
              <a:ext uri="{FF2B5EF4-FFF2-40B4-BE49-F238E27FC236}">
                <a16:creationId xmlns:a16="http://schemas.microsoft.com/office/drawing/2014/main" id="{91160716-229B-2534-FCC3-ED1943DBC434}"/>
              </a:ext>
            </a:extLst>
          </p:cNvPr>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4517" name="Rectangle 4">
            <a:extLst>
              <a:ext uri="{FF2B5EF4-FFF2-40B4-BE49-F238E27FC236}">
                <a16:creationId xmlns:a16="http://schemas.microsoft.com/office/drawing/2014/main" id="{90353E49-D4C7-8457-52CD-0A33ED2D6A17}"/>
              </a:ext>
            </a:extLst>
          </p:cNvPr>
          <p:cNvSpPr>
            <a:spLocks noChangeArrowheads="1"/>
          </p:cNvSpPr>
          <p:nvPr/>
        </p:nvSpPr>
        <p:spPr bwMode="ltGray">
          <a:xfrm>
            <a:off x="490538" y="530225"/>
            <a:ext cx="422275" cy="474663"/>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4518" name="Rectangle 5">
            <a:extLst>
              <a:ext uri="{FF2B5EF4-FFF2-40B4-BE49-F238E27FC236}">
                <a16:creationId xmlns:a16="http://schemas.microsoft.com/office/drawing/2014/main" id="{64040D83-5541-0575-5B3E-3C9A3D1E1BF8}"/>
              </a:ext>
            </a:extLst>
          </p:cNvPr>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4519" name="Rectangle 6">
            <a:extLst>
              <a:ext uri="{FF2B5EF4-FFF2-40B4-BE49-F238E27FC236}">
                <a16:creationId xmlns:a16="http://schemas.microsoft.com/office/drawing/2014/main" id="{51051A24-DB59-CC49-E5D4-4BB2A4D1DB84}"/>
              </a:ext>
            </a:extLst>
          </p:cNvPr>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4520" name="Rectangle 7">
            <a:extLst>
              <a:ext uri="{FF2B5EF4-FFF2-40B4-BE49-F238E27FC236}">
                <a16:creationId xmlns:a16="http://schemas.microsoft.com/office/drawing/2014/main" id="{EF778487-7148-A2A1-E70E-AA89C7BD54E2}"/>
              </a:ext>
            </a:extLst>
          </p:cNvPr>
          <p:cNvSpPr>
            <a:spLocks noChangeArrowheads="1"/>
          </p:cNvSpPr>
          <p:nvPr/>
        </p:nvSpPr>
        <p:spPr bwMode="gray">
          <a:xfrm>
            <a:off x="711200" y="0"/>
            <a:ext cx="31750" cy="10525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4521" name="Rectangle 8">
            <a:extLst>
              <a:ext uri="{FF2B5EF4-FFF2-40B4-BE49-F238E27FC236}">
                <a16:creationId xmlns:a16="http://schemas.microsoft.com/office/drawing/2014/main" id="{F93A2BFC-E59D-75E8-9019-A9BC9CD19272}"/>
              </a:ext>
            </a:extLst>
          </p:cNvPr>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ctr" eaLnBrk="1" hangingPunct="1"/>
            <a:endParaRPr kumimoji="1" lang="zh-CN" altLang="zh-CN" sz="2400" b="0" i="0" baseline="0">
              <a:latin typeface="Tahoma" panose="020B0604030504040204" pitchFamily="34" charset="0"/>
              <a:ea typeface="宋体" panose="02010600030101010101" pitchFamily="2" charset="-122"/>
            </a:endParaRPr>
          </a:p>
        </p:txBody>
      </p:sp>
      <p:sp>
        <p:nvSpPr>
          <p:cNvPr id="64522" name="Rectangle 9">
            <a:extLst>
              <a:ext uri="{FF2B5EF4-FFF2-40B4-BE49-F238E27FC236}">
                <a16:creationId xmlns:a16="http://schemas.microsoft.com/office/drawing/2014/main" id="{BDD248A6-709F-BF1D-EA7F-EE8851985DCD}"/>
              </a:ext>
            </a:extLst>
          </p:cNvPr>
          <p:cNvSpPr>
            <a:spLocks noChangeArrowheads="1"/>
          </p:cNvSpPr>
          <p:nvPr/>
        </p:nvSpPr>
        <p:spPr bwMode="auto">
          <a:xfrm>
            <a:off x="228600" y="1143000"/>
            <a:ext cx="8686800" cy="5191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endParaRPr lang="zh-CN" altLang="zh-CN" baseline="0">
              <a:ea typeface="宋体" panose="02010600030101010101" pitchFamily="2" charset="-122"/>
            </a:endParaRPr>
          </a:p>
        </p:txBody>
      </p:sp>
      <p:sp>
        <p:nvSpPr>
          <p:cNvPr id="64523" name="Rectangle 11">
            <a:extLst>
              <a:ext uri="{FF2B5EF4-FFF2-40B4-BE49-F238E27FC236}">
                <a16:creationId xmlns:a16="http://schemas.microsoft.com/office/drawing/2014/main" id="{5BA4B946-0625-72CB-3218-FF98EEB704BC}"/>
              </a:ext>
            </a:extLst>
          </p:cNvPr>
          <p:cNvSpPr>
            <a:spLocks noChangeArrowheads="1"/>
          </p:cNvSpPr>
          <p:nvPr/>
        </p:nvSpPr>
        <p:spPr bwMode="auto">
          <a:xfrm>
            <a:off x="701675" y="1981200"/>
            <a:ext cx="7270750" cy="22463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800" b="1" i="1" baseline="-10000">
                <a:solidFill>
                  <a:schemeClr val="tx1"/>
                </a:solidFill>
                <a:latin typeface="Times New Roman" panose="02020603050405020304" pitchFamily="18" charset="0"/>
              </a:defRPr>
            </a:lvl1pPr>
            <a:lvl2pPr marL="742950" indent="-285750">
              <a:defRPr sz="2800" b="1" i="1" baseline="-10000">
                <a:solidFill>
                  <a:schemeClr val="tx1"/>
                </a:solidFill>
                <a:latin typeface="Times New Roman" panose="02020603050405020304" pitchFamily="18" charset="0"/>
              </a:defRPr>
            </a:lvl2pPr>
            <a:lvl3pPr marL="1143000" indent="-228600">
              <a:defRPr sz="2800" b="1" i="1" baseline="-10000">
                <a:solidFill>
                  <a:schemeClr val="tx1"/>
                </a:solidFill>
                <a:latin typeface="Times New Roman" panose="02020603050405020304" pitchFamily="18" charset="0"/>
              </a:defRPr>
            </a:lvl3pPr>
            <a:lvl4pPr marL="1600200" indent="-228600">
              <a:defRPr sz="2800" b="1" i="1" baseline="-10000">
                <a:solidFill>
                  <a:schemeClr val="tx1"/>
                </a:solidFill>
                <a:latin typeface="Times New Roman" panose="02020603050405020304" pitchFamily="18" charset="0"/>
              </a:defRPr>
            </a:lvl4pPr>
            <a:lvl5pPr marL="2057400" indent="-228600">
              <a:defRPr sz="2800" b="1" i="1" baseline="-10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0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0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0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0000">
                <a:solidFill>
                  <a:schemeClr val="tx1"/>
                </a:solidFill>
                <a:latin typeface="Times New Roman" panose="02020603050405020304" pitchFamily="18" charset="0"/>
              </a:defRPr>
            </a:lvl9pPr>
          </a:lstStyle>
          <a:p>
            <a:pPr algn="just"/>
            <a:r>
              <a:rPr lang="zh-CN" altLang="en-US" baseline="0">
                <a:ea typeface="宋体" panose="02010600030101010101" pitchFamily="2" charset="-122"/>
              </a:rPr>
              <a:t>作业：</a:t>
            </a:r>
            <a:endParaRPr lang="en-US" altLang="zh-CN" baseline="0">
              <a:ea typeface="宋体" panose="02010600030101010101" pitchFamily="2" charset="-122"/>
            </a:endParaRPr>
          </a:p>
          <a:p>
            <a:pPr algn="just"/>
            <a:r>
              <a:rPr lang="en-US" altLang="zh-CN" baseline="0">
                <a:ea typeface="宋体" panose="02010600030101010101" pitchFamily="2" charset="-122"/>
              </a:rPr>
              <a:t>2</a:t>
            </a:r>
            <a:r>
              <a:rPr lang="zh-CN" altLang="en-US" baseline="0">
                <a:ea typeface="宋体" panose="02010600030101010101" pitchFamily="2" charset="-122"/>
              </a:rPr>
              <a:t>，</a:t>
            </a:r>
            <a:r>
              <a:rPr lang="en-US" altLang="zh-CN" baseline="0">
                <a:ea typeface="宋体" panose="02010600030101010101" pitchFamily="2" charset="-122"/>
              </a:rPr>
              <a:t>3</a:t>
            </a:r>
            <a:r>
              <a:rPr lang="zh-CN" altLang="en-US" baseline="0">
                <a:ea typeface="宋体" panose="02010600030101010101" pitchFamily="2" charset="-122"/>
              </a:rPr>
              <a:t>，</a:t>
            </a:r>
            <a:r>
              <a:rPr lang="en-US" altLang="zh-CN" baseline="0">
                <a:ea typeface="宋体" panose="02010600030101010101" pitchFamily="2" charset="-122"/>
              </a:rPr>
              <a:t>4</a:t>
            </a:r>
          </a:p>
          <a:p>
            <a:pPr algn="just"/>
            <a:r>
              <a:rPr lang="en-US" altLang="zh-CN" baseline="0">
                <a:ea typeface="宋体" panose="02010600030101010101" pitchFamily="2" charset="-122"/>
              </a:rPr>
              <a:t>11</a:t>
            </a:r>
            <a:r>
              <a:rPr lang="zh-CN" altLang="en-US" baseline="0">
                <a:ea typeface="宋体" panose="02010600030101010101" pitchFamily="2" charset="-122"/>
              </a:rPr>
              <a:t>，</a:t>
            </a:r>
            <a:r>
              <a:rPr lang="en-US" altLang="zh-CN" baseline="0">
                <a:ea typeface="宋体" panose="02010600030101010101" pitchFamily="2" charset="-122"/>
              </a:rPr>
              <a:t>14</a:t>
            </a:r>
            <a:r>
              <a:rPr lang="zh-CN" altLang="en-US" baseline="0">
                <a:ea typeface="宋体" panose="02010600030101010101" pitchFamily="2" charset="-122"/>
              </a:rPr>
              <a:t>，（</a:t>
            </a:r>
            <a:r>
              <a:rPr lang="en-US" altLang="zh-CN" baseline="0">
                <a:ea typeface="宋体" panose="02010600030101010101" pitchFamily="2" charset="-122"/>
              </a:rPr>
              <a:t>15</a:t>
            </a:r>
            <a:r>
              <a:rPr lang="zh-CN" altLang="en-US" baseline="0">
                <a:ea typeface="宋体" panose="02010600030101010101" pitchFamily="2" charset="-122"/>
              </a:rPr>
              <a:t>，</a:t>
            </a:r>
            <a:r>
              <a:rPr lang="en-US" altLang="zh-CN" baseline="0">
                <a:ea typeface="宋体" panose="02010600030101010101" pitchFamily="2" charset="-122"/>
              </a:rPr>
              <a:t>16</a:t>
            </a:r>
            <a:r>
              <a:rPr lang="zh-CN" altLang="en-US" baseline="0">
                <a:ea typeface="宋体" panose="02010600030101010101" pitchFamily="2" charset="-122"/>
              </a:rPr>
              <a:t>，</a:t>
            </a:r>
            <a:r>
              <a:rPr lang="en-US" altLang="zh-CN" baseline="0">
                <a:ea typeface="宋体" panose="02010600030101010101" pitchFamily="2" charset="-122"/>
              </a:rPr>
              <a:t>17</a:t>
            </a:r>
            <a:r>
              <a:rPr lang="zh-CN" altLang="en-US" baseline="0">
                <a:ea typeface="宋体" panose="02010600030101010101" pitchFamily="2" charset="-122"/>
              </a:rPr>
              <a:t>合成同一题），</a:t>
            </a:r>
            <a:r>
              <a:rPr lang="en-US" altLang="zh-CN" baseline="0">
                <a:ea typeface="宋体" panose="02010600030101010101" pitchFamily="2" charset="-122"/>
              </a:rPr>
              <a:t>24</a:t>
            </a:r>
          </a:p>
          <a:p>
            <a:pPr algn="just"/>
            <a:r>
              <a:rPr lang="en-US" altLang="zh-CN" baseline="0">
                <a:ea typeface="宋体" panose="02010600030101010101" pitchFamily="2" charset="-122"/>
              </a:rPr>
              <a:t>26</a:t>
            </a:r>
            <a:r>
              <a:rPr lang="zh-CN" altLang="en-US" baseline="0">
                <a:ea typeface="宋体" panose="02010600030101010101" pitchFamily="2" charset="-122"/>
              </a:rPr>
              <a:t>， </a:t>
            </a:r>
            <a:r>
              <a:rPr lang="en-US" altLang="zh-CN" baseline="0">
                <a:ea typeface="宋体" panose="02010600030101010101" pitchFamily="2" charset="-122"/>
              </a:rPr>
              <a:t>27</a:t>
            </a:r>
          </a:p>
          <a:p>
            <a:pPr algn="just"/>
            <a:endParaRPr lang="en-US" altLang="zh-CN" baseline="0">
              <a:ea typeface="宋体" panose="02010600030101010101" pitchFamily="2" charset="-122"/>
            </a:endParaRPr>
          </a:p>
        </p:txBody>
      </p:sp>
    </p:spTree>
  </p:cSld>
  <p:clrMapOvr>
    <a:masterClrMapping/>
  </p:clrMapOvr>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1" u="none" strike="noStrike" cap="none" normalizeH="0" baseline="-1000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1" u="none" strike="noStrike" cap="none" normalizeH="0" baseline="-10000" smtClean="0">
            <a:ln>
              <a:noFill/>
            </a:ln>
            <a:solidFill>
              <a:schemeClr val="tx1"/>
            </a:solidFill>
            <a:effectLst/>
            <a:latin typeface="Times New Roman" pitchFamily="18"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3575</TotalTime>
  <Words>4215</Words>
  <Application>Microsoft Office PowerPoint</Application>
  <PresentationFormat>全屏显示(4:3)</PresentationFormat>
  <Paragraphs>386</Paragraphs>
  <Slides>61</Slides>
  <Notes>61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61</vt:i4>
      </vt:variant>
    </vt:vector>
  </HeadingPairs>
  <TitlesOfParts>
    <vt:vector size="69" baseType="lpstr">
      <vt:lpstr>Times New Roman</vt:lpstr>
      <vt:lpstr>Arial</vt:lpstr>
      <vt:lpstr>Tahoma</vt:lpstr>
      <vt:lpstr>Wingdings</vt:lpstr>
      <vt:lpstr>宋体</vt:lpstr>
      <vt:lpstr>McGrawHill-Italic</vt:lpstr>
      <vt:lpstr>Times</vt:lpstr>
      <vt:lpstr>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Valued Gateway Client</dc:creator>
  <cp:lastModifiedBy>浩嘉 申</cp:lastModifiedBy>
  <cp:revision>236</cp:revision>
  <dcterms:created xsi:type="dcterms:W3CDTF">2000-01-15T04:50:39Z</dcterms:created>
  <dcterms:modified xsi:type="dcterms:W3CDTF">2026-06-02T07:12:06Z</dcterms:modified>
</cp:coreProperties>
</file>