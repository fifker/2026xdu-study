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52"/>
  </p:notesMasterIdLst>
  <p:sldIdLst>
    <p:sldId id="794" r:id="rId2"/>
    <p:sldId id="721" r:id="rId3"/>
    <p:sldId id="535" r:id="rId4"/>
    <p:sldId id="778" r:id="rId5"/>
    <p:sldId id="750" r:id="rId6"/>
    <p:sldId id="745" r:id="rId7"/>
    <p:sldId id="780" r:id="rId8"/>
    <p:sldId id="751" r:id="rId9"/>
    <p:sldId id="752" r:id="rId10"/>
    <p:sldId id="746" r:id="rId11"/>
    <p:sldId id="753" r:id="rId12"/>
    <p:sldId id="754" r:id="rId13"/>
    <p:sldId id="781" r:id="rId14"/>
    <p:sldId id="782" r:id="rId15"/>
    <p:sldId id="789" r:id="rId16"/>
    <p:sldId id="790" r:id="rId17"/>
    <p:sldId id="783" r:id="rId18"/>
    <p:sldId id="791" r:id="rId19"/>
    <p:sldId id="784" r:id="rId20"/>
    <p:sldId id="755" r:id="rId21"/>
    <p:sldId id="756" r:id="rId22"/>
    <p:sldId id="785" r:id="rId23"/>
    <p:sldId id="757" r:id="rId24"/>
    <p:sldId id="758" r:id="rId25"/>
    <p:sldId id="786" r:id="rId26"/>
    <p:sldId id="779" r:id="rId27"/>
    <p:sldId id="792" r:id="rId28"/>
    <p:sldId id="759" r:id="rId29"/>
    <p:sldId id="760" r:id="rId30"/>
    <p:sldId id="793" r:id="rId31"/>
    <p:sldId id="747" r:id="rId32"/>
    <p:sldId id="761" r:id="rId33"/>
    <p:sldId id="787" r:id="rId34"/>
    <p:sldId id="762" r:id="rId35"/>
    <p:sldId id="763" r:id="rId36"/>
    <p:sldId id="764" r:id="rId37"/>
    <p:sldId id="788" r:id="rId38"/>
    <p:sldId id="765" r:id="rId39"/>
    <p:sldId id="748" r:id="rId40"/>
    <p:sldId id="766" r:id="rId41"/>
    <p:sldId id="767" r:id="rId42"/>
    <p:sldId id="776" r:id="rId43"/>
    <p:sldId id="768" r:id="rId44"/>
    <p:sldId id="769" r:id="rId45"/>
    <p:sldId id="770" r:id="rId46"/>
    <p:sldId id="771" r:id="rId47"/>
    <p:sldId id="772" r:id="rId48"/>
    <p:sldId id="749" r:id="rId49"/>
    <p:sldId id="777" r:id="rId50"/>
    <p:sldId id="774" r:id="rId5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CC00"/>
    <a:srgbClr val="996633"/>
    <a:srgbClr val="6666FF"/>
    <a:srgbClr val="3366FF"/>
    <a:srgbClr val="CCFF99"/>
    <a:srgbClr val="99FF33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0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6" name="Rectangle 2">
            <a:extLst>
              <a:ext uri="{FF2B5EF4-FFF2-40B4-BE49-F238E27FC236}">
                <a16:creationId xmlns:a16="http://schemas.microsoft.com/office/drawing/2014/main" id="{4481F9EA-5A1F-194D-961B-B429BDC2FE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charset="0"/>
                <a:ea typeface="宋体" charset="0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07267" name="Rectangle 3">
            <a:extLst>
              <a:ext uri="{FF2B5EF4-FFF2-40B4-BE49-F238E27FC236}">
                <a16:creationId xmlns:a16="http://schemas.microsoft.com/office/drawing/2014/main" id="{B33864AB-A613-8782-23CA-DA7686BADCE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charset="0"/>
                <a:ea typeface="宋体" charset="0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FEADCF64-F5D9-3460-C799-75D14765252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7269" name="Rectangle 5">
            <a:extLst>
              <a:ext uri="{FF2B5EF4-FFF2-40B4-BE49-F238E27FC236}">
                <a16:creationId xmlns:a16="http://schemas.microsoft.com/office/drawing/2014/main" id="{CC6BA27F-BC16-D22C-18A4-E59C7250D97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907270" name="Rectangle 6">
            <a:extLst>
              <a:ext uri="{FF2B5EF4-FFF2-40B4-BE49-F238E27FC236}">
                <a16:creationId xmlns:a16="http://schemas.microsoft.com/office/drawing/2014/main" id="{D9AC9E06-E904-586E-94EB-B3E8E12059C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charset="0"/>
                <a:ea typeface="宋体" charset="0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07271" name="Rectangle 7">
            <a:extLst>
              <a:ext uri="{FF2B5EF4-FFF2-40B4-BE49-F238E27FC236}">
                <a16:creationId xmlns:a16="http://schemas.microsoft.com/office/drawing/2014/main" id="{8C811186-5AE4-6248-3F8A-73A9CC7E9C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fld id="{B9AB4D17-F75C-4D79-8959-318CCAF27BB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6D9AD4D1-581E-5153-648F-E4308CE0DE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AAF93C3-BB9A-4EC5-97E6-9B103B2B0866}" type="slidenum">
              <a:rPr lang="en-US" altLang="zh-CN" sz="1200" b="0">
                <a:latin typeface="Times New Roman" panose="02020603050405020304" pitchFamily="18" charset="0"/>
              </a:rPr>
              <a:pPr/>
              <a:t>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ACCF8342-76C7-688F-195A-7B6CDA2C7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0515" name="Rectangle 3">
            <a:extLst>
              <a:ext uri="{FF2B5EF4-FFF2-40B4-BE49-F238E27FC236}">
                <a16:creationId xmlns:a16="http://schemas.microsoft.com/office/drawing/2014/main" id="{255C7CF1-F985-6ECF-9D05-26B1E0544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0FF82A49-7215-4637-A699-6E4C82E57B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5F7E980-1935-4AE2-9261-17D25CA2FC28}" type="slidenum">
              <a:rPr lang="en-US" altLang="zh-CN" sz="1200" b="0">
                <a:latin typeface="Times New Roman" panose="02020603050405020304" pitchFamily="18" charset="0"/>
              </a:rPr>
              <a:pPr/>
              <a:t>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2BE13890-503D-45CC-3BDD-9A8A00E36F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9315" name="Rectangle 3">
            <a:extLst>
              <a:ext uri="{FF2B5EF4-FFF2-40B4-BE49-F238E27FC236}">
                <a16:creationId xmlns:a16="http://schemas.microsoft.com/office/drawing/2014/main" id="{330F77E3-9E8A-E538-4166-BB9F38058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E1F4C8C2-6C0A-1612-B45B-D3572D4057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751C087-1A15-4D17-8540-C15955A0FD53}" type="slidenum">
              <a:rPr lang="en-US" altLang="zh-CN" sz="1200" b="0">
                <a:latin typeface="Times New Roman" panose="02020603050405020304" pitchFamily="18" charset="0"/>
              </a:rPr>
              <a:pPr/>
              <a:t>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1A0AC645-A8A2-072C-F17C-C220BEC264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0339" name="Rectangle 3">
            <a:extLst>
              <a:ext uri="{FF2B5EF4-FFF2-40B4-BE49-F238E27FC236}">
                <a16:creationId xmlns:a16="http://schemas.microsoft.com/office/drawing/2014/main" id="{0E64F9A1-1269-0034-376F-A8858E4A9D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5B40DA31-5FE4-50E0-6F25-0B1F8966EB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2709C29-DE5E-47A0-8026-C8DDA06DA8A9}" type="slidenum">
              <a:rPr lang="en-US" altLang="zh-CN" sz="1200" b="0">
                <a:latin typeface="Times New Roman" panose="02020603050405020304" pitchFamily="18" charset="0"/>
              </a:rPr>
              <a:pPr/>
              <a:t>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6F33FBF2-01DF-67B0-15FB-15F6455F98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63" name="Rectangle 3">
            <a:extLst>
              <a:ext uri="{FF2B5EF4-FFF2-40B4-BE49-F238E27FC236}">
                <a16:creationId xmlns:a16="http://schemas.microsoft.com/office/drawing/2014/main" id="{022523B2-73C6-D009-9DD8-BAEA4F63D0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DC0483E0-46A4-787D-3A94-122FE0D9D9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EF8C03A-C7C7-4184-AACA-377FA365C6A5}" type="slidenum">
              <a:rPr lang="en-US" altLang="zh-CN" sz="1200" b="0">
                <a:latin typeface="Times New Roman" panose="02020603050405020304" pitchFamily="18" charset="0"/>
              </a:rPr>
              <a:pPr/>
              <a:t>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D2F1992A-E683-CF29-5F4B-CE49C360CF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2387" name="Rectangle 3">
            <a:extLst>
              <a:ext uri="{FF2B5EF4-FFF2-40B4-BE49-F238E27FC236}">
                <a16:creationId xmlns:a16="http://schemas.microsoft.com/office/drawing/2014/main" id="{FD964210-0C44-C979-DF97-43E0E09176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F92C755F-9323-F2C5-B63B-A6720FB023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EC87CCE-759A-4E79-AAE3-57A95BFE5C37}" type="slidenum">
              <a:rPr lang="en-US" altLang="zh-CN" sz="1200" b="0">
                <a:latin typeface="Times New Roman" panose="02020603050405020304" pitchFamily="18" charset="0"/>
              </a:rPr>
              <a:pPr/>
              <a:t>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D3E9B541-5573-DAFD-417F-61833AF73F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3411" name="Rectangle 3">
            <a:extLst>
              <a:ext uri="{FF2B5EF4-FFF2-40B4-BE49-F238E27FC236}">
                <a16:creationId xmlns:a16="http://schemas.microsoft.com/office/drawing/2014/main" id="{83FF9428-E1FE-2EDD-5739-8137D6997C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9E5713B1-5F95-42C6-2AFA-CD01ADCEB5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A8A6C8F-7580-429B-8D71-3074A44022C9}" type="slidenum">
              <a:rPr lang="en-US" altLang="zh-CN" sz="1200" b="0">
                <a:latin typeface="Times New Roman" panose="02020603050405020304" pitchFamily="18" charset="0"/>
              </a:rPr>
              <a:pPr/>
              <a:t>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63BE4100-6C1F-DCEC-6A56-88F13A8663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4435" name="Rectangle 3">
            <a:extLst>
              <a:ext uri="{FF2B5EF4-FFF2-40B4-BE49-F238E27FC236}">
                <a16:creationId xmlns:a16="http://schemas.microsoft.com/office/drawing/2014/main" id="{A8057D6A-2D54-607D-3957-9A1C9EC9F5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C562260A-4D74-4ACD-36E0-E871F14302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B9C3664-2718-4490-BA32-F59DB27188DF}" type="slidenum">
              <a:rPr lang="en-US" altLang="zh-CN" sz="1200" b="0">
                <a:latin typeface="Times New Roman" panose="02020603050405020304" pitchFamily="18" charset="0"/>
              </a:rPr>
              <a:pPr/>
              <a:t>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DAE9C604-2B26-3AAF-5A18-76261F41D2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5459" name="Rectangle 3">
            <a:extLst>
              <a:ext uri="{FF2B5EF4-FFF2-40B4-BE49-F238E27FC236}">
                <a16:creationId xmlns:a16="http://schemas.microsoft.com/office/drawing/2014/main" id="{AEF4B360-9E0E-3ABE-8CC4-86E4AD9424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388C5225-4D88-DEA0-C3BF-F23CBD31A9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64B4861-46B0-4DBF-B21F-5B563CF08FFF}" type="slidenum">
              <a:rPr lang="en-US" altLang="zh-CN" sz="1200" b="0">
                <a:latin typeface="Times New Roman" panose="02020603050405020304" pitchFamily="18" charset="0"/>
              </a:rPr>
              <a:pPr/>
              <a:t>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17CE5A30-E043-0DEE-ABCF-5A9A7D7A2F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6483" name="Rectangle 3">
            <a:extLst>
              <a:ext uri="{FF2B5EF4-FFF2-40B4-BE49-F238E27FC236}">
                <a16:creationId xmlns:a16="http://schemas.microsoft.com/office/drawing/2014/main" id="{50E9E4EC-08FF-763E-FE2F-4228C7D5DD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89020968-AB10-C98F-1B6B-2C5D3FC079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D38713B-78F0-47EA-9CDD-4176437F4590}" type="slidenum">
              <a:rPr lang="en-US" altLang="zh-CN" sz="1200" b="0">
                <a:latin typeface="Times New Roman" panose="02020603050405020304" pitchFamily="18" charset="0"/>
              </a:rPr>
              <a:pPr/>
              <a:t>10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63314838-AAE9-35FA-4931-77EF0D245B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7507" name="Rectangle 3">
            <a:extLst>
              <a:ext uri="{FF2B5EF4-FFF2-40B4-BE49-F238E27FC236}">
                <a16:creationId xmlns:a16="http://schemas.microsoft.com/office/drawing/2014/main" id="{3171B8B2-EB9C-1C36-C479-EE9BA0E221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3432C20D-D521-22F5-B2FD-50F1A05774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1CEC44D-35CB-4093-87FE-FD3698FA1C2B}" type="slidenum">
              <a:rPr lang="en-US" altLang="zh-CN" sz="1200" b="0">
                <a:latin typeface="Times New Roman" panose="02020603050405020304" pitchFamily="18" charset="0"/>
              </a:rPr>
              <a:pPr/>
              <a:t>11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3D050824-C128-EA92-0696-E8659565F5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8531" name="Rectangle 3">
            <a:extLst>
              <a:ext uri="{FF2B5EF4-FFF2-40B4-BE49-F238E27FC236}">
                <a16:creationId xmlns:a16="http://schemas.microsoft.com/office/drawing/2014/main" id="{17AA0502-B5D0-D6B3-272F-1D3257951A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D1FFCCD4-BC5B-082E-5734-5CE2C29E8D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AD25E71-7009-4B24-B825-DC38C45AF12D}" type="slidenum">
              <a:rPr lang="en-US" altLang="zh-CN" sz="1200" b="0">
                <a:latin typeface="Times New Roman" panose="02020603050405020304" pitchFamily="18" charset="0"/>
              </a:rPr>
              <a:pPr/>
              <a:t>12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41AFEA4D-714F-62EE-E761-F1B8A58B65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9555" name="Rectangle 3">
            <a:extLst>
              <a:ext uri="{FF2B5EF4-FFF2-40B4-BE49-F238E27FC236}">
                <a16:creationId xmlns:a16="http://schemas.microsoft.com/office/drawing/2014/main" id="{273209B4-B771-69E9-4DBA-35F4151957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502E85B2-85A3-C002-DD37-0E98A9FCF8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370B447-0D85-4352-AAA5-DDBB97A14C3C}" type="slidenum">
              <a:rPr lang="en-US" altLang="zh-CN" sz="1200" b="0">
                <a:latin typeface="Times New Roman" panose="02020603050405020304" pitchFamily="18" charset="0"/>
              </a:rPr>
              <a:pPr/>
              <a:t>13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48604CBB-7C0E-39EC-C0CA-B1994BD8D8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0579" name="Rectangle 3">
            <a:extLst>
              <a:ext uri="{FF2B5EF4-FFF2-40B4-BE49-F238E27FC236}">
                <a16:creationId xmlns:a16="http://schemas.microsoft.com/office/drawing/2014/main" id="{A719CEAC-E371-65FA-6382-483BDA2E06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455870F4-7F7E-69D9-ECBC-1DDAF3F965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8C68CB0-843E-4AAE-AB2C-FE96AACE3929}" type="slidenum">
              <a:rPr lang="en-US" altLang="zh-CN" sz="1200" b="0">
                <a:latin typeface="Times New Roman" panose="02020603050405020304" pitchFamily="18" charset="0"/>
              </a:rPr>
              <a:pPr/>
              <a:t>14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AF02EB8A-1AA1-0D65-6CA8-5920C88311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03" name="Rectangle 3">
            <a:extLst>
              <a:ext uri="{FF2B5EF4-FFF2-40B4-BE49-F238E27FC236}">
                <a16:creationId xmlns:a16="http://schemas.microsoft.com/office/drawing/2014/main" id="{95548260-BFE0-D488-70E2-1B435587F2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5358A502-426F-ACE4-B5D7-CC9355D4A9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E664A15-3573-497D-9EE6-FDBDF953F779}" type="slidenum">
              <a:rPr lang="en-US" altLang="zh-CN" sz="1200" b="0">
                <a:latin typeface="Times New Roman" panose="02020603050405020304" pitchFamily="18" charset="0"/>
              </a:rPr>
              <a:pPr/>
              <a:t>15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FD53F7C7-E6C4-0A86-B98C-5912993274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627" name="Rectangle 3">
            <a:extLst>
              <a:ext uri="{FF2B5EF4-FFF2-40B4-BE49-F238E27FC236}">
                <a16:creationId xmlns:a16="http://schemas.microsoft.com/office/drawing/2014/main" id="{FAE49A92-B994-E0E5-481F-9E221986D5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BEFE5DFE-D2FB-B33F-3454-FEDFE78F9C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39A3C0C-96B8-4243-8D47-79E12FE86400}" type="slidenum">
              <a:rPr lang="en-US" altLang="zh-CN" sz="1200" b="0">
                <a:latin typeface="Times New Roman" panose="02020603050405020304" pitchFamily="18" charset="0"/>
              </a:rPr>
              <a:pPr/>
              <a:t>16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8045DA0F-374B-7C85-8D1F-FCDFFDEDFD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3651" name="Rectangle 3">
            <a:extLst>
              <a:ext uri="{FF2B5EF4-FFF2-40B4-BE49-F238E27FC236}">
                <a16:creationId xmlns:a16="http://schemas.microsoft.com/office/drawing/2014/main" id="{3D23FF14-2BBF-4BAD-BA4C-C8A8A0ECFB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C83130A4-4651-DD81-5714-C9D3DF382D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8262C48-31D4-4B7D-8C18-3BD9D5A2373E}" type="slidenum">
              <a:rPr lang="en-US" altLang="zh-CN" sz="1200" b="0">
                <a:latin typeface="Times New Roman" panose="02020603050405020304" pitchFamily="18" charset="0"/>
              </a:rPr>
              <a:pPr/>
              <a:t>17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987091C3-0191-8A1B-8C14-33F4768AB2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4675" name="Rectangle 3">
            <a:extLst>
              <a:ext uri="{FF2B5EF4-FFF2-40B4-BE49-F238E27FC236}">
                <a16:creationId xmlns:a16="http://schemas.microsoft.com/office/drawing/2014/main" id="{DECF7991-41EB-E884-FDB2-6FF52E26AD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5723EC40-0814-0DCA-F71A-ACA79A94B0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3C3D258-74E8-438F-89FE-2F7490E9B1CD}" type="slidenum">
              <a:rPr lang="en-US" altLang="zh-CN" sz="1200" b="0">
                <a:latin typeface="Times New Roman" panose="02020603050405020304" pitchFamily="18" charset="0"/>
              </a:rPr>
              <a:pPr/>
              <a:t>18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8679A44-7817-8615-8382-DFD15F7F60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5699" name="Rectangle 3">
            <a:extLst>
              <a:ext uri="{FF2B5EF4-FFF2-40B4-BE49-F238E27FC236}">
                <a16:creationId xmlns:a16="http://schemas.microsoft.com/office/drawing/2014/main" id="{60926189-BE01-C04F-6341-472E6CD1C3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A904BBD1-8DF8-DA6F-1A81-F150268ED2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3285384-0D3E-4A19-8597-7ADEFCE4F172}" type="slidenum">
              <a:rPr lang="en-US" altLang="zh-CN" sz="1200" b="0">
                <a:latin typeface="Times New Roman" panose="02020603050405020304" pitchFamily="18" charset="0"/>
              </a:rPr>
              <a:pPr/>
              <a:t>19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343D6344-E4B9-268A-E4FC-420C5907C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6723" name="Rectangle 3">
            <a:extLst>
              <a:ext uri="{FF2B5EF4-FFF2-40B4-BE49-F238E27FC236}">
                <a16:creationId xmlns:a16="http://schemas.microsoft.com/office/drawing/2014/main" id="{4DF8EEAA-D544-D923-8A36-20AB1C49DD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F44EFA2C-CF5C-C3B5-86E1-401E7902A7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AB37568-3069-4680-A781-660E6242CCA8}" type="slidenum">
              <a:rPr lang="en-US" altLang="zh-CN" sz="1200" b="0">
                <a:latin typeface="Times New Roman" panose="02020603050405020304" pitchFamily="18" charset="0"/>
              </a:rPr>
              <a:pPr/>
              <a:t>20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1526D13B-4381-3BB5-A069-7AFD7E6D91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7747" name="Rectangle 3">
            <a:extLst>
              <a:ext uri="{FF2B5EF4-FFF2-40B4-BE49-F238E27FC236}">
                <a16:creationId xmlns:a16="http://schemas.microsoft.com/office/drawing/2014/main" id="{8900716E-E469-6CFF-461C-0F8C0AB3E7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7F5BDD19-2A1B-37C2-DCAB-B2D72C310E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F154207-80D9-48D3-903D-A24B3A96F046}" type="slidenum">
              <a:rPr lang="en-US" altLang="zh-CN" sz="1200" b="0">
                <a:latin typeface="Times New Roman" panose="02020603050405020304" pitchFamily="18" charset="0"/>
              </a:rPr>
              <a:pPr/>
              <a:t>21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E0A6C6AD-966D-F0CE-A3F0-74E2318B32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8771" name="Rectangle 3">
            <a:extLst>
              <a:ext uri="{FF2B5EF4-FFF2-40B4-BE49-F238E27FC236}">
                <a16:creationId xmlns:a16="http://schemas.microsoft.com/office/drawing/2014/main" id="{2F8C2A1B-C0E2-CFA1-860A-1E332DB82F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E865F982-DE1F-9FE3-08DA-85CD70FA9B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8198C58-17C8-4E12-A91B-025C611D2A91}" type="slidenum">
              <a:rPr lang="en-US" altLang="zh-CN" sz="1200" b="0">
                <a:latin typeface="Times New Roman" panose="02020603050405020304" pitchFamily="18" charset="0"/>
              </a:rPr>
              <a:pPr/>
              <a:t>22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1DF25917-EC6D-3081-F1F1-B615851B74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9795" name="Rectangle 3">
            <a:extLst>
              <a:ext uri="{FF2B5EF4-FFF2-40B4-BE49-F238E27FC236}">
                <a16:creationId xmlns:a16="http://schemas.microsoft.com/office/drawing/2014/main" id="{20F6D779-0D83-D72E-148A-1DBEE7E7F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FFC6F150-BDAE-7F88-26DC-592607AA73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0FB777C-47AF-4177-83A8-536E7009E744}" type="slidenum">
              <a:rPr lang="en-US" altLang="zh-CN" sz="1200" b="0">
                <a:latin typeface="Times New Roman" panose="02020603050405020304" pitchFamily="18" charset="0"/>
              </a:rPr>
              <a:pPr/>
              <a:t>23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B652B0F5-C5D3-17E6-26F1-DBCD5CA721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0819" name="Rectangle 3">
            <a:extLst>
              <a:ext uri="{FF2B5EF4-FFF2-40B4-BE49-F238E27FC236}">
                <a16:creationId xmlns:a16="http://schemas.microsoft.com/office/drawing/2014/main" id="{F8A59B5E-3B01-C4E1-7FFC-1CB1C9292D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1307F9E8-6A1D-ECE4-BEE4-E85023E2EA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D38DC1B-0612-45CA-8B49-41BB6B9858BF}" type="slidenum">
              <a:rPr lang="en-US" altLang="zh-CN" sz="1200" b="0">
                <a:latin typeface="Times New Roman" panose="02020603050405020304" pitchFamily="18" charset="0"/>
              </a:rPr>
              <a:pPr/>
              <a:t>24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F6389110-5669-671A-1CEA-47E7BB24B4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43" name="Rectangle 3">
            <a:extLst>
              <a:ext uri="{FF2B5EF4-FFF2-40B4-BE49-F238E27FC236}">
                <a16:creationId xmlns:a16="http://schemas.microsoft.com/office/drawing/2014/main" id="{7BB50F0F-83EE-5876-CF74-D6A96986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26153345-5BB1-1CD4-D6B6-AB58049BA9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336EF4B-B446-4EA8-8489-F1D2ACAF29CE}" type="slidenum">
              <a:rPr lang="en-US" altLang="zh-CN" sz="1200" b="0">
                <a:latin typeface="Times New Roman" panose="02020603050405020304" pitchFamily="18" charset="0"/>
              </a:rPr>
              <a:pPr/>
              <a:t>25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967099F3-9512-034C-C407-9AF4B98908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2867" name="Rectangle 3">
            <a:extLst>
              <a:ext uri="{FF2B5EF4-FFF2-40B4-BE49-F238E27FC236}">
                <a16:creationId xmlns:a16="http://schemas.microsoft.com/office/drawing/2014/main" id="{19F1AC61-0D73-86F8-86A2-E0525205C1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7003D978-BAA8-2FF5-E4A1-8E11140554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B842F03-BE07-44F5-B013-4CAB6BB46108}" type="slidenum">
              <a:rPr lang="en-US" altLang="zh-CN" sz="1200" b="0">
                <a:latin typeface="Times New Roman" panose="02020603050405020304" pitchFamily="18" charset="0"/>
              </a:rPr>
              <a:pPr/>
              <a:t>26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3F6C91CA-310D-3F7E-ED2D-9BA0D488DB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3891" name="Rectangle 3">
            <a:extLst>
              <a:ext uri="{FF2B5EF4-FFF2-40B4-BE49-F238E27FC236}">
                <a16:creationId xmlns:a16="http://schemas.microsoft.com/office/drawing/2014/main" id="{CA8B07E1-FF8F-081D-787C-EB93B9060E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B3F4EC85-A096-FA2C-620C-F4FC4E0E66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C8D78DB-A03A-41A2-B400-B4B27BDCE3C3}" type="slidenum">
              <a:rPr lang="en-US" altLang="zh-CN" sz="1200" b="0">
                <a:latin typeface="Times New Roman" panose="02020603050405020304" pitchFamily="18" charset="0"/>
              </a:rPr>
              <a:pPr/>
              <a:t>27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B7EF01CD-18A8-205F-C68F-C747A5FBF6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4915" name="Rectangle 3">
            <a:extLst>
              <a:ext uri="{FF2B5EF4-FFF2-40B4-BE49-F238E27FC236}">
                <a16:creationId xmlns:a16="http://schemas.microsoft.com/office/drawing/2014/main" id="{E820843F-621B-6C15-A0D7-896453A0A5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423F11F-44B7-B736-B1CC-083298D2FB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3621B56-51BA-4C44-9B63-E128DD869E90}" type="slidenum">
              <a:rPr lang="en-US" altLang="zh-CN" sz="1200" b="0">
                <a:latin typeface="Times New Roman" panose="02020603050405020304" pitchFamily="18" charset="0"/>
              </a:rPr>
              <a:pPr/>
              <a:t>28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0B280757-34BA-35DC-A555-166D7562AB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5939" name="Rectangle 3">
            <a:extLst>
              <a:ext uri="{FF2B5EF4-FFF2-40B4-BE49-F238E27FC236}">
                <a16:creationId xmlns:a16="http://schemas.microsoft.com/office/drawing/2014/main" id="{AF3B5B55-A8BE-8ACC-0A82-0902ED59A8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27A40A39-AA38-7DAE-0230-99DFFE73B9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C1257F3-A302-47CD-BD2A-72D3ECDEABEC}" type="slidenum">
              <a:rPr lang="en-US" altLang="zh-CN" sz="1200" b="0">
                <a:latin typeface="Times New Roman" panose="02020603050405020304" pitchFamily="18" charset="0"/>
              </a:rPr>
              <a:pPr/>
              <a:t>29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B7B49FF7-E9F8-6953-F812-FCBCDDD2F0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6963" name="Rectangle 3">
            <a:extLst>
              <a:ext uri="{FF2B5EF4-FFF2-40B4-BE49-F238E27FC236}">
                <a16:creationId xmlns:a16="http://schemas.microsoft.com/office/drawing/2014/main" id="{B758E5F4-6D62-F1B1-65CD-0669738D9A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1710E299-DB3B-6813-88C5-58C206BC50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CEAFB53-C429-4504-8B0F-6102441FC364}" type="slidenum">
              <a:rPr lang="en-US" altLang="zh-CN" sz="1200" b="0">
                <a:latin typeface="Times New Roman" panose="02020603050405020304" pitchFamily="18" charset="0"/>
              </a:rPr>
              <a:pPr/>
              <a:t>30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788062E9-255B-6BB5-C0AF-BD9C425864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7987" name="Rectangle 3">
            <a:extLst>
              <a:ext uri="{FF2B5EF4-FFF2-40B4-BE49-F238E27FC236}">
                <a16:creationId xmlns:a16="http://schemas.microsoft.com/office/drawing/2014/main" id="{B194E6E2-1B0E-EEF7-1F80-F3ABF70BDA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8E4C3FF9-1F7B-E5CA-4A37-2526690116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0CBA1F3-0225-4526-9FE5-E8277B8B0AFC}" type="slidenum">
              <a:rPr lang="en-US" altLang="zh-CN" sz="1200" b="0">
                <a:latin typeface="Times New Roman" panose="02020603050405020304" pitchFamily="18" charset="0"/>
              </a:rPr>
              <a:pPr/>
              <a:t>31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4579D93D-6611-C969-0A1C-65E641FD0B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9011" name="Rectangle 3">
            <a:extLst>
              <a:ext uri="{FF2B5EF4-FFF2-40B4-BE49-F238E27FC236}">
                <a16:creationId xmlns:a16="http://schemas.microsoft.com/office/drawing/2014/main" id="{D334F7FB-E8DC-CE4F-8E8D-682A14A084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1C1B907C-8E5A-8EE4-BBB6-4603BA7F50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0C5DD9F-2DF2-4EB5-A3DE-48BB1F348943}" type="slidenum">
              <a:rPr lang="en-US" altLang="zh-CN" sz="1200" b="0">
                <a:latin typeface="Times New Roman" panose="02020603050405020304" pitchFamily="18" charset="0"/>
              </a:rPr>
              <a:pPr/>
              <a:t>32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5F833329-F4B3-5355-63FA-5550DFEF73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0035" name="Rectangle 3">
            <a:extLst>
              <a:ext uri="{FF2B5EF4-FFF2-40B4-BE49-F238E27FC236}">
                <a16:creationId xmlns:a16="http://schemas.microsoft.com/office/drawing/2014/main" id="{DA49BB10-BA83-7BA1-3A52-9ED63379CE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7DE6B37C-713B-17C3-69D6-6A422E3934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2AB14AC-4B5D-4619-A4A3-1E20DD6C0500}" type="slidenum">
              <a:rPr lang="en-US" altLang="zh-CN" sz="1200" b="0">
                <a:latin typeface="Times New Roman" panose="02020603050405020304" pitchFamily="18" charset="0"/>
              </a:rPr>
              <a:pPr/>
              <a:t>33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BEF7EEDA-D3E2-0148-A8F5-EC41382820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1059" name="Rectangle 3">
            <a:extLst>
              <a:ext uri="{FF2B5EF4-FFF2-40B4-BE49-F238E27FC236}">
                <a16:creationId xmlns:a16="http://schemas.microsoft.com/office/drawing/2014/main" id="{2E790747-54DA-F91B-C99E-7EB48092C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D33A9456-DFF4-9980-BF5B-AB22F8DAA8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588EE92-803D-4940-B3D0-ED3031FA72C2}" type="slidenum">
              <a:rPr lang="en-US" altLang="zh-CN" sz="1200" b="0">
                <a:latin typeface="Times New Roman" panose="02020603050405020304" pitchFamily="18" charset="0"/>
              </a:rPr>
              <a:pPr/>
              <a:t>34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477D9452-418A-712C-0B71-0CC49DDB63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083" name="Rectangle 3">
            <a:extLst>
              <a:ext uri="{FF2B5EF4-FFF2-40B4-BE49-F238E27FC236}">
                <a16:creationId xmlns:a16="http://schemas.microsoft.com/office/drawing/2014/main" id="{0021D965-CC63-2403-22B4-073992C790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0FF03AE6-D645-0D88-AB51-106430626C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8B02B1D-2BDA-4CC8-BC42-D38EA9645760}" type="slidenum">
              <a:rPr lang="en-US" altLang="zh-CN" sz="1200" b="0">
                <a:latin typeface="Times New Roman" panose="02020603050405020304" pitchFamily="18" charset="0"/>
              </a:rPr>
              <a:pPr/>
              <a:t>35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95A425C7-8AC0-A8AC-EBE0-78056EE80C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3107" name="Rectangle 3">
            <a:extLst>
              <a:ext uri="{FF2B5EF4-FFF2-40B4-BE49-F238E27FC236}">
                <a16:creationId xmlns:a16="http://schemas.microsoft.com/office/drawing/2014/main" id="{015F0315-354A-A83E-EBBA-338717B0CC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0D1CEFC7-AB14-D072-2C3D-03D1FF6E87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49CAE8-15BA-4ACE-BE29-D1E0ADD31A43}" type="slidenum">
              <a:rPr lang="en-US" altLang="zh-CN" sz="1200" b="0">
                <a:latin typeface="Times New Roman" panose="02020603050405020304" pitchFamily="18" charset="0"/>
              </a:rPr>
              <a:pPr/>
              <a:t>36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8859646E-98CD-A50D-778C-242ABF2282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4131" name="Rectangle 3">
            <a:extLst>
              <a:ext uri="{FF2B5EF4-FFF2-40B4-BE49-F238E27FC236}">
                <a16:creationId xmlns:a16="http://schemas.microsoft.com/office/drawing/2014/main" id="{D0F60DBD-CEDE-AFCD-7329-5745C6CF5B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0578463D-7963-5D72-ABEE-0F1CFF7B7E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A61BBB2-F103-4BEB-82CA-E0A23FAF2EE2}" type="slidenum">
              <a:rPr lang="en-US" altLang="zh-CN" sz="1200" b="0">
                <a:latin typeface="Times New Roman" panose="02020603050405020304" pitchFamily="18" charset="0"/>
              </a:rPr>
              <a:pPr/>
              <a:t>37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A171659D-FBFC-6A4D-20AC-06A2234000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5155" name="Rectangle 3">
            <a:extLst>
              <a:ext uri="{FF2B5EF4-FFF2-40B4-BE49-F238E27FC236}">
                <a16:creationId xmlns:a16="http://schemas.microsoft.com/office/drawing/2014/main" id="{60E5754D-CB2C-F83D-3866-139D304225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0A1512E-624B-E73B-D992-4008AB795E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9A446C4-D2BE-4203-BF2D-6594B106627D}" type="slidenum">
              <a:rPr lang="en-US" altLang="zh-CN" sz="1200" b="0">
                <a:latin typeface="Times New Roman" panose="02020603050405020304" pitchFamily="18" charset="0"/>
              </a:rPr>
              <a:pPr/>
              <a:t>38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5B07655-8A38-980C-3D35-61A5AF6EAF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6179" name="Rectangle 3">
            <a:extLst>
              <a:ext uri="{FF2B5EF4-FFF2-40B4-BE49-F238E27FC236}">
                <a16:creationId xmlns:a16="http://schemas.microsoft.com/office/drawing/2014/main" id="{D71C75B0-B712-F62B-9B67-996CA296CC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67AE5B85-4FB0-3668-B1C7-DDE308A948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B443A3A-6045-47CB-8467-2C1133880CA7}" type="slidenum">
              <a:rPr lang="en-US" altLang="zh-CN" sz="1200" b="0">
                <a:latin typeface="Times New Roman" panose="02020603050405020304" pitchFamily="18" charset="0"/>
              </a:rPr>
              <a:pPr/>
              <a:t>39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C5E1018F-C1CC-D6BD-A1E4-448BA8895A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7203" name="Rectangle 3">
            <a:extLst>
              <a:ext uri="{FF2B5EF4-FFF2-40B4-BE49-F238E27FC236}">
                <a16:creationId xmlns:a16="http://schemas.microsoft.com/office/drawing/2014/main" id="{BAE14B32-5748-808D-9738-003BD56CE7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0D0DC651-4375-62DA-6E74-2CD4D7988A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80BCE3A-1C4E-4CB5-9C44-B2FDC768217B}" type="slidenum">
              <a:rPr lang="en-US" altLang="zh-CN" sz="1200" b="0">
                <a:latin typeface="Times New Roman" panose="02020603050405020304" pitchFamily="18" charset="0"/>
              </a:rPr>
              <a:pPr/>
              <a:t>40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5E78FD73-CCCC-BBE6-0B30-4014901D57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8227" name="Rectangle 3">
            <a:extLst>
              <a:ext uri="{FF2B5EF4-FFF2-40B4-BE49-F238E27FC236}">
                <a16:creationId xmlns:a16="http://schemas.microsoft.com/office/drawing/2014/main" id="{54474885-36AB-DF87-32F6-6C337539ED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F14F1C97-DAA6-35B7-8060-C1BCBC5987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D59DCDF-589D-428C-89D0-F232C12BAC53}" type="slidenum">
              <a:rPr lang="en-US" altLang="zh-CN" sz="1200" b="0">
                <a:latin typeface="Times New Roman" panose="02020603050405020304" pitchFamily="18" charset="0"/>
              </a:rPr>
              <a:pPr/>
              <a:t>41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62D9EF80-9B74-853D-048E-FE91CFBBAB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9251" name="Rectangle 3">
            <a:extLst>
              <a:ext uri="{FF2B5EF4-FFF2-40B4-BE49-F238E27FC236}">
                <a16:creationId xmlns:a16="http://schemas.microsoft.com/office/drawing/2014/main" id="{9D179C2A-CA5B-49CA-2B4D-6D3452F96A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6E3E9BC6-64FE-4896-51F1-D65EBC1F80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F86A48D-EDC3-4DE6-A6CE-42446638387E}" type="slidenum">
              <a:rPr lang="en-US" altLang="zh-CN" sz="1200" b="0">
                <a:latin typeface="Times New Roman" panose="02020603050405020304" pitchFamily="18" charset="0"/>
              </a:rPr>
              <a:pPr/>
              <a:t>42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B49847C5-3CDF-C2E2-0423-40CF08A83B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0275" name="Rectangle 3">
            <a:extLst>
              <a:ext uri="{FF2B5EF4-FFF2-40B4-BE49-F238E27FC236}">
                <a16:creationId xmlns:a16="http://schemas.microsoft.com/office/drawing/2014/main" id="{7DB505E8-FB09-E60D-40C4-81E077544C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9689F8E3-EFC0-743A-9078-1C5B9A1EAD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D8A8867-DB0E-4C3C-A9C2-D333496CEBBE}" type="slidenum">
              <a:rPr lang="en-US" altLang="zh-CN" sz="1200" b="0">
                <a:latin typeface="Times New Roman" panose="02020603050405020304" pitchFamily="18" charset="0"/>
              </a:rPr>
              <a:pPr/>
              <a:t>43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87C5453A-426F-7643-DFC5-F22D39813A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1299" name="Rectangle 3">
            <a:extLst>
              <a:ext uri="{FF2B5EF4-FFF2-40B4-BE49-F238E27FC236}">
                <a16:creationId xmlns:a16="http://schemas.microsoft.com/office/drawing/2014/main" id="{5B53F185-4532-A792-E7AF-1C4EE1CA90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F1F9D81A-BB6A-0CFF-EDEA-DCABA88BBD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17069B4-FF16-4981-B91C-B8208A4911F8}" type="slidenum">
              <a:rPr lang="en-US" altLang="zh-CN" sz="1200" b="0">
                <a:latin typeface="Times New Roman" panose="02020603050405020304" pitchFamily="18" charset="0"/>
              </a:rPr>
              <a:pPr/>
              <a:t>44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C315B9C0-7659-7265-7BC3-1BB2CF33BB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23" name="Rectangle 3">
            <a:extLst>
              <a:ext uri="{FF2B5EF4-FFF2-40B4-BE49-F238E27FC236}">
                <a16:creationId xmlns:a16="http://schemas.microsoft.com/office/drawing/2014/main" id="{68ABC6CA-F57A-6747-65ED-AAE11DA5AE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470DC665-A992-20B8-691C-746CBEE742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71413F2-178E-40F0-9BDD-12DE9FEFB7C1}" type="slidenum">
              <a:rPr lang="en-US" altLang="zh-CN" sz="1200" b="0">
                <a:latin typeface="Times New Roman" panose="02020603050405020304" pitchFamily="18" charset="0"/>
              </a:rPr>
              <a:pPr/>
              <a:t>45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4D994463-B8BE-6E9E-96DD-FD68586ACB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3347" name="Rectangle 3">
            <a:extLst>
              <a:ext uri="{FF2B5EF4-FFF2-40B4-BE49-F238E27FC236}">
                <a16:creationId xmlns:a16="http://schemas.microsoft.com/office/drawing/2014/main" id="{4A6E907F-F939-A987-8FD3-CB95C9BF8A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34F683D4-695C-596C-17B3-4621DA5945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E7F1588-A2F1-45AB-B423-31C83257959B}" type="slidenum">
              <a:rPr lang="en-US" altLang="zh-CN" sz="1200" b="0">
                <a:latin typeface="Times New Roman" panose="02020603050405020304" pitchFamily="18" charset="0"/>
              </a:rPr>
              <a:pPr/>
              <a:t>46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EAF37911-E587-6339-F844-6191A00C20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4371" name="Rectangle 3">
            <a:extLst>
              <a:ext uri="{FF2B5EF4-FFF2-40B4-BE49-F238E27FC236}">
                <a16:creationId xmlns:a16="http://schemas.microsoft.com/office/drawing/2014/main" id="{A17BED9A-B821-0FDD-8910-FD116AB501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925D01F2-B13E-9E90-FD45-15B91A6CB9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B9B2CA9-0118-447B-BF8B-68787E0F0CE5}" type="slidenum">
              <a:rPr lang="en-US" altLang="zh-CN" sz="1200" b="0">
                <a:latin typeface="Times New Roman" panose="02020603050405020304" pitchFamily="18" charset="0"/>
              </a:rPr>
              <a:pPr/>
              <a:t>47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1CF70A16-EB57-53E0-28D1-F39AAF8D9D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5395" name="Rectangle 3">
            <a:extLst>
              <a:ext uri="{FF2B5EF4-FFF2-40B4-BE49-F238E27FC236}">
                <a16:creationId xmlns:a16="http://schemas.microsoft.com/office/drawing/2014/main" id="{0A74AC55-2D43-F218-4CB6-D0C06A597A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7ED23B68-3C36-38B5-541D-17DB4D8644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B4FD135-301A-4831-8534-4C64804C8CDD}" type="slidenum">
              <a:rPr lang="en-US" altLang="zh-CN" sz="1200" b="0">
                <a:latin typeface="Times New Roman" panose="02020603050405020304" pitchFamily="18" charset="0"/>
              </a:rPr>
              <a:pPr/>
              <a:t>48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31F57278-282F-F738-7649-AFE99A590C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6419" name="Rectangle 3">
            <a:extLst>
              <a:ext uri="{FF2B5EF4-FFF2-40B4-BE49-F238E27FC236}">
                <a16:creationId xmlns:a16="http://schemas.microsoft.com/office/drawing/2014/main" id="{891F67E7-1013-67C2-D0C5-0233CF5416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DFD06EB7-6AA9-62BC-2F5C-1E4998D2A6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AA330F4-6952-42AE-8CC6-DFF1D76A41AA}" type="slidenum">
              <a:rPr lang="en-US" altLang="zh-CN" sz="1200" b="0">
                <a:latin typeface="Times New Roman" panose="02020603050405020304" pitchFamily="18" charset="0"/>
              </a:rPr>
              <a:pPr/>
              <a:t>49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3D385955-6801-DD8B-1E23-66BCE36029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7443" name="Rectangle 3">
            <a:extLst>
              <a:ext uri="{FF2B5EF4-FFF2-40B4-BE49-F238E27FC236}">
                <a16:creationId xmlns:a16="http://schemas.microsoft.com/office/drawing/2014/main" id="{6414CD62-0D3B-6463-DA41-B3FA8D748F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784D11B7-1885-4235-C6B4-FA977FEF90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FADA4E7-9F8E-40FC-BBE9-66FAD55B996F}" type="slidenum">
              <a:rPr lang="en-US" altLang="zh-CN" sz="1200" b="0">
                <a:latin typeface="Times New Roman" panose="02020603050405020304" pitchFamily="18" charset="0"/>
              </a:rPr>
              <a:pPr/>
              <a:t>50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6441FD30-2F23-DF05-A641-5692FA1CE1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8467" name="Rectangle 3">
            <a:extLst>
              <a:ext uri="{FF2B5EF4-FFF2-40B4-BE49-F238E27FC236}">
                <a16:creationId xmlns:a16="http://schemas.microsoft.com/office/drawing/2014/main" id="{9C50A99E-B96B-15DD-2C77-EB4ACCA515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kumimoji="0" lang="zh-CN" altLang="en-US"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E681A5D-C1EC-03DC-9FD9-1A5C850D60FD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30F483B9-0F1E-8CBF-EE70-A21C849389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0D3D6648-107A-806F-E617-9F34713A1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/>
                <a:ext uri="{AF507438-7753-43e0-B8FC-AC1667EBCBE1}"/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</a:endParaRP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5D8F18A6-5A0D-E9C7-3588-F6BB8DDFE4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/>
                <a:ext uri="{AF507438-7753-43e0-B8FC-AC1667EBCBE1}"/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</a:endParaRPr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7DCDBCAC-CE59-D82D-EF7C-E830A8B342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D63D85C-FC1F-A353-873A-57B9CF1A4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/>
                <a:ext uri="{AF507438-7753-43e0-B8FC-AC1667EBCBE1}"/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E67A931-2EBF-D020-A27F-2893655648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/>
                <a:ext uri="{AF507438-7753-43e0-B8FC-AC1667EBCBE1}"/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</a:endParaRPr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225B5A7D-938B-4BAC-8509-D24DC7C63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/>
              <a:ext uri="{AF507438-7753-43e0-B8FC-AC1667EBCBE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</a:endParaRP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44D0F997-6341-8240-6E87-A3496A2E9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/>
              <a:ext uri="{AF507438-7753-43e0-B8FC-AC1667EBCBE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</a:endParaRPr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A1EB73F4-981E-DEE1-407D-3A210F50891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/>
              <a:ext uri="{AF507438-7753-43e0-B8FC-AC1667EBCBE1}"/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</a:endParaRPr>
            </a:p>
          </p:txBody>
        </p:sp>
      </p:grpSp>
      <p:sp>
        <p:nvSpPr>
          <p:cNvPr id="12" name="Text Box 17">
            <a:extLst>
              <a:ext uri="{FF2B5EF4-FFF2-40B4-BE49-F238E27FC236}">
                <a16:creationId xmlns:a16="http://schemas.microsoft.com/office/drawing/2014/main" id="{9EE89FA2-54D4-A8B4-6D8D-4F111AA471F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1400" b="0">
                <a:latin typeface="McGrawHill-Italic" pitchFamily="2" charset="0"/>
              </a:rPr>
              <a:t>McGraw-Hill</a:t>
            </a:r>
            <a:endParaRPr lang="en-US" altLang="zh-CN" sz="2400" b="0">
              <a:latin typeface="Times New Roman" pitchFamily="18" charset="0"/>
            </a:endParaRPr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BB826051-8DC6-7E34-1FA7-2EFB2981B57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Tx/>
              <a:buChar char="©"/>
              <a:defRPr/>
            </a:pPr>
            <a:r>
              <a:rPr lang="en-US" altLang="zh-CN" sz="1400" b="0">
                <a:latin typeface="McGrawHill-Italic" pitchFamily="2" charset="0"/>
              </a:rPr>
              <a:t>The McGraw-Hill Companies, Inc., 2000</a:t>
            </a:r>
            <a:endParaRPr lang="en-US" altLang="zh-CN" sz="2400" b="0">
              <a:latin typeface="Times New Roman" pitchFamily="18" charset="0"/>
            </a:endParaRPr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charset="0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8AA68AB3-97A3-B0AB-BDAE-BCBF924C0B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  <a:ea typeface="宋体" charset="0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EDA40219-FE33-DD78-9E6B-67B728C295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bg2"/>
                </a:solidFill>
                <a:latin typeface="+mn-lt"/>
                <a:ea typeface="宋体" charset="0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AE2B9F4F-25A8-153C-205C-8DA8508191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latin typeface="Tahoma" panose="020B0604030504040204" pitchFamily="34" charset="0"/>
              </a:defRPr>
            </a:lvl1pPr>
          </a:lstStyle>
          <a:p>
            <a:fld id="{7B4EF78C-7C26-419B-90C5-C93252A4696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285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21916057-E630-8908-8C94-13B8D2B536D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17.</a:t>
            </a:r>
            <a:fld id="{2B3176F8-94E6-48B1-83A0-F39D2DAC2E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7825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E5F321A1-AC35-94AF-F1E3-C3A7417D96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17.</a:t>
            </a:r>
            <a:fld id="{6FC2D509-05D2-4747-8544-D1731E280FA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4159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0F4BA988-C484-271E-659A-E9BC724079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17.</a:t>
            </a:r>
            <a:fld id="{950D02E5-8C96-443B-81E3-4B2197A7B3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682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CA449A20-1B30-B9FE-9106-9A17E23A719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17.</a:t>
            </a:r>
            <a:fld id="{4ACC843A-FADF-4BB5-A90A-6C0AF150727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8588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9BF2156B-6448-6148-6C20-A6A62066EF5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17.</a:t>
            </a:r>
            <a:fld id="{5F903DB9-CB2D-4780-BA67-7D895B70B2D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1030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CAF04C0A-DE99-D71E-DA79-64A32084B03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17.</a:t>
            </a:r>
            <a:fld id="{2CCAFBEF-8065-4E36-A93E-0608C5981EC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1719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7640C366-F3AF-CBDA-97A8-1739177ABA6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17.</a:t>
            </a:r>
            <a:fld id="{FC443433-B324-44FC-9A55-7F9F61DF52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234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CCB9061B-819E-A497-BA05-C1A1BE5A38F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17.</a:t>
            </a:r>
            <a:fld id="{24283059-0B3B-482C-AB36-225E2A460E2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8181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42939240-ED9F-08EE-7086-1A94E03224D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17.</a:t>
            </a:r>
            <a:fld id="{39C93560-B7AD-4FA1-92E4-57FF6A27EC9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7947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BD024071-D0E2-5902-86BB-0D0E42FC687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17.</a:t>
            </a:r>
            <a:fld id="{4C5CE1C7-8DB1-4542-B18F-EA09A5B42B8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1441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6DA0BE41-E355-2A31-F441-69BE50B9562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17.</a:t>
            </a:r>
            <a:fld id="{A0BE2B87-641F-430D-893D-491245DA79F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1564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Rectangle 16">
            <a:extLst>
              <a:ext uri="{FF2B5EF4-FFF2-40B4-BE49-F238E27FC236}">
                <a16:creationId xmlns:a16="http://schemas.microsoft.com/office/drawing/2014/main" id="{D7F843C2-3775-7349-C9BC-9FF45116465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altLang="zh-CN"/>
              <a:t>17.</a:t>
            </a:r>
            <a:fld id="{F448A4A5-72AF-451E-A31E-4393C6BBD81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宋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charset="0"/>
          <a:ea typeface="宋体" charset="0"/>
          <a:cs typeface="宋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charset="0"/>
          <a:ea typeface="宋体" charset="0"/>
          <a:cs typeface="宋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charset="0"/>
          <a:ea typeface="宋体" charset="0"/>
          <a:cs typeface="宋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charset="0"/>
          <a:ea typeface="宋体" charset="0"/>
          <a:cs typeface="宋体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宋体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宋体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宋体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宋体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宋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幻灯片编号占位符 2">
            <a:extLst>
              <a:ext uri="{FF2B5EF4-FFF2-40B4-BE49-F238E27FC236}">
                <a16:creationId xmlns:a16="http://schemas.microsoft.com/office/drawing/2014/main" id="{3BF0B282-F934-2B14-138D-5572D873CF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0860F3DB-15A4-4AF6-8A5B-12C0C49AD50D}" type="slidenum">
              <a:rPr lang="en-US" altLang="zh-CN" sz="2000">
                <a:solidFill>
                  <a:schemeClr val="bg2"/>
                </a:solidFill>
              </a:rPr>
              <a:pPr/>
              <a:t>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pic>
        <p:nvPicPr>
          <p:cNvPr id="3075" name="Picture 2" descr="Forouzan4e07_banner">
            <a:extLst>
              <a:ext uri="{FF2B5EF4-FFF2-40B4-BE49-F238E27FC236}">
                <a16:creationId xmlns:a16="http://schemas.microsoft.com/office/drawing/2014/main" id="{8AB140A7-2772-82F6-572A-EDC62922B35A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Rectangle 3">
            <a:extLst>
              <a:ext uri="{FF2B5EF4-FFF2-40B4-BE49-F238E27FC236}">
                <a16:creationId xmlns:a16="http://schemas.microsoft.com/office/drawing/2014/main" id="{10B60E6D-DA76-9449-3095-BA46A7090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6858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4400">
                <a:solidFill>
                  <a:schemeClr val="tx2"/>
                </a:solidFill>
              </a:rPr>
              <a:t>Chapter 17</a:t>
            </a:r>
          </a:p>
          <a:p>
            <a:pPr algn="ctr"/>
            <a:endParaRPr lang="en-US" altLang="zh-CN" sz="2000">
              <a:solidFill>
                <a:schemeClr val="tx2"/>
              </a:solidFill>
            </a:endParaRPr>
          </a:p>
          <a:p>
            <a:pPr algn="ctr"/>
            <a:r>
              <a:rPr lang="zh-CN" altLang="en-US" sz="4400"/>
              <a:t>广域网</a:t>
            </a:r>
            <a:r>
              <a:rPr lang="en-US" altLang="zh-CN" sz="4400"/>
              <a:t>SONET/SDH</a:t>
            </a:r>
          </a:p>
        </p:txBody>
      </p:sp>
      <p:sp>
        <p:nvSpPr>
          <p:cNvPr id="3077" name="Text Box 4">
            <a:extLst>
              <a:ext uri="{FF2B5EF4-FFF2-40B4-BE49-F238E27FC236}">
                <a16:creationId xmlns:a16="http://schemas.microsoft.com/office/drawing/2014/main" id="{E228766E-2C27-6C5F-18D0-A9F9D661F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9144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0">
                <a:latin typeface="Times New Roman" panose="02020603050405020304" pitchFamily="18" charset="0"/>
              </a:rPr>
              <a:t>Copyright © The McGraw-Hill Companies, Inc. Permission required for reproduction or display.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编号占位符 1">
            <a:extLst>
              <a:ext uri="{FF2B5EF4-FFF2-40B4-BE49-F238E27FC236}">
                <a16:creationId xmlns:a16="http://schemas.microsoft.com/office/drawing/2014/main" id="{1EADB4BA-072F-8FD2-2CED-658C9FB76B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EA94F863-A2B3-4D5A-B894-BF7AD9E2F579}" type="slidenum">
              <a:rPr lang="en-US" altLang="zh-CN" sz="2000">
                <a:solidFill>
                  <a:schemeClr val="bg2"/>
                </a:solidFill>
              </a:rPr>
              <a:pPr/>
              <a:t>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9B10B8E8-037A-63EC-7956-AA37CFADABC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7AA05FD6-0A2F-F73C-8C0E-773690541A9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4101" name="Rectangle 4">
            <a:extLst>
              <a:ext uri="{FF2B5EF4-FFF2-40B4-BE49-F238E27FC236}">
                <a16:creationId xmlns:a16="http://schemas.microsoft.com/office/drawing/2014/main" id="{471FF858-7963-3213-EF37-B6D09309EB4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4102" name="Rectangle 5">
            <a:extLst>
              <a:ext uri="{FF2B5EF4-FFF2-40B4-BE49-F238E27FC236}">
                <a16:creationId xmlns:a16="http://schemas.microsoft.com/office/drawing/2014/main" id="{B2DDFB7B-EAE6-8A30-17BF-848E2E5CC44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4103" name="Rectangle 6">
            <a:extLst>
              <a:ext uri="{FF2B5EF4-FFF2-40B4-BE49-F238E27FC236}">
                <a16:creationId xmlns:a16="http://schemas.microsoft.com/office/drawing/2014/main" id="{940321BB-8876-EAED-0624-1D6443DF3E1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4104" name="Rectangle 7">
            <a:extLst>
              <a:ext uri="{FF2B5EF4-FFF2-40B4-BE49-F238E27FC236}">
                <a16:creationId xmlns:a16="http://schemas.microsoft.com/office/drawing/2014/main" id="{D0BAEB8F-1125-61AA-8FEA-DD0EAABC658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4105" name="Rectangle 8">
            <a:extLst>
              <a:ext uri="{FF2B5EF4-FFF2-40B4-BE49-F238E27FC236}">
                <a16:creationId xmlns:a16="http://schemas.microsoft.com/office/drawing/2014/main" id="{D6F7F609-2365-8B6C-5891-FA480208CB5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4106" name="Line 9">
            <a:extLst>
              <a:ext uri="{FF2B5EF4-FFF2-40B4-BE49-F238E27FC236}">
                <a16:creationId xmlns:a16="http://schemas.microsoft.com/office/drawing/2014/main" id="{C9EF03A9-0387-2829-5B8B-B90329DA12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905000"/>
            <a:ext cx="83058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7" name="Line 10">
            <a:extLst>
              <a:ext uri="{FF2B5EF4-FFF2-40B4-BE49-F238E27FC236}">
                <a16:creationId xmlns:a16="http://schemas.microsoft.com/office/drawing/2014/main" id="{0EEBCDC7-8EBE-6D03-C3AE-D8B8728927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191000"/>
            <a:ext cx="8304212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8" name="Rectangle 11">
            <a:extLst>
              <a:ext uri="{FF2B5EF4-FFF2-40B4-BE49-F238E27FC236}">
                <a16:creationId xmlns:a16="http://schemas.microsoft.com/office/drawing/2014/main" id="{07A92A26-8D84-9165-0D43-AADB2859E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997075"/>
            <a:ext cx="8267700" cy="206216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广域网</a:t>
            </a:r>
            <a:r>
              <a:rPr lang="en-US" altLang="zh-CN"/>
              <a:t>SONET/SDH</a:t>
            </a:r>
            <a:r>
              <a:rPr lang="zh-CN" altLang="en-US"/>
              <a:t>用来承载来自其他</a:t>
            </a:r>
            <a:r>
              <a:rPr lang="en-US" altLang="zh-CN"/>
              <a:t>WAN</a:t>
            </a:r>
            <a:r>
              <a:rPr lang="zh-CN" altLang="en-US"/>
              <a:t>数据的传输网络；</a:t>
            </a:r>
            <a:endParaRPr lang="en-US" altLang="zh-CN"/>
          </a:p>
          <a:p>
            <a:pPr algn="ctr"/>
            <a:r>
              <a:rPr lang="en-US" altLang="zh-CN"/>
              <a:t>SONET</a:t>
            </a:r>
            <a:r>
              <a:rPr lang="zh-CN" altLang="en-US"/>
              <a:t>由</a:t>
            </a:r>
            <a:r>
              <a:rPr lang="en-US" altLang="zh-CN"/>
              <a:t>ANSI</a:t>
            </a:r>
            <a:r>
              <a:rPr lang="zh-CN" altLang="en-US"/>
              <a:t>制定</a:t>
            </a:r>
            <a:r>
              <a:rPr lang="en-US" altLang="zh-CN"/>
              <a:t>;</a:t>
            </a:r>
            <a:br>
              <a:rPr lang="en-US" altLang="zh-CN"/>
            </a:br>
            <a:r>
              <a:rPr lang="en-US" altLang="zh-CN"/>
              <a:t>SDH</a:t>
            </a:r>
            <a:r>
              <a:rPr lang="zh-CN" altLang="en-US"/>
              <a:t>由</a:t>
            </a:r>
            <a:r>
              <a:rPr lang="en-US" altLang="zh-CN"/>
              <a:t>ITU-T</a:t>
            </a:r>
            <a:r>
              <a:rPr lang="zh-CN" altLang="en-US"/>
              <a:t>制定</a:t>
            </a:r>
            <a:r>
              <a:rPr lang="en-US" altLang="zh-CN"/>
              <a:t>.</a:t>
            </a:r>
          </a:p>
        </p:txBody>
      </p:sp>
      <p:grpSp>
        <p:nvGrpSpPr>
          <p:cNvPr id="4109" name="Group 12">
            <a:extLst>
              <a:ext uri="{FF2B5EF4-FFF2-40B4-BE49-F238E27FC236}">
                <a16:creationId xmlns:a16="http://schemas.microsoft.com/office/drawing/2014/main" id="{649CF359-6403-995B-566A-E14BEC17814E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219200"/>
            <a:ext cx="1143000" cy="566738"/>
            <a:chOff x="1200" y="1248"/>
            <a:chExt cx="720" cy="357"/>
          </a:xfrm>
        </p:grpSpPr>
        <p:pic>
          <p:nvPicPr>
            <p:cNvPr id="4111" name="Picture 13">
              <a:extLst>
                <a:ext uri="{FF2B5EF4-FFF2-40B4-BE49-F238E27FC236}">
                  <a16:creationId xmlns:a16="http://schemas.microsoft.com/office/drawing/2014/main" id="{57D3EB43-4438-C7D6-96EB-53DD0B4A57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12" name="Text Box 14">
              <a:extLst>
                <a:ext uri="{FF2B5EF4-FFF2-40B4-BE49-F238E27FC236}">
                  <a16:creationId xmlns:a16="http://schemas.microsoft.com/office/drawing/2014/main" id="{27458D39-1479-5376-A546-80A91817C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  <p:sp>
        <p:nvSpPr>
          <p:cNvPr id="4110" name="文本框 1">
            <a:extLst>
              <a:ext uri="{FF2B5EF4-FFF2-40B4-BE49-F238E27FC236}">
                <a16:creationId xmlns:a16="http://schemas.microsoft.com/office/drawing/2014/main" id="{6C7D4CDE-96C1-7EF2-4A48-7338F1A44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27538"/>
            <a:ext cx="8534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SONET</a:t>
            </a:r>
            <a:r>
              <a:rPr lang="zh-CN" altLang="en-US" sz="2400"/>
              <a:t> </a:t>
            </a:r>
            <a:r>
              <a:rPr lang="en-US" altLang="zh-CN" sz="2400"/>
              <a:t>(Synchronous</a:t>
            </a:r>
            <a:r>
              <a:rPr lang="zh-CN" altLang="en-US" sz="2400"/>
              <a:t> </a:t>
            </a:r>
            <a:r>
              <a:rPr lang="en-US" altLang="zh-CN" sz="2400"/>
              <a:t>Optical</a:t>
            </a:r>
            <a:r>
              <a:rPr lang="zh-CN" altLang="en-US" sz="2400"/>
              <a:t> </a:t>
            </a:r>
            <a:r>
              <a:rPr lang="en-US" altLang="zh-CN" sz="2400"/>
              <a:t>Network</a:t>
            </a:r>
            <a:r>
              <a:rPr lang="zh-CN" altLang="en-US" sz="2400"/>
              <a:t>,同步光纤网络</a:t>
            </a:r>
            <a:r>
              <a:rPr lang="en-US" altLang="zh-CN" sz="2400"/>
              <a:t>)</a:t>
            </a:r>
          </a:p>
          <a:p>
            <a:r>
              <a:rPr lang="en-US" altLang="zh-CN" sz="2400"/>
              <a:t>SDH</a:t>
            </a:r>
            <a:r>
              <a:rPr lang="zh-CN" altLang="en-US" sz="2400"/>
              <a:t> </a:t>
            </a:r>
            <a:r>
              <a:rPr lang="en-US" altLang="zh-CN" sz="2400"/>
              <a:t>(Synchronous</a:t>
            </a:r>
            <a:r>
              <a:rPr lang="zh-CN" altLang="en-US" sz="2400"/>
              <a:t> </a:t>
            </a:r>
            <a:r>
              <a:rPr lang="en-US" altLang="zh-CN" sz="2400"/>
              <a:t>Digital</a:t>
            </a:r>
            <a:r>
              <a:rPr lang="zh-CN" altLang="en-US" sz="2400"/>
              <a:t> </a:t>
            </a:r>
            <a:r>
              <a:rPr lang="en-US" altLang="zh-CN" sz="2400"/>
              <a:t>Hierarchy</a:t>
            </a:r>
            <a:r>
              <a:rPr lang="zh-CN" altLang="en-US" sz="2400"/>
              <a:t>,同步数字体系</a:t>
            </a:r>
            <a:r>
              <a:rPr lang="en-US" altLang="zh-CN" sz="2400"/>
              <a:t>)</a:t>
            </a:r>
            <a:r>
              <a:rPr lang="zh-CN" altLang="en-US" sz="2400"/>
              <a:t> </a:t>
            </a:r>
            <a:endParaRPr lang="en-US" altLang="zh-CN" sz="2400"/>
          </a:p>
          <a:p>
            <a:r>
              <a:rPr kumimoji="1" lang="en-US" altLang="zh-CN" sz="2400"/>
              <a:t>SONET/SDH</a:t>
            </a:r>
            <a:r>
              <a:rPr kumimoji="1" lang="zh-CN" altLang="en-US" sz="2400"/>
              <a:t>是使用同步</a:t>
            </a:r>
            <a:r>
              <a:rPr kumimoji="1" lang="en-US" altLang="zh-CN" sz="2400"/>
              <a:t>TDM</a:t>
            </a:r>
            <a:r>
              <a:rPr kumimoji="1" lang="zh-CN" altLang="en-US" sz="2400"/>
              <a:t>多路复用的同步网络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编号占位符 1">
            <a:extLst>
              <a:ext uri="{FF2B5EF4-FFF2-40B4-BE49-F238E27FC236}">
                <a16:creationId xmlns:a16="http://schemas.microsoft.com/office/drawing/2014/main" id="{6A442C35-4FA0-C323-C6F4-CDC317FB94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3A9FA10B-183A-47C5-A7CA-783BC627FDC5}" type="slidenum">
              <a:rPr lang="en-US" altLang="zh-CN" sz="2000">
                <a:solidFill>
                  <a:schemeClr val="bg2"/>
                </a:solidFill>
              </a:rPr>
              <a:pPr/>
              <a:t>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7D8205E2-D0BB-FCC8-D69B-ACFACCD42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/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charset="0"/>
              <a:ea typeface="宋体" charset="0"/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1C227546-1E5E-6BBB-E21D-92C600147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288607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17-1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体系结构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  <a:latin typeface="Times" charset="0"/>
            </a:endParaRPr>
          </a:p>
        </p:txBody>
      </p:sp>
      <p:sp>
        <p:nvSpPr>
          <p:cNvPr id="5125" name="Text Box 4">
            <a:extLst>
              <a:ext uri="{FF2B5EF4-FFF2-40B4-BE49-F238E27FC236}">
                <a16:creationId xmlns:a16="http://schemas.microsoft.com/office/drawing/2014/main" id="{B919C893-173C-5ACD-5F70-AD8C93C6F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565253" name="Rectangle 5">
            <a:extLst>
              <a:ext uri="{FF2B5EF4-FFF2-40B4-BE49-F238E27FC236}">
                <a16:creationId xmlns:a16="http://schemas.microsoft.com/office/drawing/2014/main" id="{E17CC6E6-4A54-9803-00BC-31F23C74A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057400"/>
            <a:ext cx="822960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首先介绍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SONET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系统的体系结构：信号、设备和连接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</a:t>
            </a:r>
          </a:p>
        </p:txBody>
      </p:sp>
      <p:sp>
        <p:nvSpPr>
          <p:cNvPr id="5127" name="Rectangle 29">
            <a:extLst>
              <a:ext uri="{FF2B5EF4-FFF2-40B4-BE49-F238E27FC236}">
                <a16:creationId xmlns:a16="http://schemas.microsoft.com/office/drawing/2014/main" id="{AF0E258A-2147-0BA0-59B8-3F65A3636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信号 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Signals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SONET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设备 </a:t>
            </a: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SONET Devices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连接 </a:t>
            </a: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Connections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5278" name="Text Box 30">
            <a:extLst>
              <a:ext uri="{FF2B5EF4-FFF2-40B4-BE49-F238E27FC236}">
                <a16:creationId xmlns:a16="http://schemas.microsoft.com/office/drawing/2014/main" id="{2769F0E8-5301-1408-0E2F-A6AF69C10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2037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编号占位符 1">
            <a:extLst>
              <a:ext uri="{FF2B5EF4-FFF2-40B4-BE49-F238E27FC236}">
                <a16:creationId xmlns:a16="http://schemas.microsoft.com/office/drawing/2014/main" id="{14025614-1D48-7BD6-8BDD-029DD579A1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89F9936F-1BC3-4E83-BFE2-562CE76053A0}" type="slidenum">
              <a:rPr lang="en-US" altLang="zh-CN" sz="2000">
                <a:solidFill>
                  <a:schemeClr val="bg2"/>
                </a:solidFill>
              </a:rPr>
              <a:pPr/>
              <a:t>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43CB5EDB-7570-FC1F-B4C7-FEAFABB5D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1000"/>
            <a:ext cx="40560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Table 17.1  </a:t>
            </a:r>
            <a:r>
              <a:rPr lang="en-US" altLang="zh-CN" sz="2400">
                <a:latin typeface="Times New Roman" panose="02020603050405020304" pitchFamily="18" charset="0"/>
              </a:rPr>
              <a:t>SONET/SDH</a:t>
            </a:r>
            <a:r>
              <a:rPr lang="zh-CN" altLang="en-US" sz="2400">
                <a:latin typeface="Times New Roman" panose="02020603050405020304" pitchFamily="18" charset="0"/>
              </a:rPr>
              <a:t>速率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4A4C62F1-AF3C-B1FF-5638-407B6EB1C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914400"/>
            <a:ext cx="8848725" cy="515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编号占位符 1">
            <a:extLst>
              <a:ext uri="{FF2B5EF4-FFF2-40B4-BE49-F238E27FC236}">
                <a16:creationId xmlns:a16="http://schemas.microsoft.com/office/drawing/2014/main" id="{36008917-8785-2151-652E-442C1D009C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AB5388BA-0D8B-48AC-A6A0-5BC69804D8B5}" type="slidenum">
              <a:rPr lang="en-US" altLang="zh-CN" sz="2000">
                <a:solidFill>
                  <a:schemeClr val="bg2"/>
                </a:solidFill>
              </a:rPr>
              <a:pPr/>
              <a:t>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7171" name="Line 2">
            <a:extLst>
              <a:ext uri="{FF2B5EF4-FFF2-40B4-BE49-F238E27FC236}">
                <a16:creationId xmlns:a16="http://schemas.microsoft.com/office/drawing/2014/main" id="{92F99C3E-F89D-FFF8-F434-B5229B2A87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09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" name="Line 3">
            <a:extLst>
              <a:ext uri="{FF2B5EF4-FFF2-40B4-BE49-F238E27FC236}">
                <a16:creationId xmlns:a16="http://schemas.microsoft.com/office/drawing/2014/main" id="{42C80169-2C27-672A-8837-853648B105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3" name="Text Box 4">
            <a:extLst>
              <a:ext uri="{FF2B5EF4-FFF2-40B4-BE49-F238E27FC236}">
                <a16:creationId xmlns:a16="http://schemas.microsoft.com/office/drawing/2014/main" id="{86C0A76C-9B08-498A-B758-706AC894D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6340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17.1  </a:t>
            </a:r>
            <a:r>
              <a:rPr lang="zh-CN" altLang="en-US" sz="2400">
                <a:latin typeface="Times New Roman" panose="02020603050405020304" pitchFamily="18" charset="0"/>
              </a:rPr>
              <a:t>使用</a:t>
            </a:r>
            <a:r>
              <a:rPr lang="en-US" altLang="zh-CN" sz="2400">
                <a:latin typeface="Times New Roman" panose="02020603050405020304" pitchFamily="18" charset="0"/>
              </a:rPr>
              <a:t>SONET</a:t>
            </a:r>
            <a:r>
              <a:rPr lang="zh-CN" altLang="en-US" sz="2400">
                <a:latin typeface="Times New Roman" panose="02020603050405020304" pitchFamily="18" charset="0"/>
              </a:rPr>
              <a:t>设备的简单网络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7174" name="Line 5">
            <a:extLst>
              <a:ext uri="{FF2B5EF4-FFF2-40B4-BE49-F238E27FC236}">
                <a16:creationId xmlns:a16="http://schemas.microsoft.com/office/drawing/2014/main" id="{460AE1F1-F16E-A1D1-B6B1-54CE36B07B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175" name="Picture 7">
            <a:extLst>
              <a:ext uri="{FF2B5EF4-FFF2-40B4-BE49-F238E27FC236}">
                <a16:creationId xmlns:a16="http://schemas.microsoft.com/office/drawing/2014/main" id="{1CF287DA-553E-0933-5AF6-DD878E7C3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8" y="1828800"/>
            <a:ext cx="8875712" cy="418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编号占位符 1">
            <a:extLst>
              <a:ext uri="{FF2B5EF4-FFF2-40B4-BE49-F238E27FC236}">
                <a16:creationId xmlns:a16="http://schemas.microsoft.com/office/drawing/2014/main" id="{5D3EFD3F-3513-5F94-F9DD-0EFF759670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75B83F38-20DA-4C51-9FAF-F485C6C1E99D}" type="slidenum">
              <a:rPr lang="en-US" altLang="zh-CN" sz="2000">
                <a:solidFill>
                  <a:schemeClr val="bg2"/>
                </a:solidFill>
              </a:rPr>
              <a:pPr/>
              <a:t>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57090" name="Rectangle 2">
            <a:extLst>
              <a:ext uri="{FF2B5EF4-FFF2-40B4-BE49-F238E27FC236}">
                <a16:creationId xmlns:a16="http://schemas.microsoft.com/office/drawing/2014/main" id="{95FAECB5-1C6F-CAB2-7900-B51033CBC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/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charset="0"/>
              <a:ea typeface="宋体" charset="0"/>
            </a:endParaRPr>
          </a:p>
        </p:txBody>
      </p:sp>
      <p:sp>
        <p:nvSpPr>
          <p:cNvPr id="857091" name="Text Box 3">
            <a:extLst>
              <a:ext uri="{FF2B5EF4-FFF2-40B4-BE49-F238E27FC236}">
                <a16:creationId xmlns:a16="http://schemas.microsoft.com/office/drawing/2014/main" id="{AADD8279-7311-05AD-D9F8-E90C2BCAA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30464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effectLst>
                  <a:outerShdw blurRad="38100" dist="38100" dir="2700000" algn="tl">
                    <a:srgbClr val="DDDDDD"/>
                  </a:outerShdw>
                </a:effectLst>
                <a:latin typeface="Times" charset="0"/>
                <a:ea typeface="宋体" charset="0"/>
              </a:rPr>
              <a:t>17-2   SONET</a:t>
            </a:r>
            <a:r>
              <a:rPr lang="zh-CN" alt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imes" charset="0"/>
                <a:ea typeface="宋体" charset="0"/>
              </a:rPr>
              <a:t>层</a:t>
            </a:r>
            <a:endParaRPr lang="en-US" altLang="zh-CN" dirty="0">
              <a:effectLst>
                <a:outerShdw blurRad="38100" dist="38100" dir="2700000" algn="tl">
                  <a:srgbClr val="DDDDDD"/>
                </a:outerShdw>
              </a:effectLst>
              <a:latin typeface="Times" charset="0"/>
              <a:ea typeface="宋体" charset="0"/>
            </a:endParaRPr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D991A627-AAF2-AF6B-618D-807DC20AE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857093" name="Rectangle 5">
            <a:extLst>
              <a:ext uri="{FF2B5EF4-FFF2-40B4-BE49-F238E27FC236}">
                <a16:creationId xmlns:a16="http://schemas.microsoft.com/office/drawing/2014/main" id="{48E69695-2431-E77B-5532-29E2B7F32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884363"/>
            <a:ext cx="82296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SONET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标准包括四个功能层：</a:t>
            </a:r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光子层</a:t>
            </a: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(photonic</a:t>
            </a:r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layer), </a:t>
            </a:r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段层</a:t>
            </a:r>
            <a:r>
              <a:rPr lang="zh-CN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section</a:t>
            </a:r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layer), </a:t>
            </a:r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线路层</a:t>
            </a: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(line</a:t>
            </a:r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layer), </a:t>
            </a:r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路径层</a:t>
            </a:r>
            <a:r>
              <a:rPr lang="zh-CN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path layer). </a:t>
            </a:r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它们对应于物理层和数据链路层</a:t>
            </a:r>
            <a:r>
              <a:rPr lang="en-US" altLang="zh-CN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</a:t>
            </a:r>
          </a:p>
        </p:txBody>
      </p:sp>
      <p:sp>
        <p:nvSpPr>
          <p:cNvPr id="8199" name="Rectangle 6">
            <a:extLst>
              <a:ext uri="{FF2B5EF4-FFF2-40B4-BE49-F238E27FC236}">
                <a16:creationId xmlns:a16="http://schemas.microsoft.com/office/drawing/2014/main" id="{CE60776A-1B0C-D127-D156-68DDED4FD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057650"/>
            <a:ext cx="6705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路径层</a:t>
            </a:r>
            <a:r>
              <a:rPr lang="zh-CN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Path Layer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线路层 </a:t>
            </a: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Line Layer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段层 </a:t>
            </a: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Section Layer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光子层 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Photonic Layer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设备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-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层之间的关系 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Device–Layer Relationships</a:t>
            </a:r>
          </a:p>
        </p:txBody>
      </p:sp>
      <p:sp>
        <p:nvSpPr>
          <p:cNvPr id="857095" name="Text Box 7">
            <a:extLst>
              <a:ext uri="{FF2B5EF4-FFF2-40B4-BE49-F238E27FC236}">
                <a16:creationId xmlns:a16="http://schemas.microsoft.com/office/drawing/2014/main" id="{A4AEFBB1-67AE-3F8B-7B5B-3193D0A73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35814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编号占位符 1">
            <a:extLst>
              <a:ext uri="{FF2B5EF4-FFF2-40B4-BE49-F238E27FC236}">
                <a16:creationId xmlns:a16="http://schemas.microsoft.com/office/drawing/2014/main" id="{70400741-07BE-C824-BC55-C354B1B8D8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D26C4E57-144F-4D37-9B98-BFD307AC0547}" type="slidenum">
              <a:rPr lang="en-US" altLang="zh-CN" sz="2000">
                <a:solidFill>
                  <a:schemeClr val="bg2"/>
                </a:solidFill>
              </a:rPr>
              <a:pPr/>
              <a:t>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374C3587-D622-9158-383C-F4450D676F0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41934F70-5AE1-B96C-5E4C-2AB06BFD276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58F9774A-D6C1-63BC-A1BE-997DC850574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9222" name="Rectangle 5">
            <a:extLst>
              <a:ext uri="{FF2B5EF4-FFF2-40B4-BE49-F238E27FC236}">
                <a16:creationId xmlns:a16="http://schemas.microsoft.com/office/drawing/2014/main" id="{394907A4-FC13-5BF1-109C-1CF4AF6A396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9223" name="Rectangle 6">
            <a:extLst>
              <a:ext uri="{FF2B5EF4-FFF2-40B4-BE49-F238E27FC236}">
                <a16:creationId xmlns:a16="http://schemas.microsoft.com/office/drawing/2014/main" id="{4CED7429-EDC5-2C6C-3EC5-AF4E34BAFA6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9224" name="Rectangle 7">
            <a:extLst>
              <a:ext uri="{FF2B5EF4-FFF2-40B4-BE49-F238E27FC236}">
                <a16:creationId xmlns:a16="http://schemas.microsoft.com/office/drawing/2014/main" id="{E10FBB95-1D28-71EF-74C6-7103224AAFF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9225" name="Rectangle 8">
            <a:extLst>
              <a:ext uri="{FF2B5EF4-FFF2-40B4-BE49-F238E27FC236}">
                <a16:creationId xmlns:a16="http://schemas.microsoft.com/office/drawing/2014/main" id="{1669A57C-363E-BFC9-F6E0-41BC86131A2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9226" name="Line 9">
            <a:extLst>
              <a:ext uri="{FF2B5EF4-FFF2-40B4-BE49-F238E27FC236}">
                <a16:creationId xmlns:a16="http://schemas.microsoft.com/office/drawing/2014/main" id="{6B59D56F-255A-8EF2-86A4-BAE0A6AB00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7" name="Line 10">
            <a:extLst>
              <a:ext uri="{FF2B5EF4-FFF2-40B4-BE49-F238E27FC236}">
                <a16:creationId xmlns:a16="http://schemas.microsoft.com/office/drawing/2014/main" id="{F7DBCC5D-8480-6E97-8108-F0177C09899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8" name="Rectangle 11">
            <a:extLst>
              <a:ext uri="{FF2B5EF4-FFF2-40B4-BE49-F238E27FC236}">
                <a16:creationId xmlns:a16="http://schemas.microsoft.com/office/drawing/2014/main" id="{4016613E-B3DC-4BBA-44EB-1B5E8EA17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/>
              <a:t>SONET </a:t>
            </a:r>
            <a:r>
              <a:rPr lang="zh-CN" altLang="en-US"/>
              <a:t>定义了四层</a:t>
            </a:r>
            <a:r>
              <a:rPr lang="en-US" altLang="zh-CN"/>
              <a:t>:</a:t>
            </a:r>
            <a:br>
              <a:rPr lang="en-US" altLang="zh-CN"/>
            </a:br>
            <a:r>
              <a:rPr lang="zh-CN" altLang="en-US"/>
              <a:t>路径、线路、段和光子层</a:t>
            </a:r>
            <a:r>
              <a:rPr lang="en-US" altLang="zh-CN"/>
              <a:t>.</a:t>
            </a:r>
          </a:p>
        </p:txBody>
      </p:sp>
      <p:grpSp>
        <p:nvGrpSpPr>
          <p:cNvPr id="9229" name="Group 12">
            <a:extLst>
              <a:ext uri="{FF2B5EF4-FFF2-40B4-BE49-F238E27FC236}">
                <a16:creationId xmlns:a16="http://schemas.microsoft.com/office/drawing/2014/main" id="{17357B42-222A-4261-50D8-45682BB7003D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24063"/>
            <a:ext cx="1143000" cy="566737"/>
            <a:chOff x="1200" y="1248"/>
            <a:chExt cx="720" cy="357"/>
          </a:xfrm>
        </p:grpSpPr>
        <p:pic>
          <p:nvPicPr>
            <p:cNvPr id="9230" name="Picture 13">
              <a:extLst>
                <a:ext uri="{FF2B5EF4-FFF2-40B4-BE49-F238E27FC236}">
                  <a16:creationId xmlns:a16="http://schemas.microsoft.com/office/drawing/2014/main" id="{4DCC7896-A498-F7E2-E330-BB1C752AD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31" name="Text Box 14">
              <a:extLst>
                <a:ext uri="{FF2B5EF4-FFF2-40B4-BE49-F238E27FC236}">
                  <a16:creationId xmlns:a16="http://schemas.microsoft.com/office/drawing/2014/main" id="{2A4489D7-E505-E12E-0A52-2A552C18DE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编号占位符 1">
            <a:extLst>
              <a:ext uri="{FF2B5EF4-FFF2-40B4-BE49-F238E27FC236}">
                <a16:creationId xmlns:a16="http://schemas.microsoft.com/office/drawing/2014/main" id="{851B10E6-730C-9019-6EDA-5DE903CFD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9F416FD6-960A-4469-A099-22D1661E1536}" type="slidenum">
              <a:rPr lang="en-US" altLang="zh-CN" sz="2000">
                <a:solidFill>
                  <a:schemeClr val="bg2"/>
                </a:solidFill>
              </a:rPr>
              <a:pPr/>
              <a:t>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0243" name="Line 2">
            <a:extLst>
              <a:ext uri="{FF2B5EF4-FFF2-40B4-BE49-F238E27FC236}">
                <a16:creationId xmlns:a16="http://schemas.microsoft.com/office/drawing/2014/main" id="{9583CC94-F3B4-776B-DBBB-A04149DFAC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4" name="Line 3">
            <a:extLst>
              <a:ext uri="{FF2B5EF4-FFF2-40B4-BE49-F238E27FC236}">
                <a16:creationId xmlns:a16="http://schemas.microsoft.com/office/drawing/2014/main" id="{2FC1FA20-339F-B4A7-F084-76D6D1299A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2BB002C0-D52E-DA10-BEA0-1EB708B2C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6235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17.2  </a:t>
            </a:r>
            <a:r>
              <a:rPr lang="en-US" altLang="zh-CN" sz="2400">
                <a:latin typeface="Times New Roman" panose="02020603050405020304" pitchFamily="18" charset="0"/>
              </a:rPr>
              <a:t>SONET </a:t>
            </a:r>
            <a:r>
              <a:rPr lang="zh-CN" altLang="en-US" sz="2400">
                <a:latin typeface="Times New Roman" panose="02020603050405020304" pitchFamily="18" charset="0"/>
              </a:rPr>
              <a:t>层与</a:t>
            </a:r>
            <a:r>
              <a:rPr lang="en-US" altLang="zh-CN" sz="2400">
                <a:latin typeface="Times New Roman" panose="02020603050405020304" pitchFamily="18" charset="0"/>
              </a:rPr>
              <a:t>OSI</a:t>
            </a:r>
            <a:r>
              <a:rPr lang="zh-CN" altLang="en-US" sz="2400">
                <a:latin typeface="Times New Roman" panose="02020603050405020304" pitchFamily="18" charset="0"/>
              </a:rPr>
              <a:t>或因特网层比较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10246" name="Line 5">
            <a:extLst>
              <a:ext uri="{FF2B5EF4-FFF2-40B4-BE49-F238E27FC236}">
                <a16:creationId xmlns:a16="http://schemas.microsoft.com/office/drawing/2014/main" id="{B97480C5-06DB-0C67-C9F1-EE8C2A7000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247" name="Picture 6">
            <a:extLst>
              <a:ext uri="{FF2B5EF4-FFF2-40B4-BE49-F238E27FC236}">
                <a16:creationId xmlns:a16="http://schemas.microsoft.com/office/drawing/2014/main" id="{B2130C79-6DBB-D3CF-BDB7-0EF10F1D5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763" y="1905000"/>
            <a:ext cx="6751637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编号占位符 1">
            <a:extLst>
              <a:ext uri="{FF2B5EF4-FFF2-40B4-BE49-F238E27FC236}">
                <a16:creationId xmlns:a16="http://schemas.microsoft.com/office/drawing/2014/main" id="{9055697B-5654-718D-FDBB-B6D47D42BC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43D8E9B1-ADBD-4F14-BA72-446DE2A9ADB5}" type="slidenum">
              <a:rPr lang="en-US" altLang="zh-CN" sz="2000">
                <a:solidFill>
                  <a:schemeClr val="bg2"/>
                </a:solidFill>
              </a:rPr>
              <a:pPr/>
              <a:t>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1267" name="Line 2">
            <a:extLst>
              <a:ext uri="{FF2B5EF4-FFF2-40B4-BE49-F238E27FC236}">
                <a16:creationId xmlns:a16="http://schemas.microsoft.com/office/drawing/2014/main" id="{DDC47FE6-A41E-C36B-C923-D904F6EF46F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8" name="Line 3">
            <a:extLst>
              <a:ext uri="{FF2B5EF4-FFF2-40B4-BE49-F238E27FC236}">
                <a16:creationId xmlns:a16="http://schemas.microsoft.com/office/drawing/2014/main" id="{8908F9BC-4893-3F00-781A-A96E8A80AC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9" name="Text Box 4">
            <a:extLst>
              <a:ext uri="{FF2B5EF4-FFF2-40B4-BE49-F238E27FC236}">
                <a16:creationId xmlns:a16="http://schemas.microsoft.com/office/drawing/2014/main" id="{98B222DD-4086-15B6-F63E-CA921AB50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121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17.3  </a:t>
            </a:r>
            <a:r>
              <a:rPr lang="en-US" altLang="zh-CN" sz="2400">
                <a:latin typeface="Times New Roman" panose="02020603050405020304" pitchFamily="18" charset="0"/>
              </a:rPr>
              <a:t>SONET</a:t>
            </a:r>
            <a:r>
              <a:rPr lang="zh-CN" altLang="en-US" sz="2400">
                <a:latin typeface="Times New Roman" panose="02020603050405020304" pitchFamily="18" charset="0"/>
              </a:rPr>
              <a:t>中的设备</a:t>
            </a:r>
            <a:r>
              <a:rPr lang="en-US" altLang="zh-CN" sz="2400">
                <a:latin typeface="Times New Roman" panose="02020603050405020304" pitchFamily="18" charset="0"/>
              </a:rPr>
              <a:t>-</a:t>
            </a:r>
            <a:r>
              <a:rPr lang="zh-CN" altLang="en-US" sz="2400">
                <a:latin typeface="Times New Roman" panose="02020603050405020304" pitchFamily="18" charset="0"/>
              </a:rPr>
              <a:t>层关系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11270" name="Line 5">
            <a:extLst>
              <a:ext uri="{FF2B5EF4-FFF2-40B4-BE49-F238E27FC236}">
                <a16:creationId xmlns:a16="http://schemas.microsoft.com/office/drawing/2014/main" id="{41F8907C-36E4-883A-084B-6A06064E4A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271" name="Picture 6">
            <a:extLst>
              <a:ext uri="{FF2B5EF4-FFF2-40B4-BE49-F238E27FC236}">
                <a16:creationId xmlns:a16="http://schemas.microsoft.com/office/drawing/2014/main" id="{9C341A8F-66C0-AE64-57A4-9A08E0968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1219200"/>
            <a:ext cx="7970837" cy="479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编号占位符 1">
            <a:extLst>
              <a:ext uri="{FF2B5EF4-FFF2-40B4-BE49-F238E27FC236}">
                <a16:creationId xmlns:a16="http://schemas.microsoft.com/office/drawing/2014/main" id="{30B50594-4F42-F32A-0713-94D8D967C9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93E77424-E33B-4871-AED6-B5D0407C90D7}" type="slidenum">
              <a:rPr lang="en-US" altLang="zh-CN" sz="2000">
                <a:solidFill>
                  <a:schemeClr val="bg2"/>
                </a:solidFill>
              </a:rPr>
              <a:pPr/>
              <a:t>10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58114" name="Rectangle 2">
            <a:extLst>
              <a:ext uri="{FF2B5EF4-FFF2-40B4-BE49-F238E27FC236}">
                <a16:creationId xmlns:a16="http://schemas.microsoft.com/office/drawing/2014/main" id="{F646C531-D971-4A76-5AA0-6BD8A5D1C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/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charset="0"/>
              <a:ea typeface="宋体" charset="0"/>
            </a:endParaRPr>
          </a:p>
        </p:txBody>
      </p:sp>
      <p:sp>
        <p:nvSpPr>
          <p:cNvPr id="858115" name="Text Box 3">
            <a:extLst>
              <a:ext uri="{FF2B5EF4-FFF2-40B4-BE49-F238E27FC236}">
                <a16:creationId xmlns:a16="http://schemas.microsoft.com/office/drawing/2014/main" id="{DDB81200-D9B5-0B2C-67C7-AB6DA58F5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30464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effectLst>
                  <a:outerShdw blurRad="38100" dist="38100" dir="2700000" algn="tl">
                    <a:srgbClr val="DDDDDD"/>
                  </a:outerShdw>
                </a:effectLst>
                <a:latin typeface="Times" charset="0"/>
                <a:ea typeface="宋体" charset="0"/>
              </a:rPr>
              <a:t>17-3   SONET</a:t>
            </a:r>
            <a:r>
              <a:rPr lang="zh-CN" altLang="en-US" dirty="0">
                <a:effectLst>
                  <a:outerShdw blurRad="38100" dist="38100" dir="2700000" algn="tl">
                    <a:srgbClr val="DDDDDD"/>
                  </a:outerShdw>
                </a:effectLst>
                <a:latin typeface="Times" charset="0"/>
                <a:ea typeface="宋体" charset="0"/>
              </a:rPr>
              <a:t>帧</a:t>
            </a:r>
            <a:endParaRPr lang="en-US" altLang="zh-CN" dirty="0">
              <a:effectLst>
                <a:outerShdw blurRad="38100" dist="38100" dir="2700000" algn="tl">
                  <a:srgbClr val="DDDDDD"/>
                </a:outerShdw>
              </a:effectLst>
              <a:latin typeface="Times" charset="0"/>
              <a:ea typeface="宋体" charset="0"/>
            </a:endParaRPr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id="{33BB4345-B8B7-FBC5-0C85-96D33188C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858117" name="Rectangle 5">
            <a:extLst>
              <a:ext uri="{FF2B5EF4-FFF2-40B4-BE49-F238E27FC236}">
                <a16:creationId xmlns:a16="http://schemas.microsoft.com/office/drawing/2014/main" id="{BA631C13-FF79-18DF-AD59-3D5B8E01C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733550"/>
            <a:ext cx="822960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每个同步传输信号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STS-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由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8000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个帧组成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每个帧是个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90 × </a:t>
            </a:r>
            <a:r>
              <a: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列、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9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行的二维矩阵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</a:t>
            </a:r>
          </a:p>
        </p:txBody>
      </p:sp>
      <p:sp>
        <p:nvSpPr>
          <p:cNvPr id="12295" name="Rectangle 6">
            <a:extLst>
              <a:ext uri="{FF2B5EF4-FFF2-40B4-BE49-F238E27FC236}">
                <a16:creationId xmlns:a16="http://schemas.microsoft.com/office/drawing/2014/main" id="{F4417C7D-16F9-B164-842F-F24762829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8261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帧、字节和位传输    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Frame, Byte, and Bit Transmission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STS-1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帧格式    </a:t>
            </a: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STS-1 Frame Format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封装    </a:t>
            </a: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Encapsulation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8119" name="Text Box 7">
            <a:extLst>
              <a:ext uri="{FF2B5EF4-FFF2-40B4-BE49-F238E27FC236}">
                <a16:creationId xmlns:a16="http://schemas.microsoft.com/office/drawing/2014/main" id="{AEF6D8F0-E96A-D9D2-5C3D-EBE4F2CBB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2037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编号占位符 1">
            <a:extLst>
              <a:ext uri="{FF2B5EF4-FFF2-40B4-BE49-F238E27FC236}">
                <a16:creationId xmlns:a16="http://schemas.microsoft.com/office/drawing/2014/main" id="{E0851180-09F0-35C3-34B9-D489279C6B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9AC5F42F-DCA3-4572-9A9E-91D17B89B0F9}" type="slidenum">
              <a:rPr lang="en-US" altLang="zh-CN" sz="2000">
                <a:solidFill>
                  <a:schemeClr val="bg2"/>
                </a:solidFill>
              </a:rPr>
              <a:pPr/>
              <a:t>11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3315" name="Line 2">
            <a:extLst>
              <a:ext uri="{FF2B5EF4-FFF2-40B4-BE49-F238E27FC236}">
                <a16:creationId xmlns:a16="http://schemas.microsoft.com/office/drawing/2014/main" id="{BC9161A8-20BD-242A-AFBB-84EC9D2F38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6" name="Line 3">
            <a:extLst>
              <a:ext uri="{FF2B5EF4-FFF2-40B4-BE49-F238E27FC236}">
                <a16:creationId xmlns:a16="http://schemas.microsoft.com/office/drawing/2014/main" id="{6B9C3FC9-D5AC-9F12-4380-1F47F5B54F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7" name="Text Box 4">
            <a:extLst>
              <a:ext uri="{FF2B5EF4-FFF2-40B4-BE49-F238E27FC236}">
                <a16:creationId xmlns:a16="http://schemas.microsoft.com/office/drawing/2014/main" id="{EF095B0D-DD12-F752-67D8-7E09047D8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4295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17.4  </a:t>
            </a:r>
            <a:r>
              <a:rPr lang="en-US" altLang="zh-CN" sz="2400">
                <a:latin typeface="Times New Roman" panose="02020603050405020304" pitchFamily="18" charset="0"/>
              </a:rPr>
              <a:t>STS-1 </a:t>
            </a:r>
            <a:r>
              <a:rPr lang="zh-CN" altLang="en-US" sz="2400">
                <a:latin typeface="Times New Roman" panose="02020603050405020304" pitchFamily="18" charset="0"/>
              </a:rPr>
              <a:t>和 </a:t>
            </a:r>
            <a:r>
              <a:rPr lang="en-US" altLang="zh-CN" sz="2400">
                <a:latin typeface="Times New Roman" panose="02020603050405020304" pitchFamily="18" charset="0"/>
              </a:rPr>
              <a:t>STS-n </a:t>
            </a:r>
            <a:r>
              <a:rPr lang="zh-CN" altLang="en-US" sz="2400">
                <a:latin typeface="Times New Roman" panose="02020603050405020304" pitchFamily="18" charset="0"/>
              </a:rPr>
              <a:t>帧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13318" name="Line 5">
            <a:extLst>
              <a:ext uri="{FF2B5EF4-FFF2-40B4-BE49-F238E27FC236}">
                <a16:creationId xmlns:a16="http://schemas.microsoft.com/office/drawing/2014/main" id="{0C989440-580E-064D-9E7C-7710547C23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319" name="Picture 6">
            <a:extLst>
              <a:ext uri="{FF2B5EF4-FFF2-40B4-BE49-F238E27FC236}">
                <a16:creationId xmlns:a16="http://schemas.microsoft.com/office/drawing/2014/main" id="{9A21FCEA-5B8E-CA60-4648-C41649412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2689225"/>
            <a:ext cx="8364537" cy="180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编号占位符 1">
            <a:extLst>
              <a:ext uri="{FF2B5EF4-FFF2-40B4-BE49-F238E27FC236}">
                <a16:creationId xmlns:a16="http://schemas.microsoft.com/office/drawing/2014/main" id="{B625FDD2-43A7-A1AE-1CD7-0EF0390DCE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4359ED2D-007E-446C-B1CC-17D94F2AB7CB}" type="slidenum">
              <a:rPr lang="en-US" altLang="zh-CN" sz="2000">
                <a:solidFill>
                  <a:schemeClr val="bg2"/>
                </a:solidFill>
              </a:rPr>
              <a:pPr/>
              <a:t>12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4339" name="Line 2">
            <a:extLst>
              <a:ext uri="{FF2B5EF4-FFF2-40B4-BE49-F238E27FC236}">
                <a16:creationId xmlns:a16="http://schemas.microsoft.com/office/drawing/2014/main" id="{66046196-246E-9CAC-7BAC-912A11F558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0" name="Line 3">
            <a:extLst>
              <a:ext uri="{FF2B5EF4-FFF2-40B4-BE49-F238E27FC236}">
                <a16:creationId xmlns:a16="http://schemas.microsoft.com/office/drawing/2014/main" id="{C940B7D4-160E-23DD-BFAC-10E86D4085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7ECC76C2-5189-B88B-DA57-D0F038B76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1703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17.5  </a:t>
            </a:r>
            <a:r>
              <a:rPr lang="zh-CN" altLang="en-US" sz="2400">
                <a:latin typeface="Times New Roman" panose="02020603050405020304" pitchFamily="18" charset="0"/>
              </a:rPr>
              <a:t>传输中的</a:t>
            </a:r>
            <a:r>
              <a:rPr lang="en-US" altLang="zh-CN" sz="2400">
                <a:latin typeface="Times New Roman" panose="02020603050405020304" pitchFamily="18" charset="0"/>
              </a:rPr>
              <a:t>STS-1</a:t>
            </a:r>
            <a:r>
              <a:rPr lang="zh-CN" altLang="en-US" sz="2400">
                <a:latin typeface="Times New Roman" panose="02020603050405020304" pitchFamily="18" charset="0"/>
              </a:rPr>
              <a:t>帧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4342" name="Line 5">
            <a:extLst>
              <a:ext uri="{FF2B5EF4-FFF2-40B4-BE49-F238E27FC236}">
                <a16:creationId xmlns:a16="http://schemas.microsoft.com/office/drawing/2014/main" id="{534607F7-F8AB-5727-C8AF-EF72D4D58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4343" name="Picture 6">
            <a:extLst>
              <a:ext uri="{FF2B5EF4-FFF2-40B4-BE49-F238E27FC236}">
                <a16:creationId xmlns:a16="http://schemas.microsoft.com/office/drawing/2014/main" id="{FF58179B-B3BD-54DB-D5C7-5F6AEA409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590800"/>
            <a:ext cx="8866188" cy="238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编号占位符 1">
            <a:extLst>
              <a:ext uri="{FF2B5EF4-FFF2-40B4-BE49-F238E27FC236}">
                <a16:creationId xmlns:a16="http://schemas.microsoft.com/office/drawing/2014/main" id="{30905873-EBE0-EAD8-F2A0-802F088ACB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2B03BCF3-9F34-468A-A646-1814064CBFCB}" type="slidenum">
              <a:rPr lang="en-US" altLang="zh-CN" sz="2000">
                <a:solidFill>
                  <a:schemeClr val="bg2"/>
                </a:solidFill>
              </a:rPr>
              <a:pPr/>
              <a:t>13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60D8F54D-B536-C91D-170F-80904B2D61B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E996967F-9507-6245-72B7-B66B5D888B1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0789B74E-A596-76FC-CF40-1F2C29EF59C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5366" name="Rectangle 5">
            <a:extLst>
              <a:ext uri="{FF2B5EF4-FFF2-40B4-BE49-F238E27FC236}">
                <a16:creationId xmlns:a16="http://schemas.microsoft.com/office/drawing/2014/main" id="{2130E23D-B1D5-7ED6-7879-3F124533E29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5367" name="Rectangle 6">
            <a:extLst>
              <a:ext uri="{FF2B5EF4-FFF2-40B4-BE49-F238E27FC236}">
                <a16:creationId xmlns:a16="http://schemas.microsoft.com/office/drawing/2014/main" id="{C141B968-98BF-77F5-ABF8-0B6A02C9362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5368" name="Rectangle 7">
            <a:extLst>
              <a:ext uri="{FF2B5EF4-FFF2-40B4-BE49-F238E27FC236}">
                <a16:creationId xmlns:a16="http://schemas.microsoft.com/office/drawing/2014/main" id="{EC64C439-8E27-5B27-C968-600A8665238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5369" name="Rectangle 8">
            <a:extLst>
              <a:ext uri="{FF2B5EF4-FFF2-40B4-BE49-F238E27FC236}">
                <a16:creationId xmlns:a16="http://schemas.microsoft.com/office/drawing/2014/main" id="{D2C49175-D356-BB12-EF91-DFD4254A97F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5370" name="Line 9">
            <a:extLst>
              <a:ext uri="{FF2B5EF4-FFF2-40B4-BE49-F238E27FC236}">
                <a16:creationId xmlns:a16="http://schemas.microsoft.com/office/drawing/2014/main" id="{8D5476FB-76F3-BECD-32E5-B815110CFB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1" name="Line 10">
            <a:extLst>
              <a:ext uri="{FF2B5EF4-FFF2-40B4-BE49-F238E27FC236}">
                <a16:creationId xmlns:a16="http://schemas.microsoft.com/office/drawing/2014/main" id="{1F2C3BD9-852F-982D-73C0-1B6F5496B4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2" name="Rectangle 11">
            <a:extLst>
              <a:ext uri="{FF2B5EF4-FFF2-40B4-BE49-F238E27FC236}">
                <a16:creationId xmlns:a16="http://schemas.microsoft.com/office/drawing/2014/main" id="{ACA82B22-94CE-CC2E-CE19-87C404FA7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/>
              <a:t>SONET STS-n</a:t>
            </a:r>
            <a:r>
              <a:rPr lang="zh-CN" altLang="en-US"/>
              <a:t>信号</a:t>
            </a:r>
            <a:endParaRPr lang="en-US" altLang="zh-CN"/>
          </a:p>
          <a:p>
            <a:pPr algn="ctr"/>
            <a:r>
              <a:rPr lang="zh-CN" altLang="en-US"/>
              <a:t>以每秒</a:t>
            </a:r>
            <a:r>
              <a:rPr lang="en-US" altLang="zh-CN"/>
              <a:t>8000</a:t>
            </a:r>
            <a:r>
              <a:rPr lang="zh-CN" altLang="en-US"/>
              <a:t>个帧传输</a:t>
            </a:r>
            <a:r>
              <a:rPr lang="en-US" altLang="zh-CN"/>
              <a:t>.</a:t>
            </a:r>
          </a:p>
        </p:txBody>
      </p:sp>
      <p:grpSp>
        <p:nvGrpSpPr>
          <p:cNvPr id="15373" name="Group 12">
            <a:extLst>
              <a:ext uri="{FF2B5EF4-FFF2-40B4-BE49-F238E27FC236}">
                <a16:creationId xmlns:a16="http://schemas.microsoft.com/office/drawing/2014/main" id="{A9100339-8E5D-13F4-53A5-B27C3F5B7A11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24063"/>
            <a:ext cx="1143000" cy="566737"/>
            <a:chOff x="1200" y="1248"/>
            <a:chExt cx="720" cy="357"/>
          </a:xfrm>
        </p:grpSpPr>
        <p:pic>
          <p:nvPicPr>
            <p:cNvPr id="15374" name="Picture 13">
              <a:extLst>
                <a:ext uri="{FF2B5EF4-FFF2-40B4-BE49-F238E27FC236}">
                  <a16:creationId xmlns:a16="http://schemas.microsoft.com/office/drawing/2014/main" id="{2EA6FC92-FABC-B88E-F59A-6E54CDCC92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5" name="Text Box 14">
              <a:extLst>
                <a:ext uri="{FF2B5EF4-FFF2-40B4-BE49-F238E27FC236}">
                  <a16:creationId xmlns:a16="http://schemas.microsoft.com/office/drawing/2014/main" id="{3B18D826-F515-0377-33DE-7A8E8925A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编号占位符 1">
            <a:extLst>
              <a:ext uri="{FF2B5EF4-FFF2-40B4-BE49-F238E27FC236}">
                <a16:creationId xmlns:a16="http://schemas.microsoft.com/office/drawing/2014/main" id="{482855AD-5FFE-D839-E74A-92E0CF3BC4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D5528FF6-0BF3-4A64-BD3A-DE991155DC10}" type="slidenum">
              <a:rPr lang="en-US" altLang="zh-CN" sz="2000">
                <a:solidFill>
                  <a:schemeClr val="bg2"/>
                </a:solidFill>
              </a:rPr>
              <a:pPr/>
              <a:t>14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872849D-0025-6E46-E934-CE76262CF0E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35767047-2988-EED5-2462-E59D30DAFF9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6389" name="Rectangle 4">
            <a:extLst>
              <a:ext uri="{FF2B5EF4-FFF2-40B4-BE49-F238E27FC236}">
                <a16:creationId xmlns:a16="http://schemas.microsoft.com/office/drawing/2014/main" id="{E5A345E6-1929-9178-4830-9A87CC93D60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6390" name="Rectangle 5">
            <a:extLst>
              <a:ext uri="{FF2B5EF4-FFF2-40B4-BE49-F238E27FC236}">
                <a16:creationId xmlns:a16="http://schemas.microsoft.com/office/drawing/2014/main" id="{9B05234C-0730-C378-F65B-CB33D7A187E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6391" name="Rectangle 6">
            <a:extLst>
              <a:ext uri="{FF2B5EF4-FFF2-40B4-BE49-F238E27FC236}">
                <a16:creationId xmlns:a16="http://schemas.microsoft.com/office/drawing/2014/main" id="{ED9A7A7F-CB86-AE6B-C821-FBBA5542ACF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6392" name="Rectangle 7">
            <a:extLst>
              <a:ext uri="{FF2B5EF4-FFF2-40B4-BE49-F238E27FC236}">
                <a16:creationId xmlns:a16="http://schemas.microsoft.com/office/drawing/2014/main" id="{90BB0D2C-64CF-8D49-BBA6-6F69BBC1EFE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6393" name="Rectangle 8">
            <a:extLst>
              <a:ext uri="{FF2B5EF4-FFF2-40B4-BE49-F238E27FC236}">
                <a16:creationId xmlns:a16="http://schemas.microsoft.com/office/drawing/2014/main" id="{F69D3A85-3DB4-6F2A-683C-634BFFC799F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6394" name="Line 9">
            <a:extLst>
              <a:ext uri="{FF2B5EF4-FFF2-40B4-BE49-F238E27FC236}">
                <a16:creationId xmlns:a16="http://schemas.microsoft.com/office/drawing/2014/main" id="{4306AFE8-9377-8341-BD7F-A593F0DD5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5" name="Line 10">
            <a:extLst>
              <a:ext uri="{FF2B5EF4-FFF2-40B4-BE49-F238E27FC236}">
                <a16:creationId xmlns:a16="http://schemas.microsoft.com/office/drawing/2014/main" id="{93690AB8-C820-90FA-146F-786C8EF3EF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6" name="Rectangle 11">
            <a:extLst>
              <a:ext uri="{FF2B5EF4-FFF2-40B4-BE49-F238E27FC236}">
                <a16:creationId xmlns:a16="http://schemas.microsoft.com/office/drawing/2014/main" id="{269F7EF1-DA7C-2B93-8D84-4B6C02249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/>
              <a:t>SONET</a:t>
            </a:r>
            <a:r>
              <a:rPr lang="zh-CN" altLang="en-US"/>
              <a:t>帧中的每一个字节</a:t>
            </a:r>
            <a:br>
              <a:rPr lang="en-US" altLang="zh-CN"/>
            </a:br>
            <a:r>
              <a:rPr lang="zh-CN" altLang="en-US"/>
              <a:t>能承载一个数字化语音通道</a:t>
            </a:r>
            <a:r>
              <a:rPr lang="en-US" altLang="zh-CN"/>
              <a:t>.</a:t>
            </a:r>
          </a:p>
        </p:txBody>
      </p:sp>
      <p:grpSp>
        <p:nvGrpSpPr>
          <p:cNvPr id="16397" name="Group 12">
            <a:extLst>
              <a:ext uri="{FF2B5EF4-FFF2-40B4-BE49-F238E27FC236}">
                <a16:creationId xmlns:a16="http://schemas.microsoft.com/office/drawing/2014/main" id="{01AC9310-05DC-B65F-365C-F13DFED39E70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24063"/>
            <a:ext cx="1143000" cy="566737"/>
            <a:chOff x="1200" y="1248"/>
            <a:chExt cx="720" cy="357"/>
          </a:xfrm>
        </p:grpSpPr>
        <p:pic>
          <p:nvPicPr>
            <p:cNvPr id="16398" name="Picture 13">
              <a:extLst>
                <a:ext uri="{FF2B5EF4-FFF2-40B4-BE49-F238E27FC236}">
                  <a16:creationId xmlns:a16="http://schemas.microsoft.com/office/drawing/2014/main" id="{C9A24F63-2DB7-93E0-ED86-FC67BCD871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99" name="Text Box 14">
              <a:extLst>
                <a:ext uri="{FF2B5EF4-FFF2-40B4-BE49-F238E27FC236}">
                  <a16:creationId xmlns:a16="http://schemas.microsoft.com/office/drawing/2014/main" id="{E66E4E49-3610-03E9-184B-5C46F601EE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编号占位符 1">
            <a:extLst>
              <a:ext uri="{FF2B5EF4-FFF2-40B4-BE49-F238E27FC236}">
                <a16:creationId xmlns:a16="http://schemas.microsoft.com/office/drawing/2014/main" id="{2B37A024-A8D9-0EBD-AE88-9E7222EBB0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1980FA40-56B8-43C7-8163-54F7BCD9E971}" type="slidenum">
              <a:rPr lang="en-US" altLang="zh-CN" sz="2000">
                <a:solidFill>
                  <a:schemeClr val="bg2"/>
                </a:solidFill>
              </a:rPr>
              <a:pPr/>
              <a:t>15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D3F60E18-7EDB-AE6B-B157-D9F1FC44B5A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65091044-51B0-9A1A-2BB7-94F2C02CF80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7413" name="Rectangle 4">
            <a:extLst>
              <a:ext uri="{FF2B5EF4-FFF2-40B4-BE49-F238E27FC236}">
                <a16:creationId xmlns:a16="http://schemas.microsoft.com/office/drawing/2014/main" id="{519B6609-EBF6-BD2F-74D3-C751705747E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7414" name="Rectangle 5">
            <a:extLst>
              <a:ext uri="{FF2B5EF4-FFF2-40B4-BE49-F238E27FC236}">
                <a16:creationId xmlns:a16="http://schemas.microsoft.com/office/drawing/2014/main" id="{2E6A1C96-4D60-5FC9-505E-253F88E9B43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7415" name="Rectangle 6">
            <a:extLst>
              <a:ext uri="{FF2B5EF4-FFF2-40B4-BE49-F238E27FC236}">
                <a16:creationId xmlns:a16="http://schemas.microsoft.com/office/drawing/2014/main" id="{1DD4D2DB-046E-B1CD-5158-8201513C7E0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7416" name="Rectangle 7">
            <a:extLst>
              <a:ext uri="{FF2B5EF4-FFF2-40B4-BE49-F238E27FC236}">
                <a16:creationId xmlns:a16="http://schemas.microsoft.com/office/drawing/2014/main" id="{4A7B972C-463A-EB79-B3CF-139154F401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7417" name="Rectangle 8">
            <a:extLst>
              <a:ext uri="{FF2B5EF4-FFF2-40B4-BE49-F238E27FC236}">
                <a16:creationId xmlns:a16="http://schemas.microsoft.com/office/drawing/2014/main" id="{4A15A25B-F4E4-0698-9F6F-6EC97B2E9FD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7418" name="Rectangle 9">
            <a:extLst>
              <a:ext uri="{FF2B5EF4-FFF2-40B4-BE49-F238E27FC236}">
                <a16:creationId xmlns:a16="http://schemas.microsoft.com/office/drawing/2014/main" id="{275B38C8-BA6F-85D2-C900-D98F05728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95400"/>
            <a:ext cx="868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</a:rPr>
              <a:t>求</a:t>
            </a:r>
            <a:r>
              <a:rPr lang="en-US" altLang="zh-CN" sz="2800">
                <a:latin typeface="Times New Roman" panose="02020603050405020304" pitchFamily="18" charset="0"/>
              </a:rPr>
              <a:t>STS-1</a:t>
            </a:r>
            <a:r>
              <a:rPr lang="zh-CN" altLang="en-US" sz="2800">
                <a:latin typeface="Times New Roman" panose="02020603050405020304" pitchFamily="18" charset="0"/>
              </a:rPr>
              <a:t>信号的数据速率</a:t>
            </a:r>
            <a:r>
              <a:rPr lang="en-US" altLang="zh-CN" sz="280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7419" name="Rectangle 10">
            <a:extLst>
              <a:ext uri="{FF2B5EF4-FFF2-40B4-BE49-F238E27FC236}">
                <a16:creationId xmlns:a16="http://schemas.microsoft.com/office/drawing/2014/main" id="{2939A744-B676-D531-408A-AC9A06A08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590800"/>
            <a:ext cx="86868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800">
                <a:solidFill>
                  <a:schemeClr val="hlink"/>
                </a:solidFill>
                <a:latin typeface="Times New Roman" panose="02020603050405020304" pitchFamily="18" charset="0"/>
              </a:rPr>
              <a:t>解</a:t>
            </a:r>
            <a:endParaRPr lang="en-US" altLang="zh-CN" sz="28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800">
                <a:latin typeface="Times" panose="02020603050405020304" pitchFamily="18" charset="0"/>
              </a:rPr>
              <a:t>STS-1, </a:t>
            </a:r>
            <a:r>
              <a:rPr lang="zh-CN" altLang="en-US" sz="2800">
                <a:latin typeface="Times" panose="02020603050405020304" pitchFamily="18" charset="0"/>
              </a:rPr>
              <a:t>与其他</a:t>
            </a:r>
            <a:r>
              <a:rPr lang="en-US" altLang="zh-CN" sz="2800">
                <a:latin typeface="Times" panose="02020603050405020304" pitchFamily="18" charset="0"/>
              </a:rPr>
              <a:t>STS</a:t>
            </a:r>
            <a:r>
              <a:rPr lang="zh-CN" altLang="en-US" sz="2800">
                <a:latin typeface="Times" panose="02020603050405020304" pitchFamily="18" charset="0"/>
              </a:rPr>
              <a:t>信号一样每秒发送</a:t>
            </a:r>
            <a:r>
              <a:rPr lang="en-US" altLang="zh-CN" sz="2800">
                <a:latin typeface="Times" panose="02020603050405020304" pitchFamily="18" charset="0"/>
              </a:rPr>
              <a:t>8000</a:t>
            </a:r>
            <a:r>
              <a:rPr lang="zh-CN" altLang="en-US" sz="2800">
                <a:latin typeface="Times" panose="02020603050405020304" pitchFamily="18" charset="0"/>
              </a:rPr>
              <a:t>个帧</a:t>
            </a:r>
            <a:r>
              <a:rPr lang="en-US" altLang="zh-CN" sz="2800">
                <a:latin typeface="Times" panose="02020603050405020304" pitchFamily="18" charset="0"/>
              </a:rPr>
              <a:t>. </a:t>
            </a:r>
            <a:r>
              <a:rPr lang="zh-CN" altLang="en-US" sz="2800">
                <a:latin typeface="Times" panose="02020603050405020304" pitchFamily="18" charset="0"/>
              </a:rPr>
              <a:t>每个</a:t>
            </a:r>
            <a:r>
              <a:rPr lang="en-US" altLang="zh-CN" sz="2800">
                <a:latin typeface="Times" panose="02020603050405020304" pitchFamily="18" charset="0"/>
              </a:rPr>
              <a:t> STS-1</a:t>
            </a:r>
            <a:r>
              <a:rPr lang="zh-CN" altLang="en-US" sz="2800">
                <a:latin typeface="Times" panose="02020603050405020304" pitchFamily="18" charset="0"/>
              </a:rPr>
              <a:t>帧由</a:t>
            </a:r>
            <a:r>
              <a:rPr lang="en-US" altLang="zh-CN" sz="2800">
                <a:latin typeface="Times" panose="02020603050405020304" pitchFamily="18" charset="0"/>
              </a:rPr>
              <a:t> 9 </a:t>
            </a:r>
            <a:r>
              <a:rPr lang="zh-CN" altLang="en-US" sz="2800">
                <a:latin typeface="Times" panose="02020603050405020304" pitchFamily="18" charset="0"/>
              </a:rPr>
              <a:t>乘</a:t>
            </a:r>
            <a:r>
              <a:rPr lang="en-US" altLang="zh-CN" sz="2800">
                <a:latin typeface="Times" panose="02020603050405020304" pitchFamily="18" charset="0"/>
              </a:rPr>
              <a:t> (1 × 90)</a:t>
            </a:r>
            <a:r>
              <a:rPr lang="zh-CN" altLang="en-US" sz="2800">
                <a:latin typeface="Times" panose="02020603050405020304" pitchFamily="18" charset="0"/>
              </a:rPr>
              <a:t>个字节组成</a:t>
            </a:r>
            <a:r>
              <a:rPr lang="en-US" altLang="zh-CN" sz="2800">
                <a:latin typeface="Times" panose="02020603050405020304" pitchFamily="18" charset="0"/>
              </a:rPr>
              <a:t>. </a:t>
            </a:r>
            <a:r>
              <a:rPr lang="zh-CN" altLang="en-US" sz="2800">
                <a:latin typeface="Times" panose="02020603050405020304" pitchFamily="18" charset="0"/>
              </a:rPr>
              <a:t>每个字节为</a:t>
            </a:r>
            <a:r>
              <a:rPr lang="en-US" altLang="zh-CN" sz="2800">
                <a:latin typeface="Times" panose="02020603050405020304" pitchFamily="18" charset="0"/>
              </a:rPr>
              <a:t>8 bits. </a:t>
            </a:r>
            <a:r>
              <a:rPr lang="zh-CN" altLang="en-US" sz="2800">
                <a:latin typeface="Times" panose="02020603050405020304" pitchFamily="18" charset="0"/>
              </a:rPr>
              <a:t>数据速率为：</a:t>
            </a:r>
            <a:endParaRPr lang="en-US" altLang="zh-CN" sz="2800">
              <a:solidFill>
                <a:schemeClr val="hlink"/>
              </a:solidFill>
              <a:latin typeface="Times" panose="02020603050405020304" pitchFamily="18" charset="0"/>
            </a:endParaRPr>
          </a:p>
        </p:txBody>
      </p:sp>
      <p:sp>
        <p:nvSpPr>
          <p:cNvPr id="17420" name="Text Box 11">
            <a:extLst>
              <a:ext uri="{FF2B5EF4-FFF2-40B4-BE49-F238E27FC236}">
                <a16:creationId xmlns:a16="http://schemas.microsoft.com/office/drawing/2014/main" id="{1C47B4C9-9C02-6743-6892-83F71051B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</a:rPr>
              <a:t>Example 17.1</a:t>
            </a:r>
          </a:p>
        </p:txBody>
      </p:sp>
      <p:pic>
        <p:nvPicPr>
          <p:cNvPr id="17421" name="Picture 12">
            <a:extLst>
              <a:ext uri="{FF2B5EF4-FFF2-40B4-BE49-F238E27FC236}">
                <a16:creationId xmlns:a16="http://schemas.microsoft.com/office/drawing/2014/main" id="{4D08EABA-F83C-C7E8-7589-FE8513BEB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800600"/>
            <a:ext cx="7897813" cy="377825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编号占位符 1">
            <a:extLst>
              <a:ext uri="{FF2B5EF4-FFF2-40B4-BE49-F238E27FC236}">
                <a16:creationId xmlns:a16="http://schemas.microsoft.com/office/drawing/2014/main" id="{6DC991BE-4572-5FDE-B960-4A9A9C1069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A0C21AC4-15DB-430B-B33B-7B29BE1141B7}" type="slidenum">
              <a:rPr lang="en-US" altLang="zh-CN" sz="2000">
                <a:solidFill>
                  <a:schemeClr val="bg2"/>
                </a:solidFill>
              </a:rPr>
              <a:pPr/>
              <a:t>16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48D189A5-62F7-3139-A81C-1555B827806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88675A17-9F9D-90A7-74FF-5477910699B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ADC6522C-E7F5-E881-1A29-AAD4A75CF58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8438" name="Rectangle 5">
            <a:extLst>
              <a:ext uri="{FF2B5EF4-FFF2-40B4-BE49-F238E27FC236}">
                <a16:creationId xmlns:a16="http://schemas.microsoft.com/office/drawing/2014/main" id="{17B1E617-7470-417E-E52A-6327F785687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8439" name="Rectangle 6">
            <a:extLst>
              <a:ext uri="{FF2B5EF4-FFF2-40B4-BE49-F238E27FC236}">
                <a16:creationId xmlns:a16="http://schemas.microsoft.com/office/drawing/2014/main" id="{338EC747-C049-B286-AF0D-EC906359A63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8440" name="Rectangle 7">
            <a:extLst>
              <a:ext uri="{FF2B5EF4-FFF2-40B4-BE49-F238E27FC236}">
                <a16:creationId xmlns:a16="http://schemas.microsoft.com/office/drawing/2014/main" id="{1303FC3F-D8FB-35AA-E387-06BAAD72FED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8441" name="Rectangle 8">
            <a:extLst>
              <a:ext uri="{FF2B5EF4-FFF2-40B4-BE49-F238E27FC236}">
                <a16:creationId xmlns:a16="http://schemas.microsoft.com/office/drawing/2014/main" id="{CC78EA16-0B6B-4E70-138B-B85F872AB11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8442" name="Rectangle 9">
            <a:extLst>
              <a:ext uri="{FF2B5EF4-FFF2-40B4-BE49-F238E27FC236}">
                <a16:creationId xmlns:a16="http://schemas.microsoft.com/office/drawing/2014/main" id="{E2DB8C64-9419-0D18-1557-8B4EB3FA1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524000"/>
            <a:ext cx="868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</a:rPr>
              <a:t>求</a:t>
            </a:r>
            <a:r>
              <a:rPr lang="en-US" altLang="zh-CN" sz="2800">
                <a:latin typeface="Times New Roman" panose="02020603050405020304" pitchFamily="18" charset="0"/>
              </a:rPr>
              <a:t>STS-3</a:t>
            </a:r>
            <a:r>
              <a:rPr lang="zh-CN" altLang="en-US" sz="2800">
                <a:latin typeface="Times New Roman" panose="02020603050405020304" pitchFamily="18" charset="0"/>
              </a:rPr>
              <a:t>信号的数据速率</a:t>
            </a:r>
            <a:r>
              <a:rPr lang="en-US" altLang="zh-CN" sz="280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8443" name="Rectangle 10">
            <a:extLst>
              <a:ext uri="{FF2B5EF4-FFF2-40B4-BE49-F238E27FC236}">
                <a16:creationId xmlns:a16="http://schemas.microsoft.com/office/drawing/2014/main" id="{0EC7C687-0694-B825-4271-06A9A9CD1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590800"/>
            <a:ext cx="86868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800">
                <a:solidFill>
                  <a:schemeClr val="hlink"/>
                </a:solidFill>
                <a:latin typeface="Times New Roman" panose="02020603050405020304" pitchFamily="18" charset="0"/>
              </a:rPr>
              <a:t>解</a:t>
            </a:r>
            <a:endParaRPr lang="en-US" altLang="zh-CN" sz="28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en-US" altLang="zh-CN" sz="2800">
                <a:latin typeface="Times" panose="02020603050405020304" pitchFamily="18" charset="0"/>
              </a:rPr>
              <a:t>STS-3, </a:t>
            </a:r>
            <a:r>
              <a:rPr lang="zh-CN" altLang="en-US" sz="2800">
                <a:latin typeface="Times" panose="02020603050405020304" pitchFamily="18" charset="0"/>
              </a:rPr>
              <a:t>与其他</a:t>
            </a:r>
            <a:r>
              <a:rPr lang="en-US" altLang="zh-CN" sz="2800">
                <a:latin typeface="Times" panose="02020603050405020304" pitchFamily="18" charset="0"/>
              </a:rPr>
              <a:t>STS</a:t>
            </a:r>
            <a:r>
              <a:rPr lang="zh-CN" altLang="en-US" sz="2800">
                <a:latin typeface="Times" panose="02020603050405020304" pitchFamily="18" charset="0"/>
              </a:rPr>
              <a:t>信号一样每秒发送</a:t>
            </a:r>
            <a:r>
              <a:rPr lang="en-US" altLang="zh-CN" sz="2800">
                <a:latin typeface="Times" panose="02020603050405020304" pitchFamily="18" charset="0"/>
              </a:rPr>
              <a:t>8000</a:t>
            </a:r>
            <a:r>
              <a:rPr lang="zh-CN" altLang="en-US" sz="2800">
                <a:latin typeface="Times" panose="02020603050405020304" pitchFamily="18" charset="0"/>
              </a:rPr>
              <a:t>个帧</a:t>
            </a:r>
            <a:r>
              <a:rPr lang="en-US" altLang="zh-CN" sz="2800">
                <a:latin typeface="Times" panose="02020603050405020304" pitchFamily="18" charset="0"/>
              </a:rPr>
              <a:t>. </a:t>
            </a:r>
            <a:br>
              <a:rPr lang="en-US" altLang="zh-CN" sz="2800">
                <a:latin typeface="Times" panose="02020603050405020304" pitchFamily="18" charset="0"/>
              </a:rPr>
            </a:br>
            <a:r>
              <a:rPr lang="zh-CN" altLang="en-US" sz="2800">
                <a:latin typeface="Times" panose="02020603050405020304" pitchFamily="18" charset="0"/>
              </a:rPr>
              <a:t>每个</a:t>
            </a:r>
            <a:r>
              <a:rPr lang="en-US" altLang="zh-CN" sz="2800">
                <a:latin typeface="Times" panose="02020603050405020304" pitchFamily="18" charset="0"/>
              </a:rPr>
              <a:t>STS-3</a:t>
            </a:r>
            <a:r>
              <a:rPr lang="zh-CN" altLang="en-US" sz="2800">
                <a:latin typeface="Times" panose="02020603050405020304" pitchFamily="18" charset="0"/>
              </a:rPr>
              <a:t>帧由</a:t>
            </a:r>
            <a:r>
              <a:rPr lang="en-US" altLang="zh-CN" sz="2800">
                <a:latin typeface="Times" panose="02020603050405020304" pitchFamily="18" charset="0"/>
              </a:rPr>
              <a:t> 9 </a:t>
            </a:r>
            <a:r>
              <a:rPr lang="zh-CN" altLang="en-US" sz="2800">
                <a:latin typeface="Times" panose="02020603050405020304" pitchFamily="18" charset="0"/>
              </a:rPr>
              <a:t>乘</a:t>
            </a:r>
            <a:r>
              <a:rPr lang="en-US" altLang="zh-CN" sz="2800">
                <a:latin typeface="Times" panose="02020603050405020304" pitchFamily="18" charset="0"/>
              </a:rPr>
              <a:t> (3 × 90)</a:t>
            </a:r>
            <a:r>
              <a:rPr lang="zh-CN" altLang="en-US" sz="2800">
                <a:latin typeface="Times" panose="02020603050405020304" pitchFamily="18" charset="0"/>
              </a:rPr>
              <a:t>个字节组成</a:t>
            </a:r>
            <a:r>
              <a:rPr lang="en-US" altLang="zh-CN" sz="2800">
                <a:latin typeface="Times" panose="02020603050405020304" pitchFamily="18" charset="0"/>
              </a:rPr>
              <a:t>. </a:t>
            </a:r>
            <a:br>
              <a:rPr lang="en-US" altLang="zh-CN" sz="2800">
                <a:latin typeface="Times" panose="02020603050405020304" pitchFamily="18" charset="0"/>
              </a:rPr>
            </a:br>
            <a:r>
              <a:rPr lang="zh-CN" altLang="en-US" sz="2800">
                <a:latin typeface="Times" panose="02020603050405020304" pitchFamily="18" charset="0"/>
              </a:rPr>
              <a:t>每个字节为</a:t>
            </a:r>
            <a:r>
              <a:rPr lang="en-US" altLang="zh-CN" sz="2800">
                <a:latin typeface="Times" panose="02020603050405020304" pitchFamily="18" charset="0"/>
              </a:rPr>
              <a:t>8 bits.  </a:t>
            </a:r>
            <a:r>
              <a:rPr lang="zh-CN" altLang="en-US" sz="2800">
                <a:latin typeface="Times" panose="02020603050405020304" pitchFamily="18" charset="0"/>
              </a:rPr>
              <a:t>数据速率为：</a:t>
            </a:r>
            <a:endParaRPr lang="en-US" altLang="zh-CN" sz="2800">
              <a:solidFill>
                <a:schemeClr val="hlink"/>
              </a:solidFill>
              <a:latin typeface="Times" panose="02020603050405020304" pitchFamily="18" charset="0"/>
            </a:endParaRPr>
          </a:p>
        </p:txBody>
      </p:sp>
      <p:sp>
        <p:nvSpPr>
          <p:cNvPr id="18444" name="Text Box 11">
            <a:extLst>
              <a:ext uri="{FF2B5EF4-FFF2-40B4-BE49-F238E27FC236}">
                <a16:creationId xmlns:a16="http://schemas.microsoft.com/office/drawing/2014/main" id="{604A5315-6468-DEA0-BE2C-CDC8A1142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</a:rPr>
              <a:t>Example 17.2</a:t>
            </a:r>
          </a:p>
        </p:txBody>
      </p:sp>
      <p:pic>
        <p:nvPicPr>
          <p:cNvPr id="18445" name="Picture 12">
            <a:extLst>
              <a:ext uri="{FF2B5EF4-FFF2-40B4-BE49-F238E27FC236}">
                <a16:creationId xmlns:a16="http://schemas.microsoft.com/office/drawing/2014/main" id="{831C0D7D-50C2-702B-B4A9-86E98DC99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760913"/>
            <a:ext cx="7980363" cy="420687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编号占位符 1">
            <a:extLst>
              <a:ext uri="{FF2B5EF4-FFF2-40B4-BE49-F238E27FC236}">
                <a16:creationId xmlns:a16="http://schemas.microsoft.com/office/drawing/2014/main" id="{3868CCF3-2DA3-614B-CF77-FBF4C27A3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1B9A6463-D464-401E-9126-9BEE81A10A4F}" type="slidenum">
              <a:rPr lang="en-US" altLang="zh-CN" sz="2000">
                <a:solidFill>
                  <a:schemeClr val="bg2"/>
                </a:solidFill>
              </a:rPr>
              <a:pPr/>
              <a:t>17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0A2D22C4-5500-8EDB-FEC9-70563EA53DF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0EF353F5-D9BB-43FF-5CA5-8BBF58D59C4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28F37262-462B-8430-4398-7F295EFB52D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9462" name="Rectangle 5">
            <a:extLst>
              <a:ext uri="{FF2B5EF4-FFF2-40B4-BE49-F238E27FC236}">
                <a16:creationId xmlns:a16="http://schemas.microsoft.com/office/drawing/2014/main" id="{76355DFA-9290-4020-835E-61F4E0140B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9463" name="Rectangle 6">
            <a:extLst>
              <a:ext uri="{FF2B5EF4-FFF2-40B4-BE49-F238E27FC236}">
                <a16:creationId xmlns:a16="http://schemas.microsoft.com/office/drawing/2014/main" id="{6B3796E6-0F80-20E8-C7A1-8E713589938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9464" name="Rectangle 7">
            <a:extLst>
              <a:ext uri="{FF2B5EF4-FFF2-40B4-BE49-F238E27FC236}">
                <a16:creationId xmlns:a16="http://schemas.microsoft.com/office/drawing/2014/main" id="{544A9959-873A-0294-0CF5-96A806BE272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9465" name="Rectangle 8">
            <a:extLst>
              <a:ext uri="{FF2B5EF4-FFF2-40B4-BE49-F238E27FC236}">
                <a16:creationId xmlns:a16="http://schemas.microsoft.com/office/drawing/2014/main" id="{365C77E7-8F42-4415-8971-896396B6C1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19466" name="Line 9">
            <a:extLst>
              <a:ext uri="{FF2B5EF4-FFF2-40B4-BE49-F238E27FC236}">
                <a16:creationId xmlns:a16="http://schemas.microsoft.com/office/drawing/2014/main" id="{98FE677D-18F7-4E5C-0232-43F076F934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7" name="Line 10">
            <a:extLst>
              <a:ext uri="{FF2B5EF4-FFF2-40B4-BE49-F238E27FC236}">
                <a16:creationId xmlns:a16="http://schemas.microsoft.com/office/drawing/2014/main" id="{69CDC141-AA14-6BDA-EB49-B9E1EEC85A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8" name="Rectangle 11">
            <a:extLst>
              <a:ext uri="{FF2B5EF4-FFF2-40B4-BE49-F238E27FC236}">
                <a16:creationId xmlns:a16="http://schemas.microsoft.com/office/drawing/2014/main" id="{8BC9E0D8-1862-D514-53D2-678F3777D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在</a:t>
            </a:r>
            <a:r>
              <a:rPr lang="en-US" altLang="zh-CN"/>
              <a:t>SONET</a:t>
            </a:r>
            <a:r>
              <a:rPr lang="zh-CN" altLang="en-US"/>
              <a:t>中</a:t>
            </a:r>
            <a:r>
              <a:rPr lang="en-US" altLang="zh-CN"/>
              <a:t>, STS-</a:t>
            </a:r>
            <a:r>
              <a:rPr lang="en-US" altLang="zh-CN" i="1"/>
              <a:t>n</a:t>
            </a:r>
            <a:r>
              <a:rPr lang="zh-CN" altLang="en-US"/>
              <a:t>信号的数据速率是</a:t>
            </a:r>
            <a:endParaRPr lang="en-US" altLang="zh-CN"/>
          </a:p>
          <a:p>
            <a:pPr algn="ctr"/>
            <a:r>
              <a:rPr lang="en-US" altLang="zh-CN"/>
              <a:t>STS-1</a:t>
            </a:r>
            <a:r>
              <a:rPr lang="zh-CN" altLang="en-US"/>
              <a:t>信号数据速率的</a:t>
            </a:r>
            <a:r>
              <a:rPr lang="en-US" altLang="zh-CN" i="1"/>
              <a:t>n</a:t>
            </a:r>
            <a:r>
              <a:rPr lang="zh-CN" altLang="en-US"/>
              <a:t>倍</a:t>
            </a:r>
            <a:r>
              <a:rPr lang="en-US" altLang="zh-CN"/>
              <a:t>.</a:t>
            </a:r>
          </a:p>
        </p:txBody>
      </p:sp>
      <p:grpSp>
        <p:nvGrpSpPr>
          <p:cNvPr id="19469" name="Group 12">
            <a:extLst>
              <a:ext uri="{FF2B5EF4-FFF2-40B4-BE49-F238E27FC236}">
                <a16:creationId xmlns:a16="http://schemas.microsoft.com/office/drawing/2014/main" id="{DD408F1B-F206-3107-04CD-DBDC082DEA5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24063"/>
            <a:ext cx="1143000" cy="566737"/>
            <a:chOff x="1200" y="1248"/>
            <a:chExt cx="720" cy="357"/>
          </a:xfrm>
        </p:grpSpPr>
        <p:pic>
          <p:nvPicPr>
            <p:cNvPr id="19470" name="Picture 13">
              <a:extLst>
                <a:ext uri="{FF2B5EF4-FFF2-40B4-BE49-F238E27FC236}">
                  <a16:creationId xmlns:a16="http://schemas.microsoft.com/office/drawing/2014/main" id="{DAFC68B2-52F1-37C3-93AA-DDFDAAACEB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1" name="Text Box 14">
              <a:extLst>
                <a:ext uri="{FF2B5EF4-FFF2-40B4-BE49-F238E27FC236}">
                  <a16:creationId xmlns:a16="http://schemas.microsoft.com/office/drawing/2014/main" id="{7363A7E1-6ED1-7BB4-9B60-44A68C308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编号占位符 1">
            <a:extLst>
              <a:ext uri="{FF2B5EF4-FFF2-40B4-BE49-F238E27FC236}">
                <a16:creationId xmlns:a16="http://schemas.microsoft.com/office/drawing/2014/main" id="{B73AE7FF-928D-1154-7847-18BFD67A1B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4DDF3671-D2DE-4EB3-A5DB-65DCA6FE06F3}" type="slidenum">
              <a:rPr lang="en-US" altLang="zh-CN" sz="2000">
                <a:solidFill>
                  <a:schemeClr val="bg2"/>
                </a:solidFill>
              </a:rPr>
              <a:pPr/>
              <a:t>18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B8FA7709-2F66-5DD1-A1F1-109C9ECF74D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05619609-41D2-D3F5-E802-02DAE7B50F2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0485" name="Rectangle 4">
            <a:extLst>
              <a:ext uri="{FF2B5EF4-FFF2-40B4-BE49-F238E27FC236}">
                <a16:creationId xmlns:a16="http://schemas.microsoft.com/office/drawing/2014/main" id="{7AC4D1F6-130A-80DD-47BF-9CE845DDF3E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0486" name="Rectangle 5">
            <a:extLst>
              <a:ext uri="{FF2B5EF4-FFF2-40B4-BE49-F238E27FC236}">
                <a16:creationId xmlns:a16="http://schemas.microsoft.com/office/drawing/2014/main" id="{669A3F70-1BDD-0CED-2DC1-87F7178332E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0487" name="Rectangle 6">
            <a:extLst>
              <a:ext uri="{FF2B5EF4-FFF2-40B4-BE49-F238E27FC236}">
                <a16:creationId xmlns:a16="http://schemas.microsoft.com/office/drawing/2014/main" id="{4C35D259-952E-0F38-4002-CE35F694A5F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0488" name="Rectangle 7">
            <a:extLst>
              <a:ext uri="{FF2B5EF4-FFF2-40B4-BE49-F238E27FC236}">
                <a16:creationId xmlns:a16="http://schemas.microsoft.com/office/drawing/2014/main" id="{BBA39D21-546A-DA72-3BA5-DEC6F213D12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0489" name="Rectangle 8">
            <a:extLst>
              <a:ext uri="{FF2B5EF4-FFF2-40B4-BE49-F238E27FC236}">
                <a16:creationId xmlns:a16="http://schemas.microsoft.com/office/drawing/2014/main" id="{1A793945-95EA-AC3B-F9C4-48D06EBAFB4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0490" name="Rectangle 9">
            <a:extLst>
              <a:ext uri="{FF2B5EF4-FFF2-40B4-BE49-F238E27FC236}">
                <a16:creationId xmlns:a16="http://schemas.microsoft.com/office/drawing/2014/main" id="{0632C91E-6C48-7AFA-D5AD-A5636BB7F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95400"/>
            <a:ext cx="868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800">
                <a:latin typeface="Times New Roman" panose="02020603050405020304" pitchFamily="18" charset="0"/>
              </a:rPr>
              <a:t>STS-1</a:t>
            </a:r>
            <a:r>
              <a:rPr lang="zh-CN" altLang="en-US" sz="2800">
                <a:latin typeface="Times New Roman" panose="02020603050405020304" pitchFamily="18" charset="0"/>
              </a:rPr>
              <a:t>帧的周期是多少</a:t>
            </a:r>
            <a:r>
              <a:rPr lang="en-US" altLang="zh-CN" sz="2800">
                <a:latin typeface="Times New Roman" panose="02020603050405020304" pitchFamily="18" charset="0"/>
              </a:rPr>
              <a:t>? STS-3</a:t>
            </a:r>
            <a:r>
              <a:rPr lang="zh-CN" altLang="en-US" sz="2800">
                <a:latin typeface="Times New Roman" panose="02020603050405020304" pitchFamily="18" charset="0"/>
              </a:rPr>
              <a:t>帧呢</a:t>
            </a:r>
            <a:r>
              <a:rPr lang="en-US" altLang="zh-CN" sz="2800">
                <a:latin typeface="Times New Roman" panose="02020603050405020304" pitchFamily="18" charset="0"/>
              </a:rPr>
              <a:t>? STS-</a:t>
            </a:r>
            <a:r>
              <a:rPr lang="en-US" altLang="zh-CN" sz="2800" i="1"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latin typeface="Times New Roman" panose="02020603050405020304" pitchFamily="18" charset="0"/>
              </a:rPr>
              <a:t>帧呢</a:t>
            </a:r>
            <a:r>
              <a:rPr lang="en-US" altLang="zh-CN" sz="2800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20491" name="Rectangle 10">
            <a:extLst>
              <a:ext uri="{FF2B5EF4-FFF2-40B4-BE49-F238E27FC236}">
                <a16:creationId xmlns:a16="http://schemas.microsoft.com/office/drawing/2014/main" id="{D6739896-10F0-14D4-74A2-DBAA202AB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106738"/>
            <a:ext cx="86868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800">
                <a:solidFill>
                  <a:schemeClr val="hlink"/>
                </a:solidFill>
                <a:latin typeface="Times New Roman" panose="02020603050405020304" pitchFamily="18" charset="0"/>
              </a:rPr>
              <a:t>解</a:t>
            </a:r>
            <a:endParaRPr lang="en-US" altLang="zh-CN" sz="28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zh-CN" altLang="en-US" sz="2800">
                <a:latin typeface="Times" panose="02020603050405020304" pitchFamily="18" charset="0"/>
              </a:rPr>
              <a:t>在</a:t>
            </a:r>
            <a:r>
              <a:rPr lang="en-US" altLang="zh-CN" sz="2800">
                <a:latin typeface="Times" panose="02020603050405020304" pitchFamily="18" charset="0"/>
              </a:rPr>
              <a:t>SONET</a:t>
            </a:r>
            <a:r>
              <a:rPr lang="zh-CN" altLang="en-US" sz="2800">
                <a:latin typeface="Times" panose="02020603050405020304" pitchFamily="18" charset="0"/>
              </a:rPr>
              <a:t>中</a:t>
            </a:r>
            <a:r>
              <a:rPr lang="en-US" altLang="zh-CN" sz="2800">
                <a:latin typeface="Times" panose="02020603050405020304" pitchFamily="18" charset="0"/>
              </a:rPr>
              <a:t>, </a:t>
            </a:r>
            <a:r>
              <a:rPr lang="zh-CN" altLang="en-US" sz="2800">
                <a:latin typeface="Times" panose="02020603050405020304" pitchFamily="18" charset="0"/>
              </a:rPr>
              <a:t>每秒发送</a:t>
            </a:r>
            <a:r>
              <a:rPr lang="en-US" altLang="zh-CN" sz="2800">
                <a:latin typeface="Times" panose="02020603050405020304" pitchFamily="18" charset="0"/>
              </a:rPr>
              <a:t>8000</a:t>
            </a:r>
            <a:r>
              <a:rPr lang="zh-CN" altLang="en-US" sz="2800">
                <a:latin typeface="Times" panose="02020603050405020304" pitchFamily="18" charset="0"/>
              </a:rPr>
              <a:t>个帧</a:t>
            </a:r>
            <a:r>
              <a:rPr lang="en-US" altLang="zh-CN" sz="2800">
                <a:latin typeface="Times" panose="02020603050405020304" pitchFamily="18" charset="0"/>
              </a:rPr>
              <a:t>. </a:t>
            </a:r>
          </a:p>
          <a:p>
            <a:pPr algn="just"/>
            <a:r>
              <a:rPr lang="zh-CN" altLang="en-US" sz="2800">
                <a:latin typeface="Times" panose="02020603050405020304" pitchFamily="18" charset="0"/>
              </a:rPr>
              <a:t>这表示</a:t>
            </a:r>
            <a:r>
              <a:rPr lang="en-US" altLang="zh-CN" sz="2800">
                <a:latin typeface="Times" panose="02020603050405020304" pitchFamily="18" charset="0"/>
              </a:rPr>
              <a:t> STS-1</a:t>
            </a:r>
            <a:r>
              <a:rPr lang="zh-CN" altLang="en-US" sz="2800">
                <a:latin typeface="Times" panose="02020603050405020304" pitchFamily="18" charset="0"/>
              </a:rPr>
              <a:t>、</a:t>
            </a:r>
            <a:r>
              <a:rPr lang="en-US" altLang="zh-CN" sz="2800">
                <a:latin typeface="Times" panose="02020603050405020304" pitchFamily="18" charset="0"/>
              </a:rPr>
              <a:t>STS-3</a:t>
            </a:r>
            <a:r>
              <a:rPr lang="zh-CN" altLang="en-US" sz="2800">
                <a:latin typeface="Times" panose="02020603050405020304" pitchFamily="18" charset="0"/>
              </a:rPr>
              <a:t>或</a:t>
            </a:r>
            <a:r>
              <a:rPr lang="en-US" altLang="zh-CN" sz="2800">
                <a:latin typeface="Times" panose="02020603050405020304" pitchFamily="18" charset="0"/>
              </a:rPr>
              <a:t> STS-</a:t>
            </a:r>
            <a:r>
              <a:rPr lang="en-US" altLang="zh-CN" sz="2800" i="1">
                <a:latin typeface="Times" panose="02020603050405020304" pitchFamily="18" charset="0"/>
              </a:rPr>
              <a:t>n</a:t>
            </a:r>
            <a:r>
              <a:rPr lang="en-US" altLang="zh-CN" sz="2800">
                <a:latin typeface="Times" panose="02020603050405020304" pitchFamily="18" charset="0"/>
              </a:rPr>
              <a:t> </a:t>
            </a:r>
            <a:r>
              <a:rPr lang="zh-CN" altLang="en-US" sz="2800">
                <a:latin typeface="Times" panose="02020603050405020304" pitchFamily="18" charset="0"/>
              </a:rPr>
              <a:t>帧的周期相同</a:t>
            </a:r>
            <a:r>
              <a:rPr lang="en-US" altLang="zh-CN" sz="2800">
                <a:latin typeface="Times" panose="02020603050405020304" pitchFamily="18" charset="0"/>
              </a:rPr>
              <a:t>, </a:t>
            </a:r>
            <a:r>
              <a:rPr lang="zh-CN" altLang="en-US" sz="2800">
                <a:latin typeface="Times" panose="02020603050405020304" pitchFamily="18" charset="0"/>
              </a:rPr>
              <a:t>等于</a:t>
            </a:r>
            <a:r>
              <a:rPr lang="en-US" altLang="zh-CN" sz="2800">
                <a:latin typeface="Times" panose="02020603050405020304" pitchFamily="18" charset="0"/>
              </a:rPr>
              <a:t> 1/8000s </a:t>
            </a:r>
            <a:r>
              <a:rPr lang="zh-CN" altLang="en-US" sz="2800">
                <a:latin typeface="Times" panose="02020603050405020304" pitchFamily="18" charset="0"/>
              </a:rPr>
              <a:t>或</a:t>
            </a:r>
            <a:r>
              <a:rPr lang="en-US" altLang="zh-CN" sz="2800">
                <a:latin typeface="Times" panose="02020603050405020304" pitchFamily="18" charset="0"/>
              </a:rPr>
              <a:t> </a:t>
            </a:r>
            <a:r>
              <a:rPr lang="en-US" altLang="zh-CN" sz="2800">
                <a:solidFill>
                  <a:schemeClr val="hlink"/>
                </a:solidFill>
                <a:latin typeface="Times" panose="02020603050405020304" pitchFamily="18" charset="0"/>
              </a:rPr>
              <a:t>125 μs.</a:t>
            </a:r>
          </a:p>
        </p:txBody>
      </p:sp>
      <p:sp>
        <p:nvSpPr>
          <p:cNvPr id="20492" name="Text Box 11">
            <a:extLst>
              <a:ext uri="{FF2B5EF4-FFF2-40B4-BE49-F238E27FC236}">
                <a16:creationId xmlns:a16="http://schemas.microsoft.com/office/drawing/2014/main" id="{B2035883-DAAE-F9A0-02D7-996ED45BE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</a:rPr>
              <a:t>Example 17.3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编号占位符 1">
            <a:extLst>
              <a:ext uri="{FF2B5EF4-FFF2-40B4-BE49-F238E27FC236}">
                <a16:creationId xmlns:a16="http://schemas.microsoft.com/office/drawing/2014/main" id="{434376E1-118D-1F01-96F8-B07C99C87E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71341B49-31FE-499C-B800-D06FEE5175BA}" type="slidenum">
              <a:rPr lang="en-US" altLang="zh-CN" sz="2000">
                <a:solidFill>
                  <a:schemeClr val="bg2"/>
                </a:solidFill>
              </a:rPr>
              <a:pPr/>
              <a:t>19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9EDFD45E-43D0-81F6-28DA-63E534D3510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CDBA9B6B-F206-2D14-4D07-8C8BA2F87A5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1509" name="Rectangle 4">
            <a:extLst>
              <a:ext uri="{FF2B5EF4-FFF2-40B4-BE49-F238E27FC236}">
                <a16:creationId xmlns:a16="http://schemas.microsoft.com/office/drawing/2014/main" id="{C3569513-26E6-3307-A834-3352027FFE9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1510" name="Rectangle 5">
            <a:extLst>
              <a:ext uri="{FF2B5EF4-FFF2-40B4-BE49-F238E27FC236}">
                <a16:creationId xmlns:a16="http://schemas.microsoft.com/office/drawing/2014/main" id="{F29D3BA6-6E85-D0A7-B695-28D0F9E4178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1511" name="Rectangle 6">
            <a:extLst>
              <a:ext uri="{FF2B5EF4-FFF2-40B4-BE49-F238E27FC236}">
                <a16:creationId xmlns:a16="http://schemas.microsoft.com/office/drawing/2014/main" id="{9DFC99A8-A60E-2A25-7D81-C818790890A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1512" name="Rectangle 7">
            <a:extLst>
              <a:ext uri="{FF2B5EF4-FFF2-40B4-BE49-F238E27FC236}">
                <a16:creationId xmlns:a16="http://schemas.microsoft.com/office/drawing/2014/main" id="{153E8697-38EB-80B1-F261-D74E607A3F5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1513" name="Rectangle 8">
            <a:extLst>
              <a:ext uri="{FF2B5EF4-FFF2-40B4-BE49-F238E27FC236}">
                <a16:creationId xmlns:a16="http://schemas.microsoft.com/office/drawing/2014/main" id="{3D713BC5-E8E2-8A66-7360-160E12F1C23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1514" name="Line 9">
            <a:extLst>
              <a:ext uri="{FF2B5EF4-FFF2-40B4-BE49-F238E27FC236}">
                <a16:creationId xmlns:a16="http://schemas.microsoft.com/office/drawing/2014/main" id="{C0241321-1507-FD1B-7221-ED8467A7D6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5" name="Line 10">
            <a:extLst>
              <a:ext uri="{FF2B5EF4-FFF2-40B4-BE49-F238E27FC236}">
                <a16:creationId xmlns:a16="http://schemas.microsoft.com/office/drawing/2014/main" id="{FFE744EE-4509-E95C-BD06-DA90A8B2681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429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6" name="Rectangle 11">
            <a:extLst>
              <a:ext uri="{FF2B5EF4-FFF2-40B4-BE49-F238E27FC236}">
                <a16:creationId xmlns:a16="http://schemas.microsoft.com/office/drawing/2014/main" id="{CCC51271-AD05-614C-A0DA-9B18FE017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5842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在</a:t>
            </a:r>
            <a:r>
              <a:rPr lang="en-US" altLang="zh-CN"/>
              <a:t>SONET</a:t>
            </a:r>
            <a:r>
              <a:rPr lang="zh-CN" altLang="en-US"/>
              <a:t>中</a:t>
            </a:r>
            <a:r>
              <a:rPr lang="en-US" altLang="zh-CN"/>
              <a:t>, </a:t>
            </a:r>
            <a:r>
              <a:rPr lang="zh-CN" altLang="en-US"/>
              <a:t>任何帧的周期均为</a:t>
            </a:r>
            <a:r>
              <a:rPr lang="en-US" altLang="zh-CN"/>
              <a:t>125 μs.</a:t>
            </a:r>
          </a:p>
        </p:txBody>
      </p:sp>
      <p:grpSp>
        <p:nvGrpSpPr>
          <p:cNvPr id="21517" name="Group 12">
            <a:extLst>
              <a:ext uri="{FF2B5EF4-FFF2-40B4-BE49-F238E27FC236}">
                <a16:creationId xmlns:a16="http://schemas.microsoft.com/office/drawing/2014/main" id="{6DC6EC20-875E-C318-36CD-D0EAB15D5DE5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24063"/>
            <a:ext cx="1143000" cy="566737"/>
            <a:chOff x="1200" y="1248"/>
            <a:chExt cx="720" cy="357"/>
          </a:xfrm>
        </p:grpSpPr>
        <p:pic>
          <p:nvPicPr>
            <p:cNvPr id="21518" name="Picture 13">
              <a:extLst>
                <a:ext uri="{FF2B5EF4-FFF2-40B4-BE49-F238E27FC236}">
                  <a16:creationId xmlns:a16="http://schemas.microsoft.com/office/drawing/2014/main" id="{18BFF605-72B5-89B3-F1EB-0FD8DA0BB2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9" name="Text Box 14">
              <a:extLst>
                <a:ext uri="{FF2B5EF4-FFF2-40B4-BE49-F238E27FC236}">
                  <a16:creationId xmlns:a16="http://schemas.microsoft.com/office/drawing/2014/main" id="{28550341-06C2-16EB-9E5C-90FAAA95D3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编号占位符 1">
            <a:extLst>
              <a:ext uri="{FF2B5EF4-FFF2-40B4-BE49-F238E27FC236}">
                <a16:creationId xmlns:a16="http://schemas.microsoft.com/office/drawing/2014/main" id="{F6EF4800-AB76-E5D9-36DB-9BFA9C9D3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1CC84720-BD50-4DF0-A011-42D8C0515196}" type="slidenum">
              <a:rPr lang="en-US" altLang="zh-CN" sz="2000">
                <a:solidFill>
                  <a:schemeClr val="bg2"/>
                </a:solidFill>
              </a:rPr>
              <a:pPr/>
              <a:t>20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2531" name="Line 2">
            <a:extLst>
              <a:ext uri="{FF2B5EF4-FFF2-40B4-BE49-F238E27FC236}">
                <a16:creationId xmlns:a16="http://schemas.microsoft.com/office/drawing/2014/main" id="{923AAD80-CC9B-F583-3D86-31B6E0AA67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2" name="Line 3">
            <a:extLst>
              <a:ext uri="{FF2B5EF4-FFF2-40B4-BE49-F238E27FC236}">
                <a16:creationId xmlns:a16="http://schemas.microsoft.com/office/drawing/2014/main" id="{FABF20F1-B452-5B3E-8942-4B3C85C3C0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C0085BE4-AA79-D7E0-2004-685C42831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5512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17.6  </a:t>
            </a:r>
            <a:r>
              <a:rPr lang="en-US" altLang="zh-CN" sz="2400">
                <a:latin typeface="Times New Roman" panose="02020603050405020304" pitchFamily="18" charset="0"/>
              </a:rPr>
              <a:t>STS-1</a:t>
            </a:r>
            <a:r>
              <a:rPr lang="zh-CN" altLang="en-US" sz="2400">
                <a:latin typeface="Times New Roman" panose="02020603050405020304" pitchFamily="18" charset="0"/>
              </a:rPr>
              <a:t>帧开销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22534" name="Line 5">
            <a:extLst>
              <a:ext uri="{FF2B5EF4-FFF2-40B4-BE49-F238E27FC236}">
                <a16:creationId xmlns:a16="http://schemas.microsoft.com/office/drawing/2014/main" id="{38B02915-55E9-82A6-352B-B32F1A153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2535" name="Picture 6">
            <a:extLst>
              <a:ext uri="{FF2B5EF4-FFF2-40B4-BE49-F238E27FC236}">
                <a16:creationId xmlns:a16="http://schemas.microsoft.com/office/drawing/2014/main" id="{0C198CDB-B281-B817-8FA8-03DA18911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8" y="1368425"/>
            <a:ext cx="8809037" cy="411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6" name="文本框 1">
            <a:extLst>
              <a:ext uri="{FF2B5EF4-FFF2-40B4-BE49-F238E27FC236}">
                <a16:creationId xmlns:a16="http://schemas.microsoft.com/office/drawing/2014/main" id="{2F862A12-4AFF-96EA-29F5-C71D785F4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791200"/>
            <a:ext cx="7467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/>
              <a:t>SPE</a:t>
            </a:r>
            <a:r>
              <a:rPr kumimoji="1" lang="zh-CN" altLang="en-US" sz="2000"/>
              <a:t>：</a:t>
            </a:r>
            <a:r>
              <a:rPr kumimoji="1" lang="en-US" altLang="zh-CN" sz="2000"/>
              <a:t>synchronous</a:t>
            </a:r>
            <a:r>
              <a:rPr kumimoji="1" lang="zh-CN" altLang="en-US" sz="2000"/>
              <a:t> </a:t>
            </a:r>
            <a:r>
              <a:rPr kumimoji="1" lang="en-US" altLang="zh-CN" sz="2000"/>
              <a:t>payload</a:t>
            </a:r>
            <a:r>
              <a:rPr kumimoji="1" lang="zh-CN" altLang="en-US" sz="2000"/>
              <a:t> </a:t>
            </a:r>
            <a:r>
              <a:rPr kumimoji="1" lang="en-US" altLang="zh-CN" sz="2000"/>
              <a:t>envelop</a:t>
            </a:r>
            <a:r>
              <a:rPr kumimoji="1" lang="zh-CN" altLang="en-US" sz="2000"/>
              <a:t>, 同步有效载荷封装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编号占位符 1">
            <a:extLst>
              <a:ext uri="{FF2B5EF4-FFF2-40B4-BE49-F238E27FC236}">
                <a16:creationId xmlns:a16="http://schemas.microsoft.com/office/drawing/2014/main" id="{3F212DB3-B610-1E5A-C5C2-5D478966A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0DB2990B-3C94-4619-BB57-1132EA79F6DC}" type="slidenum">
              <a:rPr lang="en-US" altLang="zh-CN" sz="2000">
                <a:solidFill>
                  <a:schemeClr val="bg2"/>
                </a:solidFill>
              </a:rPr>
              <a:pPr/>
              <a:t>21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3555" name="Line 2">
            <a:extLst>
              <a:ext uri="{FF2B5EF4-FFF2-40B4-BE49-F238E27FC236}">
                <a16:creationId xmlns:a16="http://schemas.microsoft.com/office/drawing/2014/main" id="{3532A556-A052-9693-735B-F6F44BD33F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Line 3">
            <a:extLst>
              <a:ext uri="{FF2B5EF4-FFF2-40B4-BE49-F238E27FC236}">
                <a16:creationId xmlns:a16="http://schemas.microsoft.com/office/drawing/2014/main" id="{F5751110-7197-E949-8961-5CEB495582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7" name="Text Box 4">
            <a:extLst>
              <a:ext uri="{FF2B5EF4-FFF2-40B4-BE49-F238E27FC236}">
                <a16:creationId xmlns:a16="http://schemas.microsoft.com/office/drawing/2014/main" id="{EA0ED072-E542-4DE0-07E0-9043699E6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040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17.7  </a:t>
            </a:r>
            <a:r>
              <a:rPr lang="en-US" altLang="zh-CN" sz="2400">
                <a:latin typeface="Times New Roman" panose="02020603050405020304" pitchFamily="18" charset="0"/>
              </a:rPr>
              <a:t>STS-1</a:t>
            </a:r>
            <a:r>
              <a:rPr lang="zh-CN" altLang="en-US" sz="2400">
                <a:latin typeface="Times New Roman" panose="02020603050405020304" pitchFamily="18" charset="0"/>
              </a:rPr>
              <a:t>帧</a:t>
            </a:r>
            <a:r>
              <a:rPr lang="en-US" altLang="zh-CN" sz="2400">
                <a:latin typeface="Times New Roman" panose="02020603050405020304" pitchFamily="18" charset="0"/>
              </a:rPr>
              <a:t>: </a:t>
            </a:r>
            <a:r>
              <a:rPr lang="zh-CN" altLang="en-US" sz="2400">
                <a:latin typeface="Times New Roman" panose="02020603050405020304" pitchFamily="18" charset="0"/>
              </a:rPr>
              <a:t>段开销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23558" name="Line 5">
            <a:extLst>
              <a:ext uri="{FF2B5EF4-FFF2-40B4-BE49-F238E27FC236}">
                <a16:creationId xmlns:a16="http://schemas.microsoft.com/office/drawing/2014/main" id="{D4F3B630-AA22-4FF2-1085-23CFA648A2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3559" name="Picture 7">
            <a:extLst>
              <a:ext uri="{FF2B5EF4-FFF2-40B4-BE49-F238E27FC236}">
                <a16:creationId xmlns:a16="http://schemas.microsoft.com/office/drawing/2014/main" id="{50BB31F9-93D5-94C9-F7BE-DB485153C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0" y="1476375"/>
            <a:ext cx="7251700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编号占位符 1">
            <a:extLst>
              <a:ext uri="{FF2B5EF4-FFF2-40B4-BE49-F238E27FC236}">
                <a16:creationId xmlns:a16="http://schemas.microsoft.com/office/drawing/2014/main" id="{E234B1F0-D08C-2758-AD2E-B5DFC94A95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8FF2948D-D42B-4A3A-8AB3-D41EBF37643D}" type="slidenum">
              <a:rPr lang="en-US" altLang="zh-CN" sz="2000">
                <a:solidFill>
                  <a:schemeClr val="bg2"/>
                </a:solidFill>
              </a:rPr>
              <a:pPr/>
              <a:t>22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92FE20EF-BE8C-9656-1A0F-8FE80A021E6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DE149FF7-2AD9-58C1-ABB9-F83E525EB7F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4581" name="Rectangle 4">
            <a:extLst>
              <a:ext uri="{FF2B5EF4-FFF2-40B4-BE49-F238E27FC236}">
                <a16:creationId xmlns:a16="http://schemas.microsoft.com/office/drawing/2014/main" id="{9B69F7F6-8331-630C-1AC1-149115EBB4C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4582" name="Rectangle 5">
            <a:extLst>
              <a:ext uri="{FF2B5EF4-FFF2-40B4-BE49-F238E27FC236}">
                <a16:creationId xmlns:a16="http://schemas.microsoft.com/office/drawing/2014/main" id="{13335158-931F-E692-A238-AF46BD77BBF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4583" name="Rectangle 6">
            <a:extLst>
              <a:ext uri="{FF2B5EF4-FFF2-40B4-BE49-F238E27FC236}">
                <a16:creationId xmlns:a16="http://schemas.microsoft.com/office/drawing/2014/main" id="{85453365-FA68-1457-BD4B-1FE694FE870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4584" name="Rectangle 7">
            <a:extLst>
              <a:ext uri="{FF2B5EF4-FFF2-40B4-BE49-F238E27FC236}">
                <a16:creationId xmlns:a16="http://schemas.microsoft.com/office/drawing/2014/main" id="{5797259B-E64E-9771-8DD0-4B79D9A4249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4585" name="Rectangle 8">
            <a:extLst>
              <a:ext uri="{FF2B5EF4-FFF2-40B4-BE49-F238E27FC236}">
                <a16:creationId xmlns:a16="http://schemas.microsoft.com/office/drawing/2014/main" id="{052984B3-C229-EB24-E8FB-0C950D03AA1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4586" name="Line 9">
            <a:extLst>
              <a:ext uri="{FF2B5EF4-FFF2-40B4-BE49-F238E27FC236}">
                <a16:creationId xmlns:a16="http://schemas.microsoft.com/office/drawing/2014/main" id="{53B018EA-ADBE-C450-4D87-6CE10102D9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7" name="Line 10">
            <a:extLst>
              <a:ext uri="{FF2B5EF4-FFF2-40B4-BE49-F238E27FC236}">
                <a16:creationId xmlns:a16="http://schemas.microsoft.com/office/drawing/2014/main" id="{DEE9C338-4F4C-225A-1F02-3C5E54408B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8" name="Rectangle 11">
            <a:extLst>
              <a:ext uri="{FF2B5EF4-FFF2-40B4-BE49-F238E27FC236}">
                <a16:creationId xmlns:a16="http://schemas.microsoft.com/office/drawing/2014/main" id="{407AADB7-E8C7-DD11-F785-F1365AA04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为每个</a:t>
            </a:r>
            <a:r>
              <a:rPr lang="en-US" altLang="zh-CN"/>
              <a:t>SONET</a:t>
            </a:r>
            <a:r>
              <a:rPr lang="zh-CN" altLang="en-US"/>
              <a:t>设备</a:t>
            </a:r>
            <a:endParaRPr lang="en-US" altLang="zh-CN"/>
          </a:p>
          <a:p>
            <a:pPr algn="ctr"/>
            <a:r>
              <a:rPr lang="en-US" altLang="zh-CN"/>
              <a:t>(</a:t>
            </a:r>
            <a:r>
              <a:rPr lang="zh-CN" altLang="en-US"/>
              <a:t>再生器和多路复用器</a:t>
            </a:r>
            <a:r>
              <a:rPr lang="en-US" altLang="zh-CN"/>
              <a:t>)</a:t>
            </a:r>
            <a:r>
              <a:rPr lang="zh-CN" altLang="en-US"/>
              <a:t>重新计算段开销</a:t>
            </a:r>
            <a:r>
              <a:rPr lang="en-US" altLang="zh-CN"/>
              <a:t>.</a:t>
            </a:r>
          </a:p>
        </p:txBody>
      </p:sp>
      <p:grpSp>
        <p:nvGrpSpPr>
          <p:cNvPr id="24589" name="Group 12">
            <a:extLst>
              <a:ext uri="{FF2B5EF4-FFF2-40B4-BE49-F238E27FC236}">
                <a16:creationId xmlns:a16="http://schemas.microsoft.com/office/drawing/2014/main" id="{9562DF27-211E-AD36-494D-415B87F78050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47863"/>
            <a:ext cx="1143000" cy="566737"/>
            <a:chOff x="1200" y="1248"/>
            <a:chExt cx="720" cy="357"/>
          </a:xfrm>
        </p:grpSpPr>
        <p:pic>
          <p:nvPicPr>
            <p:cNvPr id="24590" name="Picture 13">
              <a:extLst>
                <a:ext uri="{FF2B5EF4-FFF2-40B4-BE49-F238E27FC236}">
                  <a16:creationId xmlns:a16="http://schemas.microsoft.com/office/drawing/2014/main" id="{CB6D64CD-ADC6-9AFB-A391-65AC9F8AF9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591" name="Text Box 14">
              <a:extLst>
                <a:ext uri="{FF2B5EF4-FFF2-40B4-BE49-F238E27FC236}">
                  <a16:creationId xmlns:a16="http://schemas.microsoft.com/office/drawing/2014/main" id="{9FAA154A-95CB-9343-BDEB-10A85EED03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编号占位符 1">
            <a:extLst>
              <a:ext uri="{FF2B5EF4-FFF2-40B4-BE49-F238E27FC236}">
                <a16:creationId xmlns:a16="http://schemas.microsoft.com/office/drawing/2014/main" id="{D8748E48-13FD-5FFC-9968-3B236A1CDB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57AD2117-33ED-4027-9E05-D58F081AD9D2}" type="slidenum">
              <a:rPr lang="en-US" altLang="zh-CN" sz="2000">
                <a:solidFill>
                  <a:schemeClr val="bg2"/>
                </a:solidFill>
              </a:rPr>
              <a:pPr/>
              <a:t>23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5603" name="Line 2">
            <a:extLst>
              <a:ext uri="{FF2B5EF4-FFF2-40B4-BE49-F238E27FC236}">
                <a16:creationId xmlns:a16="http://schemas.microsoft.com/office/drawing/2014/main" id="{70FB17F6-ADF5-8D38-1638-702C55F7E5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4" name="Line 3">
            <a:extLst>
              <a:ext uri="{FF2B5EF4-FFF2-40B4-BE49-F238E27FC236}">
                <a16:creationId xmlns:a16="http://schemas.microsoft.com/office/drawing/2014/main" id="{2F364BBD-ED03-1ADB-216C-497CF46C61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C709D6E7-3856-E5CD-4DAE-46C8834B5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4349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17.8  </a:t>
            </a:r>
            <a:r>
              <a:rPr lang="en-US" altLang="zh-CN" sz="2400">
                <a:latin typeface="Times New Roman" panose="02020603050405020304" pitchFamily="18" charset="0"/>
              </a:rPr>
              <a:t>STS-1</a:t>
            </a:r>
            <a:r>
              <a:rPr lang="zh-CN" altLang="en-US" sz="2400">
                <a:latin typeface="Times New Roman" panose="02020603050405020304" pitchFamily="18" charset="0"/>
              </a:rPr>
              <a:t>帧</a:t>
            </a:r>
            <a:r>
              <a:rPr lang="en-US" altLang="zh-CN" sz="2400">
                <a:latin typeface="Times New Roman" panose="02020603050405020304" pitchFamily="18" charset="0"/>
              </a:rPr>
              <a:t>: </a:t>
            </a:r>
            <a:r>
              <a:rPr lang="zh-CN" altLang="en-US" sz="2400">
                <a:latin typeface="Times New Roman" panose="02020603050405020304" pitchFamily="18" charset="0"/>
              </a:rPr>
              <a:t>线路开销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25606" name="Line 5">
            <a:extLst>
              <a:ext uri="{FF2B5EF4-FFF2-40B4-BE49-F238E27FC236}">
                <a16:creationId xmlns:a16="http://schemas.microsoft.com/office/drawing/2014/main" id="{1A56A3E9-B056-5D89-C2D7-FE9895E249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5607" name="Picture 6">
            <a:extLst>
              <a:ext uri="{FF2B5EF4-FFF2-40B4-BE49-F238E27FC236}">
                <a16:creationId xmlns:a16="http://schemas.microsoft.com/office/drawing/2014/main" id="{8B825B0E-AC32-8D29-7748-98A2986D1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793875"/>
            <a:ext cx="7239000" cy="399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编号占位符 1">
            <a:extLst>
              <a:ext uri="{FF2B5EF4-FFF2-40B4-BE49-F238E27FC236}">
                <a16:creationId xmlns:a16="http://schemas.microsoft.com/office/drawing/2014/main" id="{0E5067C5-7262-6390-5659-7265E60E72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2036D74A-B6E1-4908-954B-1AEDC9535C98}" type="slidenum">
              <a:rPr lang="en-US" altLang="zh-CN" sz="2000">
                <a:solidFill>
                  <a:schemeClr val="bg2"/>
                </a:solidFill>
              </a:rPr>
              <a:pPr/>
              <a:t>24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6627" name="Line 2">
            <a:extLst>
              <a:ext uri="{FF2B5EF4-FFF2-40B4-BE49-F238E27FC236}">
                <a16:creationId xmlns:a16="http://schemas.microsoft.com/office/drawing/2014/main" id="{F097A17C-0888-D486-03E1-C801C088CB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Line 3">
            <a:extLst>
              <a:ext uri="{FF2B5EF4-FFF2-40B4-BE49-F238E27FC236}">
                <a16:creationId xmlns:a16="http://schemas.microsoft.com/office/drawing/2014/main" id="{DADDC564-A87F-526D-3E5A-522A28AA32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9" name="Text Box 4">
            <a:extLst>
              <a:ext uri="{FF2B5EF4-FFF2-40B4-BE49-F238E27FC236}">
                <a16:creationId xmlns:a16="http://schemas.microsoft.com/office/drawing/2014/main" id="{DFA07D6B-D359-DB3E-9879-5E9589AC5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349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17.9  </a:t>
            </a:r>
            <a:r>
              <a:rPr lang="en-US" altLang="zh-CN" sz="2400">
                <a:latin typeface="Times New Roman" panose="02020603050405020304" pitchFamily="18" charset="0"/>
              </a:rPr>
              <a:t>STS-1</a:t>
            </a:r>
            <a:r>
              <a:rPr lang="zh-CN" altLang="en-US" sz="2400">
                <a:latin typeface="Times New Roman" panose="02020603050405020304" pitchFamily="18" charset="0"/>
              </a:rPr>
              <a:t>帧</a:t>
            </a:r>
            <a:r>
              <a:rPr lang="en-US" altLang="zh-CN" sz="2400">
                <a:latin typeface="Times New Roman" panose="02020603050405020304" pitchFamily="18" charset="0"/>
              </a:rPr>
              <a:t>: </a:t>
            </a:r>
            <a:r>
              <a:rPr lang="zh-CN" altLang="en-US" sz="2400">
                <a:latin typeface="Times New Roman" panose="02020603050405020304" pitchFamily="18" charset="0"/>
              </a:rPr>
              <a:t>路径开销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26630" name="Line 5">
            <a:extLst>
              <a:ext uri="{FF2B5EF4-FFF2-40B4-BE49-F238E27FC236}">
                <a16:creationId xmlns:a16="http://schemas.microsoft.com/office/drawing/2014/main" id="{ABFB9767-F31F-4043-D292-243A3AD5E1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6631" name="Picture 6">
            <a:extLst>
              <a:ext uri="{FF2B5EF4-FFF2-40B4-BE49-F238E27FC236}">
                <a16:creationId xmlns:a16="http://schemas.microsoft.com/office/drawing/2014/main" id="{113BF6C4-AEDC-6694-6875-ECC94149E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8" y="1295400"/>
            <a:ext cx="8401050" cy="501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编号占位符 1">
            <a:extLst>
              <a:ext uri="{FF2B5EF4-FFF2-40B4-BE49-F238E27FC236}">
                <a16:creationId xmlns:a16="http://schemas.microsoft.com/office/drawing/2014/main" id="{77BB7D4F-EF66-B464-513F-F1DC2586A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C0F99BF2-F45C-4792-AE62-319AACB63296}" type="slidenum">
              <a:rPr lang="en-US" altLang="zh-CN" sz="2000">
                <a:solidFill>
                  <a:schemeClr val="bg2"/>
                </a:solidFill>
              </a:rPr>
              <a:pPr/>
              <a:t>25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15B5B6A7-BDD7-2C21-3479-E7BBF1DC795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FA9D7572-494F-EB95-18BD-2D5C55EEDCC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7653" name="Rectangle 4">
            <a:extLst>
              <a:ext uri="{FF2B5EF4-FFF2-40B4-BE49-F238E27FC236}">
                <a16:creationId xmlns:a16="http://schemas.microsoft.com/office/drawing/2014/main" id="{9815E537-A258-817F-9044-A7EB6DF3149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7654" name="Rectangle 5">
            <a:extLst>
              <a:ext uri="{FF2B5EF4-FFF2-40B4-BE49-F238E27FC236}">
                <a16:creationId xmlns:a16="http://schemas.microsoft.com/office/drawing/2014/main" id="{BAEA7FAF-973B-0030-7385-39345B6569F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7655" name="Rectangle 6">
            <a:extLst>
              <a:ext uri="{FF2B5EF4-FFF2-40B4-BE49-F238E27FC236}">
                <a16:creationId xmlns:a16="http://schemas.microsoft.com/office/drawing/2014/main" id="{9AB178D7-6AC3-9CE6-7C63-1C4778366C4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7656" name="Rectangle 7">
            <a:extLst>
              <a:ext uri="{FF2B5EF4-FFF2-40B4-BE49-F238E27FC236}">
                <a16:creationId xmlns:a16="http://schemas.microsoft.com/office/drawing/2014/main" id="{342C49E4-24BE-A108-D0BC-3AD8578CC86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7657" name="Rectangle 8">
            <a:extLst>
              <a:ext uri="{FF2B5EF4-FFF2-40B4-BE49-F238E27FC236}">
                <a16:creationId xmlns:a16="http://schemas.microsoft.com/office/drawing/2014/main" id="{4DE7D7A4-3B32-91F1-36E5-BAF1E99DEEE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7658" name="Line 9">
            <a:extLst>
              <a:ext uri="{FF2B5EF4-FFF2-40B4-BE49-F238E27FC236}">
                <a16:creationId xmlns:a16="http://schemas.microsoft.com/office/drawing/2014/main" id="{D6171515-4AF1-D113-E991-57587D818F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9" name="Line 10">
            <a:extLst>
              <a:ext uri="{FF2B5EF4-FFF2-40B4-BE49-F238E27FC236}">
                <a16:creationId xmlns:a16="http://schemas.microsoft.com/office/drawing/2014/main" id="{C775F909-1AA4-8FCC-5FD6-C0BE2C6F58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0" name="Rectangle 11">
            <a:extLst>
              <a:ext uri="{FF2B5EF4-FFF2-40B4-BE49-F238E27FC236}">
                <a16:creationId xmlns:a16="http://schemas.microsoft.com/office/drawing/2014/main" id="{CF4EAC28-490E-D0A8-3F0B-0C1AF2CE3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路径开销只为端到端</a:t>
            </a:r>
            <a:r>
              <a:rPr lang="en-US" altLang="zh-CN"/>
              <a:t> </a:t>
            </a:r>
            <a:br>
              <a:rPr lang="en-US" altLang="zh-CN"/>
            </a:br>
            <a:r>
              <a:rPr lang="en-US" altLang="zh-CN"/>
              <a:t>(</a:t>
            </a:r>
            <a:r>
              <a:rPr lang="zh-CN" altLang="en-US"/>
              <a:t>在</a:t>
            </a:r>
            <a:r>
              <a:rPr lang="en-US" altLang="zh-CN"/>
              <a:t>STS</a:t>
            </a:r>
            <a:r>
              <a:rPr lang="zh-CN" altLang="en-US"/>
              <a:t>多路复用器之间</a:t>
            </a:r>
            <a:r>
              <a:rPr lang="en-US" altLang="zh-CN"/>
              <a:t>)</a:t>
            </a:r>
            <a:r>
              <a:rPr lang="zh-CN" altLang="en-US"/>
              <a:t>计算</a:t>
            </a:r>
            <a:r>
              <a:rPr lang="en-US" altLang="zh-CN"/>
              <a:t>.</a:t>
            </a:r>
          </a:p>
        </p:txBody>
      </p:sp>
      <p:grpSp>
        <p:nvGrpSpPr>
          <p:cNvPr id="27661" name="Group 12">
            <a:extLst>
              <a:ext uri="{FF2B5EF4-FFF2-40B4-BE49-F238E27FC236}">
                <a16:creationId xmlns:a16="http://schemas.microsoft.com/office/drawing/2014/main" id="{83E1E015-16B0-3BE3-F284-BADBD5902B6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24063"/>
            <a:ext cx="1143000" cy="566737"/>
            <a:chOff x="1200" y="1248"/>
            <a:chExt cx="720" cy="357"/>
          </a:xfrm>
        </p:grpSpPr>
        <p:pic>
          <p:nvPicPr>
            <p:cNvPr id="27662" name="Picture 13">
              <a:extLst>
                <a:ext uri="{FF2B5EF4-FFF2-40B4-BE49-F238E27FC236}">
                  <a16:creationId xmlns:a16="http://schemas.microsoft.com/office/drawing/2014/main" id="{B8171156-9161-6E5C-0F78-9DC8D56017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63" name="Text Box 14">
              <a:extLst>
                <a:ext uri="{FF2B5EF4-FFF2-40B4-BE49-F238E27FC236}">
                  <a16:creationId xmlns:a16="http://schemas.microsoft.com/office/drawing/2014/main" id="{79132BB2-2565-77E9-F9CB-DDA88BE0C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编号占位符 1">
            <a:extLst>
              <a:ext uri="{FF2B5EF4-FFF2-40B4-BE49-F238E27FC236}">
                <a16:creationId xmlns:a16="http://schemas.microsoft.com/office/drawing/2014/main" id="{A9CBD9A2-DE20-13DE-BFA4-F6FC26115D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63FA69B0-539A-4A53-B4A3-1790C1CB3CDC}" type="slidenum">
              <a:rPr lang="en-US" altLang="zh-CN" sz="2000">
                <a:solidFill>
                  <a:schemeClr val="bg2"/>
                </a:solidFill>
              </a:rPr>
              <a:pPr/>
              <a:t>26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8675" name="Text Box 2">
            <a:extLst>
              <a:ext uri="{FF2B5EF4-FFF2-40B4-BE49-F238E27FC236}">
                <a16:creationId xmlns:a16="http://schemas.microsoft.com/office/drawing/2014/main" id="{5AAFA3EE-165F-A628-B140-17FFF337D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2971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Table 17.2  </a:t>
            </a:r>
            <a:r>
              <a:rPr lang="zh-CN" altLang="en-US" sz="2400">
                <a:latin typeface="Times New Roman" panose="02020603050405020304" pitchFamily="18" charset="0"/>
              </a:rPr>
              <a:t>开销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pic>
        <p:nvPicPr>
          <p:cNvPr id="28676" name="Picture 4">
            <a:extLst>
              <a:ext uri="{FF2B5EF4-FFF2-40B4-BE49-F238E27FC236}">
                <a16:creationId xmlns:a16="http://schemas.microsoft.com/office/drawing/2014/main" id="{7B481611-4E56-0801-1D9C-17D319A9C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" y="1295400"/>
            <a:ext cx="8464550" cy="456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编号占位符 1">
            <a:extLst>
              <a:ext uri="{FF2B5EF4-FFF2-40B4-BE49-F238E27FC236}">
                <a16:creationId xmlns:a16="http://schemas.microsoft.com/office/drawing/2014/main" id="{8846C92F-C4DF-825A-E927-B033E32EA5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97786DD0-1898-4163-A483-128E8E576AC1}" type="slidenum">
              <a:rPr lang="en-US" altLang="zh-CN" sz="2000">
                <a:solidFill>
                  <a:schemeClr val="bg2"/>
                </a:solidFill>
              </a:rPr>
              <a:pPr/>
              <a:t>27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3FA9D04-93F1-3FFE-97F3-B8656C0EBE4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1A92EA24-A568-9395-E566-89DB68F2ED8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9701" name="Rectangle 4">
            <a:extLst>
              <a:ext uri="{FF2B5EF4-FFF2-40B4-BE49-F238E27FC236}">
                <a16:creationId xmlns:a16="http://schemas.microsoft.com/office/drawing/2014/main" id="{30982D27-7905-C726-72C8-9EF911514B9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9702" name="Rectangle 5">
            <a:extLst>
              <a:ext uri="{FF2B5EF4-FFF2-40B4-BE49-F238E27FC236}">
                <a16:creationId xmlns:a16="http://schemas.microsoft.com/office/drawing/2014/main" id="{BAC31172-EBF7-DFC9-A8D4-1528CF72690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9703" name="Rectangle 6">
            <a:extLst>
              <a:ext uri="{FF2B5EF4-FFF2-40B4-BE49-F238E27FC236}">
                <a16:creationId xmlns:a16="http://schemas.microsoft.com/office/drawing/2014/main" id="{C22752B0-E660-0C48-D684-FA4D560C4A9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9704" name="Rectangle 7">
            <a:extLst>
              <a:ext uri="{FF2B5EF4-FFF2-40B4-BE49-F238E27FC236}">
                <a16:creationId xmlns:a16="http://schemas.microsoft.com/office/drawing/2014/main" id="{ABBD60C7-DB6D-E400-17DC-1DA5D00AF7A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9705" name="Rectangle 8">
            <a:extLst>
              <a:ext uri="{FF2B5EF4-FFF2-40B4-BE49-F238E27FC236}">
                <a16:creationId xmlns:a16="http://schemas.microsoft.com/office/drawing/2014/main" id="{AA576103-49A3-C2BC-2A29-4F065327446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29706" name="Rectangle 9">
            <a:extLst>
              <a:ext uri="{FF2B5EF4-FFF2-40B4-BE49-F238E27FC236}">
                <a16:creationId xmlns:a16="http://schemas.microsoft.com/office/drawing/2014/main" id="{7E3FF704-4D01-D38A-F4DA-D59FEA711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95400"/>
            <a:ext cx="868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latin typeface="Times New Roman" panose="02020603050405020304" pitchFamily="18" charset="0"/>
              </a:rPr>
              <a:t>STS-1</a:t>
            </a:r>
            <a:r>
              <a:rPr lang="zh-CN" altLang="en-US" sz="2800">
                <a:latin typeface="Times New Roman" panose="02020603050405020304" pitchFamily="18" charset="0"/>
              </a:rPr>
              <a:t>帧的用户数据速率是多少</a:t>
            </a:r>
            <a:r>
              <a:rPr lang="en-US" altLang="zh-CN" sz="2800">
                <a:latin typeface="Times New Roman" panose="02020603050405020304" pitchFamily="18" charset="0"/>
              </a:rPr>
              <a:t> (</a:t>
            </a:r>
            <a:r>
              <a:rPr lang="zh-CN" altLang="en-US" sz="2800">
                <a:latin typeface="Times New Roman" panose="02020603050405020304" pitchFamily="18" charset="0"/>
              </a:rPr>
              <a:t>不考虑开销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en-US" altLang="zh-CN" sz="2800" i="1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29707" name="Rectangle 10">
            <a:extLst>
              <a:ext uri="{FF2B5EF4-FFF2-40B4-BE49-F238E27FC236}">
                <a16:creationId xmlns:a16="http://schemas.microsoft.com/office/drawing/2014/main" id="{0F0B3E31-0060-4D0A-5A87-EDA647E06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106738"/>
            <a:ext cx="86868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800">
                <a:solidFill>
                  <a:schemeClr val="hlink"/>
                </a:solidFill>
                <a:latin typeface="Times New Roman" panose="02020603050405020304" pitchFamily="18" charset="0"/>
              </a:rPr>
              <a:t>解</a:t>
            </a:r>
            <a:endParaRPr lang="en-US" altLang="zh-CN" sz="28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zh-CN" altLang="en-US" sz="2800">
                <a:latin typeface="Times" panose="02020603050405020304" pitchFamily="18" charset="0"/>
              </a:rPr>
              <a:t>一个</a:t>
            </a:r>
            <a:r>
              <a:rPr lang="en-US" altLang="zh-CN" sz="2800">
                <a:latin typeface="Times" panose="02020603050405020304" pitchFamily="18" charset="0"/>
              </a:rPr>
              <a:t>STS-1</a:t>
            </a:r>
            <a:r>
              <a:rPr lang="zh-CN" altLang="en-US" sz="2800">
                <a:latin typeface="Times" panose="02020603050405020304" pitchFamily="18" charset="0"/>
              </a:rPr>
              <a:t>帧中的用户数据由 </a:t>
            </a:r>
            <a:r>
              <a:rPr lang="en-US" altLang="zh-CN" sz="2800">
                <a:latin typeface="Times" panose="02020603050405020304" pitchFamily="18" charset="0"/>
              </a:rPr>
              <a:t>9</a:t>
            </a:r>
            <a:r>
              <a:rPr lang="zh-CN" altLang="en-US" sz="2800">
                <a:latin typeface="Times" panose="02020603050405020304" pitchFamily="18" charset="0"/>
              </a:rPr>
              <a:t>行</a:t>
            </a:r>
            <a:r>
              <a:rPr lang="en-US" altLang="zh-CN" sz="2800">
                <a:latin typeface="Times" panose="02020603050405020304" pitchFamily="18" charset="0"/>
              </a:rPr>
              <a:t> 86</a:t>
            </a:r>
            <a:r>
              <a:rPr lang="zh-CN" altLang="en-US" sz="2800">
                <a:latin typeface="Times" panose="02020603050405020304" pitchFamily="18" charset="0"/>
              </a:rPr>
              <a:t>列 组成</a:t>
            </a:r>
            <a:r>
              <a:rPr lang="en-US" altLang="zh-CN" sz="2800">
                <a:latin typeface="Times" panose="02020603050405020304" pitchFamily="18" charset="0"/>
              </a:rPr>
              <a:t>. </a:t>
            </a:r>
            <a:r>
              <a:rPr lang="zh-CN" altLang="en-US" sz="2800">
                <a:latin typeface="Times" panose="02020603050405020304" pitchFamily="18" charset="0"/>
              </a:rPr>
              <a:t>因此</a:t>
            </a:r>
            <a:r>
              <a:rPr lang="en-US" altLang="zh-CN" sz="2800">
                <a:latin typeface="Times" panose="02020603050405020304" pitchFamily="18" charset="0"/>
              </a:rPr>
              <a:t>,</a:t>
            </a:r>
          </a:p>
        </p:txBody>
      </p:sp>
      <p:sp>
        <p:nvSpPr>
          <p:cNvPr id="29708" name="Text Box 11">
            <a:extLst>
              <a:ext uri="{FF2B5EF4-FFF2-40B4-BE49-F238E27FC236}">
                <a16:creationId xmlns:a16="http://schemas.microsoft.com/office/drawing/2014/main" id="{EE0EC72E-A26A-0F3F-8E82-F32217F48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</a:rPr>
              <a:t>Example 17.4</a:t>
            </a:r>
          </a:p>
        </p:txBody>
      </p:sp>
      <p:pic>
        <p:nvPicPr>
          <p:cNvPr id="29709" name="Picture 12">
            <a:extLst>
              <a:ext uri="{FF2B5EF4-FFF2-40B4-BE49-F238E27FC236}">
                <a16:creationId xmlns:a16="http://schemas.microsoft.com/office/drawing/2014/main" id="{64DCAE98-7A8D-57DB-6CB1-7D56399F9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792663"/>
            <a:ext cx="8547100" cy="465137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编号占位符 1">
            <a:extLst>
              <a:ext uri="{FF2B5EF4-FFF2-40B4-BE49-F238E27FC236}">
                <a16:creationId xmlns:a16="http://schemas.microsoft.com/office/drawing/2014/main" id="{22285C70-5ACC-D70A-F45A-957FEC54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043853ED-386D-45D7-9B8C-048DA3D833FE}" type="slidenum">
              <a:rPr lang="en-US" altLang="zh-CN" sz="2000">
                <a:solidFill>
                  <a:schemeClr val="bg2"/>
                </a:solidFill>
              </a:rPr>
              <a:pPr/>
              <a:t>28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0723" name="Line 2">
            <a:extLst>
              <a:ext uri="{FF2B5EF4-FFF2-40B4-BE49-F238E27FC236}">
                <a16:creationId xmlns:a16="http://schemas.microsoft.com/office/drawing/2014/main" id="{4C0C0F33-9730-361B-112A-DFBE00BBB2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4" name="Line 3">
            <a:extLst>
              <a:ext uri="{FF2B5EF4-FFF2-40B4-BE49-F238E27FC236}">
                <a16:creationId xmlns:a16="http://schemas.microsoft.com/office/drawing/2014/main" id="{6BCCA425-51C9-560D-AC5F-094090B933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5" name="Text Box 4">
            <a:extLst>
              <a:ext uri="{FF2B5EF4-FFF2-40B4-BE49-F238E27FC236}">
                <a16:creationId xmlns:a16="http://schemas.microsoft.com/office/drawing/2014/main" id="{30627E08-DF8B-ED08-32B3-DE920A719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54943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17.10  </a:t>
            </a:r>
            <a:r>
              <a:rPr lang="en-US" altLang="zh-CN" sz="2400">
                <a:latin typeface="Times New Roman" panose="02020603050405020304" pitchFamily="18" charset="0"/>
              </a:rPr>
              <a:t>SPE</a:t>
            </a:r>
            <a:r>
              <a:rPr lang="zh-CN" altLang="en-US" sz="2400">
                <a:latin typeface="Times New Roman" panose="02020603050405020304" pitchFamily="18" charset="0"/>
              </a:rPr>
              <a:t>相对于帧边界的偏移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30726" name="Line 5">
            <a:extLst>
              <a:ext uri="{FF2B5EF4-FFF2-40B4-BE49-F238E27FC236}">
                <a16:creationId xmlns:a16="http://schemas.microsoft.com/office/drawing/2014/main" id="{DA13378B-3389-5523-3C8D-F5C9B3EE33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27" name="Picture 6">
            <a:extLst>
              <a:ext uri="{FF2B5EF4-FFF2-40B4-BE49-F238E27FC236}">
                <a16:creationId xmlns:a16="http://schemas.microsoft.com/office/drawing/2014/main" id="{5406D448-E6FB-8B1A-4816-6FA9484C3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438" y="1039813"/>
            <a:ext cx="5110162" cy="520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编号占位符 1">
            <a:extLst>
              <a:ext uri="{FF2B5EF4-FFF2-40B4-BE49-F238E27FC236}">
                <a16:creationId xmlns:a16="http://schemas.microsoft.com/office/drawing/2014/main" id="{C3F26F2F-E544-F1ED-7B91-B6D6E027C1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7417A152-C75F-48B7-B5A6-7D84FA60387B}" type="slidenum">
              <a:rPr lang="en-US" altLang="zh-CN" sz="2000">
                <a:solidFill>
                  <a:schemeClr val="bg2"/>
                </a:solidFill>
              </a:rPr>
              <a:pPr/>
              <a:t>29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1747" name="Line 2">
            <a:extLst>
              <a:ext uri="{FF2B5EF4-FFF2-40B4-BE49-F238E27FC236}">
                <a16:creationId xmlns:a16="http://schemas.microsoft.com/office/drawing/2014/main" id="{69130135-442E-D5C3-19B0-B6D8C05799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8" name="Line 3">
            <a:extLst>
              <a:ext uri="{FF2B5EF4-FFF2-40B4-BE49-F238E27FC236}">
                <a16:creationId xmlns:a16="http://schemas.microsoft.com/office/drawing/2014/main" id="{36A49B44-B93F-4524-9325-7F6D994999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1430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9" name="Text Box 4">
            <a:extLst>
              <a:ext uri="{FF2B5EF4-FFF2-40B4-BE49-F238E27FC236}">
                <a16:creationId xmlns:a16="http://schemas.microsoft.com/office/drawing/2014/main" id="{9230B9E6-0E08-C7CC-05DE-24EF01E2D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7773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17.11  </a:t>
            </a:r>
            <a:r>
              <a:rPr lang="zh-CN" altLang="en-US" sz="2400">
                <a:latin typeface="Times New Roman" panose="02020603050405020304" pitchFamily="18" charset="0"/>
              </a:rPr>
              <a:t>使用</a:t>
            </a:r>
            <a:r>
              <a:rPr lang="en-US" altLang="zh-CN" sz="2400">
                <a:latin typeface="Times New Roman" panose="02020603050405020304" pitchFamily="18" charset="0"/>
              </a:rPr>
              <a:t>H1</a:t>
            </a:r>
            <a:r>
              <a:rPr lang="zh-CN" altLang="en-US" sz="2400">
                <a:latin typeface="Times New Roman" panose="02020603050405020304" pitchFamily="18" charset="0"/>
              </a:rPr>
              <a:t>和</a:t>
            </a:r>
            <a:r>
              <a:rPr lang="en-US" altLang="zh-CN" sz="2400">
                <a:latin typeface="Times New Roman" panose="02020603050405020304" pitchFamily="18" charset="0"/>
              </a:rPr>
              <a:t>H2</a:t>
            </a:r>
            <a:r>
              <a:rPr lang="zh-CN" altLang="en-US" sz="2400">
                <a:latin typeface="Times New Roman" panose="02020603050405020304" pitchFamily="18" charset="0"/>
              </a:rPr>
              <a:t>指针来指示</a:t>
            </a:r>
            <a:r>
              <a:rPr lang="en-US" altLang="zh-CN" sz="2400">
                <a:latin typeface="Times New Roman" panose="02020603050405020304" pitchFamily="18" charset="0"/>
              </a:rPr>
              <a:t>SPE</a:t>
            </a:r>
            <a:r>
              <a:rPr lang="zh-CN" altLang="en-US" sz="2400">
                <a:latin typeface="Times New Roman" panose="02020603050405020304" pitchFamily="18" charset="0"/>
              </a:rPr>
              <a:t>在帧中的开始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31750" name="Line 5">
            <a:extLst>
              <a:ext uri="{FF2B5EF4-FFF2-40B4-BE49-F238E27FC236}">
                <a16:creationId xmlns:a16="http://schemas.microsoft.com/office/drawing/2014/main" id="{305F19DD-E6EA-878F-952A-2EDE438C6F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1751" name="Picture 7">
            <a:extLst>
              <a:ext uri="{FF2B5EF4-FFF2-40B4-BE49-F238E27FC236}">
                <a16:creationId xmlns:a16="http://schemas.microsoft.com/office/drawing/2014/main" id="{085CCA4D-625A-7CCF-CC4D-C5086A62D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50" y="2436813"/>
            <a:ext cx="6737350" cy="274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编号占位符 1">
            <a:extLst>
              <a:ext uri="{FF2B5EF4-FFF2-40B4-BE49-F238E27FC236}">
                <a16:creationId xmlns:a16="http://schemas.microsoft.com/office/drawing/2014/main" id="{62E85E2C-BF40-D03B-16A6-A7721E241D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263A7217-4F03-4189-AA67-8FD4676AB55D}" type="slidenum">
              <a:rPr lang="en-US" altLang="zh-CN" sz="2000">
                <a:solidFill>
                  <a:schemeClr val="bg2"/>
                </a:solidFill>
              </a:rPr>
              <a:pPr/>
              <a:t>30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98BF2C0D-9758-AC0C-B569-0D37A9FB25A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1AAB217E-157A-8832-90D2-F79D292E052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2773" name="Rectangle 4">
            <a:extLst>
              <a:ext uri="{FF2B5EF4-FFF2-40B4-BE49-F238E27FC236}">
                <a16:creationId xmlns:a16="http://schemas.microsoft.com/office/drawing/2014/main" id="{2DB1577F-E073-B3BE-C1CE-8DF2D79E185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2774" name="Rectangle 5">
            <a:extLst>
              <a:ext uri="{FF2B5EF4-FFF2-40B4-BE49-F238E27FC236}">
                <a16:creationId xmlns:a16="http://schemas.microsoft.com/office/drawing/2014/main" id="{2948B2E8-7B3D-2EB4-CEC3-9F0D4E19ABE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2775" name="Rectangle 6">
            <a:extLst>
              <a:ext uri="{FF2B5EF4-FFF2-40B4-BE49-F238E27FC236}">
                <a16:creationId xmlns:a16="http://schemas.microsoft.com/office/drawing/2014/main" id="{AB9EFF0A-995E-89D9-016D-429CC5B5072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2776" name="Rectangle 7">
            <a:extLst>
              <a:ext uri="{FF2B5EF4-FFF2-40B4-BE49-F238E27FC236}">
                <a16:creationId xmlns:a16="http://schemas.microsoft.com/office/drawing/2014/main" id="{69BFAF6F-36EB-0068-23A0-B4B1B4142CC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2777" name="Rectangle 8">
            <a:extLst>
              <a:ext uri="{FF2B5EF4-FFF2-40B4-BE49-F238E27FC236}">
                <a16:creationId xmlns:a16="http://schemas.microsoft.com/office/drawing/2014/main" id="{EE42CC8E-79B3-2637-F013-09D56DA95B9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2778" name="Rectangle 9">
            <a:extLst>
              <a:ext uri="{FF2B5EF4-FFF2-40B4-BE49-F238E27FC236}">
                <a16:creationId xmlns:a16="http://schemas.microsoft.com/office/drawing/2014/main" id="{6C021678-71B2-DCF2-03ED-6C2274A42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524000"/>
            <a:ext cx="86868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latin typeface="Times New Roman" panose="02020603050405020304" pitchFamily="18" charset="0"/>
              </a:rPr>
              <a:t>如果</a:t>
            </a:r>
            <a:r>
              <a:rPr lang="en-US" altLang="zh-CN" sz="2800">
                <a:latin typeface="Times New Roman" panose="02020603050405020304" pitchFamily="18" charset="0"/>
              </a:rPr>
              <a:t>SPE</a:t>
            </a:r>
            <a:r>
              <a:rPr lang="zh-CN" altLang="en-US" sz="2800">
                <a:latin typeface="Times New Roman" panose="02020603050405020304" pitchFamily="18" charset="0"/>
              </a:rPr>
              <a:t>开始于第</a:t>
            </a:r>
            <a:r>
              <a:rPr lang="en-US" altLang="zh-CN" sz="2800">
                <a:latin typeface="Times New Roman" panose="02020603050405020304" pitchFamily="18" charset="0"/>
              </a:rPr>
              <a:t>650</a:t>
            </a:r>
            <a:r>
              <a:rPr lang="zh-CN" altLang="en-US" sz="2800">
                <a:latin typeface="Times New Roman" panose="02020603050405020304" pitchFamily="18" charset="0"/>
              </a:rPr>
              <a:t>个字节，那么</a:t>
            </a:r>
            <a:r>
              <a:rPr lang="en-US" altLang="zh-CN" sz="2800">
                <a:latin typeface="Times New Roman" panose="02020603050405020304" pitchFamily="18" charset="0"/>
              </a:rPr>
              <a:t>H1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</a:rPr>
              <a:t>H2</a:t>
            </a:r>
            <a:r>
              <a:rPr lang="zh-CN" altLang="en-US" sz="2800">
                <a:latin typeface="Times New Roman" panose="02020603050405020304" pitchFamily="18" charset="0"/>
              </a:rPr>
              <a:t>的值是多少</a:t>
            </a:r>
            <a:r>
              <a:rPr lang="en-US" altLang="zh-CN" sz="2800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32779" name="Rectangle 10">
            <a:extLst>
              <a:ext uri="{FF2B5EF4-FFF2-40B4-BE49-F238E27FC236}">
                <a16:creationId xmlns:a16="http://schemas.microsoft.com/office/drawing/2014/main" id="{3162AE0F-074D-83B4-AAAF-1271C6ECF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106738"/>
            <a:ext cx="86868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800">
                <a:solidFill>
                  <a:schemeClr val="hlink"/>
                </a:solidFill>
                <a:latin typeface="Times New Roman" panose="02020603050405020304" pitchFamily="18" charset="0"/>
              </a:rPr>
              <a:t>解</a:t>
            </a:r>
            <a:endParaRPr lang="en-US" altLang="zh-CN" sz="28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zh-CN" altLang="en-US" sz="2800">
                <a:latin typeface="Times" panose="02020603050405020304" pitchFamily="18" charset="0"/>
              </a:rPr>
              <a:t>数字</a:t>
            </a:r>
            <a:r>
              <a:rPr lang="en-US" altLang="zh-CN" sz="2800">
                <a:latin typeface="Times" panose="02020603050405020304" pitchFamily="18" charset="0"/>
              </a:rPr>
              <a:t>650</a:t>
            </a:r>
            <a:r>
              <a:rPr lang="zh-CN" altLang="en-US" sz="2800">
                <a:latin typeface="Times" panose="02020603050405020304" pitchFamily="18" charset="0"/>
              </a:rPr>
              <a:t>可以表示成</a:t>
            </a:r>
            <a:r>
              <a:rPr lang="en-US" altLang="zh-CN" sz="2800">
                <a:latin typeface="Times" panose="02020603050405020304" pitchFamily="18" charset="0"/>
              </a:rPr>
              <a:t>4</a:t>
            </a:r>
            <a:r>
              <a:rPr lang="zh-CN" altLang="en-US" sz="2800">
                <a:latin typeface="Times" panose="02020603050405020304" pitchFamily="18" charset="0"/>
              </a:rPr>
              <a:t>个十六进制数字</a:t>
            </a:r>
            <a:r>
              <a:rPr lang="en-US" altLang="zh-CN" sz="2800">
                <a:latin typeface="Times" panose="02020603050405020304" pitchFamily="18" charset="0"/>
              </a:rPr>
              <a:t>,</a:t>
            </a:r>
            <a:r>
              <a:rPr lang="zh-CN" altLang="en-US" sz="2800">
                <a:latin typeface="Times" panose="02020603050405020304" pitchFamily="18" charset="0"/>
              </a:rPr>
              <a:t> 即</a:t>
            </a:r>
            <a:r>
              <a:rPr lang="en-US" altLang="zh-CN" sz="2800">
                <a:latin typeface="Times" panose="02020603050405020304" pitchFamily="18" charset="0"/>
              </a:rPr>
              <a:t>0x028A.</a:t>
            </a:r>
            <a:br>
              <a:rPr lang="en-US" altLang="zh-CN" sz="2800">
                <a:latin typeface="Times" panose="02020603050405020304" pitchFamily="18" charset="0"/>
              </a:rPr>
            </a:br>
            <a:r>
              <a:rPr lang="zh-CN" altLang="en-US" sz="2800">
                <a:latin typeface="Times" panose="02020603050405020304" pitchFamily="18" charset="0"/>
              </a:rPr>
              <a:t>这说明</a:t>
            </a:r>
            <a:r>
              <a:rPr lang="en-US" altLang="zh-CN" sz="2800">
                <a:latin typeface="Times" panose="02020603050405020304" pitchFamily="18" charset="0"/>
              </a:rPr>
              <a:t>H1</a:t>
            </a:r>
            <a:r>
              <a:rPr lang="zh-CN" altLang="en-US" sz="2800">
                <a:latin typeface="Times" panose="02020603050405020304" pitchFamily="18" charset="0"/>
              </a:rPr>
              <a:t>的值为</a:t>
            </a:r>
            <a:r>
              <a:rPr lang="en-US" altLang="zh-CN" sz="2800">
                <a:solidFill>
                  <a:schemeClr val="folHlink"/>
                </a:solidFill>
                <a:latin typeface="Times" panose="02020603050405020304" pitchFamily="18" charset="0"/>
              </a:rPr>
              <a:t>0x02</a:t>
            </a:r>
            <a:r>
              <a:rPr lang="zh-CN" altLang="en-US" sz="2800">
                <a:latin typeface="Times" panose="02020603050405020304" pitchFamily="18" charset="0"/>
              </a:rPr>
              <a:t>,</a:t>
            </a:r>
            <a:r>
              <a:rPr lang="en-US" altLang="zh-CN" sz="2800">
                <a:latin typeface="Times" panose="02020603050405020304" pitchFamily="18" charset="0"/>
              </a:rPr>
              <a:t> H2</a:t>
            </a:r>
            <a:r>
              <a:rPr lang="zh-CN" altLang="en-US" sz="2800">
                <a:latin typeface="Times" panose="02020603050405020304" pitchFamily="18" charset="0"/>
              </a:rPr>
              <a:t>的值为</a:t>
            </a:r>
            <a:r>
              <a:rPr lang="en-US" altLang="zh-CN" sz="2800">
                <a:solidFill>
                  <a:schemeClr val="folHlink"/>
                </a:solidFill>
                <a:latin typeface="Times" panose="02020603050405020304" pitchFamily="18" charset="0"/>
              </a:rPr>
              <a:t>0x8A</a:t>
            </a:r>
            <a:r>
              <a:rPr lang="en-US" altLang="zh-CN" sz="2800">
                <a:latin typeface="Times" panose="02020603050405020304" pitchFamily="18" charset="0"/>
              </a:rPr>
              <a:t>.</a:t>
            </a:r>
          </a:p>
        </p:txBody>
      </p:sp>
      <p:sp>
        <p:nvSpPr>
          <p:cNvPr id="32780" name="Text Box 11">
            <a:extLst>
              <a:ext uri="{FF2B5EF4-FFF2-40B4-BE49-F238E27FC236}">
                <a16:creationId xmlns:a16="http://schemas.microsoft.com/office/drawing/2014/main" id="{10F6DCE8-BED7-E025-10E9-E4ECF6CB4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</a:rPr>
              <a:t>Example 17.5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编号占位符 1">
            <a:extLst>
              <a:ext uri="{FF2B5EF4-FFF2-40B4-BE49-F238E27FC236}">
                <a16:creationId xmlns:a16="http://schemas.microsoft.com/office/drawing/2014/main" id="{5F7E57ED-044E-CB36-70C3-06E7DF6E2C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65C90325-D643-418D-881B-A60D2C4B8F56}" type="slidenum">
              <a:rPr lang="en-US" altLang="zh-CN" sz="2000">
                <a:solidFill>
                  <a:schemeClr val="bg2"/>
                </a:solidFill>
              </a:rPr>
              <a:pPr/>
              <a:t>31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59138" name="Rectangle 2">
            <a:extLst>
              <a:ext uri="{FF2B5EF4-FFF2-40B4-BE49-F238E27FC236}">
                <a16:creationId xmlns:a16="http://schemas.microsoft.com/office/drawing/2014/main" id="{C327DC0E-485C-111E-33A8-28979D460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/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charset="0"/>
              <a:ea typeface="宋体" charset="0"/>
            </a:endParaRPr>
          </a:p>
        </p:txBody>
      </p:sp>
      <p:sp>
        <p:nvSpPr>
          <p:cNvPr id="859139" name="Text Box 3">
            <a:extLst>
              <a:ext uri="{FF2B5EF4-FFF2-40B4-BE49-F238E27FC236}">
                <a16:creationId xmlns:a16="http://schemas.microsoft.com/office/drawing/2014/main" id="{A4CA9F04-ED42-7500-EFA7-69AEE8B30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36163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17-4   STS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多路复用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  <a:latin typeface="Times" charset="0"/>
            </a:endParaRPr>
          </a:p>
        </p:txBody>
      </p:sp>
      <p:sp>
        <p:nvSpPr>
          <p:cNvPr id="33797" name="Text Box 4">
            <a:extLst>
              <a:ext uri="{FF2B5EF4-FFF2-40B4-BE49-F238E27FC236}">
                <a16:creationId xmlns:a16="http://schemas.microsoft.com/office/drawing/2014/main" id="{80A4C156-1FFF-8E73-182A-CF8DFFE04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859141" name="Rectangle 5">
            <a:extLst>
              <a:ext uri="{FF2B5EF4-FFF2-40B4-BE49-F238E27FC236}">
                <a16:creationId xmlns:a16="http://schemas.microsoft.com/office/drawing/2014/main" id="{1B8C61D4-522B-472F-1854-464236258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87500"/>
            <a:ext cx="8229600" cy="224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在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SONET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中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较低速率的帧会同步地时分多路复用到一个更高速率的帧中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.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例如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三个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STS-1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信号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通道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可以组合成一个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STS-3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信号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通道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四个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STS-3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信号可以多路复用成一个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STS-12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信号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等等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33799" name="Rectangle 6">
            <a:extLst>
              <a:ext uri="{FF2B5EF4-FFF2-40B4-BE49-F238E27FC236}">
                <a16:creationId xmlns:a16="http://schemas.microsoft.com/office/drawing/2014/main" id="{0699354C-018F-0FB4-252F-B17683A86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字节交替 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	Byte Interleaving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重组信号 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	</a:t>
            </a: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Concatenated Signal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分插复用器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	</a:t>
            </a: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Add/Drop Multiplexer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9143" name="Text Box 7">
            <a:extLst>
              <a:ext uri="{FF2B5EF4-FFF2-40B4-BE49-F238E27FC236}">
                <a16:creationId xmlns:a16="http://schemas.microsoft.com/office/drawing/2014/main" id="{7AA14155-6256-2196-7F9E-C045D42AC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2037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编号占位符 1">
            <a:extLst>
              <a:ext uri="{FF2B5EF4-FFF2-40B4-BE49-F238E27FC236}">
                <a16:creationId xmlns:a16="http://schemas.microsoft.com/office/drawing/2014/main" id="{F6264F84-EDC1-A529-F506-9F32EE52EB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D8103C27-E4D7-4114-8EE9-C7ACB787DD12}" type="slidenum">
              <a:rPr lang="en-US" altLang="zh-CN" sz="2000">
                <a:solidFill>
                  <a:schemeClr val="bg2"/>
                </a:solidFill>
              </a:rPr>
              <a:pPr/>
              <a:t>32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4819" name="Line 2">
            <a:extLst>
              <a:ext uri="{FF2B5EF4-FFF2-40B4-BE49-F238E27FC236}">
                <a16:creationId xmlns:a16="http://schemas.microsoft.com/office/drawing/2014/main" id="{502C0C6B-08B9-F04A-8736-0E44202F33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0" name="Line 3">
            <a:extLst>
              <a:ext uri="{FF2B5EF4-FFF2-40B4-BE49-F238E27FC236}">
                <a16:creationId xmlns:a16="http://schemas.microsoft.com/office/drawing/2014/main" id="{C01C70E2-1A15-43E2-FB1D-920E9BF3F1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1" name="Text Box 4">
            <a:extLst>
              <a:ext uri="{FF2B5EF4-FFF2-40B4-BE49-F238E27FC236}">
                <a16:creationId xmlns:a16="http://schemas.microsoft.com/office/drawing/2014/main" id="{EFE71D7E-45AE-A37C-58E6-1D93412F6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070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17.12  </a:t>
            </a:r>
            <a:r>
              <a:rPr lang="en-US" altLang="zh-CN" sz="2400">
                <a:latin typeface="Times New Roman" panose="02020603050405020304" pitchFamily="18" charset="0"/>
              </a:rPr>
              <a:t>STS</a:t>
            </a:r>
            <a:r>
              <a:rPr lang="zh-CN" altLang="en-US" sz="2400">
                <a:latin typeface="Times New Roman" panose="02020603050405020304" pitchFamily="18" charset="0"/>
              </a:rPr>
              <a:t>多路复用</a:t>
            </a:r>
            <a:r>
              <a:rPr lang="en-US" altLang="zh-CN" sz="2400">
                <a:latin typeface="Times New Roman" panose="02020603050405020304" pitchFamily="18" charset="0"/>
              </a:rPr>
              <a:t>/</a:t>
            </a:r>
            <a:r>
              <a:rPr lang="zh-CN" altLang="en-US" sz="2400">
                <a:latin typeface="Times New Roman" panose="02020603050405020304" pitchFamily="18" charset="0"/>
              </a:rPr>
              <a:t>多路分解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34822" name="Line 5">
            <a:extLst>
              <a:ext uri="{FF2B5EF4-FFF2-40B4-BE49-F238E27FC236}">
                <a16:creationId xmlns:a16="http://schemas.microsoft.com/office/drawing/2014/main" id="{6812029E-6A2C-13F5-8FC8-EA9BC86DE6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4823" name="Picture 6">
            <a:extLst>
              <a:ext uri="{FF2B5EF4-FFF2-40B4-BE49-F238E27FC236}">
                <a16:creationId xmlns:a16="http://schemas.microsoft.com/office/drawing/2014/main" id="{6889586D-8324-778C-3BD7-FD63D00A1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2638425"/>
            <a:ext cx="8739187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编号占位符 1">
            <a:extLst>
              <a:ext uri="{FF2B5EF4-FFF2-40B4-BE49-F238E27FC236}">
                <a16:creationId xmlns:a16="http://schemas.microsoft.com/office/drawing/2014/main" id="{5649DBAB-C6FA-66E5-AC9B-4D16DCE477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5961FB47-BE9D-4B50-A3DF-A92ACD771AA1}" type="slidenum">
              <a:rPr lang="en-US" altLang="zh-CN" sz="2000">
                <a:solidFill>
                  <a:schemeClr val="bg2"/>
                </a:solidFill>
              </a:rPr>
              <a:pPr/>
              <a:t>33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80FA2A4D-EA70-C7A8-6AA0-3BCDBA10829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38C48AD7-4567-0968-2475-71C9B49049B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5845" name="Rectangle 4">
            <a:extLst>
              <a:ext uri="{FF2B5EF4-FFF2-40B4-BE49-F238E27FC236}">
                <a16:creationId xmlns:a16="http://schemas.microsoft.com/office/drawing/2014/main" id="{77A48E0E-1152-CB51-359B-4D7A428BD6B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5846" name="Rectangle 5">
            <a:extLst>
              <a:ext uri="{FF2B5EF4-FFF2-40B4-BE49-F238E27FC236}">
                <a16:creationId xmlns:a16="http://schemas.microsoft.com/office/drawing/2014/main" id="{3A2304DE-2840-D06B-F126-24AC4265D94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5847" name="Rectangle 6">
            <a:extLst>
              <a:ext uri="{FF2B5EF4-FFF2-40B4-BE49-F238E27FC236}">
                <a16:creationId xmlns:a16="http://schemas.microsoft.com/office/drawing/2014/main" id="{7720281A-A994-1801-CC3B-EBD8CE0549D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5848" name="Rectangle 7">
            <a:extLst>
              <a:ext uri="{FF2B5EF4-FFF2-40B4-BE49-F238E27FC236}">
                <a16:creationId xmlns:a16="http://schemas.microsoft.com/office/drawing/2014/main" id="{70E5662B-E9F1-0530-F71C-E7CD43F305A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5849" name="Rectangle 8">
            <a:extLst>
              <a:ext uri="{FF2B5EF4-FFF2-40B4-BE49-F238E27FC236}">
                <a16:creationId xmlns:a16="http://schemas.microsoft.com/office/drawing/2014/main" id="{A819C571-4296-241A-76F5-23C26337575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5850" name="Line 9">
            <a:extLst>
              <a:ext uri="{FF2B5EF4-FFF2-40B4-BE49-F238E27FC236}">
                <a16:creationId xmlns:a16="http://schemas.microsoft.com/office/drawing/2014/main" id="{0A81544B-3914-304C-84A8-DA977F324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1" name="Line 10">
            <a:extLst>
              <a:ext uri="{FF2B5EF4-FFF2-40B4-BE49-F238E27FC236}">
                <a16:creationId xmlns:a16="http://schemas.microsoft.com/office/drawing/2014/main" id="{44601F46-5E28-22A7-9BBA-72029EE14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2" name="Rectangle 11">
            <a:extLst>
              <a:ext uri="{FF2B5EF4-FFF2-40B4-BE49-F238E27FC236}">
                <a16:creationId xmlns:a16="http://schemas.microsoft.com/office/drawing/2014/main" id="{1DEB2B79-48EB-6518-D92C-E2E90882B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在</a:t>
            </a:r>
            <a:r>
              <a:rPr lang="en-US" altLang="zh-CN"/>
              <a:t>SONET</a:t>
            </a:r>
            <a:r>
              <a:rPr lang="zh-CN" altLang="en-US"/>
              <a:t>中</a:t>
            </a:r>
            <a:r>
              <a:rPr lang="en-US" altLang="zh-CN"/>
              <a:t>, </a:t>
            </a:r>
            <a:r>
              <a:rPr lang="zh-CN" altLang="en-US"/>
              <a:t>网络中的所有时钟</a:t>
            </a:r>
            <a:br>
              <a:rPr lang="en-US" altLang="zh-CN"/>
            </a:br>
            <a:r>
              <a:rPr lang="zh-CN" altLang="en-US"/>
              <a:t>都锁定一个主时钟</a:t>
            </a:r>
            <a:r>
              <a:rPr lang="en-US" altLang="zh-CN"/>
              <a:t>.</a:t>
            </a:r>
          </a:p>
        </p:txBody>
      </p:sp>
      <p:grpSp>
        <p:nvGrpSpPr>
          <p:cNvPr id="35853" name="Group 12">
            <a:extLst>
              <a:ext uri="{FF2B5EF4-FFF2-40B4-BE49-F238E27FC236}">
                <a16:creationId xmlns:a16="http://schemas.microsoft.com/office/drawing/2014/main" id="{8342DCDE-4B30-2C67-B595-130826456963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24063"/>
            <a:ext cx="1143000" cy="566737"/>
            <a:chOff x="1200" y="1248"/>
            <a:chExt cx="720" cy="357"/>
          </a:xfrm>
        </p:grpSpPr>
        <p:pic>
          <p:nvPicPr>
            <p:cNvPr id="35854" name="Picture 13">
              <a:extLst>
                <a:ext uri="{FF2B5EF4-FFF2-40B4-BE49-F238E27FC236}">
                  <a16:creationId xmlns:a16="http://schemas.microsoft.com/office/drawing/2014/main" id="{B6F84194-0686-76E6-2B3F-20A311E0E0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5" name="Text Box 14">
              <a:extLst>
                <a:ext uri="{FF2B5EF4-FFF2-40B4-BE49-F238E27FC236}">
                  <a16:creationId xmlns:a16="http://schemas.microsoft.com/office/drawing/2014/main" id="{11AE15A9-4587-3A6F-D67C-A5EC066A4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编号占位符 1">
            <a:extLst>
              <a:ext uri="{FF2B5EF4-FFF2-40B4-BE49-F238E27FC236}">
                <a16:creationId xmlns:a16="http://schemas.microsoft.com/office/drawing/2014/main" id="{C27D9FF6-16C1-3644-6905-67F64B8A96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CDC5D097-8A93-4D53-B5BE-C7D3A205F187}" type="slidenum">
              <a:rPr lang="en-US" altLang="zh-CN" sz="2000">
                <a:solidFill>
                  <a:schemeClr val="bg2"/>
                </a:solidFill>
              </a:rPr>
              <a:pPr/>
              <a:t>34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6867" name="Line 2">
            <a:extLst>
              <a:ext uri="{FF2B5EF4-FFF2-40B4-BE49-F238E27FC236}">
                <a16:creationId xmlns:a16="http://schemas.microsoft.com/office/drawing/2014/main" id="{5C0D7577-690F-31D4-53BE-24FD4F066A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8" name="Line 3">
            <a:extLst>
              <a:ext uri="{FF2B5EF4-FFF2-40B4-BE49-F238E27FC236}">
                <a16:creationId xmlns:a16="http://schemas.microsoft.com/office/drawing/2014/main" id="{80150CDE-CAED-C68E-F772-CF717BAB06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9" name="Text Box 4">
            <a:extLst>
              <a:ext uri="{FF2B5EF4-FFF2-40B4-BE49-F238E27FC236}">
                <a16:creationId xmlns:a16="http://schemas.microsoft.com/office/drawing/2014/main" id="{64B6A244-8773-9138-1EAC-7EF29BD7F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3205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17.13  </a:t>
            </a:r>
            <a:r>
              <a:rPr lang="zh-CN" altLang="en-US" sz="2400">
                <a:latin typeface="Times New Roman" panose="02020603050405020304" pitchFamily="18" charset="0"/>
              </a:rPr>
              <a:t>字节交替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36870" name="Line 5">
            <a:extLst>
              <a:ext uri="{FF2B5EF4-FFF2-40B4-BE49-F238E27FC236}">
                <a16:creationId xmlns:a16="http://schemas.microsoft.com/office/drawing/2014/main" id="{5E804FD5-4DA8-0B0F-38B4-0E08797FC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6871" name="Picture 6">
            <a:extLst>
              <a:ext uri="{FF2B5EF4-FFF2-40B4-BE49-F238E27FC236}">
                <a16:creationId xmlns:a16="http://schemas.microsoft.com/office/drawing/2014/main" id="{4EF77493-F8D7-930F-6029-C29270785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1905000"/>
            <a:ext cx="7761287" cy="327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编号占位符 1">
            <a:extLst>
              <a:ext uri="{FF2B5EF4-FFF2-40B4-BE49-F238E27FC236}">
                <a16:creationId xmlns:a16="http://schemas.microsoft.com/office/drawing/2014/main" id="{A251C0AB-7FFC-63AD-94C0-9BCCA614C1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A0FB855E-554D-4715-941C-F88C73ACDBEF}" type="slidenum">
              <a:rPr lang="en-US" altLang="zh-CN" sz="2000">
                <a:solidFill>
                  <a:schemeClr val="bg2"/>
                </a:solidFill>
              </a:rPr>
              <a:pPr/>
              <a:t>35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7891" name="Line 2">
            <a:extLst>
              <a:ext uri="{FF2B5EF4-FFF2-40B4-BE49-F238E27FC236}">
                <a16:creationId xmlns:a16="http://schemas.microsoft.com/office/drawing/2014/main" id="{7BDF7231-82B5-1E96-02C1-30BF8CDF94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2" name="Line 3">
            <a:extLst>
              <a:ext uri="{FF2B5EF4-FFF2-40B4-BE49-F238E27FC236}">
                <a16:creationId xmlns:a16="http://schemas.microsoft.com/office/drawing/2014/main" id="{81F1764A-004B-80FD-61F5-A54D06A4C6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3" name="Text Box 4">
            <a:extLst>
              <a:ext uri="{FF2B5EF4-FFF2-40B4-BE49-F238E27FC236}">
                <a16:creationId xmlns:a16="http://schemas.microsoft.com/office/drawing/2014/main" id="{B47C4636-30BF-4D49-853D-525EAF34E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086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17.14  </a:t>
            </a:r>
            <a:r>
              <a:rPr lang="en-US" altLang="zh-CN" sz="2400">
                <a:latin typeface="Times New Roman" panose="02020603050405020304" pitchFamily="18" charset="0"/>
              </a:rPr>
              <a:t>STS-3</a:t>
            </a:r>
            <a:r>
              <a:rPr lang="zh-CN" altLang="en-US" sz="2400">
                <a:latin typeface="Times New Roman" panose="02020603050405020304" pitchFamily="18" charset="0"/>
              </a:rPr>
              <a:t>帧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37894" name="Line 5">
            <a:extLst>
              <a:ext uri="{FF2B5EF4-FFF2-40B4-BE49-F238E27FC236}">
                <a16:creationId xmlns:a16="http://schemas.microsoft.com/office/drawing/2014/main" id="{C18158B2-E27D-42C6-1FFF-17B5C5175C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7895" name="Picture 6">
            <a:extLst>
              <a:ext uri="{FF2B5EF4-FFF2-40B4-BE49-F238E27FC236}">
                <a16:creationId xmlns:a16="http://schemas.microsoft.com/office/drawing/2014/main" id="{A42938F2-D8B8-94A0-92AE-F475DE08F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1011238"/>
            <a:ext cx="7724775" cy="500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编号占位符 1">
            <a:extLst>
              <a:ext uri="{FF2B5EF4-FFF2-40B4-BE49-F238E27FC236}">
                <a16:creationId xmlns:a16="http://schemas.microsoft.com/office/drawing/2014/main" id="{F8A8952B-166A-625C-D753-DC21DC5C69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F30476ED-B0F5-4BC7-96AF-E7F1713ADBD9}" type="slidenum">
              <a:rPr lang="en-US" altLang="zh-CN" sz="2000">
                <a:solidFill>
                  <a:schemeClr val="bg2"/>
                </a:solidFill>
              </a:rPr>
              <a:pPr/>
              <a:t>36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8915" name="Line 2">
            <a:extLst>
              <a:ext uri="{FF2B5EF4-FFF2-40B4-BE49-F238E27FC236}">
                <a16:creationId xmlns:a16="http://schemas.microsoft.com/office/drawing/2014/main" id="{927AA2BD-9098-7621-B752-AE180DE63B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6" name="Line 3">
            <a:extLst>
              <a:ext uri="{FF2B5EF4-FFF2-40B4-BE49-F238E27FC236}">
                <a16:creationId xmlns:a16="http://schemas.microsoft.com/office/drawing/2014/main" id="{C8FD4F34-BC6A-D2C3-619F-E9102CC265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7" name="Text Box 4">
            <a:extLst>
              <a:ext uri="{FF2B5EF4-FFF2-40B4-BE49-F238E27FC236}">
                <a16:creationId xmlns:a16="http://schemas.microsoft.com/office/drawing/2014/main" id="{511FB291-2C07-9144-4573-D8A94BED5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146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17.15  </a:t>
            </a:r>
            <a:r>
              <a:rPr lang="zh-CN" altLang="en-US" sz="2400">
                <a:latin typeface="Times New Roman" panose="02020603050405020304" pitchFamily="18" charset="0"/>
              </a:rPr>
              <a:t>重组</a:t>
            </a:r>
            <a:r>
              <a:rPr lang="en-US" altLang="zh-CN" sz="2400">
                <a:latin typeface="Times New Roman" panose="02020603050405020304" pitchFamily="18" charset="0"/>
              </a:rPr>
              <a:t>STS-3c</a:t>
            </a:r>
            <a:r>
              <a:rPr lang="zh-CN" altLang="en-US" sz="2400">
                <a:latin typeface="Times New Roman" panose="02020603050405020304" pitchFamily="18" charset="0"/>
              </a:rPr>
              <a:t>信号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8918" name="Line 5">
            <a:extLst>
              <a:ext uri="{FF2B5EF4-FFF2-40B4-BE49-F238E27FC236}">
                <a16:creationId xmlns:a16="http://schemas.microsoft.com/office/drawing/2014/main" id="{B632C253-10C9-3534-D604-6FB7884949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8919" name="Picture 6">
            <a:extLst>
              <a:ext uri="{FF2B5EF4-FFF2-40B4-BE49-F238E27FC236}">
                <a16:creationId xmlns:a16="http://schemas.microsoft.com/office/drawing/2014/main" id="{CD49212D-EDA1-1745-665C-FE41FEE5E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1579563"/>
            <a:ext cx="7158037" cy="421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编号占位符 1">
            <a:extLst>
              <a:ext uri="{FF2B5EF4-FFF2-40B4-BE49-F238E27FC236}">
                <a16:creationId xmlns:a16="http://schemas.microsoft.com/office/drawing/2014/main" id="{DC8B3B01-298A-5959-6479-76D0A5AA4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CF76EA8B-62A7-430F-86F0-F516EA94FE10}" type="slidenum">
              <a:rPr lang="en-US" altLang="zh-CN" sz="2000">
                <a:solidFill>
                  <a:schemeClr val="bg2"/>
                </a:solidFill>
              </a:rPr>
              <a:pPr/>
              <a:t>37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A651BFA0-C585-E5E0-710A-4C91BC8A12B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24304815-2BB7-ED62-A8F0-B3383012070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9F1E5AE3-E671-0009-8726-669E4115DC8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F0E392D4-ECD1-BAAF-CFFF-C5C30F1B3D3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BFDA4E60-B953-4970-B7D6-8BCFAC07EC6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83666473-9CC9-E03D-3DDF-32B6E643EF0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9945" name="Rectangle 8">
            <a:extLst>
              <a:ext uri="{FF2B5EF4-FFF2-40B4-BE49-F238E27FC236}">
                <a16:creationId xmlns:a16="http://schemas.microsoft.com/office/drawing/2014/main" id="{B2059EA3-7F29-1725-AB7E-83E6A13F1F6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0">
              <a:latin typeface="Tahoma" panose="020B0604030504040204" pitchFamily="34" charset="0"/>
            </a:endParaRPr>
          </a:p>
        </p:txBody>
      </p:sp>
      <p:sp>
        <p:nvSpPr>
          <p:cNvPr id="39946" name="Line 9">
            <a:extLst>
              <a:ext uri="{FF2B5EF4-FFF2-40B4-BE49-F238E27FC236}">
                <a16:creationId xmlns:a16="http://schemas.microsoft.com/office/drawing/2014/main" id="{DC423EED-5F90-A83C-0B61-AEDD0CAB27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7" name="Line 10">
            <a:extLst>
              <a:ext uri="{FF2B5EF4-FFF2-40B4-BE49-F238E27FC236}">
                <a16:creationId xmlns:a16="http://schemas.microsoft.com/office/drawing/2014/main" id="{318BEAAC-B0FA-E57A-77A6-B69796ADE7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8" name="Rectangle 11">
            <a:extLst>
              <a:ext uri="{FF2B5EF4-FFF2-40B4-BE49-F238E27FC236}">
                <a16:creationId xmlns:a16="http://schemas.microsoft.com/office/drawing/2014/main" id="{F58935C3-03C0-547B-820C-F47272A89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一个</a:t>
            </a:r>
            <a:r>
              <a:rPr lang="en-US" altLang="zh-CN"/>
              <a:t>STS-3c</a:t>
            </a:r>
            <a:r>
              <a:rPr lang="zh-CN" altLang="en-US"/>
              <a:t>信号可以携带</a:t>
            </a:r>
            <a:r>
              <a:rPr lang="en-US" altLang="zh-CN"/>
              <a:t> </a:t>
            </a:r>
            <a:br>
              <a:rPr lang="en-US" altLang="zh-CN"/>
            </a:br>
            <a:r>
              <a:rPr lang="en-US" altLang="zh-CN"/>
              <a:t>44</a:t>
            </a:r>
            <a:r>
              <a:rPr lang="zh-CN" altLang="en-US"/>
              <a:t>个</a:t>
            </a:r>
            <a:r>
              <a:rPr lang="en-US" altLang="zh-CN"/>
              <a:t>ATM</a:t>
            </a:r>
            <a:r>
              <a:rPr lang="zh-CN" altLang="en-US"/>
              <a:t>信元作为它的</a:t>
            </a:r>
            <a:r>
              <a:rPr lang="en-US" altLang="zh-CN"/>
              <a:t>SPE.</a:t>
            </a:r>
          </a:p>
        </p:txBody>
      </p:sp>
      <p:grpSp>
        <p:nvGrpSpPr>
          <p:cNvPr id="39949" name="Group 12">
            <a:extLst>
              <a:ext uri="{FF2B5EF4-FFF2-40B4-BE49-F238E27FC236}">
                <a16:creationId xmlns:a16="http://schemas.microsoft.com/office/drawing/2014/main" id="{DCBC6AA1-FFC4-7F76-F961-5EF8EF2E5BF5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24063"/>
            <a:ext cx="1143000" cy="566737"/>
            <a:chOff x="1200" y="1248"/>
            <a:chExt cx="720" cy="357"/>
          </a:xfrm>
        </p:grpSpPr>
        <p:pic>
          <p:nvPicPr>
            <p:cNvPr id="39950" name="Picture 13">
              <a:extLst>
                <a:ext uri="{FF2B5EF4-FFF2-40B4-BE49-F238E27FC236}">
                  <a16:creationId xmlns:a16="http://schemas.microsoft.com/office/drawing/2014/main" id="{A2176B69-DD6D-375E-B39A-B0748798A2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51" name="Text Box 14">
              <a:extLst>
                <a:ext uri="{FF2B5EF4-FFF2-40B4-BE49-F238E27FC236}">
                  <a16:creationId xmlns:a16="http://schemas.microsoft.com/office/drawing/2014/main" id="{49A2BB09-5EC5-5DD2-6616-207873FC08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编号占位符 1">
            <a:extLst>
              <a:ext uri="{FF2B5EF4-FFF2-40B4-BE49-F238E27FC236}">
                <a16:creationId xmlns:a16="http://schemas.microsoft.com/office/drawing/2014/main" id="{CFA5547F-F61E-5D58-3200-1765F1DF5E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D5144FB3-11BE-451D-B9E7-75C1835711F8}" type="slidenum">
              <a:rPr lang="en-US" altLang="zh-CN" sz="2000">
                <a:solidFill>
                  <a:schemeClr val="bg2"/>
                </a:solidFill>
              </a:rPr>
              <a:pPr/>
              <a:t>38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0963" name="Line 2">
            <a:extLst>
              <a:ext uri="{FF2B5EF4-FFF2-40B4-BE49-F238E27FC236}">
                <a16:creationId xmlns:a16="http://schemas.microsoft.com/office/drawing/2014/main" id="{28B51062-996F-7BC0-0810-5542D7D02E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4" name="Line 3">
            <a:extLst>
              <a:ext uri="{FF2B5EF4-FFF2-40B4-BE49-F238E27FC236}">
                <a16:creationId xmlns:a16="http://schemas.microsoft.com/office/drawing/2014/main" id="{B008FD38-900F-2FB3-2C0D-A65D1F94CF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5" name="Text Box 4">
            <a:extLst>
              <a:ext uri="{FF2B5EF4-FFF2-40B4-BE49-F238E27FC236}">
                <a16:creationId xmlns:a16="http://schemas.microsoft.com/office/drawing/2014/main" id="{9C1E6FA8-FBAB-6820-87E7-FF5CB3D3E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778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17.16  </a:t>
            </a:r>
            <a:r>
              <a:rPr lang="zh-CN" altLang="en-US" sz="2400">
                <a:latin typeface="Times New Roman" panose="02020603050405020304" pitchFamily="18" charset="0"/>
              </a:rPr>
              <a:t>在分插复用器中丢弃并加上</a:t>
            </a:r>
            <a:r>
              <a:rPr lang="en-US" altLang="zh-CN" sz="2400">
                <a:latin typeface="Times New Roman" panose="02020603050405020304" pitchFamily="18" charset="0"/>
              </a:rPr>
              <a:t>STS-1</a:t>
            </a:r>
            <a:r>
              <a:rPr lang="zh-CN" altLang="en-US" sz="2400">
                <a:latin typeface="Times New Roman" panose="02020603050405020304" pitchFamily="18" charset="0"/>
              </a:rPr>
              <a:t>帧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0966" name="Line 5">
            <a:extLst>
              <a:ext uri="{FF2B5EF4-FFF2-40B4-BE49-F238E27FC236}">
                <a16:creationId xmlns:a16="http://schemas.microsoft.com/office/drawing/2014/main" id="{0F482442-EDA4-FFD7-3976-89CE9EF6C8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0967" name="Picture 7">
            <a:extLst>
              <a:ext uri="{FF2B5EF4-FFF2-40B4-BE49-F238E27FC236}">
                <a16:creationId xmlns:a16="http://schemas.microsoft.com/office/drawing/2014/main" id="{802E74D2-DF0C-2E71-7B66-6A176503A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192338"/>
            <a:ext cx="8712200" cy="321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编号占位符 1">
            <a:extLst>
              <a:ext uri="{FF2B5EF4-FFF2-40B4-BE49-F238E27FC236}">
                <a16:creationId xmlns:a16="http://schemas.microsoft.com/office/drawing/2014/main" id="{88ABE9DE-DD94-EECF-E0AB-2581C555E6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23DA34B8-2E33-46DC-B4A3-D1CEC6DD2E47}" type="slidenum">
              <a:rPr lang="en-US" altLang="zh-CN" sz="2000">
                <a:solidFill>
                  <a:schemeClr val="bg2"/>
                </a:solidFill>
              </a:rPr>
              <a:pPr/>
              <a:t>39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60162" name="Rectangle 2">
            <a:extLst>
              <a:ext uri="{FF2B5EF4-FFF2-40B4-BE49-F238E27FC236}">
                <a16:creationId xmlns:a16="http://schemas.microsoft.com/office/drawing/2014/main" id="{0EAB2927-5C5F-CF34-BD8F-C50C7283F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/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charset="0"/>
              <a:ea typeface="宋体" charset="0"/>
            </a:endParaRPr>
          </a:p>
        </p:txBody>
      </p:sp>
      <p:sp>
        <p:nvSpPr>
          <p:cNvPr id="860163" name="Text Box 3">
            <a:extLst>
              <a:ext uri="{FF2B5EF4-FFF2-40B4-BE49-F238E27FC236}">
                <a16:creationId xmlns:a16="http://schemas.microsoft.com/office/drawing/2014/main" id="{97CF7544-B2F0-F773-1501-3028701EB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3455988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17-5   SONET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网络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  <a:latin typeface="Times" charset="0"/>
            </a:endParaRPr>
          </a:p>
        </p:txBody>
      </p:sp>
      <p:sp>
        <p:nvSpPr>
          <p:cNvPr id="41989" name="Text Box 4">
            <a:extLst>
              <a:ext uri="{FF2B5EF4-FFF2-40B4-BE49-F238E27FC236}">
                <a16:creationId xmlns:a16="http://schemas.microsoft.com/office/drawing/2014/main" id="{3D73DDE6-3860-A501-E195-920FF96B2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860165" name="Rectangle 5">
            <a:extLst>
              <a:ext uri="{FF2B5EF4-FFF2-40B4-BE49-F238E27FC236}">
                <a16:creationId xmlns:a16="http://schemas.microsoft.com/office/drawing/2014/main" id="{7F31D33C-73FF-0BA0-7DDB-213B9D148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636713"/>
            <a:ext cx="8229600" cy="181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使用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SONET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设备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可以建立一个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SONET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网络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它可以用做承载来自诸如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ATM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或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IP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负载的高速骨干网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 </a:t>
            </a:r>
          </a:p>
          <a:p>
            <a:pPr algn="just" eaLnBrk="1" hangingPunct="1">
              <a:defRPr/>
            </a:pPr>
            <a:endParaRPr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 algn="just" eaLnBrk="1" hangingPunct="1">
              <a:defRPr/>
            </a:pP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SONET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网络大致分为三类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 </a:t>
            </a: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线状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 </a:t>
            </a: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环状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和</a:t>
            </a: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网状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网络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</a:t>
            </a:r>
          </a:p>
        </p:txBody>
      </p:sp>
      <p:sp>
        <p:nvSpPr>
          <p:cNvPr id="41991" name="Rectangle 6">
            <a:extLst>
              <a:ext uri="{FF2B5EF4-FFF2-40B4-BE49-F238E27FC236}">
                <a16:creationId xmlns:a16="http://schemas.microsoft.com/office/drawing/2014/main" id="{F86F198F-58A1-CA55-D398-6C93732D1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线状网络 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Linear Networks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环状网络 </a:t>
            </a: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Ring Networks</a:t>
            </a:r>
            <a:b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网状网络 </a:t>
            </a:r>
            <a:r>
              <a:rPr lang="fr-FR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Mesh Networks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0167" name="Text Box 7">
            <a:extLst>
              <a:ext uri="{FF2B5EF4-FFF2-40B4-BE49-F238E27FC236}">
                <a16:creationId xmlns:a16="http://schemas.microsoft.com/office/drawing/2014/main" id="{9D94389F-D584-0558-0AAE-EF9EE1C52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2037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编号占位符 1">
            <a:extLst>
              <a:ext uri="{FF2B5EF4-FFF2-40B4-BE49-F238E27FC236}">
                <a16:creationId xmlns:a16="http://schemas.microsoft.com/office/drawing/2014/main" id="{95F0CB70-0964-6337-BF29-E0E81D4799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751CFE45-B846-4832-B5F4-12C4CEC2AE5F}" type="slidenum">
              <a:rPr lang="en-US" altLang="zh-CN" sz="2000">
                <a:solidFill>
                  <a:schemeClr val="bg2"/>
                </a:solidFill>
              </a:rPr>
              <a:pPr/>
              <a:t>40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3011" name="Line 2">
            <a:extLst>
              <a:ext uri="{FF2B5EF4-FFF2-40B4-BE49-F238E27FC236}">
                <a16:creationId xmlns:a16="http://schemas.microsoft.com/office/drawing/2014/main" id="{3D4EA9E6-07A2-F5EE-5B85-C9EFFA44FC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2" name="Line 3">
            <a:extLst>
              <a:ext uri="{FF2B5EF4-FFF2-40B4-BE49-F238E27FC236}">
                <a16:creationId xmlns:a16="http://schemas.microsoft.com/office/drawing/2014/main" id="{E883006F-B8AB-F598-9450-309AC46DE9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3" name="Text Box 4">
            <a:extLst>
              <a:ext uri="{FF2B5EF4-FFF2-40B4-BE49-F238E27FC236}">
                <a16:creationId xmlns:a16="http://schemas.microsoft.com/office/drawing/2014/main" id="{651691A4-0448-DD57-9343-93924E6A5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248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17.17  </a:t>
            </a:r>
            <a:r>
              <a:rPr lang="en-US" altLang="zh-CN" sz="2400">
                <a:latin typeface="Times New Roman" panose="02020603050405020304" pitchFamily="18" charset="0"/>
              </a:rPr>
              <a:t>SONET</a:t>
            </a:r>
            <a:r>
              <a:rPr lang="zh-CN" altLang="en-US" sz="2400">
                <a:latin typeface="Times New Roman" panose="02020603050405020304" pitchFamily="18" charset="0"/>
              </a:rPr>
              <a:t>网络分类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3014" name="Line 5">
            <a:extLst>
              <a:ext uri="{FF2B5EF4-FFF2-40B4-BE49-F238E27FC236}">
                <a16:creationId xmlns:a16="http://schemas.microsoft.com/office/drawing/2014/main" id="{E96260BA-DF03-F99F-E996-E47E41969F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3015" name="Picture 6">
            <a:extLst>
              <a:ext uri="{FF2B5EF4-FFF2-40B4-BE49-F238E27FC236}">
                <a16:creationId xmlns:a16="http://schemas.microsoft.com/office/drawing/2014/main" id="{E106B382-885D-7C87-319C-59722608D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1905000"/>
            <a:ext cx="8620125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编号占位符 1">
            <a:extLst>
              <a:ext uri="{FF2B5EF4-FFF2-40B4-BE49-F238E27FC236}">
                <a16:creationId xmlns:a16="http://schemas.microsoft.com/office/drawing/2014/main" id="{49526865-3ABD-FF86-28BB-116B129D08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7029532C-CA10-4946-9AE0-195C1F464EF9}" type="slidenum">
              <a:rPr lang="en-US" altLang="zh-CN" sz="2000">
                <a:solidFill>
                  <a:schemeClr val="bg2"/>
                </a:solidFill>
              </a:rPr>
              <a:pPr/>
              <a:t>41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4035" name="Line 2">
            <a:extLst>
              <a:ext uri="{FF2B5EF4-FFF2-40B4-BE49-F238E27FC236}">
                <a16:creationId xmlns:a16="http://schemas.microsoft.com/office/drawing/2014/main" id="{7F8A10C5-AA11-14A2-B39B-6896DC7223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6" name="Line 3">
            <a:extLst>
              <a:ext uri="{FF2B5EF4-FFF2-40B4-BE49-F238E27FC236}">
                <a16:creationId xmlns:a16="http://schemas.microsoft.com/office/drawing/2014/main" id="{F187264E-B74A-1143-068A-108C5265FB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7" name="Text Box 4">
            <a:extLst>
              <a:ext uri="{FF2B5EF4-FFF2-40B4-BE49-F238E27FC236}">
                <a16:creationId xmlns:a16="http://schemas.microsoft.com/office/drawing/2014/main" id="{2CFEDB75-1FCE-E7BB-8C4B-4A07E48BB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4864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17.18  </a:t>
            </a:r>
            <a:r>
              <a:rPr lang="zh-CN" altLang="en-US" sz="2400">
                <a:latin typeface="Times New Roman" panose="02020603050405020304" pitchFamily="18" charset="0"/>
              </a:rPr>
              <a:t>点到点的</a:t>
            </a:r>
            <a:r>
              <a:rPr lang="en-US" altLang="zh-CN" sz="2400">
                <a:latin typeface="Times New Roman" panose="02020603050405020304" pitchFamily="18" charset="0"/>
              </a:rPr>
              <a:t>SONET</a:t>
            </a:r>
            <a:r>
              <a:rPr lang="zh-CN" altLang="en-US" sz="2400">
                <a:latin typeface="Times New Roman" panose="02020603050405020304" pitchFamily="18" charset="0"/>
              </a:rPr>
              <a:t>网络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4038" name="Line 5">
            <a:extLst>
              <a:ext uri="{FF2B5EF4-FFF2-40B4-BE49-F238E27FC236}">
                <a16:creationId xmlns:a16="http://schemas.microsoft.com/office/drawing/2014/main" id="{61523A5D-ED65-B8DF-A22E-C0AE699448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4039" name="Picture 6">
            <a:extLst>
              <a:ext uri="{FF2B5EF4-FFF2-40B4-BE49-F238E27FC236}">
                <a16:creationId xmlns:a16="http://schemas.microsoft.com/office/drawing/2014/main" id="{98AECB22-5A2E-473E-1713-7764E57FF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2903538"/>
            <a:ext cx="8437562" cy="121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编号占位符 1">
            <a:extLst>
              <a:ext uri="{FF2B5EF4-FFF2-40B4-BE49-F238E27FC236}">
                <a16:creationId xmlns:a16="http://schemas.microsoft.com/office/drawing/2014/main" id="{1A74E9CC-D8E5-A615-0070-26F2ACA8E5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940EAEEE-4342-420D-BC5D-C510BAE30FC1}" type="slidenum">
              <a:rPr lang="en-US" altLang="zh-CN" sz="2000">
                <a:solidFill>
                  <a:schemeClr val="bg2"/>
                </a:solidFill>
              </a:rPr>
              <a:pPr/>
              <a:t>42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5059" name="Line 2">
            <a:extLst>
              <a:ext uri="{FF2B5EF4-FFF2-40B4-BE49-F238E27FC236}">
                <a16:creationId xmlns:a16="http://schemas.microsoft.com/office/drawing/2014/main" id="{7C83A9BD-54DB-24AB-22D8-A25F411ED4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0" name="Line 3">
            <a:extLst>
              <a:ext uri="{FF2B5EF4-FFF2-40B4-BE49-F238E27FC236}">
                <a16:creationId xmlns:a16="http://schemas.microsoft.com/office/drawing/2014/main" id="{1CF2D5DE-D328-9988-D19B-94F3FAC1F0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1" name="Text Box 4">
            <a:extLst>
              <a:ext uri="{FF2B5EF4-FFF2-40B4-BE49-F238E27FC236}">
                <a16:creationId xmlns:a16="http://schemas.microsoft.com/office/drawing/2014/main" id="{3635D4A0-C90D-B5DE-6D05-AC8C2CE23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4248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17.19  </a:t>
            </a:r>
            <a:r>
              <a:rPr lang="zh-CN" altLang="en-US" sz="2400">
                <a:latin typeface="Times New Roman" panose="02020603050405020304" pitchFamily="18" charset="0"/>
              </a:rPr>
              <a:t>多点</a:t>
            </a:r>
            <a:r>
              <a:rPr lang="en-US" altLang="zh-CN" sz="2400">
                <a:latin typeface="Times New Roman" panose="02020603050405020304" pitchFamily="18" charset="0"/>
              </a:rPr>
              <a:t>SONET</a:t>
            </a:r>
            <a:r>
              <a:rPr lang="zh-CN" altLang="en-US" sz="2400">
                <a:latin typeface="Times New Roman" panose="02020603050405020304" pitchFamily="18" charset="0"/>
              </a:rPr>
              <a:t>网络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5062" name="Line 5">
            <a:extLst>
              <a:ext uri="{FF2B5EF4-FFF2-40B4-BE49-F238E27FC236}">
                <a16:creationId xmlns:a16="http://schemas.microsoft.com/office/drawing/2014/main" id="{F69B23B5-C797-FBFD-4A8A-A182B73BE5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5063" name="Picture 6">
            <a:extLst>
              <a:ext uri="{FF2B5EF4-FFF2-40B4-BE49-F238E27FC236}">
                <a16:creationId xmlns:a16="http://schemas.microsoft.com/office/drawing/2014/main" id="{04C25660-B920-D9AC-2580-AB54DB664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2219325"/>
            <a:ext cx="8520112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编号占位符 1">
            <a:extLst>
              <a:ext uri="{FF2B5EF4-FFF2-40B4-BE49-F238E27FC236}">
                <a16:creationId xmlns:a16="http://schemas.microsoft.com/office/drawing/2014/main" id="{85328718-8402-5FFF-6B96-DB22F7F969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686ABE46-E597-4ABE-BBEC-58861863471D}" type="slidenum">
              <a:rPr lang="en-US" altLang="zh-CN" sz="2000">
                <a:solidFill>
                  <a:schemeClr val="bg2"/>
                </a:solidFill>
              </a:rPr>
              <a:pPr/>
              <a:t>43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6083" name="Line 2">
            <a:extLst>
              <a:ext uri="{FF2B5EF4-FFF2-40B4-BE49-F238E27FC236}">
                <a16:creationId xmlns:a16="http://schemas.microsoft.com/office/drawing/2014/main" id="{38D66C2E-B009-2278-568C-480C607697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4" name="Line 3">
            <a:extLst>
              <a:ext uri="{FF2B5EF4-FFF2-40B4-BE49-F238E27FC236}">
                <a16:creationId xmlns:a16="http://schemas.microsoft.com/office/drawing/2014/main" id="{A7949F9A-90EB-74DD-49C7-04791791E1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5" name="Text Box 4">
            <a:extLst>
              <a:ext uri="{FF2B5EF4-FFF2-40B4-BE49-F238E27FC236}">
                <a16:creationId xmlns:a16="http://schemas.microsoft.com/office/drawing/2014/main" id="{E4074639-CE47-E9FE-0983-D68566C30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667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17.20  </a:t>
            </a:r>
            <a:r>
              <a:rPr lang="zh-CN" altLang="en-US" sz="2400">
                <a:latin typeface="Times New Roman" panose="02020603050405020304" pitchFamily="18" charset="0"/>
              </a:rPr>
              <a:t>线状网络中的自动保护交换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46086" name="Line 5">
            <a:extLst>
              <a:ext uri="{FF2B5EF4-FFF2-40B4-BE49-F238E27FC236}">
                <a16:creationId xmlns:a16="http://schemas.microsoft.com/office/drawing/2014/main" id="{1E443CB9-B766-A3BF-BF95-E07D48734B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6087" name="Picture 6">
            <a:extLst>
              <a:ext uri="{FF2B5EF4-FFF2-40B4-BE49-F238E27FC236}">
                <a16:creationId xmlns:a16="http://schemas.microsoft.com/office/drawing/2014/main" id="{B7F5BA56-936E-08E7-2CC7-960921472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70063"/>
            <a:ext cx="8766175" cy="386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编号占位符 1">
            <a:extLst>
              <a:ext uri="{FF2B5EF4-FFF2-40B4-BE49-F238E27FC236}">
                <a16:creationId xmlns:a16="http://schemas.microsoft.com/office/drawing/2014/main" id="{3B2CC821-D747-912E-C0BC-AE2FFD6923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EB1BE249-D7E3-4B4D-A707-E875962EC82B}" type="slidenum">
              <a:rPr lang="en-US" altLang="zh-CN" sz="2000">
                <a:solidFill>
                  <a:schemeClr val="bg2"/>
                </a:solidFill>
              </a:rPr>
              <a:pPr/>
              <a:t>44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7107" name="Line 2">
            <a:extLst>
              <a:ext uri="{FF2B5EF4-FFF2-40B4-BE49-F238E27FC236}">
                <a16:creationId xmlns:a16="http://schemas.microsoft.com/office/drawing/2014/main" id="{D61B26B8-1A56-7958-818E-DFD8E17E97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8" name="Line 3">
            <a:extLst>
              <a:ext uri="{FF2B5EF4-FFF2-40B4-BE49-F238E27FC236}">
                <a16:creationId xmlns:a16="http://schemas.microsoft.com/office/drawing/2014/main" id="{8AEC977B-03C9-7BA8-52E2-C76656B94C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9" name="Text Box 4">
            <a:extLst>
              <a:ext uri="{FF2B5EF4-FFF2-40B4-BE49-F238E27FC236}">
                <a16:creationId xmlns:a16="http://schemas.microsoft.com/office/drawing/2014/main" id="{1C308507-3143-AFE0-007A-6D217A0CD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129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17.21  </a:t>
            </a:r>
            <a:r>
              <a:rPr lang="zh-CN" altLang="en-US" sz="2400">
                <a:latin typeface="Times New Roman" panose="02020603050405020304" pitchFamily="18" charset="0"/>
              </a:rPr>
              <a:t>单向路径交换环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7110" name="Line 5">
            <a:extLst>
              <a:ext uri="{FF2B5EF4-FFF2-40B4-BE49-F238E27FC236}">
                <a16:creationId xmlns:a16="http://schemas.microsoft.com/office/drawing/2014/main" id="{5FF42754-4BF2-93E8-73ED-C1DA65D858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7111" name="Picture 6">
            <a:extLst>
              <a:ext uri="{FF2B5EF4-FFF2-40B4-BE49-F238E27FC236}">
                <a16:creationId xmlns:a16="http://schemas.microsoft.com/office/drawing/2014/main" id="{54B893F5-A84F-413D-260F-1E1EBC76C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775" y="1277938"/>
            <a:ext cx="7642225" cy="489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编号占位符 1">
            <a:extLst>
              <a:ext uri="{FF2B5EF4-FFF2-40B4-BE49-F238E27FC236}">
                <a16:creationId xmlns:a16="http://schemas.microsoft.com/office/drawing/2014/main" id="{ABAA961F-5EA3-273A-1E7B-EA8A23A9F3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7499E301-8764-4D05-A978-8D53F1787518}" type="slidenum">
              <a:rPr lang="en-US" altLang="zh-CN" sz="2000">
                <a:solidFill>
                  <a:schemeClr val="bg2"/>
                </a:solidFill>
              </a:rPr>
              <a:pPr/>
              <a:t>45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8131" name="Line 2">
            <a:extLst>
              <a:ext uri="{FF2B5EF4-FFF2-40B4-BE49-F238E27FC236}">
                <a16:creationId xmlns:a16="http://schemas.microsoft.com/office/drawing/2014/main" id="{93970D30-F052-440E-2DF0-51952C08C2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2" name="Line 3">
            <a:extLst>
              <a:ext uri="{FF2B5EF4-FFF2-40B4-BE49-F238E27FC236}">
                <a16:creationId xmlns:a16="http://schemas.microsoft.com/office/drawing/2014/main" id="{CCAF0BC4-D505-27E0-482A-24F1453860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3" name="Text Box 4">
            <a:extLst>
              <a:ext uri="{FF2B5EF4-FFF2-40B4-BE49-F238E27FC236}">
                <a16:creationId xmlns:a16="http://schemas.microsoft.com/office/drawing/2014/main" id="{B932CB9D-075E-863E-5269-AA648A18B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129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17.22  </a:t>
            </a:r>
            <a:r>
              <a:rPr lang="zh-CN" altLang="en-US" sz="2400">
                <a:latin typeface="Times New Roman" panose="02020603050405020304" pitchFamily="18" charset="0"/>
              </a:rPr>
              <a:t>双向线路交换环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8134" name="Line 5">
            <a:extLst>
              <a:ext uri="{FF2B5EF4-FFF2-40B4-BE49-F238E27FC236}">
                <a16:creationId xmlns:a16="http://schemas.microsoft.com/office/drawing/2014/main" id="{8650C917-A6BC-E681-63E9-4137CEDBCF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8135" name="Picture 6">
            <a:extLst>
              <a:ext uri="{FF2B5EF4-FFF2-40B4-BE49-F238E27FC236}">
                <a16:creationId xmlns:a16="http://schemas.microsoft.com/office/drawing/2014/main" id="{692DA05E-6B01-CCBF-A33E-CA9D22967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350963"/>
            <a:ext cx="7313612" cy="489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编号占位符 1">
            <a:extLst>
              <a:ext uri="{FF2B5EF4-FFF2-40B4-BE49-F238E27FC236}">
                <a16:creationId xmlns:a16="http://schemas.microsoft.com/office/drawing/2014/main" id="{E1EC7CEA-8D7B-150F-4347-416C2C33E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B1BDD2BC-0637-4803-ACA3-212011018B58}" type="slidenum">
              <a:rPr lang="en-US" altLang="zh-CN" sz="2000">
                <a:solidFill>
                  <a:schemeClr val="bg2"/>
                </a:solidFill>
              </a:rPr>
              <a:pPr/>
              <a:t>46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49155" name="Line 2">
            <a:extLst>
              <a:ext uri="{FF2B5EF4-FFF2-40B4-BE49-F238E27FC236}">
                <a16:creationId xmlns:a16="http://schemas.microsoft.com/office/drawing/2014/main" id="{2E6CEC8A-0CCA-E26A-0097-F2E99D141C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6" name="Line 3">
            <a:extLst>
              <a:ext uri="{FF2B5EF4-FFF2-40B4-BE49-F238E27FC236}">
                <a16:creationId xmlns:a16="http://schemas.microsoft.com/office/drawing/2014/main" id="{13F31C62-33F4-7542-5C47-44AA8811C0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7" name="Text Box 4">
            <a:extLst>
              <a:ext uri="{FF2B5EF4-FFF2-40B4-BE49-F238E27FC236}">
                <a16:creationId xmlns:a16="http://schemas.microsoft.com/office/drawing/2014/main" id="{2F6726FC-606A-1E75-3A79-C648C4A2D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172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17.23  </a:t>
            </a:r>
            <a:r>
              <a:rPr lang="en-US" altLang="zh-CN" sz="2400">
                <a:latin typeface="Times New Roman" panose="02020603050405020304" pitchFamily="18" charset="0"/>
              </a:rPr>
              <a:t>SONET</a:t>
            </a:r>
            <a:r>
              <a:rPr lang="zh-CN" altLang="en-US" sz="2400">
                <a:latin typeface="Times New Roman" panose="02020603050405020304" pitchFamily="18" charset="0"/>
              </a:rPr>
              <a:t>网络中环的组合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49158" name="Line 5">
            <a:extLst>
              <a:ext uri="{FF2B5EF4-FFF2-40B4-BE49-F238E27FC236}">
                <a16:creationId xmlns:a16="http://schemas.microsoft.com/office/drawing/2014/main" id="{15A7494E-3292-6960-DE9D-773639AA0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9159" name="Picture 6">
            <a:extLst>
              <a:ext uri="{FF2B5EF4-FFF2-40B4-BE49-F238E27FC236}">
                <a16:creationId xmlns:a16="http://schemas.microsoft.com/office/drawing/2014/main" id="{743FB3FF-C1A2-3547-DBDF-7932F4217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538" y="1784350"/>
            <a:ext cx="5630862" cy="415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编号占位符 1">
            <a:extLst>
              <a:ext uri="{FF2B5EF4-FFF2-40B4-BE49-F238E27FC236}">
                <a16:creationId xmlns:a16="http://schemas.microsoft.com/office/drawing/2014/main" id="{FF532790-EE61-994E-AD78-9AB42BB50E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6A3D4221-1A31-4860-9A4E-B29C6A8D6E49}" type="slidenum">
              <a:rPr lang="en-US" altLang="zh-CN" sz="2000">
                <a:solidFill>
                  <a:schemeClr val="bg2"/>
                </a:solidFill>
              </a:rPr>
              <a:pPr/>
              <a:t>47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0179" name="Line 2">
            <a:extLst>
              <a:ext uri="{FF2B5EF4-FFF2-40B4-BE49-F238E27FC236}">
                <a16:creationId xmlns:a16="http://schemas.microsoft.com/office/drawing/2014/main" id="{EAE43EEA-78E3-A45E-A10E-0615648325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0" name="Line 3">
            <a:extLst>
              <a:ext uri="{FF2B5EF4-FFF2-40B4-BE49-F238E27FC236}">
                <a16:creationId xmlns:a16="http://schemas.microsoft.com/office/drawing/2014/main" id="{E4308787-534E-F1D1-085A-3192335BC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1" name="Text Box 4">
            <a:extLst>
              <a:ext uri="{FF2B5EF4-FFF2-40B4-BE49-F238E27FC236}">
                <a16:creationId xmlns:a16="http://schemas.microsoft.com/office/drawing/2014/main" id="{8A99DE7C-13E5-8B2B-6BF6-6CC8AA35A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864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17.24  </a:t>
            </a:r>
            <a:r>
              <a:rPr lang="zh-CN" altLang="en-US" sz="2400">
                <a:latin typeface="Times New Roman" panose="02020603050405020304" pitchFamily="18" charset="0"/>
              </a:rPr>
              <a:t>一个网状</a:t>
            </a:r>
            <a:r>
              <a:rPr lang="en-US" altLang="zh-CN" sz="2400">
                <a:latin typeface="Times New Roman" panose="02020603050405020304" pitchFamily="18" charset="0"/>
              </a:rPr>
              <a:t>SONET</a:t>
            </a:r>
            <a:r>
              <a:rPr lang="zh-CN" altLang="en-US" sz="2400">
                <a:latin typeface="Times New Roman" panose="02020603050405020304" pitchFamily="18" charset="0"/>
              </a:rPr>
              <a:t>网络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50182" name="Line 5">
            <a:extLst>
              <a:ext uri="{FF2B5EF4-FFF2-40B4-BE49-F238E27FC236}">
                <a16:creationId xmlns:a16="http://schemas.microsoft.com/office/drawing/2014/main" id="{795E663C-2AB8-7B83-73E8-95BB2EC69C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0183" name="Picture 6">
            <a:extLst>
              <a:ext uri="{FF2B5EF4-FFF2-40B4-BE49-F238E27FC236}">
                <a16:creationId xmlns:a16="http://schemas.microsoft.com/office/drawing/2014/main" id="{5CB51E84-DB64-CF4E-FF6B-BAF7553F3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8" y="2270125"/>
            <a:ext cx="8501062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编号占位符 1">
            <a:extLst>
              <a:ext uri="{FF2B5EF4-FFF2-40B4-BE49-F238E27FC236}">
                <a16:creationId xmlns:a16="http://schemas.microsoft.com/office/drawing/2014/main" id="{1C0814D8-06FF-4CA8-1C23-8C260BCC4E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01AEF51D-D2DC-4980-84A4-698365577466}" type="slidenum">
              <a:rPr lang="en-US" altLang="zh-CN" sz="2000">
                <a:solidFill>
                  <a:schemeClr val="bg2"/>
                </a:solidFill>
              </a:rPr>
              <a:pPr/>
              <a:t>48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861186" name="Rectangle 2">
            <a:extLst>
              <a:ext uri="{FF2B5EF4-FFF2-40B4-BE49-F238E27FC236}">
                <a16:creationId xmlns:a16="http://schemas.microsoft.com/office/drawing/2014/main" id="{4D3D94A1-7999-4856-347B-2B46CE872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/>
          </a:extLst>
        </p:spPr>
        <p:txBody>
          <a:bodyPr wrap="none"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charset="0"/>
              <a:ea typeface="宋体" charset="0"/>
            </a:endParaRPr>
          </a:p>
        </p:txBody>
      </p:sp>
      <p:sp>
        <p:nvSpPr>
          <p:cNvPr id="861187" name="Text Box 3">
            <a:extLst>
              <a:ext uri="{FF2B5EF4-FFF2-40B4-BE49-F238E27FC236}">
                <a16:creationId xmlns:a16="http://schemas.microsoft.com/office/drawing/2014/main" id="{6E2DF27A-A02A-4804-0EFB-251B9AC14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288607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17-6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charset="0"/>
              </a:rPr>
              <a:t>虚拟支路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  <a:latin typeface="Times" charset="0"/>
            </a:endParaRPr>
          </a:p>
        </p:txBody>
      </p:sp>
      <p:sp>
        <p:nvSpPr>
          <p:cNvPr id="51205" name="Text Box 4">
            <a:extLst>
              <a:ext uri="{FF2B5EF4-FFF2-40B4-BE49-F238E27FC236}">
                <a16:creationId xmlns:a16="http://schemas.microsoft.com/office/drawing/2014/main" id="{0EDFE913-3450-511A-C9BB-E98E47649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861189" name="Rectangle 5">
            <a:extLst>
              <a:ext uri="{FF2B5EF4-FFF2-40B4-BE49-F238E27FC236}">
                <a16:creationId xmlns:a16="http://schemas.microsoft.com/office/drawing/2014/main" id="{18B38EED-9F45-8967-0749-70FFB506A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49413"/>
            <a:ext cx="8229600" cy="267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SONET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设计用来承载宽带载荷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现在的数字体系的数据速率比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STS-1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低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 </a:t>
            </a:r>
            <a:b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</a:b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为了使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SONET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向后兼容现在的体系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它的帧设计包括了虚拟支路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(virtual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tributaries, VTs)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系统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虚拟支路是能插入到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STS-1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的部分载荷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并与其他部分载荷组合装入一个帧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 </a:t>
            </a:r>
          </a:p>
        </p:txBody>
      </p:sp>
      <p:sp>
        <p:nvSpPr>
          <p:cNvPr id="51207" name="Rectangle 6">
            <a:extLst>
              <a:ext uri="{FF2B5EF4-FFF2-40B4-BE49-F238E27FC236}">
                <a16:creationId xmlns:a16="http://schemas.microsoft.com/office/drawing/2014/main" id="{CD8C5C53-F0EB-EC0B-1C69-983450BBA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384800"/>
            <a:ext cx="670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VT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  <a:t>类型 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</a:rPr>
              <a:t>Types of VTs</a:t>
            </a:r>
          </a:p>
        </p:txBody>
      </p:sp>
      <p:sp>
        <p:nvSpPr>
          <p:cNvPr id="861191" name="Text Box 7">
            <a:extLst>
              <a:ext uri="{FF2B5EF4-FFF2-40B4-BE49-F238E27FC236}">
                <a16:creationId xmlns:a16="http://schemas.microsoft.com/office/drawing/2014/main" id="{AAE24F6E-4CB1-ECDD-EF74-A7AD6D0D0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90855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编号占位符 1">
            <a:extLst>
              <a:ext uri="{FF2B5EF4-FFF2-40B4-BE49-F238E27FC236}">
                <a16:creationId xmlns:a16="http://schemas.microsoft.com/office/drawing/2014/main" id="{C5AC7AA9-7335-7C55-A3ED-79E8EE255E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7EBEF2E4-ABDB-498F-877F-5C3CD94A0D15}" type="slidenum">
              <a:rPr lang="en-US" altLang="zh-CN" sz="2000">
                <a:solidFill>
                  <a:schemeClr val="bg2"/>
                </a:solidFill>
              </a:rPr>
              <a:pPr/>
              <a:t>49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2227" name="Line 2">
            <a:extLst>
              <a:ext uri="{FF2B5EF4-FFF2-40B4-BE49-F238E27FC236}">
                <a16:creationId xmlns:a16="http://schemas.microsoft.com/office/drawing/2014/main" id="{A4621684-E722-A83B-4DDD-D5468C022E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8" name="Line 3">
            <a:extLst>
              <a:ext uri="{FF2B5EF4-FFF2-40B4-BE49-F238E27FC236}">
                <a16:creationId xmlns:a16="http://schemas.microsoft.com/office/drawing/2014/main" id="{C1260A08-B599-A0EC-58CC-277A9308C2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9" name="Text Box 4">
            <a:extLst>
              <a:ext uri="{FF2B5EF4-FFF2-40B4-BE49-F238E27FC236}">
                <a16:creationId xmlns:a16="http://schemas.microsoft.com/office/drawing/2014/main" id="{689D185A-03B0-58B1-81EA-E58CC6B97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205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17.25  </a:t>
            </a:r>
            <a:r>
              <a:rPr lang="zh-CN" altLang="en-US" sz="2400">
                <a:latin typeface="Times New Roman" panose="02020603050405020304" pitchFamily="18" charset="0"/>
              </a:rPr>
              <a:t>虚拟支路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2230" name="Line 5">
            <a:extLst>
              <a:ext uri="{FF2B5EF4-FFF2-40B4-BE49-F238E27FC236}">
                <a16:creationId xmlns:a16="http://schemas.microsoft.com/office/drawing/2014/main" id="{3851B4B4-4383-1524-FFD2-760C3F5A6C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2231" name="Picture 6">
            <a:extLst>
              <a:ext uri="{FF2B5EF4-FFF2-40B4-BE49-F238E27FC236}">
                <a16:creationId xmlns:a16="http://schemas.microsoft.com/office/drawing/2014/main" id="{0D50228D-80BD-90D4-4DAC-67099E4D7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138" y="2317750"/>
            <a:ext cx="6316662" cy="255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编号占位符 1">
            <a:extLst>
              <a:ext uri="{FF2B5EF4-FFF2-40B4-BE49-F238E27FC236}">
                <a16:creationId xmlns:a16="http://schemas.microsoft.com/office/drawing/2014/main" id="{F509083D-F8BA-7D10-1BA2-08481BD855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chemeClr val="bg2"/>
                </a:solidFill>
              </a:rPr>
              <a:t>17.</a:t>
            </a:r>
            <a:fld id="{84E2E826-787F-4516-A198-D0CAA93C1B42}" type="slidenum">
              <a:rPr lang="en-US" altLang="zh-CN" sz="2000">
                <a:solidFill>
                  <a:schemeClr val="bg2"/>
                </a:solidFill>
              </a:rPr>
              <a:pPr/>
              <a:t>50</a:t>
            </a:fld>
            <a:endParaRPr lang="en-US" altLang="zh-CN" sz="2000">
              <a:solidFill>
                <a:schemeClr val="bg2"/>
              </a:solidFill>
            </a:endParaRPr>
          </a:p>
        </p:txBody>
      </p:sp>
      <p:sp>
        <p:nvSpPr>
          <p:cNvPr id="53251" name="Line 2">
            <a:extLst>
              <a:ext uri="{FF2B5EF4-FFF2-40B4-BE49-F238E27FC236}">
                <a16:creationId xmlns:a16="http://schemas.microsoft.com/office/drawing/2014/main" id="{C2F22EB8-59C3-7EAE-7803-58AF77E1978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2" name="Line 3">
            <a:extLst>
              <a:ext uri="{FF2B5EF4-FFF2-40B4-BE49-F238E27FC236}">
                <a16:creationId xmlns:a16="http://schemas.microsoft.com/office/drawing/2014/main" id="{817E0DE1-38DD-2D21-768F-F27030A7B24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3" name="Text Box 4">
            <a:extLst>
              <a:ext uri="{FF2B5EF4-FFF2-40B4-BE49-F238E27FC236}">
                <a16:creationId xmlns:a16="http://schemas.microsoft.com/office/drawing/2014/main" id="{9485F972-4FCD-EF0C-4F23-93F25AEA5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8211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17.26  </a:t>
            </a:r>
            <a:r>
              <a:rPr lang="zh-CN" altLang="en-US" sz="2400">
                <a:latin typeface="Times New Roman" panose="02020603050405020304" pitchFamily="18" charset="0"/>
              </a:rPr>
              <a:t>虚拟支路类型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53254" name="Line 5">
            <a:extLst>
              <a:ext uri="{FF2B5EF4-FFF2-40B4-BE49-F238E27FC236}">
                <a16:creationId xmlns:a16="http://schemas.microsoft.com/office/drawing/2014/main" id="{4B422D61-8942-5641-6C99-65BBA2AD7A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3255" name="Picture 6">
            <a:extLst>
              <a:ext uri="{FF2B5EF4-FFF2-40B4-BE49-F238E27FC236}">
                <a16:creationId xmlns:a16="http://schemas.microsoft.com/office/drawing/2014/main" id="{0FCA4C0E-5A8C-3C1D-0D53-01AF3BE4D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81200"/>
            <a:ext cx="7194550" cy="385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3526</TotalTime>
  <Words>1134</Words>
  <Application>Microsoft Office PowerPoint</Application>
  <PresentationFormat>全屏显示(4:3)</PresentationFormat>
  <Paragraphs>211</Paragraphs>
  <Slides>50</Slides>
  <Notes>50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8" baseType="lpstr">
      <vt:lpstr>Arial</vt:lpstr>
      <vt:lpstr>宋体</vt:lpstr>
      <vt:lpstr>Tahoma</vt:lpstr>
      <vt:lpstr>Wingdings</vt:lpstr>
      <vt:lpstr>Times New Roman</vt:lpstr>
      <vt:lpstr>McGrawHill-Italic</vt:lpstr>
      <vt:lpstr>Times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浩嘉 申</cp:lastModifiedBy>
  <cp:revision>186</cp:revision>
  <dcterms:created xsi:type="dcterms:W3CDTF">2000-01-15T04:50:39Z</dcterms:created>
  <dcterms:modified xsi:type="dcterms:W3CDTF">2026-06-02T07:12:11Z</dcterms:modified>
</cp:coreProperties>
</file>