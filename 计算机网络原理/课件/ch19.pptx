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1"/>
  </p:notesMasterIdLst>
  <p:sldIdLst>
    <p:sldId id="892" r:id="rId2"/>
    <p:sldId id="535" r:id="rId3"/>
    <p:sldId id="854" r:id="rId4"/>
    <p:sldId id="855" r:id="rId5"/>
    <p:sldId id="856" r:id="rId6"/>
    <p:sldId id="835" r:id="rId7"/>
    <p:sldId id="857" r:id="rId8"/>
    <p:sldId id="873" r:id="rId9"/>
    <p:sldId id="874" r:id="rId10"/>
    <p:sldId id="875" r:id="rId11"/>
    <p:sldId id="858" r:id="rId12"/>
    <p:sldId id="836" r:id="rId13"/>
    <p:sldId id="876" r:id="rId14"/>
    <p:sldId id="868" r:id="rId15"/>
    <p:sldId id="861" r:id="rId16"/>
    <p:sldId id="869" r:id="rId17"/>
    <p:sldId id="862" r:id="rId18"/>
    <p:sldId id="877" r:id="rId19"/>
    <p:sldId id="837" r:id="rId20"/>
    <p:sldId id="859" r:id="rId21"/>
    <p:sldId id="860" r:id="rId22"/>
    <p:sldId id="878" r:id="rId23"/>
    <p:sldId id="863" r:id="rId24"/>
    <p:sldId id="879" r:id="rId25"/>
    <p:sldId id="864" r:id="rId26"/>
    <p:sldId id="880" r:id="rId27"/>
    <p:sldId id="881" r:id="rId28"/>
    <p:sldId id="885" r:id="rId29"/>
    <p:sldId id="886" r:id="rId30"/>
    <p:sldId id="888" r:id="rId31"/>
    <p:sldId id="838" r:id="rId32"/>
    <p:sldId id="865" r:id="rId33"/>
    <p:sldId id="839" r:id="rId34"/>
    <p:sldId id="840" r:id="rId35"/>
    <p:sldId id="866" r:id="rId36"/>
    <p:sldId id="841" r:id="rId37"/>
    <p:sldId id="842" r:id="rId38"/>
    <p:sldId id="882" r:id="rId39"/>
    <p:sldId id="889" r:id="rId40"/>
    <p:sldId id="890" r:id="rId41"/>
    <p:sldId id="891" r:id="rId42"/>
    <p:sldId id="843" r:id="rId43"/>
    <p:sldId id="870" r:id="rId44"/>
    <p:sldId id="844" r:id="rId45"/>
    <p:sldId id="845" r:id="rId46"/>
    <p:sldId id="846" r:id="rId47"/>
    <p:sldId id="871" r:id="rId48"/>
    <p:sldId id="847" r:id="rId49"/>
    <p:sldId id="834" r:id="rId50"/>
    <p:sldId id="867" r:id="rId51"/>
    <p:sldId id="848" r:id="rId52"/>
    <p:sldId id="849" r:id="rId53"/>
    <p:sldId id="883" r:id="rId54"/>
    <p:sldId id="872" r:id="rId55"/>
    <p:sldId id="884" r:id="rId56"/>
    <p:sldId id="850" r:id="rId57"/>
    <p:sldId id="851" r:id="rId58"/>
    <p:sldId id="852" r:id="rId59"/>
    <p:sldId id="853" r:id="rId6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 autoAdjust="0"/>
    <p:restoredTop sz="94680" autoAdjust="0"/>
  </p:normalViewPr>
  <p:slideViewPr>
    <p:cSldViewPr>
      <p:cViewPr>
        <p:scale>
          <a:sx n="66" d="100"/>
          <a:sy n="66" d="100"/>
        </p:scale>
        <p:origin x="-138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>
            <a:extLst>
              <a:ext uri="{FF2B5EF4-FFF2-40B4-BE49-F238E27FC236}">
                <a16:creationId xmlns:a16="http://schemas.microsoft.com/office/drawing/2014/main" id="{C9AD4D04-BBE5-8980-3C06-35346A957E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62563" name="Rectangle 3">
            <a:extLst>
              <a:ext uri="{FF2B5EF4-FFF2-40B4-BE49-F238E27FC236}">
                <a16:creationId xmlns:a16="http://schemas.microsoft.com/office/drawing/2014/main" id="{B503CB3B-077F-70CF-41C9-645625122F7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158C5152-8384-DDE7-A713-1603EA3A042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62565" name="Rectangle 5">
            <a:extLst>
              <a:ext uri="{FF2B5EF4-FFF2-40B4-BE49-F238E27FC236}">
                <a16:creationId xmlns:a16="http://schemas.microsoft.com/office/drawing/2014/main" id="{35161DA0-AEEA-5D82-2505-DB4CEB764D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62566" name="Rectangle 6">
            <a:extLst>
              <a:ext uri="{FF2B5EF4-FFF2-40B4-BE49-F238E27FC236}">
                <a16:creationId xmlns:a16="http://schemas.microsoft.com/office/drawing/2014/main" id="{DE3BA3B6-41D2-B908-4C43-1F833AA8B3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567" name="Rectangle 7">
            <a:extLst>
              <a:ext uri="{FF2B5EF4-FFF2-40B4-BE49-F238E27FC236}">
                <a16:creationId xmlns:a16="http://schemas.microsoft.com/office/drawing/2014/main" id="{DD8D5420-395A-D644-4E61-62D0EDD93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Times New Roman" panose="02020603050405020304" pitchFamily="18" charset="0"/>
              </a:defRPr>
            </a:lvl1pPr>
          </a:lstStyle>
          <a:p>
            <a:fld id="{35288418-D16F-4ABB-A035-4E146F257C3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5870C3C9-E137-5ABA-30F0-B8E4AD731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0C9379-8730-4662-975A-05CB261E7167}" type="slidenum">
              <a:rPr lang="zh-CN" altLang="en-US" sz="1200" b="0" baseline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9BF9CD8-C963-23A8-B938-40736A2588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D22B05D-EA95-20BB-3A94-BF49ADB84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A3ECB21A-1DCC-396D-D250-D9C5856D5D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18C326-320D-46BF-AA69-9424FC5DB9CA}" type="slidenum">
              <a:rPr lang="zh-CN" altLang="en-US" sz="1200" b="0" baseline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708C5E9C-2706-F187-9C5B-96C627DBA8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25FAA4A3-82C2-1839-E2CD-651886A05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F7D79BF-DD71-285C-11C5-35A06368E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DE1095-AE13-4F32-8615-3412B3353A7B}" type="slidenum">
              <a:rPr lang="zh-CN" altLang="en-US" sz="1200" b="0" baseline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21EE1BD-6367-50C1-E7A1-E860C408A6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BF639379-E166-8E76-4CD5-C292F803D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B1F1FA8C-16C4-B5BC-704C-9241FC90E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76CC42-8F49-452E-A2EA-838B19389773}" type="slidenum">
              <a:rPr lang="zh-CN" altLang="en-US" sz="1200" b="0" baseline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7CC3196-16A4-BDF7-FC57-8970FFD9D3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179323C-D69E-313E-B608-B924A5B0B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EE37C2A9-0EB9-2959-6699-03280422FE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025983-5C0C-46D3-887A-248F363B2024}" type="slidenum">
              <a:rPr lang="zh-CN" altLang="en-US" sz="1200" b="0" baseline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301BE456-268F-C386-E485-6507C835AF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2CE963C-1BD6-4E1E-FD06-994785885E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6D94ED1C-60A2-EC49-7AF0-5498F05DAA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A827E-901B-44BD-904E-4133E3A28AC8}" type="slidenum">
              <a:rPr lang="zh-CN" altLang="en-US" sz="1200" b="0" baseline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18206E6-0959-1B2B-C141-F0B41E1C39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37DFEB75-5353-612C-DFBA-C5E2A90C9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76A0CE83-FF3E-4F03-380A-D38ECD1DBE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FB8F48-9EB3-4C4A-A9EB-1502AB609B24}" type="slidenum">
              <a:rPr lang="zh-CN" altLang="en-US" sz="1200" b="0" baseline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C3C4243D-D654-DC67-32E4-8E2B3C9C0F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0A537088-13B4-E84B-45DF-3EFFB0F4C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3B1F6A3D-BB97-EE45-22C9-AAEF4DEF4D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90AB75-892F-411A-8EAE-2DAA92EF1515}" type="slidenum">
              <a:rPr lang="zh-CN" altLang="en-US" sz="1200" b="0" baseline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07CA1A8-6A81-17A0-F183-816743EAA9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8E1D08BA-F835-429E-9A7F-9871EB565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EFFF405-5CB6-6CF0-8174-76443349E3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8B18A8-84E5-4EDE-9CD3-8625EC365AAD}" type="slidenum">
              <a:rPr lang="zh-CN" altLang="en-US" sz="1200" b="0" baseline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B0AE81E-4186-544D-EE05-81BA0E36A1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BA49FC0-019F-D19B-6CBF-1FA4F5DB7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B61480A8-7B36-C922-A50F-CA9CA6866C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BA3F4D-1416-4A30-A927-BAC5582DB281}" type="slidenum">
              <a:rPr lang="zh-CN" altLang="en-US" sz="1200" b="0" baseline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DE2AFD0-6A17-0392-48B7-2C27723FEF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B4F7BD74-BB3D-88CD-26B9-2D3688D1E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CC4C90CF-FBD0-59B4-5E0A-F521B5E0FB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7E4586-703F-41FE-9D5C-FEDD3B10A46D}" type="slidenum">
              <a:rPr lang="zh-CN" altLang="en-US" sz="1200" b="0" baseline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1550286-59FC-A8D2-5C42-532FA127C9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45F0C6B6-4951-C151-0385-A41FF5D61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57967C3B-2D0E-3D4C-0FB8-E52C811A9C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0D6067-9A95-4676-829F-1549F71FB217}" type="slidenum">
              <a:rPr lang="zh-CN" altLang="en-US" sz="1200" b="0" baseline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AF317CF-0AFA-EB67-3C45-1CDFB461F5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EC4E1D4-A7B8-ADA1-84A2-44D5A57A6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2AD1FEDE-C2CA-278A-7E20-34FAF73C66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A83CD4-92ED-4E01-953E-37572FA585B9}" type="slidenum">
              <a:rPr lang="zh-CN" altLang="en-US" sz="1200" b="0" baseline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339C8604-D1E4-C781-28C9-A9D3E2DDCA0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0E848F93-B138-9413-517F-AE1182814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64EF0758-BAB3-567E-3C78-4A0C89D70E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8026A5-CEA5-46B3-8E99-284617E1CF95}" type="slidenum">
              <a:rPr lang="zh-CN" altLang="en-US" sz="1200" b="0" baseline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E421850-02D0-9C5B-3C4B-114B161B69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8A899DB4-9024-DCCF-989E-64801515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7A02B8D8-E3F7-5929-B42C-41348EE2E5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FADAE9-BDCB-4497-B573-602FC854C4BF}" type="slidenum">
              <a:rPr lang="zh-CN" altLang="en-US" sz="1200" b="0" baseline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013724BD-DBA8-2535-4965-66D73C76B5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10416748-77CA-E054-6601-9A74FB308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2AA4DF07-618F-FFCE-4C9D-093AD6626E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6E7359-8DBA-4403-886C-6311D6418B9D}" type="slidenum">
              <a:rPr lang="zh-CN" altLang="en-US" sz="1200" b="0" baseline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DFEF4072-68EA-0033-2117-0246ED5F82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28A25DAF-44D7-1B8D-BC84-102F2A198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77C2D199-3E1D-B6D4-9059-78470A4E9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77639-29B3-4C62-BE28-EC17137DD7EE}" type="slidenum">
              <a:rPr lang="zh-CN" altLang="en-US" sz="1200" b="0" baseline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8B93AB6B-81DA-AE27-32A9-241BEBB900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B157119-A193-0CAD-FEE9-F4CD86D68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3191EAE-E8B0-C9C1-414B-F81EBC917F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AA74D4-40E3-478C-8CFA-80EA40AFC3A2}" type="slidenum">
              <a:rPr lang="zh-CN" altLang="en-US" sz="1200" b="0" baseline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7399A7C5-4E01-C719-4021-BD840AFCFD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3587485D-AA1A-903B-505F-435740DF2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36ADB959-0446-F682-8F98-DB6CAB6FA6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8B5EC8-6D8D-4B02-A622-0AB130555F03}" type="slidenum">
              <a:rPr lang="zh-CN" altLang="en-US" sz="1200" b="0" baseline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53790DD3-F2D3-E999-9A76-C43BC32776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8FA1605-7A96-EC9F-2DC0-D1D1C1FB3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F7A68568-1051-B1EC-BA55-D831522059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20F8A4-4035-4307-B4B4-0CE7A885F1EE}" type="slidenum">
              <a:rPr lang="zh-CN" altLang="en-US" sz="1200" b="0" baseline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920A5FDF-0D7A-8536-8429-6B2DEB7740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51617364-6B10-0C93-CC39-8F89525F2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E90FD6F-913C-81FD-B5BE-BA10C31167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59538C-98E7-401F-8895-12FD8008B2F6}" type="slidenum">
              <a:rPr lang="zh-CN" altLang="en-US" sz="1200" b="0" baseline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57685230-965B-5898-8B12-6B3F0BE47F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5E0AC79B-5466-1D34-A64A-A18DB63A3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01DE6450-F11F-7FE0-DDD7-D71452C0B8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DEE773-D070-4B86-8CF0-C4FEF64F25D4}" type="slidenum">
              <a:rPr lang="zh-CN" altLang="en-US" sz="1200" b="0" baseline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3528BA12-0CB2-1BDD-4578-26B9CC918D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80A127B-3F5F-5A6F-60EA-AC46BC8AA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7176631B-174E-903E-D647-BB518352A2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1EA337-24E4-4C4A-B48C-8C3B47BD9505}" type="slidenum">
              <a:rPr lang="zh-CN" altLang="en-US" sz="1200" b="0" baseline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F4E6AA94-5178-7D88-B885-47C974D924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FA6EB7E7-CF1C-D572-0C7A-75F9582A6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F16DE0B-74DD-FD51-0A9E-7CCCF085F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6E52EF-FFF8-46E6-9C44-BAA70B78F834}" type="slidenum">
              <a:rPr lang="zh-CN" altLang="en-US" sz="1200" b="0" baseline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F477C854-8A0D-4B37-450D-DFB1478741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BE9966D8-3940-122C-EF8F-7A85F7B06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ED3183C-DA98-1EDD-C466-FFB5B62E4A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201EEB-C70B-4F45-B05E-3A9E057D483A}" type="slidenum">
              <a:rPr lang="zh-CN" altLang="en-US" sz="1200" b="0" baseline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F7FE611D-3018-B43D-E6F3-CD7C9F35DB7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B02088C-BB13-5644-9359-ECCD5C837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BDE9DB8E-A18F-FEDE-7325-0D4C6AD99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616977-1D67-48EB-BBF3-B9D6D451FEED}" type="slidenum">
              <a:rPr lang="zh-CN" altLang="en-US" sz="1200" b="0" baseline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9CB1A2A-9D5A-4352-9FCE-EED7B967C2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828B8B2B-BD7F-B901-C93A-F109DD156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8813652-18D7-2A83-8AB0-42A63F6338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76136D-325A-40E5-9518-49B7CB72259F}" type="slidenum">
              <a:rPr lang="zh-CN" altLang="en-US" sz="1200" b="0" baseline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298D1C1C-0F11-0C52-A6C3-EE7A4091FE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73F1B801-44E4-E249-F6E8-1F283918B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180411FF-48B0-6A71-BF38-C2EDC457FC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B7EE6B-D0D6-4CA1-BCC7-C9851F40C152}" type="slidenum">
              <a:rPr lang="zh-CN" altLang="en-US" sz="1200" b="0" baseline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0E6A8F1-7B1D-162D-0DA8-894F9CBA44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CC9361B4-AE00-292A-D631-812D5ADEA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C25EE67-D195-D5E9-215A-405E8415C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977089-31D8-4587-ABD6-A6A01B9F3AF8}" type="slidenum">
              <a:rPr lang="zh-CN" altLang="en-US" sz="1200" b="0" baseline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B0CE7D0-3215-0FAB-A1CD-D61FEAE1C2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3B6D735-E884-F1F6-37D0-B157032AF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DFEFCCCD-C513-AAC1-B179-494A87A2C8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D87167-DE48-416B-B1A0-2D9AC97F6094}" type="slidenum">
              <a:rPr lang="zh-CN" altLang="en-US" sz="1200" b="0" baseline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A09A530-6E79-17DC-22B0-58459D2FED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FCDF56EF-43BE-8201-303B-96592CCA9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06A8CD9-07A5-1212-5537-7D5451A31B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8C51D0-5C80-499A-B1FC-FC1702B457BF}" type="slidenum">
              <a:rPr lang="zh-CN" altLang="en-US" sz="1200" b="0" baseline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4C04411F-FA35-C353-3A02-7EAEDDB2E9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46A01062-2586-B37F-A598-4678E0877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B025AD49-9924-8977-1CFD-9531B18B1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F23C0B-9022-426C-A508-7D85CC654977}" type="slidenum">
              <a:rPr lang="zh-CN" altLang="en-US" sz="1200" b="0" baseline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5453F71B-9B46-C429-2046-8D7ED7DAF5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DF46116E-AED1-11C6-B540-95BBF84F4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80E93B6F-3548-9DAD-5907-CB9AD04C6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55E10F-ECBB-42FB-807F-2D2FB720E07D}" type="slidenum">
              <a:rPr lang="zh-CN" altLang="en-US" sz="1200" b="0" baseline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9F4EC9D7-6CB4-D8BE-EC57-4C492FFC560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F98E99F-775A-664A-7930-A6067900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60AEAD59-5959-8D90-7252-BA857D2F4A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FDAB45-CB67-48B3-A9F8-AA28BC9AF651}" type="slidenum">
              <a:rPr lang="zh-CN" altLang="en-US" sz="1200" b="0" baseline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87D818E2-4B89-858C-50F9-851B407842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9042DD1F-DE99-4C83-B433-7CE3E4119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61E96BA-3E74-72B4-2845-B394A778EB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9B1C79-E240-4408-8E8C-AE447028E626}" type="slidenum">
              <a:rPr lang="zh-CN" altLang="en-US" sz="1200" b="0" baseline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A389ADF-D9FF-90E6-8CD4-9A1012020C7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3F51A331-2089-E4AD-3CEF-CCB7320CA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61D8347-FC7D-2792-DCEB-45EEF7919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3B2837-B109-4F41-9543-DDF083BD69F3}" type="slidenum">
              <a:rPr lang="zh-CN" altLang="en-US" sz="1200" b="0" baseline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77B63316-3416-013A-75AD-7EAE417B3C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83C68F5-7C26-212F-AF31-79464044F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B740EB3D-E9EC-2638-F72A-A558066A2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56C62F-C51F-46D9-B58B-19A9BB977278}" type="slidenum">
              <a:rPr lang="zh-CN" altLang="en-US" sz="1200" b="0" baseline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D907231-C9FF-7C70-DCCF-0C1ABE95794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F7C174C1-9E7E-B8BC-2CEF-E5300175E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3CE64299-5DE1-9A44-A282-BE84870196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F7BC1A-4695-41EC-B03E-1B2BDEE0FB0D}" type="slidenum">
              <a:rPr lang="zh-CN" altLang="en-US" sz="1200" b="0" baseline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E02E2F0E-C91C-99F9-D598-D32939D088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EA5E20AF-6DCC-BE83-8784-81CB2C2C2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8A06515-0B8D-7F12-E6CB-27C726C0C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36126E-8BCD-4679-B15C-7AE1A0A170C9}" type="slidenum">
              <a:rPr lang="zh-CN" altLang="en-US" sz="1200" b="0" baseline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D1DB788E-FD00-B9CA-AEF7-DD8BCAE6A4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56F7E8ED-4E81-1461-A23F-AD3BA4261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03F5B041-165D-A80B-DD75-9602736365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28713E-9CEA-4CE5-8D80-660AD5BCFD5D}" type="slidenum">
              <a:rPr lang="zh-CN" altLang="en-US" sz="1200" b="0" baseline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7AD7FEA-D48E-0C7E-A59A-D00EAF3ABB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B55A1116-379A-C5C2-146F-5FAF99701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A6A25AB9-D8CE-FA18-2549-A531B306FA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D540DC-48E1-4DD1-8366-B9A58A3ACE48}" type="slidenum">
              <a:rPr lang="zh-CN" altLang="en-US" sz="1200" b="0" baseline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1C1CDEE-D9A4-DE11-3A90-F5211495EC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7B5459D7-6FFA-7562-56C7-1C26249E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7559954-8000-9085-2CDD-20166F4D2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76CB06-4D03-4B73-A65E-9FDB592A8AB6}" type="slidenum">
              <a:rPr lang="zh-CN" altLang="en-US" sz="1200" b="0" baseline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7895D50-E9B0-DD72-470E-6BD1D31B1D7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80EA3BA9-1413-F6B8-714C-74CBEA118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74FE8203-F22C-FDCB-E110-399C1AC08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A551FA-E404-4229-8CC6-61B9775E3B4C}" type="slidenum">
              <a:rPr lang="zh-CN" altLang="en-US" sz="1200" b="0" baseline="0">
                <a:latin typeface="Times New Roman" panose="02020603050405020304" pitchFamily="18" charset="0"/>
              </a:rPr>
              <a:pPr/>
              <a:t>43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5A170868-0B67-007B-270F-3178C21A9F7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720B108B-CBE6-8B72-1A4E-B1729868B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3371015-4047-BB47-EE19-6155FFFCBC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C27823-BE11-4354-A5D4-38BE0518F720}" type="slidenum">
              <a:rPr lang="zh-CN" altLang="en-US" sz="1200" b="0" baseline="0">
                <a:latin typeface="Times New Roman" panose="02020603050405020304" pitchFamily="18" charset="0"/>
              </a:rPr>
              <a:pPr/>
              <a:t>44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22BF950F-D3A8-A7F1-DD49-6BF3489065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1B9BBB1A-F006-98D3-B4AF-AADE69EFD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3F4BBA8F-B8B7-AC51-B012-498DE38E7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83E985-3CB9-49FE-9428-1E25EC246FAD}" type="slidenum">
              <a:rPr lang="zh-CN" altLang="en-US" sz="1200" b="0" baseline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B693C9F4-7297-3194-CFDA-969375E3E7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32B4E27C-9718-AF58-DDB9-D87328E13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B0AEC77D-E602-4880-BE5E-DD347ECF0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19F11C-1829-49EB-AB3B-E744A0AB1DDE}" type="slidenum">
              <a:rPr lang="zh-CN" altLang="en-US" sz="1200" b="0" baseline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312CB70-B176-6543-7A3D-489E5C5297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B7759991-2E61-06C8-35BE-4B4D988A99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1F755E5E-7355-366C-E44C-ED3B777AB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1BE202-E785-4876-847F-DE304A89A50B}" type="slidenum">
              <a:rPr lang="zh-CN" altLang="en-US" sz="1200" b="0" baseline="0">
                <a:latin typeface="Times New Roman" panose="02020603050405020304" pitchFamily="18" charset="0"/>
              </a:rPr>
              <a:pPr/>
              <a:t>47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A306038B-5407-6E6C-C4F2-9DA1B5C1D5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00F609F5-C99F-D192-328C-BF1DF205D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B4ACECF-7792-8C97-C8B3-D202FAA261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E7C72E-D473-4B63-B8B0-E96B5940404A}" type="slidenum">
              <a:rPr lang="zh-CN" altLang="en-US" sz="1200" b="0" baseline="0">
                <a:latin typeface="Times New Roman" panose="02020603050405020304" pitchFamily="18" charset="0"/>
              </a:rPr>
              <a:pPr/>
              <a:t>48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D589983B-66AB-BA43-0654-BC612F02767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0029EFD-0BFC-4B07-0213-1170EC2DE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F308340-C719-035F-9FD2-0F9249364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A36582-D3DB-4F25-9218-047CC29F6EB9}" type="slidenum">
              <a:rPr lang="zh-CN" altLang="en-US" sz="1200" b="0" baseline="0">
                <a:latin typeface="Times New Roman" panose="02020603050405020304" pitchFamily="18" charset="0"/>
              </a:rPr>
              <a:pPr/>
              <a:t>49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3DD30D12-2EA5-6916-F989-5B621165ED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3C6A82EB-B664-7007-5A82-ED9996663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208DCF1-2605-BDD2-EB4A-23A91C9A80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5753B6-B7BE-44B5-8535-5747239ADCD5}" type="slidenum">
              <a:rPr lang="zh-CN" altLang="en-US" sz="1200" b="0" baseline="0">
                <a:latin typeface="Times New Roman" panose="02020603050405020304" pitchFamily="18" charset="0"/>
              </a:rPr>
              <a:pPr/>
              <a:t>50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8763B4A5-9FC2-EEF1-0067-861C6B41F6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73D4C0D3-1EE7-D09E-FF89-B6F0EF7A2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78FD5015-E9EB-3EFC-8E8D-765A46501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9593C3-BBEB-4FCC-8F3B-84110105AEFE}" type="slidenum">
              <a:rPr lang="zh-CN" altLang="en-US" sz="1200" b="0" baseline="0">
                <a:latin typeface="Times New Roman" panose="02020603050405020304" pitchFamily="18" charset="0"/>
              </a:rPr>
              <a:pPr/>
              <a:t>51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40AE4D9-802D-C4A2-B10B-1E221C0456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B2855AE-9E9C-ED43-E5F2-6E74CA173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7C473D2A-8F2B-F54D-AFAE-BD047609F3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245EC8-B653-4E99-BE28-A982DA2D1283}" type="slidenum">
              <a:rPr lang="zh-CN" altLang="en-US" sz="1200" b="0" baseline="0">
                <a:latin typeface="Times New Roman" panose="02020603050405020304" pitchFamily="18" charset="0"/>
              </a:rPr>
              <a:pPr/>
              <a:t>52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EEC2CFBA-EE15-E8AD-1A66-7BCE5BEFBD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62722B7-51C5-5ED6-09DF-CD390A17E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62EA34BC-219A-E0AB-D9F4-AC8878B19E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1DCDE9-AE9B-4AA6-AEE3-28F34E27F460}" type="slidenum">
              <a:rPr lang="zh-CN" altLang="en-US" sz="1200" b="0" baseline="0">
                <a:latin typeface="Times New Roman" panose="02020603050405020304" pitchFamily="18" charset="0"/>
              </a:rPr>
              <a:pPr/>
              <a:t>53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C6DE7CDF-3931-8351-5C10-B36A8B52C4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D659C338-87D1-A020-7E68-1EA028672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856EB29-5DB7-31B8-DA8B-5FE9B3A23C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2B9323-0B5E-45C8-B171-AB2CE9BFA8EA}" type="slidenum">
              <a:rPr lang="zh-CN" altLang="en-US" sz="1200" b="0" baseline="0">
                <a:latin typeface="Times New Roman" panose="02020603050405020304" pitchFamily="18" charset="0"/>
              </a:rPr>
              <a:pPr/>
              <a:t>54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8D3EC440-2367-3817-41C8-571D53452F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749FAD86-A899-7847-71CA-4B8EE9CC8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8968F04B-4C1F-682A-9A16-930A42A79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9EDB48-2C2E-457D-8B9E-5760FAC3263B}" type="slidenum">
              <a:rPr lang="zh-CN" altLang="en-US" sz="1200" b="0" baseline="0">
                <a:latin typeface="Times New Roman" panose="02020603050405020304" pitchFamily="18" charset="0"/>
              </a:rPr>
              <a:pPr/>
              <a:t>55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DB5534BE-C0B6-A99A-77E0-329798FDB1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AC7B33E8-9A5A-52DA-D153-650AAE85B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86CA68F3-CF9E-2F2B-F93B-1FE445ACBF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40E0DD-A883-4035-B80F-18C8411FB0BF}" type="slidenum">
              <a:rPr lang="zh-CN" altLang="en-US" sz="1200" b="0" baseline="0">
                <a:latin typeface="Times New Roman" panose="02020603050405020304" pitchFamily="18" charset="0"/>
              </a:rPr>
              <a:pPr/>
              <a:t>56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81B431DC-D286-5559-7143-CE24D10AF7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0C951576-68C6-763A-7D38-C03B1D98B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A5CD8D52-44EE-8984-692D-7BBCD0238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8E645E-98DE-4E45-990B-D9D1746C4283}" type="slidenum">
              <a:rPr lang="zh-CN" altLang="en-US" sz="1200" b="0" baseline="0">
                <a:latin typeface="Times New Roman" panose="02020603050405020304" pitchFamily="18" charset="0"/>
              </a:rPr>
              <a:pPr/>
              <a:t>57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206DE938-E624-8A09-00FC-B772B5E4BC4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B75AD9D9-3AB3-0A41-276B-01407ABC9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68AEF20E-964F-50E4-285F-BAE530EE77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258C1E-A591-4A8F-909E-0D25B2518C27}" type="slidenum">
              <a:rPr lang="zh-CN" altLang="en-US" sz="1200" b="0" baseline="0">
                <a:latin typeface="Times New Roman" panose="02020603050405020304" pitchFamily="18" charset="0"/>
              </a:rPr>
              <a:pPr/>
              <a:t>58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4D09D3DA-CEF9-BA5D-FB7E-BFD871FE56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6977AFA2-325D-DBDA-3BD0-68C799DDD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779288E-A2BD-8E6E-ECFE-11190ADF02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EEECFB-725F-4E47-9443-2994CDA664B7}" type="slidenum">
              <a:rPr lang="zh-CN" altLang="en-US" sz="1200" b="0" baseline="0">
                <a:latin typeface="Times New Roman" panose="02020603050405020304" pitchFamily="18" charset="0"/>
              </a:rPr>
              <a:pPr/>
              <a:t>59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8696C7ED-F05E-A393-EC5F-98570B15A3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4D0C179C-3927-9A03-626E-27D40347C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EE112E-A93D-3148-027D-8F1E9688272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794414B-661E-2471-56B1-AD454EF49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0483DE8-DA4C-020F-CEEF-D46455F03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3D5A282-1999-09DA-E2E2-A2D0A9639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A86EA10-E95F-2B3C-D2DE-A23330D2EE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BCB66C-BD79-84A7-FB8E-4B1BA2492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57FA10-BE8B-63C2-30A0-FCBCEC06C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936FB27-B4B6-DB0E-A418-55F8DF18A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53F5414-2D3D-029B-2AB5-46C8619FF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69DC117C-71A7-A316-A1CF-A21B5074EB7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6511E393-52BE-FE4F-74DC-DA37C85AC3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0" baseline="0">
                <a:latin typeface="McGrawHill-Italic" pitchFamily="2" charset="0"/>
              </a:rPr>
              <a:t>McGraw-Hill</a:t>
            </a:r>
            <a:endParaRPr lang="en-US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19E4F46F-3728-8A53-B059-F1AB988861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 baseline="0">
                <a:latin typeface="McGrawHill-Italic" pitchFamily="2" charset="0"/>
              </a:rPr>
              <a:t>The McGraw-Hill Companies, Inc., 2000</a:t>
            </a:r>
            <a:endParaRPr lang="en-US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5CAEC62B-E633-4E4B-D1E9-C5F33564CC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baseline="0" smtClean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0C097848-3B43-A47E-15BD-6E708A3450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baseline="0" smtClean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9E50890A-AED7-2F07-120C-59B6FE88E0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D32889FA-2EC2-4774-BA67-515D566582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211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F0D9ACD2-C1EC-2218-6D47-BA38312BE5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26B64682-A684-4307-AE2D-044046E150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11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4D9BC7A-9D75-54C0-32E2-80AA2C552E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7BF35A9E-D924-41F7-8C0E-B514B6D0A3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351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0D5EC4CF-DBB4-5633-6A97-2E8E852C9D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FD97DF9D-CD81-4E7A-9E6C-98E508570D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876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0710564C-2221-0C81-A20E-E8980D66BC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18F495CA-978E-4E62-8CC5-FD3EF6FED6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21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7CFB4600-9205-C950-918C-3D47D5C2E3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6CFA4042-2DD1-46EB-A372-68419C5B1D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97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56C8BBFD-4B7A-1C5F-CF9F-07908F78B1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51EC06EF-E5E2-45F5-8CEC-65BCB08DD7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91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A51094EB-DDD1-8EBD-9771-7E0FA80781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D0105A7E-D3D1-49EF-BC4A-33E5DB0BE4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51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34A7A27C-7E35-B3C4-502F-A1A3E7A86D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AE995972-8142-4500-A348-DF14818B25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697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20A47FC-882A-61D2-FA85-7B01423EE4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DC786F23-8937-4933-B952-1DC74FF9CE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13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D45FCD1-CADD-959F-7F65-D10BDAAFF7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388926AD-D323-4C60-A0B1-956A4A1FD4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1727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889CF4FF-4843-5F7D-5A1D-6313C7A975A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19.</a:t>
            </a:r>
            <a:fld id="{59E629F0-3867-4AC1-B782-F379275EE6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97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8E97C84E-2E71-5C69-D364-5A727D6E3A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 baseline="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19.</a:t>
            </a:r>
            <a:fld id="{4A830FFB-23D3-4241-94A7-D807E891928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28D78289-922B-3850-B358-FC3E22F38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8197EE45-D146-4C7B-BC8D-966EF4F5C95B}" type="slidenum">
              <a:rPr lang="en-US" altLang="zh-CN" sz="2000" baseline="0">
                <a:solidFill>
                  <a:schemeClr val="bg2"/>
                </a:solidFill>
              </a:rPr>
              <a:pPr/>
              <a:t>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E515D216-8DBD-57DA-04B8-2CDD50C8F5FD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83AE7D67-9FF6-A812-15F5-6E34A8DA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 baseline="0">
                <a:solidFill>
                  <a:schemeClr val="tx2"/>
                </a:solidFill>
                <a:ea typeface="宋体" panose="02010600030101010101" pitchFamily="2" charset="-122"/>
              </a:rPr>
              <a:t>第十九章</a:t>
            </a:r>
          </a:p>
          <a:p>
            <a:pPr algn="ctr"/>
            <a:endParaRPr lang="en-US" altLang="zh-CN" sz="2000" baseline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ctr"/>
            <a:r>
              <a:rPr lang="zh-CN" altLang="en-US" sz="4400" baseline="0">
                <a:ea typeface="宋体" panose="02010600030101010101" pitchFamily="2" charset="-122"/>
              </a:rPr>
              <a:t>  网络层：</a:t>
            </a:r>
          </a:p>
          <a:p>
            <a:pPr algn="ctr"/>
            <a:r>
              <a:rPr lang="zh-CN" altLang="en-US" sz="4400" baseline="0">
                <a:ea typeface="宋体" panose="02010600030101010101" pitchFamily="2" charset="-122"/>
              </a:rPr>
              <a:t>逻辑寻址</a:t>
            </a: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722A221F-3FB9-00FC-E90F-CADEFB83B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 baseline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C7E817EB-4931-6905-01BE-86181BCA3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227120B3-D74E-4379-B353-008D752F44FA}" type="slidenum">
              <a:rPr lang="en-US" altLang="zh-CN" sz="2000" baseline="0">
                <a:solidFill>
                  <a:schemeClr val="bg2"/>
                </a:solidFill>
              </a:rPr>
              <a:pPr/>
              <a:t>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B3496495-59AB-0156-26D7-C66565827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D673E07A-99EB-E3B0-4D3E-376F9033F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960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19-1   IPv4 </a:t>
            </a:r>
            <a:r>
              <a:rPr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地址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31F3B637-BB64-67E2-2450-376959450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D098881C-EE93-7932-6C07-F31089966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01788"/>
            <a:ext cx="82296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 i="1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 </a:t>
            </a:r>
            <a:r>
              <a:rPr lang="zh-CN" altLang="en-US" sz="2800" i="1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地址</a:t>
            </a:r>
            <a:r>
              <a:rPr lang="zh-CN" alt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 是一个</a:t>
            </a:r>
            <a:r>
              <a:rPr lang="en-US" altLang="zh-CN" sz="2800" i="1" baseline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32-bit</a:t>
            </a:r>
            <a:r>
              <a:rPr lang="zh-CN" alt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地址，它唯一地与通用地定义了一个连接在因特网上的设备（例如，主机或是路由器）。</a:t>
            </a:r>
            <a:endParaRPr lang="en-US" altLang="zh-CN" sz="2800" i="1" baseline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4103" name="Rectangle 29">
            <a:extLst>
              <a:ext uri="{FF2B5EF4-FFF2-40B4-BE49-F238E27FC236}">
                <a16:creationId xmlns:a16="http://schemas.microsoft.com/office/drawing/2014/main" id="{AB56D84E-1C74-18A8-02B3-CFAFB0730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905250"/>
            <a:ext cx="6705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地址空间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标记法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分类寻址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无类寻址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网络地址转换 </a:t>
            </a: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(NAT)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3080AF7E-B49B-8EAB-A6C3-DF07FD511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3406775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1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7C7C0DFA-82FD-1B7D-9DB6-6241C2D81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0DC744FE-3F09-4B12-98E3-8EDDEDAB01D7}" type="slidenum">
              <a:rPr lang="en-US" altLang="zh-CN" sz="2000" baseline="0">
                <a:solidFill>
                  <a:schemeClr val="bg2"/>
                </a:solidFill>
              </a:rPr>
              <a:pPr/>
              <a:t>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045EE13B-B8EF-2182-4B9A-2E9DEC6981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C277BEE-06CE-07F6-9361-2BC7119EF90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2D8055E6-0BA9-B8C0-F131-A42C56B3FD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88FC3D3C-2811-F070-AFA2-540C6143CD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7" name="Rectangle 6">
            <a:extLst>
              <a:ext uri="{FF2B5EF4-FFF2-40B4-BE49-F238E27FC236}">
                <a16:creationId xmlns:a16="http://schemas.microsoft.com/office/drawing/2014/main" id="{408C8BA9-9E99-C98A-DCDD-87EC9263E7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8" name="Rectangle 7">
            <a:extLst>
              <a:ext uri="{FF2B5EF4-FFF2-40B4-BE49-F238E27FC236}">
                <a16:creationId xmlns:a16="http://schemas.microsoft.com/office/drawing/2014/main" id="{90D857A4-6FD6-5943-A195-0C16876A8F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9" name="Rectangle 8">
            <a:extLst>
              <a:ext uri="{FF2B5EF4-FFF2-40B4-BE49-F238E27FC236}">
                <a16:creationId xmlns:a16="http://schemas.microsoft.com/office/drawing/2014/main" id="{965A0592-8B3D-DFAE-3531-838047ED2E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0" name="Line 9">
            <a:extLst>
              <a:ext uri="{FF2B5EF4-FFF2-40B4-BE49-F238E27FC236}">
                <a16:creationId xmlns:a16="http://schemas.microsoft.com/office/drawing/2014/main" id="{F3B2910A-0389-0E5A-A297-CB04622D4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1" name="Line 10">
            <a:extLst>
              <a:ext uri="{FF2B5EF4-FFF2-40B4-BE49-F238E27FC236}">
                <a16:creationId xmlns:a16="http://schemas.microsoft.com/office/drawing/2014/main" id="{1EA58776-8577-11CF-2DA3-433A77406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2" name="Rectangle 11">
            <a:extLst>
              <a:ext uri="{FF2B5EF4-FFF2-40B4-BE49-F238E27FC236}">
                <a16:creationId xmlns:a16="http://schemas.microsoft.com/office/drawing/2014/main" id="{6F78920D-B1A0-7EDD-DBEF-F48AE684D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216275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IPv4 </a:t>
            </a:r>
            <a:r>
              <a:rPr lang="zh-CN" altLang="en-US" baseline="0">
                <a:ea typeface="宋体" panose="02010600030101010101" pitchFamily="2" charset="-122"/>
              </a:rPr>
              <a:t>地址是</a:t>
            </a:r>
            <a:r>
              <a:rPr lang="en-US" altLang="zh-CN" baseline="0">
                <a:ea typeface="宋体" panose="02010600030101010101" pitchFamily="2" charset="-122"/>
              </a:rPr>
              <a:t> 32 </a:t>
            </a:r>
            <a:r>
              <a:rPr lang="zh-CN" altLang="en-US" baseline="0">
                <a:ea typeface="宋体" panose="02010600030101010101" pitchFamily="2" charset="-122"/>
              </a:rPr>
              <a:t>位长</a:t>
            </a:r>
            <a:r>
              <a:rPr lang="en-US" altLang="zh-CN" baseline="0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5133" name="Group 12">
            <a:extLst>
              <a:ext uri="{FF2B5EF4-FFF2-40B4-BE49-F238E27FC236}">
                <a16:creationId xmlns:a16="http://schemas.microsoft.com/office/drawing/2014/main" id="{DF2D8279-9CC0-ACF3-AB7C-FBFCEF12801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416175"/>
            <a:ext cx="1143000" cy="588963"/>
            <a:chOff x="1200" y="1234"/>
            <a:chExt cx="720" cy="371"/>
          </a:xfrm>
        </p:grpSpPr>
        <p:pic>
          <p:nvPicPr>
            <p:cNvPr id="5134" name="Picture 13">
              <a:extLst>
                <a:ext uri="{FF2B5EF4-FFF2-40B4-BE49-F238E27FC236}">
                  <a16:creationId xmlns:a16="http://schemas.microsoft.com/office/drawing/2014/main" id="{8A019473-7C40-117E-CE41-B90D627AB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5" name="Text Box 14">
              <a:extLst>
                <a:ext uri="{FF2B5EF4-FFF2-40B4-BE49-F238E27FC236}">
                  <a16:creationId xmlns:a16="http://schemas.microsoft.com/office/drawing/2014/main" id="{F1C3136C-C638-FA55-BE9C-C31ED0C7A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D97C3646-7352-4BD0-FBF7-68F334119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4C621179-E23D-4A5C-8F88-F3B3C4F760DE}" type="slidenum">
              <a:rPr lang="en-US" altLang="zh-CN" sz="2000" baseline="0">
                <a:solidFill>
                  <a:schemeClr val="bg2"/>
                </a:solidFill>
              </a:rPr>
              <a:pPr/>
              <a:t>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C400026-7DCE-1777-721A-D80EDAFDF0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F3738B1-DB11-74E2-4912-F2B430FC33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0E0B69CA-18A5-53DB-32BA-46BBCC55D3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CA99EB7-09BF-4E02-D37C-4697231ACD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id="{51ACC86D-E9D0-7289-9BDE-C34F1C1DB3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Rectangle 7">
            <a:extLst>
              <a:ext uri="{FF2B5EF4-FFF2-40B4-BE49-F238E27FC236}">
                <a16:creationId xmlns:a16="http://schemas.microsoft.com/office/drawing/2014/main" id="{1BFE2A39-B8B0-B0B2-3C74-96FDAFC1C6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Rectangle 8">
            <a:extLst>
              <a:ext uri="{FF2B5EF4-FFF2-40B4-BE49-F238E27FC236}">
                <a16:creationId xmlns:a16="http://schemas.microsoft.com/office/drawing/2014/main" id="{58C17F96-6338-77E0-7E08-50BF5C6819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Line 9">
            <a:extLst>
              <a:ext uri="{FF2B5EF4-FFF2-40B4-BE49-F238E27FC236}">
                <a16:creationId xmlns:a16="http://schemas.microsoft.com/office/drawing/2014/main" id="{AC89775C-0E7C-6161-F225-F662F5FB8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5" name="Line 10">
            <a:extLst>
              <a:ext uri="{FF2B5EF4-FFF2-40B4-BE49-F238E27FC236}">
                <a16:creationId xmlns:a16="http://schemas.microsoft.com/office/drawing/2014/main" id="{F2960738-6942-8AAD-7AC1-025CFA942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6" name="Rectangle 11">
            <a:extLst>
              <a:ext uri="{FF2B5EF4-FFF2-40B4-BE49-F238E27FC236}">
                <a16:creationId xmlns:a16="http://schemas.microsoft.com/office/drawing/2014/main" id="{7B0668F5-096F-CE11-150A-7CEC6597A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25763"/>
            <a:ext cx="8077200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IPv4 </a:t>
            </a:r>
            <a:r>
              <a:rPr lang="zh-CN" altLang="en-US" baseline="0">
                <a:ea typeface="宋体" panose="02010600030101010101" pitchFamily="2" charset="-122"/>
              </a:rPr>
              <a:t>地址是唯一的和通用的。</a:t>
            </a:r>
          </a:p>
        </p:txBody>
      </p:sp>
      <p:grpSp>
        <p:nvGrpSpPr>
          <p:cNvPr id="6157" name="Group 12">
            <a:extLst>
              <a:ext uri="{FF2B5EF4-FFF2-40B4-BE49-F238E27FC236}">
                <a16:creationId xmlns:a16="http://schemas.microsoft.com/office/drawing/2014/main" id="{E29EAAC5-6C84-68CA-7D17-5B81E48EAD5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6158" name="Picture 13">
              <a:extLst>
                <a:ext uri="{FF2B5EF4-FFF2-40B4-BE49-F238E27FC236}">
                  <a16:creationId xmlns:a16="http://schemas.microsoft.com/office/drawing/2014/main" id="{846D17D2-09C0-04E2-775E-AC1AEED37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159" name="Text Box 14">
              <a:extLst>
                <a:ext uri="{FF2B5EF4-FFF2-40B4-BE49-F238E27FC236}">
                  <a16:creationId xmlns:a16="http://schemas.microsoft.com/office/drawing/2014/main" id="{BDF322F6-8041-53E9-D63B-8320862D7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8D9F986D-6C6D-1EDE-E637-139F694DE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74D59591-A235-4165-B26C-FC8372809B82}" type="slidenum">
              <a:rPr lang="en-US" altLang="zh-CN" sz="2000" baseline="0">
                <a:solidFill>
                  <a:schemeClr val="bg2"/>
                </a:solidFill>
              </a:rPr>
              <a:pPr/>
              <a:t>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777FA43-A4E0-A61E-9C14-31D7944E26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E0EE9ED-B5AF-B871-85DD-DBFCE6E8D0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10A0ECA1-6EE0-85C4-9211-062A58451C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9F63D9D0-CD56-86D6-444A-A4CD334E0EA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5594EFE3-4691-FD27-D838-68D4DA979E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CD6C4064-74FA-0F8B-746A-0711B04A3E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9EA39CC5-1411-BE74-A7F5-801DF39D3B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8" name="Line 9">
            <a:extLst>
              <a:ext uri="{FF2B5EF4-FFF2-40B4-BE49-F238E27FC236}">
                <a16:creationId xmlns:a16="http://schemas.microsoft.com/office/drawing/2014/main" id="{C136615B-9954-E495-F82B-9186DF091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9" name="Line 10">
            <a:extLst>
              <a:ext uri="{FF2B5EF4-FFF2-40B4-BE49-F238E27FC236}">
                <a16:creationId xmlns:a16="http://schemas.microsoft.com/office/drawing/2014/main" id="{EE6653DC-5ECB-9F4C-9CF6-D11B79AC1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0" name="Rectangle 11">
            <a:extLst>
              <a:ext uri="{FF2B5EF4-FFF2-40B4-BE49-F238E27FC236}">
                <a16:creationId xmlns:a16="http://schemas.microsoft.com/office/drawing/2014/main" id="{56A9DA7D-1863-9350-7DC3-4CCB8457D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IPv4</a:t>
            </a:r>
            <a:r>
              <a:rPr lang="zh-CN" altLang="en-US" baseline="0">
                <a:ea typeface="宋体" panose="02010600030101010101" pitchFamily="2" charset="-122"/>
              </a:rPr>
              <a:t>的地址空间是 </a:t>
            </a:r>
            <a:br>
              <a:rPr lang="zh-CN" altLang="en-US" baseline="0">
                <a:ea typeface="宋体" panose="02010600030101010101" pitchFamily="2" charset="-122"/>
              </a:rPr>
            </a:br>
            <a:r>
              <a:rPr lang="en-US" altLang="zh-CN" baseline="0">
                <a:ea typeface="宋体" panose="02010600030101010101" pitchFamily="2" charset="-122"/>
              </a:rPr>
              <a:t>2</a:t>
            </a:r>
            <a:r>
              <a:rPr lang="en-US" altLang="zh-CN" baseline="30000">
                <a:ea typeface="宋体" panose="02010600030101010101" pitchFamily="2" charset="-122"/>
              </a:rPr>
              <a:t>32</a:t>
            </a:r>
            <a:r>
              <a:rPr lang="en-US" altLang="zh-CN" baseline="0">
                <a:ea typeface="宋体" panose="02010600030101010101" pitchFamily="2" charset="-122"/>
              </a:rPr>
              <a:t>  </a:t>
            </a:r>
            <a:r>
              <a:rPr lang="zh-CN" altLang="en-US" baseline="0">
                <a:ea typeface="宋体" panose="02010600030101010101" pitchFamily="2" charset="-122"/>
              </a:rPr>
              <a:t>或 </a:t>
            </a:r>
            <a:r>
              <a:rPr lang="en-US" altLang="zh-CN" baseline="0">
                <a:ea typeface="宋体" panose="02010600030101010101" pitchFamily="2" charset="-122"/>
              </a:rPr>
              <a:t>4,294,967,296.</a:t>
            </a:r>
          </a:p>
        </p:txBody>
      </p:sp>
      <p:grpSp>
        <p:nvGrpSpPr>
          <p:cNvPr id="7181" name="Group 12">
            <a:extLst>
              <a:ext uri="{FF2B5EF4-FFF2-40B4-BE49-F238E27FC236}">
                <a16:creationId xmlns:a16="http://schemas.microsoft.com/office/drawing/2014/main" id="{217D248C-B798-71F6-E8FC-A830B31595A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7182" name="Picture 13">
              <a:extLst>
                <a:ext uri="{FF2B5EF4-FFF2-40B4-BE49-F238E27FC236}">
                  <a16:creationId xmlns:a16="http://schemas.microsoft.com/office/drawing/2014/main" id="{4C4FA687-5A76-3531-0C0B-7143E293C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183" name="Text Box 14">
              <a:extLst>
                <a:ext uri="{FF2B5EF4-FFF2-40B4-BE49-F238E27FC236}">
                  <a16:creationId xmlns:a16="http://schemas.microsoft.com/office/drawing/2014/main" id="{CDE644D1-755A-1CA3-FD96-1589B0655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92D2C53D-EA2D-4FCF-F95B-6ACA1D74C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ADA94C82-ABA2-4D92-953D-92CFE8B108C3}" type="slidenum">
              <a:rPr lang="en-US" altLang="zh-CN" sz="2000" baseline="0">
                <a:solidFill>
                  <a:schemeClr val="bg2"/>
                </a:solidFill>
              </a:rPr>
              <a:pPr/>
              <a:t>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0DB41FA8-E6AF-7219-536E-EB5000253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B731A0D9-E1B1-78B0-B927-2C06182F8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D511FD4E-1536-287E-1218-55CEDDF30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1000"/>
            <a:ext cx="611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地址二进制标记法和十进制标记法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DFB0C69E-0CCE-A51E-8C88-742853B77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8">
            <a:extLst>
              <a:ext uri="{FF2B5EF4-FFF2-40B4-BE49-F238E27FC236}">
                <a16:creationId xmlns:a16="http://schemas.microsoft.com/office/drawing/2014/main" id="{2F588AA2-9F9F-FA11-322D-11A1C435A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2533650"/>
            <a:ext cx="7650163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0BC8A53A-3DA9-C3F0-147F-FBF1B5A5F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A482F181-86BA-4BD7-A1E1-DCCC6EEDB0C9}" type="slidenum">
              <a:rPr lang="en-US" altLang="zh-CN" sz="2000" baseline="0">
                <a:solidFill>
                  <a:schemeClr val="bg2"/>
                </a:solidFill>
              </a:rPr>
              <a:pPr/>
              <a:t>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5A821581-311C-B40D-346A-C172126A7E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0CB1871-73A6-2BB5-EFC0-5990E9E860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EA0C0DE1-4557-A819-858E-79D25364CA0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FA6F686E-B0E7-FDCA-6A65-6DFA6F8403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E4B4E200-4800-2C5B-1E85-A500D07F38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C779BB73-2C60-C0EB-5ABA-014258F5DF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92B5169A-DBB0-C14B-58D0-00C47B882C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2A0A1C2D-EB93-95DF-B2A7-231DBE6D1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>
            <a:extLst>
              <a:ext uri="{FF2B5EF4-FFF2-40B4-BE49-F238E27FC236}">
                <a16:creationId xmlns:a16="http://schemas.microsoft.com/office/drawing/2014/main" id="{960C1E1C-9CFB-ED81-772C-721AFEE49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F8A738B9-C700-D9CC-78A4-724148614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01963"/>
            <a:ext cx="8077200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数制系统在附录 </a:t>
            </a:r>
            <a:r>
              <a:rPr lang="en-US" altLang="zh-CN" baseline="0">
                <a:ea typeface="宋体" panose="02010600030101010101" pitchFamily="2" charset="-122"/>
              </a:rPr>
              <a:t>B</a:t>
            </a:r>
            <a:r>
              <a:rPr lang="zh-CN" altLang="en-US" baseline="0">
                <a:ea typeface="宋体" panose="02010600030101010101" pitchFamily="2" charset="-122"/>
              </a:rPr>
              <a:t>中学习。</a:t>
            </a:r>
          </a:p>
        </p:txBody>
      </p:sp>
      <p:grpSp>
        <p:nvGrpSpPr>
          <p:cNvPr id="9229" name="Group 12">
            <a:extLst>
              <a:ext uri="{FF2B5EF4-FFF2-40B4-BE49-F238E27FC236}">
                <a16:creationId xmlns:a16="http://schemas.microsoft.com/office/drawing/2014/main" id="{8A99B5A9-9482-1525-A3A6-5226226C581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9230" name="Picture 13">
              <a:extLst>
                <a:ext uri="{FF2B5EF4-FFF2-40B4-BE49-F238E27FC236}">
                  <a16:creationId xmlns:a16="http://schemas.microsoft.com/office/drawing/2014/main" id="{1257E95F-E083-E183-FD04-6527DD744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31" name="Text Box 14">
              <a:extLst>
                <a:ext uri="{FF2B5EF4-FFF2-40B4-BE49-F238E27FC236}">
                  <a16:creationId xmlns:a16="http://schemas.microsoft.com/office/drawing/2014/main" id="{C7B3FB7C-F930-311F-9D3D-312B783DC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22EAB19D-647B-E9C6-564B-99C88831D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2B8DF3DB-B48D-46CE-9FA1-91E16DE2893F}" type="slidenum">
              <a:rPr lang="en-US" altLang="zh-CN" sz="2000" baseline="0">
                <a:solidFill>
                  <a:schemeClr val="bg2"/>
                </a:solidFill>
              </a:rPr>
              <a:pPr/>
              <a:t>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0C191CC-2B94-C8DF-7645-BA4A2AA121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2E89BA9-BA13-7BC0-C886-74C2953902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D684617C-9595-8C3F-F22C-20FC7D0191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824E8C06-8676-0D49-E760-489C3C6FBB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56081E83-B3D9-6F34-869A-4FC1BA2037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41539F41-4332-BE85-AE66-EF797DAEBE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F0E7A1A2-F470-BA3A-7023-1804FFE4C1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50" name="Rectangle 9">
            <a:extLst>
              <a:ext uri="{FF2B5EF4-FFF2-40B4-BE49-F238E27FC236}">
                <a16:creationId xmlns:a16="http://schemas.microsoft.com/office/drawing/2014/main" id="{978FE996-F26C-48B8-4B1E-1253B5F2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将下列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地址由二进制标记法转为点分十进制标记法。</a:t>
            </a:r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51" name="Text Box 10">
            <a:extLst>
              <a:ext uri="{FF2B5EF4-FFF2-40B4-BE49-F238E27FC236}">
                <a16:creationId xmlns:a16="http://schemas.microsoft.com/office/drawing/2014/main" id="{1AC827F8-6984-58DE-028A-90A0B35DE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19.1</a:t>
            </a:r>
          </a:p>
        </p:txBody>
      </p:sp>
      <p:pic>
        <p:nvPicPr>
          <p:cNvPr id="10252" name="Picture 12">
            <a:extLst>
              <a:ext uri="{FF2B5EF4-FFF2-40B4-BE49-F238E27FC236}">
                <a16:creationId xmlns:a16="http://schemas.microsoft.com/office/drawing/2014/main" id="{15C84D63-6B91-7581-AF6D-AFFB0B2FA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7715250" cy="97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53" name="Rectangle 13">
            <a:extLst>
              <a:ext uri="{FF2B5EF4-FFF2-40B4-BE49-F238E27FC236}">
                <a16:creationId xmlns:a16="http://schemas.microsoft.com/office/drawing/2014/main" id="{5045348E-FD13-6889-C789-7777CC92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5814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我们可将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位组用一个等价的十进制数代替（见附录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）并添加点来分隔。</a:t>
            </a:r>
          </a:p>
        </p:txBody>
      </p:sp>
      <p:pic>
        <p:nvPicPr>
          <p:cNvPr id="10254" name="Picture 14">
            <a:extLst>
              <a:ext uri="{FF2B5EF4-FFF2-40B4-BE49-F238E27FC236}">
                <a16:creationId xmlns:a16="http://schemas.microsoft.com/office/drawing/2014/main" id="{515D7B16-E20B-ADF9-2F3C-AFEED27A6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486400"/>
            <a:ext cx="30718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EFC8E6EC-4C65-0BBF-9DCB-8D569FBF4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1B9E210-C719-4153-ADB6-CD02124804AF}" type="slidenum">
              <a:rPr lang="en-US" altLang="zh-CN" sz="2000" baseline="0">
                <a:solidFill>
                  <a:schemeClr val="bg2"/>
                </a:solidFill>
              </a:rPr>
              <a:pPr/>
              <a:t>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924CD09-99A0-57EE-0C20-22EC7FDCF7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39F74F5B-2167-8320-1680-AD65CF66A7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E2DD5D12-A729-1E3D-1ECD-E74B42A9C6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E2E66683-D00E-2A2D-6E29-42843D7FFC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86E8B270-FDB7-0BE7-B754-E4720D87E0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85C63B7C-613E-578F-E8E7-A852A5344A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3" name="Rectangle 8">
            <a:extLst>
              <a:ext uri="{FF2B5EF4-FFF2-40B4-BE49-F238E27FC236}">
                <a16:creationId xmlns:a16="http://schemas.microsoft.com/office/drawing/2014/main" id="{D4110686-A5A6-5AE8-3883-36C6468853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4" name="Rectangle 9">
            <a:extLst>
              <a:ext uri="{FF2B5EF4-FFF2-40B4-BE49-F238E27FC236}">
                <a16:creationId xmlns:a16="http://schemas.microsoft.com/office/drawing/2014/main" id="{F3AFC39F-ACC7-C8CC-D8D9-9A35FDCC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将下列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地址由点分十进制标记法转为二进制标记法。</a:t>
            </a:r>
          </a:p>
        </p:txBody>
      </p:sp>
      <p:sp>
        <p:nvSpPr>
          <p:cNvPr id="11275" name="Text Box 10">
            <a:extLst>
              <a:ext uri="{FF2B5EF4-FFF2-40B4-BE49-F238E27FC236}">
                <a16:creationId xmlns:a16="http://schemas.microsoft.com/office/drawing/2014/main" id="{6058A67F-05F2-B87F-8E9C-C9A272AD9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19.2</a:t>
            </a:r>
          </a:p>
        </p:txBody>
      </p:sp>
      <p:pic>
        <p:nvPicPr>
          <p:cNvPr id="11276" name="Picture 11">
            <a:extLst>
              <a:ext uri="{FF2B5EF4-FFF2-40B4-BE49-F238E27FC236}">
                <a16:creationId xmlns:a16="http://schemas.microsoft.com/office/drawing/2014/main" id="{D04EA50F-9B05-C721-2D4D-23DCD43E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28702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7" name="Rectangle 12">
            <a:extLst>
              <a:ext uri="{FF2B5EF4-FFF2-40B4-BE49-F238E27FC236}">
                <a16:creationId xmlns:a16="http://schemas.microsoft.com/office/drawing/2014/main" id="{B28D9D0B-B057-2E1D-9AB6-73F4D01E1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766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将十进制数用等价的二进制数代替（见附录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</a:p>
        </p:txBody>
      </p:sp>
      <p:pic>
        <p:nvPicPr>
          <p:cNvPr id="11278" name="Picture 13">
            <a:extLst>
              <a:ext uri="{FF2B5EF4-FFF2-40B4-BE49-F238E27FC236}">
                <a16:creationId xmlns:a16="http://schemas.microsoft.com/office/drawing/2014/main" id="{1CEA9167-0760-EDF6-9349-89758A2B3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4821238"/>
            <a:ext cx="7277100" cy="104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CE688641-3F53-0814-CDE0-18430F179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63A7483F-A871-43A4-8A13-D6B585340F65}" type="slidenum">
              <a:rPr lang="en-US" altLang="zh-CN" sz="2000" baseline="0">
                <a:solidFill>
                  <a:schemeClr val="bg2"/>
                </a:solidFill>
              </a:rPr>
              <a:pPr/>
              <a:t>10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62DE205A-6BF2-1AEA-FD9D-7C09D9D17F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8B818C33-8320-2401-2DDF-7672AFD631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553A42A6-19C1-BB53-63A4-491BF69672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A1FE67DE-5A58-D581-230D-F80960F8CB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1F09F9DB-AD02-5FA0-D0F7-A1CCE468DA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E24D2E14-F4A6-B73A-5384-5722FBFE44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4DC2EB72-23E1-4474-A0EA-6CA719A8F5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8" name="Rectangle 9">
            <a:extLst>
              <a:ext uri="{FF2B5EF4-FFF2-40B4-BE49-F238E27FC236}">
                <a16:creationId xmlns:a16="http://schemas.microsoft.com/office/drawing/2014/main" id="{27CE39E1-91CE-5459-F132-AA58242DB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寻找下列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地址的标记法中的差错。</a:t>
            </a:r>
          </a:p>
        </p:txBody>
      </p:sp>
      <p:sp>
        <p:nvSpPr>
          <p:cNvPr id="12299" name="Text Box 10">
            <a:extLst>
              <a:ext uri="{FF2B5EF4-FFF2-40B4-BE49-F238E27FC236}">
                <a16:creationId xmlns:a16="http://schemas.microsoft.com/office/drawing/2014/main" id="{7C36D3D0-0740-498B-536C-DB32D913F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19.3</a:t>
            </a:r>
          </a:p>
        </p:txBody>
      </p:sp>
      <p:pic>
        <p:nvPicPr>
          <p:cNvPr id="12300" name="Picture 11">
            <a:extLst>
              <a:ext uri="{FF2B5EF4-FFF2-40B4-BE49-F238E27FC236}">
                <a16:creationId xmlns:a16="http://schemas.microsoft.com/office/drawing/2014/main" id="{37B33853-373B-020A-AC78-0E62D19DD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447800"/>
            <a:ext cx="3602037" cy="207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1" name="Rectangle 12">
            <a:extLst>
              <a:ext uri="{FF2B5EF4-FFF2-40B4-BE49-F238E27FC236}">
                <a16:creationId xmlns:a16="http://schemas.microsoft.com/office/drawing/2014/main" id="{0B6CEE55-B315-A522-2EEA-4D8631FEA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76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首位必须非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 (045).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Ipv4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地址不能有多于四位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每个数必须小于等于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255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301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在范围外）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二进制标记法与点分十进制标记法不能混用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5C13E7C8-A368-40BA-CFE1-B32407085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E34EE5FB-964D-43AC-AC5C-2046879FCFFE}" type="slidenum">
              <a:rPr lang="en-US" altLang="zh-CN" sz="2000" baseline="0">
                <a:solidFill>
                  <a:schemeClr val="bg2"/>
                </a:solidFill>
              </a:rPr>
              <a:pPr/>
              <a:t>11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2EF7C7B9-BA4B-CA59-8158-1BAF69D8AA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CB9BFA8-43BF-6715-3565-26223830EB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D94068CE-4FA0-629F-E219-CAACF5B9FC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F0DA3EC7-3E93-1B15-C371-9F9852B625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C939868A-FEF3-9476-EB72-A65D13130C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58E9ADF0-5F5D-974C-C5DD-804B88D888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DD1F1615-CE93-2A22-4D1D-E7E464430B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2" name="Line 9">
            <a:extLst>
              <a:ext uri="{FF2B5EF4-FFF2-40B4-BE49-F238E27FC236}">
                <a16:creationId xmlns:a16="http://schemas.microsoft.com/office/drawing/2014/main" id="{646ECBE8-2807-EEB5-7EE7-CB6324765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8D278914-7F66-3FA6-0A56-93C61FD33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4" name="Rectangle 11">
            <a:extLst>
              <a:ext uri="{FF2B5EF4-FFF2-40B4-BE49-F238E27FC236}">
                <a16:creationId xmlns:a16="http://schemas.microsoft.com/office/drawing/2014/main" id="{FF955B5D-1F47-905C-CF06-71C35A38D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在分类寻址中，地址空间被划为</a:t>
            </a:r>
            <a:r>
              <a:rPr lang="en-US" altLang="zh-CN" baseline="0">
                <a:ea typeface="宋体" panose="02010600030101010101" pitchFamily="2" charset="-122"/>
              </a:rPr>
              <a:t>5</a:t>
            </a:r>
            <a:r>
              <a:rPr lang="zh-CN" altLang="en-US" baseline="0">
                <a:ea typeface="宋体" panose="02010600030101010101" pitchFamily="2" charset="-122"/>
              </a:rPr>
              <a:t>类</a:t>
            </a:r>
            <a:r>
              <a:rPr lang="en-US" altLang="zh-CN" baseline="0">
                <a:ea typeface="宋体" panose="02010600030101010101" pitchFamily="2" charset="-122"/>
              </a:rPr>
              <a:t>:</a:t>
            </a:r>
          </a:p>
          <a:p>
            <a:pPr algn="ctr"/>
            <a:r>
              <a:rPr lang="en-US" altLang="zh-CN" baseline="0">
                <a:ea typeface="宋体" panose="02010600030101010101" pitchFamily="2" charset="-122"/>
              </a:rPr>
              <a:t>A, B, C, D</a:t>
            </a:r>
            <a:r>
              <a:rPr lang="zh-CN" altLang="en-US" baseline="0">
                <a:ea typeface="宋体" panose="02010600030101010101" pitchFamily="2" charset="-122"/>
              </a:rPr>
              <a:t>和 </a:t>
            </a:r>
            <a:r>
              <a:rPr lang="en-US" altLang="zh-CN" baseline="0">
                <a:ea typeface="宋体" panose="02010600030101010101" pitchFamily="2" charset="-122"/>
              </a:rPr>
              <a:t>E.</a:t>
            </a:r>
          </a:p>
        </p:txBody>
      </p:sp>
      <p:grpSp>
        <p:nvGrpSpPr>
          <p:cNvPr id="13325" name="Group 12">
            <a:extLst>
              <a:ext uri="{FF2B5EF4-FFF2-40B4-BE49-F238E27FC236}">
                <a16:creationId xmlns:a16="http://schemas.microsoft.com/office/drawing/2014/main" id="{6C9AC6E9-0BD1-DB19-325D-3498006AD8B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13326" name="Picture 13">
              <a:extLst>
                <a:ext uri="{FF2B5EF4-FFF2-40B4-BE49-F238E27FC236}">
                  <a16:creationId xmlns:a16="http://schemas.microsoft.com/office/drawing/2014/main" id="{AC120425-A712-FA44-75DB-72F6D2B746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327" name="Text Box 14">
              <a:extLst>
                <a:ext uri="{FF2B5EF4-FFF2-40B4-BE49-F238E27FC236}">
                  <a16:creationId xmlns:a16="http://schemas.microsoft.com/office/drawing/2014/main" id="{456F11F2-161A-E501-CA00-2744F4295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C53CB415-39FC-5B40-20A7-FCE5347C3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4929B845-A584-4CA5-B5A1-5DAB5982EDAE}" type="slidenum">
              <a:rPr lang="en-US" altLang="zh-CN" sz="2000" baseline="0">
                <a:solidFill>
                  <a:schemeClr val="bg2"/>
                </a:solidFill>
              </a:rPr>
              <a:pPr/>
              <a:t>12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4CB46D76-CAD6-A55D-1966-24C83D7F4E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484063AC-4E25-4218-108F-7FDCC460C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62DA0157-9060-61CA-36C4-46DDE15B8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1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19.2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以二进制和点分十进制标记法求类</a:t>
            </a: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AB0946F0-83F5-BFFE-AE97-C949530B2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1109FBB1-F254-B7C9-E267-3DF397202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00"/>
            <a:ext cx="8226425" cy="285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A65300C6-E12E-CD1B-7988-CF72954A71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A7151BE0-E49F-42E6-A2D6-550EF6382400}" type="slidenum">
              <a:rPr lang="en-US" altLang="zh-CN" sz="2000" baseline="0">
                <a:solidFill>
                  <a:schemeClr val="bg2"/>
                </a:solidFill>
              </a:rPr>
              <a:pPr/>
              <a:t>13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9905F17-F85A-81D7-579B-82C498E4DB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6CB2E10-77CE-553A-3985-F7BA624CB7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01D052AC-41E2-D5E3-501F-3AEFB8121A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0AEED2E8-E505-9D68-413C-0166B2F6B11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286D3AEA-F60A-D98F-2817-D5A7817204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102A561B-4CDF-62BC-B441-C86DBFDC17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4717D5CF-2A37-0910-EB0C-DD59F81BA6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70" name="Rectangle 9">
            <a:extLst>
              <a:ext uri="{FF2B5EF4-FFF2-40B4-BE49-F238E27FC236}">
                <a16:creationId xmlns:a16="http://schemas.microsoft.com/office/drawing/2014/main" id="{1D04E934-A80A-2F5A-6AD6-832B69CA9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求每个地址的类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800" u="sng" baseline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0" baseline="0">
                <a:latin typeface="Times New Roman" panose="02020603050405020304" pitchFamily="18" charset="0"/>
                <a:ea typeface="宋体" panose="02010600030101010101" pitchFamily="2" charset="-122"/>
              </a:rPr>
              <a:t>0000001 00001011 00001011 11101111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800" u="sng" baseline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</a:t>
            </a:r>
            <a:r>
              <a:rPr lang="en-US" altLang="zh-CN" sz="2800" b="0" baseline="0">
                <a:latin typeface="Times New Roman" panose="02020603050405020304" pitchFamily="18" charset="0"/>
                <a:ea typeface="宋体" panose="02010600030101010101" pitchFamily="2" charset="-122"/>
              </a:rPr>
              <a:t>00001 10000011 00011011 11111111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800" u="sng" baseline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en-US" altLang="zh-CN" sz="2800" b="0" baseline="0">
                <a:latin typeface="Times New Roman" panose="02020603050405020304" pitchFamily="18" charset="0"/>
                <a:ea typeface="宋体" panose="02010600030101010101" pitchFamily="2" charset="-122"/>
              </a:rPr>
              <a:t>.23.120.8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800" u="sng" baseline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252</a:t>
            </a:r>
            <a:r>
              <a:rPr lang="en-US" altLang="zh-CN" sz="2800" b="0" baseline="0">
                <a:latin typeface="Times New Roman" panose="02020603050405020304" pitchFamily="18" charset="0"/>
                <a:ea typeface="宋体" panose="02010600030101010101" pitchFamily="2" charset="-122"/>
              </a:rPr>
              <a:t>.5.15.111</a:t>
            </a:r>
          </a:p>
        </p:txBody>
      </p:sp>
      <p:sp>
        <p:nvSpPr>
          <p:cNvPr id="15371" name="Text Box 10">
            <a:extLst>
              <a:ext uri="{FF2B5EF4-FFF2-40B4-BE49-F238E27FC236}">
                <a16:creationId xmlns:a16="http://schemas.microsoft.com/office/drawing/2014/main" id="{BAC9F04E-E779-60A7-CF58-0A5BE88C8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19.4</a:t>
            </a:r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D7EFABD8-1CC6-F551-3A29-F4D0DB51F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57600"/>
            <a:ext cx="8686800" cy="2654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第一位是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0.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这是个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类地址。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前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，第三位是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，这是个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类地址。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第一个字节是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（在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0~127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之间），这个地址是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类</a:t>
            </a:r>
          </a:p>
          <a:p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第一个字节是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252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（在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240~255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之间），这个地址是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E122935C-93C6-19D9-7E06-84F1721F9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F3A80FD5-DFAB-4D27-8745-79CAF470EA17}" type="slidenum">
              <a:rPr lang="en-US" altLang="zh-CN" sz="2000" baseline="0">
                <a:solidFill>
                  <a:schemeClr val="bg2"/>
                </a:solidFill>
              </a:rPr>
              <a:pPr/>
              <a:t>14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CAB9D5B0-A631-7DD1-8F11-4E4B54727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0" y="1828800"/>
            <a:ext cx="574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19.1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分类寻址块的个数与每块的长度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470B3811-E85A-CF09-18BB-AFE34EA63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293938"/>
            <a:ext cx="8026400" cy="235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9E6DC12E-704D-DAFF-E949-5FCD4E1ED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96C8ABD3-74A8-469E-90BC-73166879A86C}" type="slidenum">
              <a:rPr lang="en-US" altLang="zh-CN" sz="2000" baseline="0">
                <a:solidFill>
                  <a:schemeClr val="bg2"/>
                </a:solidFill>
              </a:rPr>
              <a:pPr/>
              <a:t>15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A025366-2128-C085-97AE-999FABF502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8A49F418-913B-E256-B5AF-09E8474348B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57D00663-18F4-5B99-3DC8-DED176789B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23AF170E-798C-A574-7A67-BCA8A929A6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DDECF77B-82A0-F441-7F02-29E9AFF219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F90B4342-FF95-8C3C-5374-FEFCCA992F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51D6033C-5620-DF98-E48D-E458A2D5BE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Line 9">
            <a:extLst>
              <a:ext uri="{FF2B5EF4-FFF2-40B4-BE49-F238E27FC236}">
                <a16:creationId xmlns:a16="http://schemas.microsoft.com/office/drawing/2014/main" id="{B51D2173-1D65-E8DF-D82D-2415E00B5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Line 10">
            <a:extLst>
              <a:ext uri="{FF2B5EF4-FFF2-40B4-BE49-F238E27FC236}">
                <a16:creationId xmlns:a16="http://schemas.microsoft.com/office/drawing/2014/main" id="{F50348B1-E9AF-E957-B099-C154C2780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D7701C7E-AC03-AC17-A063-C979E556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在分类寻址中，大部分可用的地址都被浪费了。</a:t>
            </a:r>
          </a:p>
        </p:txBody>
      </p:sp>
      <p:grpSp>
        <p:nvGrpSpPr>
          <p:cNvPr id="17421" name="Group 12">
            <a:extLst>
              <a:ext uri="{FF2B5EF4-FFF2-40B4-BE49-F238E27FC236}">
                <a16:creationId xmlns:a16="http://schemas.microsoft.com/office/drawing/2014/main" id="{7AB667D7-5B4C-357F-46C7-39C573126BC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17422" name="Picture 13">
              <a:extLst>
                <a:ext uri="{FF2B5EF4-FFF2-40B4-BE49-F238E27FC236}">
                  <a16:creationId xmlns:a16="http://schemas.microsoft.com/office/drawing/2014/main" id="{BF7CD4EC-0FA6-6FD0-08E6-D4F80A8F1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423" name="Text Box 14">
              <a:extLst>
                <a:ext uri="{FF2B5EF4-FFF2-40B4-BE49-F238E27FC236}">
                  <a16:creationId xmlns:a16="http://schemas.microsoft.com/office/drawing/2014/main" id="{25D31424-5AB9-EBA1-A080-1D7C7113F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7EC135DF-024C-3B10-B847-BB793B61F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7914E1F3-87A2-4D7E-B9C4-8C871FE01CEB}" type="slidenum">
              <a:rPr lang="en-US" altLang="zh-CN" sz="2000" baseline="0">
                <a:solidFill>
                  <a:schemeClr val="bg2"/>
                </a:solidFill>
              </a:rPr>
              <a:pPr/>
              <a:t>16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D252AFB6-2830-3E5A-86AB-7CCA97C6B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09800"/>
            <a:ext cx="3976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19.2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分类寻址的默认掩码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AF83700E-3437-32AB-D566-2AFED98E7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22563"/>
            <a:ext cx="8291512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0D88ADA5-32A3-0D24-46C4-A4C701643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5F27DEF5-A58B-43CA-BF81-30764E3D8A9E}" type="slidenum">
              <a:rPr lang="en-US" altLang="zh-CN" sz="2000" baseline="0">
                <a:solidFill>
                  <a:schemeClr val="bg2"/>
                </a:solidFill>
              </a:rPr>
              <a:pPr/>
              <a:t>17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D79E5E5-5293-E4D5-E988-7F0C21FBFE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ADD45AB-4738-5D50-9EEB-5A88F08CA8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A0194F8F-04BF-379D-D20F-A1FABF60E71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3DE85E5D-B486-39CE-54E5-50223514BF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5C3DC8B9-4992-BEBA-6E97-9B65823DF3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0477C053-3550-63CA-5664-4E9B12E2BD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FCD83B76-D5AE-484B-01A6-7D86F2AEC0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E2BC52EB-E413-4963-30E2-95AD01ED2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948678B4-107A-66FC-A98B-74622E26A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42EACAC7-6C31-73FA-9655-2D3747FED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200400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这时的分类寻址被无类寻址所取代。</a:t>
            </a:r>
          </a:p>
        </p:txBody>
      </p:sp>
      <p:grpSp>
        <p:nvGrpSpPr>
          <p:cNvPr id="19469" name="Group 12">
            <a:extLst>
              <a:ext uri="{FF2B5EF4-FFF2-40B4-BE49-F238E27FC236}">
                <a16:creationId xmlns:a16="http://schemas.microsoft.com/office/drawing/2014/main" id="{D26108DB-E3CA-A5AE-2F29-C58ED3DD38F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01118482-F5AA-A59F-75FF-D2885847B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06EFD253-D5E2-539F-62C6-750553EF1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544F8DDF-D6A0-D885-551E-FE4575546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065E0C1B-EA70-43E2-90D8-47F69F4EC9DF}" type="slidenum">
              <a:rPr lang="en-US" altLang="zh-CN" sz="2000" baseline="0">
                <a:solidFill>
                  <a:schemeClr val="bg2"/>
                </a:solidFill>
              </a:rPr>
              <a:pPr/>
              <a:t>18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5061848-7661-A957-0FC4-1AA70CC145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3CE72D6-038F-6F4F-A0F3-9A71639185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16E094A6-3097-80B5-0F45-E087337EF8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A3EC1EB6-D411-04BC-7A52-7B6B716849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675BAB67-FB6E-388D-5F71-6D3E18EC96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E56450B5-1D0A-D81F-AB34-EFF6D86767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BACA5998-B916-F803-045E-58421E1E53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Rectangle 9">
            <a:extLst>
              <a:ext uri="{FF2B5EF4-FFF2-40B4-BE49-F238E27FC236}">
                <a16:creationId xmlns:a16="http://schemas.microsoft.com/office/drawing/2014/main" id="{75ACE8FA-A019-790C-2992-BBA676980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350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19.3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表示了给一个小型商业公司分配一个由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个地址组成的地址块，用二进制标记法和点分十进制标记法表示。</a:t>
            </a:r>
          </a:p>
          <a:p>
            <a:pPr algn="just"/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我们可以看见对这个块实施了限制。地址都是连续的，地址的个数是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的次幂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(16 = 2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而起始地址可用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整除。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起始地址转换成十进制数是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3,440,387,360,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当它被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除，商是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215,024,210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0491" name="Text Box 10">
            <a:extLst>
              <a:ext uri="{FF2B5EF4-FFF2-40B4-BE49-F238E27FC236}">
                <a16:creationId xmlns:a16="http://schemas.microsoft.com/office/drawing/2014/main" id="{63D6F7CF-5F56-BDC4-8A43-A0C1E8597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F0B71BB1-CCC4-144D-8AFA-4EE6949B5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397B94BF-4CA1-4426-9334-6F227E8BFF98}" type="slidenum">
              <a:rPr lang="en-US" altLang="zh-CN" sz="2000" baseline="0">
                <a:solidFill>
                  <a:schemeClr val="bg2"/>
                </a:solidFill>
              </a:rPr>
              <a:pPr/>
              <a:t>19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EDA993B5-337A-10E1-3C2D-7D8D9915C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E112479F-EAD7-ACD5-C4BE-D36727244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35705A19-807B-73C2-EEFE-F21069496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12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19.3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分配给一个小型组织机构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个地址的块</a:t>
            </a: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A6CEC5C1-F5C8-9B51-507F-BC87EB7E7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6">
            <a:extLst>
              <a:ext uri="{FF2B5EF4-FFF2-40B4-BE49-F238E27FC236}">
                <a16:creationId xmlns:a16="http://schemas.microsoft.com/office/drawing/2014/main" id="{CA8E9FC4-CEC4-9832-3460-E8126B57C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2057400"/>
            <a:ext cx="8235950" cy="234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0E4F4C90-AAC8-F617-D024-52F774994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2E134823-0981-49C3-895D-3585E87F1DE7}" type="slidenum">
              <a:rPr lang="en-US" altLang="zh-CN" sz="2000" baseline="0">
                <a:solidFill>
                  <a:schemeClr val="bg2"/>
                </a:solidFill>
              </a:rPr>
              <a:pPr/>
              <a:t>20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AD2F0CD-2FDC-9DEB-079F-533EF45357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8045B0F-CAA5-02CF-A63B-4D2340C94B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BD6D711D-4874-B7ED-93D4-172DED410D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5CE74CBF-7C6E-3C97-A276-73678DB810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1C91B754-B402-7191-C705-86092BC0A5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FC31E125-AB51-C39C-12CE-DA0986CBDE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17E0D1DE-C4B7-F0F5-0739-34E47E58D2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Line 9">
            <a:extLst>
              <a:ext uri="{FF2B5EF4-FFF2-40B4-BE49-F238E27FC236}">
                <a16:creationId xmlns:a16="http://schemas.microsoft.com/office/drawing/2014/main" id="{155E3FCE-E082-314A-0558-08D7DA27E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0">
            <a:extLst>
              <a:ext uri="{FF2B5EF4-FFF2-40B4-BE49-F238E27FC236}">
                <a16:creationId xmlns:a16="http://schemas.microsoft.com/office/drawing/2014/main" id="{03AE63BF-C3CF-8863-0793-CC4551403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Rectangle 11">
            <a:extLst>
              <a:ext uri="{FF2B5EF4-FFF2-40B4-BE49-F238E27FC236}">
                <a16:creationId xmlns:a16="http://schemas.microsoft.com/office/drawing/2014/main" id="{6E43DCB0-B750-170B-DAA5-1C0CA5C80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17838"/>
            <a:ext cx="8077200" cy="1554162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在</a:t>
            </a:r>
            <a:r>
              <a:rPr lang="en-US" altLang="zh-CN" baseline="0">
                <a:ea typeface="宋体" panose="02010600030101010101" pitchFamily="2" charset="-122"/>
              </a:rPr>
              <a:t>IPv4</a:t>
            </a:r>
            <a:r>
              <a:rPr lang="zh-CN" altLang="en-US" baseline="0">
                <a:ea typeface="宋体" panose="02010600030101010101" pitchFamily="2" charset="-122"/>
              </a:rPr>
              <a:t>寻址中，块地址可用</a:t>
            </a:r>
          </a:p>
          <a:p>
            <a:pPr algn="ctr"/>
            <a:r>
              <a:rPr lang="en-US" altLang="zh-CN" baseline="0">
                <a:ea typeface="宋体" panose="02010600030101010101" pitchFamily="2" charset="-122"/>
              </a:rPr>
              <a:t>x.y.z.t /</a:t>
            </a:r>
            <a:r>
              <a:rPr lang="en-US" altLang="zh-CN" i="1" baseline="0">
                <a:ea typeface="宋体" panose="02010600030101010101" pitchFamily="2" charset="-122"/>
              </a:rPr>
              <a:t>n</a:t>
            </a:r>
            <a:r>
              <a:rPr lang="zh-CN" altLang="en-US" i="1" baseline="0">
                <a:ea typeface="宋体" panose="02010600030101010101" pitchFamily="2" charset="-122"/>
              </a:rPr>
              <a:t>来定义，其中</a:t>
            </a:r>
          </a:p>
          <a:p>
            <a:pPr algn="ctr"/>
            <a:r>
              <a:rPr lang="en-US" altLang="zh-CN" baseline="0">
                <a:ea typeface="宋体" panose="02010600030101010101" pitchFamily="2" charset="-122"/>
              </a:rPr>
              <a:t> x.y.z.t </a:t>
            </a:r>
            <a:r>
              <a:rPr lang="zh-CN" altLang="en-US" baseline="0">
                <a:ea typeface="宋体" panose="02010600030101010101" pitchFamily="2" charset="-122"/>
              </a:rPr>
              <a:t>定义了一个地址，而 </a:t>
            </a:r>
            <a:r>
              <a:rPr lang="en-US" altLang="zh-CN" baseline="0">
                <a:ea typeface="宋体" panose="02010600030101010101" pitchFamily="2" charset="-122"/>
              </a:rPr>
              <a:t>/</a:t>
            </a:r>
            <a:r>
              <a:rPr lang="en-US" altLang="zh-CN" i="1" baseline="0">
                <a:ea typeface="宋体" panose="02010600030101010101" pitchFamily="2" charset="-122"/>
              </a:rPr>
              <a:t>n</a:t>
            </a:r>
            <a:r>
              <a:rPr lang="en-US" altLang="zh-CN" baseline="0">
                <a:ea typeface="宋体" panose="02010600030101010101" pitchFamily="2" charset="-122"/>
              </a:rPr>
              <a:t> </a:t>
            </a:r>
            <a:r>
              <a:rPr lang="zh-CN" altLang="en-US" baseline="0">
                <a:ea typeface="宋体" panose="02010600030101010101" pitchFamily="2" charset="-122"/>
              </a:rPr>
              <a:t>定义掩码</a:t>
            </a:r>
            <a:r>
              <a:rPr lang="en-US" altLang="zh-CN" baseline="0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22541" name="Group 12">
            <a:extLst>
              <a:ext uri="{FF2B5EF4-FFF2-40B4-BE49-F238E27FC236}">
                <a16:creationId xmlns:a16="http://schemas.microsoft.com/office/drawing/2014/main" id="{074A3F2E-DE39-43E9-7211-8168B3C5C97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22542" name="Picture 13">
              <a:extLst>
                <a:ext uri="{FF2B5EF4-FFF2-40B4-BE49-F238E27FC236}">
                  <a16:creationId xmlns:a16="http://schemas.microsoft.com/office/drawing/2014/main" id="{01B85C4B-19D7-A3D1-C1AD-D87CC965F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43" name="Text Box 14">
              <a:extLst>
                <a:ext uri="{FF2B5EF4-FFF2-40B4-BE49-F238E27FC236}">
                  <a16:creationId xmlns:a16="http://schemas.microsoft.com/office/drawing/2014/main" id="{555EB992-C071-E78E-9FE6-03DB3804B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2E095193-B43E-E6BF-132E-1435CB045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1AEBCFA7-8DFF-4858-8ED0-EDB498EBDA04}" type="slidenum">
              <a:rPr lang="en-US" altLang="zh-CN" sz="2000" baseline="0">
                <a:solidFill>
                  <a:schemeClr val="bg2"/>
                </a:solidFill>
              </a:rPr>
              <a:pPr/>
              <a:t>21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22C5FB9-9925-158F-CA19-AA72C97416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50DA313-9256-69FE-136B-2A18D09601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45637ADA-201A-026B-3C02-4AEFC63DFD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F0EE4021-F0BE-9DE4-2E8C-B7273C4477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21D4ACA2-4FB1-6A59-F76D-A069AF94EA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Rectangle 7">
            <a:extLst>
              <a:ext uri="{FF2B5EF4-FFF2-40B4-BE49-F238E27FC236}">
                <a16:creationId xmlns:a16="http://schemas.microsoft.com/office/drawing/2014/main" id="{4C440129-5899-C049-DE1E-5D3ABC0D40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1" name="Rectangle 8">
            <a:extLst>
              <a:ext uri="{FF2B5EF4-FFF2-40B4-BE49-F238E27FC236}">
                <a16:creationId xmlns:a16="http://schemas.microsoft.com/office/drawing/2014/main" id="{08C43804-29B8-CF5E-29A9-81137039FA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Line 9">
            <a:extLst>
              <a:ext uri="{FF2B5EF4-FFF2-40B4-BE49-F238E27FC236}">
                <a16:creationId xmlns:a16="http://schemas.microsoft.com/office/drawing/2014/main" id="{D54ADCFC-930E-BD24-337A-A5100875D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3" name="Line 10">
            <a:extLst>
              <a:ext uri="{FF2B5EF4-FFF2-40B4-BE49-F238E27FC236}">
                <a16:creationId xmlns:a16="http://schemas.microsoft.com/office/drawing/2014/main" id="{0A4D3436-B3A0-AE66-37F4-91423B6C9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Rectangle 11">
            <a:extLst>
              <a:ext uri="{FF2B5EF4-FFF2-40B4-BE49-F238E27FC236}">
                <a16:creationId xmlns:a16="http://schemas.microsoft.com/office/drawing/2014/main" id="{B61CAAF8-A332-31EA-0F2A-1240A303F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用二进制标记法的起始地址可设置最右边的 </a:t>
            </a:r>
            <a:br>
              <a:rPr lang="zh-CN" altLang="en-US" baseline="0">
                <a:ea typeface="宋体" panose="02010600030101010101" pitchFamily="2" charset="-122"/>
              </a:rPr>
            </a:br>
            <a:r>
              <a:rPr lang="en-US" altLang="zh-CN" baseline="0">
                <a:ea typeface="宋体" panose="02010600030101010101" pitchFamily="2" charset="-122"/>
              </a:rPr>
              <a:t>32 − </a:t>
            </a:r>
            <a:r>
              <a:rPr lang="en-US" altLang="zh-CN" i="1" baseline="0">
                <a:ea typeface="宋体" panose="02010600030101010101" pitchFamily="2" charset="-122"/>
              </a:rPr>
              <a:t>n</a:t>
            </a:r>
            <a:r>
              <a:rPr lang="en-US" altLang="zh-CN" baseline="0">
                <a:ea typeface="宋体" panose="02010600030101010101" pitchFamily="2" charset="-122"/>
              </a:rPr>
              <a:t> </a:t>
            </a:r>
            <a:r>
              <a:rPr lang="zh-CN" altLang="en-US" baseline="0">
                <a:ea typeface="宋体" panose="02010600030101010101" pitchFamily="2" charset="-122"/>
              </a:rPr>
              <a:t>位都是</a:t>
            </a:r>
            <a:r>
              <a:rPr lang="en-US" altLang="zh-CN" baseline="0">
                <a:ea typeface="宋体" panose="02010600030101010101" pitchFamily="2" charset="-122"/>
              </a:rPr>
              <a:t>0</a:t>
            </a:r>
            <a:r>
              <a:rPr lang="zh-CN" altLang="en-US" baseline="0">
                <a:ea typeface="宋体" panose="02010600030101010101" pitchFamily="2" charset="-122"/>
              </a:rPr>
              <a:t>求得</a:t>
            </a:r>
            <a:r>
              <a:rPr lang="en-US" altLang="zh-CN" baseline="0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23565" name="Group 12">
            <a:extLst>
              <a:ext uri="{FF2B5EF4-FFF2-40B4-BE49-F238E27FC236}">
                <a16:creationId xmlns:a16="http://schemas.microsoft.com/office/drawing/2014/main" id="{7089A765-1CD8-76C3-F300-8D547DB5E8F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23566" name="Picture 13">
              <a:extLst>
                <a:ext uri="{FF2B5EF4-FFF2-40B4-BE49-F238E27FC236}">
                  <a16:creationId xmlns:a16="http://schemas.microsoft.com/office/drawing/2014/main" id="{8A07A383-1A9F-E707-625F-13FD9E1A8A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567" name="Text Box 14">
              <a:extLst>
                <a:ext uri="{FF2B5EF4-FFF2-40B4-BE49-F238E27FC236}">
                  <a16:creationId xmlns:a16="http://schemas.microsoft.com/office/drawing/2014/main" id="{3A3BA57D-B62C-B449-15B9-795CB1F1D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CAA29C44-54A4-74BA-5D38-35DF357E5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707BF955-A0CB-4650-AA76-3F18A5D93EA5}" type="slidenum">
              <a:rPr lang="en-US" altLang="zh-CN" sz="2000" baseline="0">
                <a:solidFill>
                  <a:schemeClr val="bg2"/>
                </a:solidFill>
              </a:rPr>
              <a:pPr/>
              <a:t>22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056F0EB-4C60-4C61-7A8B-F206495A9C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30345E7-8A0C-B0CC-5E8A-FA97863CCA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2C7F4594-5F19-4E9A-3161-05759458D9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F37BF387-648C-DAEA-9DF9-ECD17BAFF3C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C672ED9A-CF3F-B26D-6E1E-2A30F7E2D17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ACDC03CC-4058-D5C6-270A-D0C13ABBAC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1ECF5D2A-1F9A-5744-885F-81779569C8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Rectangle 9">
            <a:extLst>
              <a:ext uri="{FF2B5EF4-FFF2-40B4-BE49-F238E27FC236}">
                <a16:creationId xmlns:a16="http://schemas.microsoft.com/office/drawing/2014/main" id="{CC688E0F-25F8-8F72-E211-E10A05506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478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分配给某一小型组织机构一个地址块，我们已知块中一个地址是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205.16.37.39/28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，求该块的起始地址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  <a:p>
            <a:pPr algn="just"/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已知地址的二进制表示是</a:t>
            </a:r>
          </a:p>
          <a:p>
            <a:pPr algn="ctr"/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11001101   00010000   00100101   00100111</a:t>
            </a:r>
          </a:p>
          <a:p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如果置最右边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32-28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位都是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，则得到块的起始地址 </a:t>
            </a:r>
          </a:p>
          <a:p>
            <a:pPr algn="ctr"/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11001101    00010000    00100101   0010000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b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205.16.37.32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  <a:p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这个块的实际情况，如图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19.3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</a:p>
        </p:txBody>
      </p:sp>
      <p:sp>
        <p:nvSpPr>
          <p:cNvPr id="24587" name="Text Box 10">
            <a:extLst>
              <a:ext uri="{FF2B5EF4-FFF2-40B4-BE49-F238E27FC236}">
                <a16:creationId xmlns:a16="http://schemas.microsoft.com/office/drawing/2014/main" id="{19E1C4AA-0D6D-381B-D906-92080BBC1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D288C821-D811-5281-949F-7083EC553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3020CE85-CAB5-4908-BFA5-6F071FEDE0B8}" type="slidenum">
              <a:rPr lang="en-US" altLang="zh-CN" sz="2000" baseline="0">
                <a:solidFill>
                  <a:schemeClr val="bg2"/>
                </a:solidFill>
              </a:rPr>
              <a:pPr/>
              <a:t>23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2AB659A-6963-D761-7DB8-C08584C0BC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9596246-F4DC-447B-6D77-AF1C7C1B22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43DDA13F-FB41-1AF1-4776-4CE50B6326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273CE640-3F60-EA0F-221C-A9B902B70E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CC19F1BB-E35E-4EE7-F95F-F94D5FF5E9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8" name="Rectangle 7">
            <a:extLst>
              <a:ext uri="{FF2B5EF4-FFF2-40B4-BE49-F238E27FC236}">
                <a16:creationId xmlns:a16="http://schemas.microsoft.com/office/drawing/2014/main" id="{AAE8DA26-5E90-E721-A202-FFDE52D51D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9" name="Rectangle 8">
            <a:extLst>
              <a:ext uri="{FF2B5EF4-FFF2-40B4-BE49-F238E27FC236}">
                <a16:creationId xmlns:a16="http://schemas.microsoft.com/office/drawing/2014/main" id="{7C476FE0-BC83-B9EF-7201-C2804B87E9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10" name="Line 9">
            <a:extLst>
              <a:ext uri="{FF2B5EF4-FFF2-40B4-BE49-F238E27FC236}">
                <a16:creationId xmlns:a16="http://schemas.microsoft.com/office/drawing/2014/main" id="{FE3FD30C-372B-084F-38CA-1B7ECC67D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1" name="Line 10">
            <a:extLst>
              <a:ext uri="{FF2B5EF4-FFF2-40B4-BE49-F238E27FC236}">
                <a16:creationId xmlns:a16="http://schemas.microsoft.com/office/drawing/2014/main" id="{D80DFD9C-E8AB-94DB-D60E-72E897C47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2" name="Rectangle 11">
            <a:extLst>
              <a:ext uri="{FF2B5EF4-FFF2-40B4-BE49-F238E27FC236}">
                <a16:creationId xmlns:a16="http://schemas.microsoft.com/office/drawing/2014/main" id="{E65DC245-B405-3EE9-AF94-31F948CB5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用二进制标记法的最后地址可设置最右边</a:t>
            </a:r>
            <a:r>
              <a:rPr lang="en-US" altLang="zh-CN" baseline="0">
                <a:ea typeface="宋体" panose="02010600030101010101" pitchFamily="2" charset="-122"/>
              </a:rPr>
              <a:t>32 − n </a:t>
            </a:r>
            <a:r>
              <a:rPr lang="zh-CN" altLang="en-US" baseline="0">
                <a:ea typeface="宋体" panose="02010600030101010101" pitchFamily="2" charset="-122"/>
              </a:rPr>
              <a:t>位都是</a:t>
            </a:r>
            <a:r>
              <a:rPr lang="en-US" altLang="zh-CN" baseline="0">
                <a:ea typeface="宋体" panose="02010600030101010101" pitchFamily="2" charset="-122"/>
              </a:rPr>
              <a:t>1</a:t>
            </a:r>
            <a:r>
              <a:rPr lang="zh-CN" altLang="en-US" baseline="0">
                <a:ea typeface="宋体" panose="02010600030101010101" pitchFamily="2" charset="-122"/>
              </a:rPr>
              <a:t>求得。</a:t>
            </a:r>
          </a:p>
        </p:txBody>
      </p:sp>
      <p:grpSp>
        <p:nvGrpSpPr>
          <p:cNvPr id="25613" name="Group 12">
            <a:extLst>
              <a:ext uri="{FF2B5EF4-FFF2-40B4-BE49-F238E27FC236}">
                <a16:creationId xmlns:a16="http://schemas.microsoft.com/office/drawing/2014/main" id="{50C76216-BA6C-9487-8811-AEE5AFE93A1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25614" name="Picture 13">
              <a:extLst>
                <a:ext uri="{FF2B5EF4-FFF2-40B4-BE49-F238E27FC236}">
                  <a16:creationId xmlns:a16="http://schemas.microsoft.com/office/drawing/2014/main" id="{DF1022AF-BB85-16E1-C2D6-94CB0415C6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615" name="Text Box 14">
              <a:extLst>
                <a:ext uri="{FF2B5EF4-FFF2-40B4-BE49-F238E27FC236}">
                  <a16:creationId xmlns:a16="http://schemas.microsoft.com/office/drawing/2014/main" id="{3A1CCE7F-7B8D-E332-4BA0-D11EB301B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2997D314-51CC-2530-2FAE-DF9FD814B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BA58DD1-2BC3-4C92-A6B5-BCC1C0D25E8C}" type="slidenum">
              <a:rPr lang="en-US" altLang="zh-CN" sz="2000" baseline="0">
                <a:solidFill>
                  <a:schemeClr val="bg2"/>
                </a:solidFill>
              </a:rPr>
              <a:pPr/>
              <a:t>24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17862D4-3470-6DD3-DB68-3D5591C4E2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BD98801-B684-7D6F-FEDE-0B3119F1E9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097737C4-8084-9375-DBA2-70558E570A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5DB1CBD1-6A1A-ED7D-C612-5933BE351CF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6B12FC4C-C355-9C28-5ECE-EA71522EC2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838B59BF-F966-B54A-8A4A-ACE7828285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5DA707F7-8F14-23C6-C5DC-E9B081351B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926394F5-99C7-4153-320B-20C4D8EDB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4362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求例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中的最后地址。</a:t>
            </a:r>
          </a:p>
          <a:p>
            <a:pPr algn="just"/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已知地址的二进制表示是</a:t>
            </a:r>
          </a:p>
          <a:p>
            <a:pPr algn="ctr"/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11001101    00010000    00100101    00100111</a:t>
            </a:r>
          </a:p>
          <a:p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如果置最右边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32-28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位都是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，则得到块的最后地址 </a:t>
            </a:r>
          </a:p>
          <a:p>
            <a:pPr algn="ctr"/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11001101 00010000 00100101 00101111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</a:p>
          <a:p>
            <a:pPr algn="ctr"/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205.16.37.47</a:t>
            </a:r>
          </a:p>
          <a:p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这个块的实际情况，如图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19.3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5" name="Text Box 10">
            <a:extLst>
              <a:ext uri="{FF2B5EF4-FFF2-40B4-BE49-F238E27FC236}">
                <a16:creationId xmlns:a16="http://schemas.microsoft.com/office/drawing/2014/main" id="{23F4E80B-A40D-C337-2A81-389316D7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0FB393CE-FE11-0C2A-8194-6B42135B9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AC55433C-560B-4D39-B0B8-FA213E40DF86}" type="slidenum">
              <a:rPr lang="en-US" altLang="zh-CN" sz="2000" baseline="0">
                <a:solidFill>
                  <a:schemeClr val="bg2"/>
                </a:solidFill>
              </a:rPr>
              <a:pPr/>
              <a:t>25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5A2B878-BA84-3F7D-BD26-B4705ED142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BDF9C90-023D-4535-FE3B-DBC295DD7D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8B976095-983E-5619-4FD2-54A527DC88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BD68DB50-4273-4843-0B00-56235FAF54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305F5122-5B63-A386-A637-233F38AF18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D810DAE8-DD72-C348-A6E9-B522F8565D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7" name="Rectangle 8">
            <a:extLst>
              <a:ext uri="{FF2B5EF4-FFF2-40B4-BE49-F238E27FC236}">
                <a16:creationId xmlns:a16="http://schemas.microsoft.com/office/drawing/2014/main" id="{6EEACA5A-F225-527C-2206-D26CEFF56C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8" name="Line 9">
            <a:extLst>
              <a:ext uri="{FF2B5EF4-FFF2-40B4-BE49-F238E27FC236}">
                <a16:creationId xmlns:a16="http://schemas.microsoft.com/office/drawing/2014/main" id="{A547C912-ABD0-8FEF-3E83-811693F90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Line 10">
            <a:extLst>
              <a:ext uri="{FF2B5EF4-FFF2-40B4-BE49-F238E27FC236}">
                <a16:creationId xmlns:a16="http://schemas.microsoft.com/office/drawing/2014/main" id="{135C1836-085F-88C4-C8A9-0C87E8C06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Rectangle 11">
            <a:extLst>
              <a:ext uri="{FF2B5EF4-FFF2-40B4-BE49-F238E27FC236}">
                <a16:creationId xmlns:a16="http://schemas.microsoft.com/office/drawing/2014/main" id="{C998D486-84E3-4FD3-E8D9-4E0EBA219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块中地址的个数可简单用公式</a:t>
            </a:r>
            <a:r>
              <a:rPr lang="en-US" altLang="zh-CN" baseline="0">
                <a:ea typeface="宋体" panose="02010600030101010101" pitchFamily="2" charset="-122"/>
              </a:rPr>
              <a:t>2</a:t>
            </a:r>
            <a:r>
              <a:rPr lang="en-US" altLang="zh-CN" baseline="30000">
                <a:ea typeface="宋体" panose="02010600030101010101" pitchFamily="2" charset="-122"/>
              </a:rPr>
              <a:t>32−n</a:t>
            </a:r>
            <a:r>
              <a:rPr lang="zh-CN" altLang="en-US" baseline="0">
                <a:ea typeface="宋体" panose="02010600030101010101" pitchFamily="2" charset="-122"/>
              </a:rPr>
              <a:t>求得</a:t>
            </a:r>
          </a:p>
        </p:txBody>
      </p:sp>
      <p:grpSp>
        <p:nvGrpSpPr>
          <p:cNvPr id="27661" name="Group 12">
            <a:extLst>
              <a:ext uri="{FF2B5EF4-FFF2-40B4-BE49-F238E27FC236}">
                <a16:creationId xmlns:a16="http://schemas.microsoft.com/office/drawing/2014/main" id="{98D324ED-8B99-BA85-1ED8-8E517C51E25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88963"/>
            <a:chOff x="1200" y="1234"/>
            <a:chExt cx="720" cy="371"/>
          </a:xfrm>
        </p:grpSpPr>
        <p:pic>
          <p:nvPicPr>
            <p:cNvPr id="27662" name="Picture 13">
              <a:extLst>
                <a:ext uri="{FF2B5EF4-FFF2-40B4-BE49-F238E27FC236}">
                  <a16:creationId xmlns:a16="http://schemas.microsoft.com/office/drawing/2014/main" id="{1666B790-15D3-0CC2-0CDB-948A4EC65F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663" name="Text Box 14">
              <a:extLst>
                <a:ext uri="{FF2B5EF4-FFF2-40B4-BE49-F238E27FC236}">
                  <a16:creationId xmlns:a16="http://schemas.microsoft.com/office/drawing/2014/main" id="{83E4A65B-66C2-280E-1595-AF07F1736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8CD32AB5-E266-6223-042E-AD900751B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E6F6457E-BEF5-4C20-908D-04B439C7E62A}" type="slidenum">
              <a:rPr lang="en-US" altLang="zh-CN" sz="2000" baseline="0">
                <a:solidFill>
                  <a:schemeClr val="bg2"/>
                </a:solidFill>
              </a:rPr>
              <a:pPr/>
              <a:t>26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959EB0D-769C-00FF-D155-30789107D8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E5A0A3F-9445-BFAB-F78D-5F66D47CDA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0889D074-D5D3-5A3D-1B31-0B7DA187DF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ED09DE60-C840-5E78-6A07-F4CFBA7F00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AAD4228F-27CB-A3ED-305D-D129EEEB96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0" name="Rectangle 7">
            <a:extLst>
              <a:ext uri="{FF2B5EF4-FFF2-40B4-BE49-F238E27FC236}">
                <a16:creationId xmlns:a16="http://schemas.microsoft.com/office/drawing/2014/main" id="{2A93DE22-0C41-6E1B-EBCF-4433F54D66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1" name="Rectangle 8">
            <a:extLst>
              <a:ext uri="{FF2B5EF4-FFF2-40B4-BE49-F238E27FC236}">
                <a16:creationId xmlns:a16="http://schemas.microsoft.com/office/drawing/2014/main" id="{81BECD22-DDD2-65AF-42BA-1941360273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2" name="Rectangle 9">
            <a:extLst>
              <a:ext uri="{FF2B5EF4-FFF2-40B4-BE49-F238E27FC236}">
                <a16:creationId xmlns:a16="http://schemas.microsoft.com/office/drawing/2014/main" id="{9BAF0000-5BB5-23D2-1739-59CD08C2E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求 例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中的地址个数</a:t>
            </a:r>
          </a:p>
        </p:txBody>
      </p:sp>
      <p:sp>
        <p:nvSpPr>
          <p:cNvPr id="28683" name="Text Box 10">
            <a:extLst>
              <a:ext uri="{FF2B5EF4-FFF2-40B4-BE49-F238E27FC236}">
                <a16:creationId xmlns:a16="http://schemas.microsoft.com/office/drawing/2014/main" id="{02B8505A-0BA6-96AD-9689-4BB55EC8D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19.8</a:t>
            </a:r>
          </a:p>
        </p:txBody>
      </p:sp>
      <p:sp>
        <p:nvSpPr>
          <p:cNvPr id="28684" name="Rectangle 11">
            <a:extLst>
              <a:ext uri="{FF2B5EF4-FFF2-40B4-BE49-F238E27FC236}">
                <a16:creationId xmlns:a16="http://schemas.microsoft.com/office/drawing/2014/main" id="{B1EF2BAA-7555-64C8-184B-8EC959B84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的值是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28,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这就是说地址个数是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32−28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C4086C34-FB07-CFC8-589E-A4696106D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87AF94CA-1EB2-4EB4-A375-972558C7D1ED}" type="slidenum">
              <a:rPr lang="en-US" altLang="zh-CN" sz="2000" baseline="0">
                <a:solidFill>
                  <a:schemeClr val="bg2"/>
                </a:solidFill>
              </a:rPr>
              <a:pPr/>
              <a:t>27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82D701E-C07A-C19A-CB92-C1BE2C604A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75CBCDB7-4B40-7DDB-8820-720CB3BA6E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B81B4E7F-9469-A761-932D-FD96F4535A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9A14E5D6-5AAC-5CA2-799A-2D25C9B346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BCD8B4BE-6E2F-3E65-99A0-83E5D82E73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B10A9CA8-6A6D-B7CA-468F-ED17023C57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0159BE3E-E296-BBEB-FA2B-27066BB192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Rectangle 9">
            <a:extLst>
              <a:ext uri="{FF2B5EF4-FFF2-40B4-BE49-F238E27FC236}">
                <a16:creationId xmlns:a16="http://schemas.microsoft.com/office/drawing/2014/main" id="{6F938C93-2A78-89F9-7A4A-57F3CC7B8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686800" cy="478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求起始地址、最后地址和地址个数的另一种方法是用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位二进制（或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位十六进制） 数的掩码表示。当我们编制一个程序去求这些信息时，这特别有用。在例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19.5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中，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/28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可表示为</a:t>
            </a:r>
          </a:p>
          <a:p>
            <a:pPr algn="ctr"/>
            <a:r>
              <a:rPr lang="en-US" altLang="zh-CN" sz="2800" i="1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11111111  11111111  11111111  11110000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/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(28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0). </a:t>
            </a:r>
          </a:p>
          <a:p>
            <a:pPr algn="just"/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起始地址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最后地址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地址个数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9707" name="Text Box 10">
            <a:extLst>
              <a:ext uri="{FF2B5EF4-FFF2-40B4-BE49-F238E27FC236}">
                <a16:creationId xmlns:a16="http://schemas.microsoft.com/office/drawing/2014/main" id="{E75D1F2B-BA00-7C35-D044-750F8CC14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CB2861BE-8727-22DA-5ED1-ED143F521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9835A0E1-19DF-4351-9C54-6E750BB5B6AF}" type="slidenum">
              <a:rPr lang="en-US" altLang="zh-CN" sz="2000" baseline="0">
                <a:solidFill>
                  <a:schemeClr val="bg2"/>
                </a:solidFill>
              </a:rPr>
              <a:pPr/>
              <a:t>28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DFBE8AB-9932-E8AD-806E-9CC66C04ED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7A9BC28-E806-4299-578E-FE0ED4A2217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541E8BCA-C509-D539-8A41-03E6632153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3DEC9131-8947-7B4A-2A86-7310D2A607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4714E560-3016-8EDF-1211-BEE59F1B50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7F9DB805-1718-EE2C-2B1B-D8FA1ADFC8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9" name="Rectangle 8">
            <a:extLst>
              <a:ext uri="{FF2B5EF4-FFF2-40B4-BE49-F238E27FC236}">
                <a16:creationId xmlns:a16="http://schemas.microsoft.com/office/drawing/2014/main" id="{131D3997-D76B-AEF6-078A-169ECA6A11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30" name="Rectangle 9">
            <a:extLst>
              <a:ext uri="{FF2B5EF4-FFF2-40B4-BE49-F238E27FC236}">
                <a16:creationId xmlns:a16="http://schemas.microsoft.com/office/drawing/2014/main" id="{47A63B18-53B9-D4B9-9724-66DF843E4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起始地址可用给定地址与掩码进行与运算求得，这里与运算是对应位逐位与操作，如果两位都是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，则与操作结果为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，否则为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0.</a:t>
            </a:r>
          </a:p>
        </p:txBody>
      </p:sp>
      <p:sp>
        <p:nvSpPr>
          <p:cNvPr id="30731" name="Text Box 10">
            <a:extLst>
              <a:ext uri="{FF2B5EF4-FFF2-40B4-BE49-F238E27FC236}">
                <a16:creationId xmlns:a16="http://schemas.microsoft.com/office/drawing/2014/main" id="{B6365775-3B83-9F0A-19E0-50485E62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19.9 (</a:t>
            </a:r>
            <a:r>
              <a:rPr lang="zh-CN" altLang="en-US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30732" name="Picture 12">
            <a:extLst>
              <a:ext uri="{FF2B5EF4-FFF2-40B4-BE49-F238E27FC236}">
                <a16:creationId xmlns:a16="http://schemas.microsoft.com/office/drawing/2014/main" id="{AC4EDF36-0A37-1A96-1A50-70E380D9C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8034338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E883CFA8-317A-7036-C3BA-F800418BD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453A2EA-463B-449A-A731-3BAC661D57DB}" type="slidenum">
              <a:rPr lang="en-US" altLang="zh-CN" sz="2000" baseline="0">
                <a:solidFill>
                  <a:schemeClr val="bg2"/>
                </a:solidFill>
              </a:rPr>
              <a:pPr/>
              <a:t>29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CD08FEF-05C0-A063-0515-727359EDF0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99F0BDE-8D8D-BB75-10F0-1412D70545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C1F2E110-99C6-0CF4-0400-F0BAE05295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CCD357FF-159A-741A-839A-08421E0956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1402692B-E380-ED17-DD3D-F65938ECCA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D7AB2DE7-E7F9-48E2-231C-B292F8711B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Rectangle 8">
            <a:extLst>
              <a:ext uri="{FF2B5EF4-FFF2-40B4-BE49-F238E27FC236}">
                <a16:creationId xmlns:a16="http://schemas.microsoft.com/office/drawing/2014/main" id="{718B0891-60BF-3C49-D93C-0C21D4A37D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4" name="Rectangle 9">
            <a:extLst>
              <a:ext uri="{FF2B5EF4-FFF2-40B4-BE49-F238E27FC236}">
                <a16:creationId xmlns:a16="http://schemas.microsoft.com/office/drawing/2014/main" id="{4B74EF75-E65A-EF1E-7828-7ABED6DA7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最后地址可用给定地址与掩码的反码进行或运算求得，这里或运算是对应位逐位或操作，如果两位都是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，则或操作结果为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，否则为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</a:p>
        </p:txBody>
      </p:sp>
      <p:sp>
        <p:nvSpPr>
          <p:cNvPr id="31755" name="Text Box 10">
            <a:extLst>
              <a:ext uri="{FF2B5EF4-FFF2-40B4-BE49-F238E27FC236}">
                <a16:creationId xmlns:a16="http://schemas.microsoft.com/office/drawing/2014/main" id="{30F2A5AF-C86B-A379-C27D-753481A72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19.9 (</a:t>
            </a:r>
            <a:r>
              <a:rPr lang="zh-CN" altLang="en-US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31756" name="Picture 12">
            <a:extLst>
              <a:ext uri="{FF2B5EF4-FFF2-40B4-BE49-F238E27FC236}">
                <a16:creationId xmlns:a16="http://schemas.microsoft.com/office/drawing/2014/main" id="{285187B6-7046-4842-2BC9-15A9B92C6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05200"/>
            <a:ext cx="8702675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641D5D9A-3420-6E7B-F3D4-C3DC6042F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44150B5D-9882-45CD-8BE0-E00BB98C65CB}" type="slidenum">
              <a:rPr lang="en-US" altLang="zh-CN" sz="2000" baseline="0">
                <a:solidFill>
                  <a:schemeClr val="bg2"/>
                </a:solidFill>
              </a:rPr>
              <a:pPr/>
              <a:t>30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5F6AF8E-9CC5-BF87-1C16-05F84EEC77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E6C70F0-8DB7-8D02-E082-82F0BA6674D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FD8D7184-82B2-323D-52FC-775D277C7B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9F03C577-4169-5FDC-9878-12F90F5409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5CC7B163-A4D5-7260-210C-E0D8A79455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09C406B6-9625-9E55-61F3-DAE6A25912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18CCDB73-DFAB-5070-B7C4-A2FE3CE4F9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Rectangle 9">
            <a:extLst>
              <a:ext uri="{FF2B5EF4-FFF2-40B4-BE49-F238E27FC236}">
                <a16:creationId xmlns:a16="http://schemas.microsoft.com/office/drawing/2014/main" id="{F2E5E9B5-7130-4C35-8C37-B58DB23A7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地址的个数可由掩码求反，它的十进制数加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求得。</a:t>
            </a:r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9" name="Text Box 10">
            <a:extLst>
              <a:ext uri="{FF2B5EF4-FFF2-40B4-BE49-F238E27FC236}">
                <a16:creationId xmlns:a16="http://schemas.microsoft.com/office/drawing/2014/main" id="{80DDAADD-4EDB-429F-380A-883D7B51C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26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19.9 (</a:t>
            </a:r>
            <a:r>
              <a:rPr lang="zh-CN" altLang="en-US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32780" name="Picture 12">
            <a:extLst>
              <a:ext uri="{FF2B5EF4-FFF2-40B4-BE49-F238E27FC236}">
                <a16:creationId xmlns:a16="http://schemas.microsoft.com/office/drawing/2014/main" id="{E1E2C9A2-4255-96B7-CDA2-E5D555404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8491538" cy="815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2304539A-75C8-A0DF-0C16-D6B35B137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2B5A3034-51B0-4B9D-95E5-74C5E974A313}" type="slidenum">
              <a:rPr lang="en-US" altLang="zh-CN" sz="2000" baseline="0">
                <a:solidFill>
                  <a:schemeClr val="bg2"/>
                </a:solidFill>
              </a:rPr>
              <a:pPr/>
              <a:t>31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3795" name="Line 2">
            <a:extLst>
              <a:ext uri="{FF2B5EF4-FFF2-40B4-BE49-F238E27FC236}">
                <a16:creationId xmlns:a16="http://schemas.microsoft.com/office/drawing/2014/main" id="{B48C78FE-B4F2-CB44-C98E-B1BC75EC9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3B1B11CA-AE6B-9870-BCBA-5590BE1C1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710F886D-C990-D95A-FA9D-A176EE91C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380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19.3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分配给一个小型组织机构的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个地址的块</a:t>
            </a: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id="{16CEE344-8FCB-6A33-317D-D34ABE4DB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799" name="Picture 7">
            <a:extLst>
              <a:ext uri="{FF2B5EF4-FFF2-40B4-BE49-F238E27FC236}">
                <a16:creationId xmlns:a16="http://schemas.microsoft.com/office/drawing/2014/main" id="{FB84359B-0C07-6714-54B4-9CE82A11A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0"/>
            <a:ext cx="8016875" cy="227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9D984B59-D56D-85BF-301C-2FEBA13F5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409054A6-1CC8-4777-BA43-B780B64CB3A7}" type="slidenum">
              <a:rPr lang="en-US" altLang="zh-CN" sz="2000" baseline="0">
                <a:solidFill>
                  <a:schemeClr val="bg2"/>
                </a:solidFill>
              </a:rPr>
              <a:pPr/>
              <a:t>32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2CB338E-6A64-4025-13FA-5EABBC95CD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8B17AEE7-97B6-6DC2-A077-BE72E50425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71C06BD1-7448-637F-9AFD-6AA3659D13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0AEDE620-A5B3-DA4C-3C72-8B146FD86A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C73CDA66-FCBE-68E0-0E5F-21EFB33FC3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01DC94CB-844D-CF1C-0719-F5095FA3B7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64F22CFA-6FDD-0E01-96A4-82756ADEB0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6" name="Line 9">
            <a:extLst>
              <a:ext uri="{FF2B5EF4-FFF2-40B4-BE49-F238E27FC236}">
                <a16:creationId xmlns:a16="http://schemas.microsoft.com/office/drawing/2014/main" id="{20B98810-48F1-C27F-EF2F-343823A65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Line 10">
            <a:extLst>
              <a:ext uri="{FF2B5EF4-FFF2-40B4-BE49-F238E27FC236}">
                <a16:creationId xmlns:a16="http://schemas.microsoft.com/office/drawing/2014/main" id="{A5B6681C-DE05-B03A-D98C-D619A1767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Rectangle 11">
            <a:extLst>
              <a:ext uri="{FF2B5EF4-FFF2-40B4-BE49-F238E27FC236}">
                <a16:creationId xmlns:a16="http://schemas.microsoft.com/office/drawing/2014/main" id="{BF419D37-219E-8686-A630-4D1406C61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246438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块中的起始地址通常不分配给任何设备；它用做向世界上其他部分表示该组织的网络地址。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4829" name="Group 12">
            <a:extLst>
              <a:ext uri="{FF2B5EF4-FFF2-40B4-BE49-F238E27FC236}">
                <a16:creationId xmlns:a16="http://schemas.microsoft.com/office/drawing/2014/main" id="{60C38DB6-FA7E-5D16-EC51-09CC9CD808C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34830" name="Picture 13">
              <a:extLst>
                <a:ext uri="{FF2B5EF4-FFF2-40B4-BE49-F238E27FC236}">
                  <a16:creationId xmlns:a16="http://schemas.microsoft.com/office/drawing/2014/main" id="{58D09211-1D83-841B-6446-348A705370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831" name="Text Box 14">
              <a:extLst>
                <a:ext uri="{FF2B5EF4-FFF2-40B4-BE49-F238E27FC236}">
                  <a16:creationId xmlns:a16="http://schemas.microsoft.com/office/drawing/2014/main" id="{9B0EE912-128E-7E12-0ED2-CED060F77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44C475E0-7529-F815-5B94-D5D53DA0D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C3B86D04-D77A-4987-BB26-1FBFBC031834}" type="slidenum">
              <a:rPr lang="en-US" altLang="zh-CN" sz="2000" baseline="0">
                <a:solidFill>
                  <a:schemeClr val="bg2"/>
                </a:solidFill>
              </a:rPr>
              <a:pPr/>
              <a:t>33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5843" name="Line 2">
            <a:extLst>
              <a:ext uri="{FF2B5EF4-FFF2-40B4-BE49-F238E27FC236}">
                <a16:creationId xmlns:a16="http://schemas.microsoft.com/office/drawing/2014/main" id="{3DEEEBFF-0DA7-5C20-3063-E16E28986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3732AB0E-78F5-5C62-3480-01CFBE641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E947DA3F-6145-6CD5-E87D-F5761A124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34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19.5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北美电话网络层次结构</a:t>
            </a: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D0D31747-D145-B0AA-230F-A4607369D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5847" name="Picture 6">
            <a:extLst>
              <a:ext uri="{FF2B5EF4-FFF2-40B4-BE49-F238E27FC236}">
                <a16:creationId xmlns:a16="http://schemas.microsoft.com/office/drawing/2014/main" id="{899ACCE7-171B-5245-16AF-0768A8E9A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2006600"/>
            <a:ext cx="5400675" cy="284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6C82192F-804D-287A-CF77-F80501F29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78433D22-925E-43FE-9CFC-7EF19CBEE459}" type="slidenum">
              <a:rPr lang="en-US" altLang="zh-CN" sz="2000" baseline="0">
                <a:solidFill>
                  <a:schemeClr val="bg2"/>
                </a:solidFill>
              </a:rPr>
              <a:pPr/>
              <a:t>34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6867" name="Line 2">
            <a:extLst>
              <a:ext uri="{FF2B5EF4-FFF2-40B4-BE49-F238E27FC236}">
                <a16:creationId xmlns:a16="http://schemas.microsoft.com/office/drawing/2014/main" id="{6919EB91-9D07-3842-7A1E-CC6D60C50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Line 3">
            <a:extLst>
              <a:ext uri="{FF2B5EF4-FFF2-40B4-BE49-F238E27FC236}">
                <a16:creationId xmlns:a16="http://schemas.microsoft.com/office/drawing/2014/main" id="{D0C99E51-B12E-B9BB-AFE5-76C4AE63B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320020BF-EA33-B805-1A54-3F489176D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87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19.6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地址中二级层次结构</a:t>
            </a:r>
          </a:p>
        </p:txBody>
      </p:sp>
      <p:sp>
        <p:nvSpPr>
          <p:cNvPr id="36870" name="Line 5">
            <a:extLst>
              <a:ext uri="{FF2B5EF4-FFF2-40B4-BE49-F238E27FC236}">
                <a16:creationId xmlns:a16="http://schemas.microsoft.com/office/drawing/2014/main" id="{4690BCE9-1E26-55FA-6942-00A9359E6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6871" name="Picture 6">
            <a:extLst>
              <a:ext uri="{FF2B5EF4-FFF2-40B4-BE49-F238E27FC236}">
                <a16:creationId xmlns:a16="http://schemas.microsoft.com/office/drawing/2014/main" id="{9C687858-5A04-7CCB-CA00-849C1F5C2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8" y="2470150"/>
            <a:ext cx="68040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E79913FE-34B4-55A3-4EF2-3435CD303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E1D0E1AB-4FC5-45CD-A22F-B288A7D6DED9}" type="slidenum">
              <a:rPr lang="en-US" altLang="zh-CN" sz="2000" baseline="0">
                <a:solidFill>
                  <a:schemeClr val="bg2"/>
                </a:solidFill>
              </a:rPr>
              <a:pPr/>
              <a:t>35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8D8B791-6B48-28B6-8CCB-4049B98BC0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9F99D04-8440-AF67-C268-FD332D6437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CE303D04-A7B2-2BCE-8E3C-3DE59BEA4A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C82F8094-A498-73B3-AA0D-00B589FCD9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1F0FCB6F-9C13-A9F0-BF92-190AEF36CF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52D16BC8-CAC7-3427-FEEE-DE26CD1CE6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Rectangle 8">
            <a:extLst>
              <a:ext uri="{FF2B5EF4-FFF2-40B4-BE49-F238E27FC236}">
                <a16:creationId xmlns:a16="http://schemas.microsoft.com/office/drawing/2014/main" id="{7A807EC2-F6DD-4C8E-6C87-6A9F900992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Line 9">
            <a:extLst>
              <a:ext uri="{FF2B5EF4-FFF2-40B4-BE49-F238E27FC236}">
                <a16:creationId xmlns:a16="http://schemas.microsoft.com/office/drawing/2014/main" id="{B095D2CE-5F05-E033-05F6-756DA1722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13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9" name="Line 10">
            <a:extLst>
              <a:ext uri="{FF2B5EF4-FFF2-40B4-BE49-F238E27FC236}">
                <a16:creationId xmlns:a16="http://schemas.microsoft.com/office/drawing/2014/main" id="{E5860F65-F510-D43D-AB36-84216AACF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791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Rectangle 11">
            <a:extLst>
              <a:ext uri="{FF2B5EF4-FFF2-40B4-BE49-F238E27FC236}">
                <a16:creationId xmlns:a16="http://schemas.microsoft.com/office/drawing/2014/main" id="{9C48B125-F1D9-8FE3-9596-338CB655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94038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块中的每一个地址可看作二级层次结构：最左的</a:t>
            </a:r>
            <a:r>
              <a:rPr lang="en-US" altLang="zh-CN" baseline="0">
                <a:ea typeface="宋体" panose="02010600030101010101" pitchFamily="2" charset="-122"/>
              </a:rPr>
              <a:t>n</a:t>
            </a:r>
            <a:r>
              <a:rPr lang="zh-CN" altLang="en-US" baseline="0">
                <a:ea typeface="宋体" panose="02010600030101010101" pitchFamily="2" charset="-122"/>
              </a:rPr>
              <a:t>位（前缀）定义网络，最右的</a:t>
            </a:r>
            <a:r>
              <a:rPr lang="en-US" altLang="zh-CN" baseline="0">
                <a:ea typeface="宋体" panose="02010600030101010101" pitchFamily="2" charset="-122"/>
              </a:rPr>
              <a:t>32-n</a:t>
            </a:r>
            <a:r>
              <a:rPr lang="zh-CN" altLang="en-US" baseline="0">
                <a:ea typeface="宋体" panose="02010600030101010101" pitchFamily="2" charset="-122"/>
              </a:rPr>
              <a:t>位定义主机。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7901" name="Group 12">
            <a:extLst>
              <a:ext uri="{FF2B5EF4-FFF2-40B4-BE49-F238E27FC236}">
                <a16:creationId xmlns:a16="http://schemas.microsoft.com/office/drawing/2014/main" id="{7CC03BF0-A8A3-1553-70FA-3F7FE33353F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425575"/>
            <a:ext cx="1143000" cy="588963"/>
            <a:chOff x="1200" y="1234"/>
            <a:chExt cx="720" cy="371"/>
          </a:xfrm>
        </p:grpSpPr>
        <p:pic>
          <p:nvPicPr>
            <p:cNvPr id="37902" name="Picture 13">
              <a:extLst>
                <a:ext uri="{FF2B5EF4-FFF2-40B4-BE49-F238E27FC236}">
                  <a16:creationId xmlns:a16="http://schemas.microsoft.com/office/drawing/2014/main" id="{13817501-D62C-C03C-4C40-D7A9F644A7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03" name="Text Box 14">
              <a:extLst>
                <a:ext uri="{FF2B5EF4-FFF2-40B4-BE49-F238E27FC236}">
                  <a16:creationId xmlns:a16="http://schemas.microsoft.com/office/drawing/2014/main" id="{14DD2AA4-DD9B-5C7F-8949-B24E3CA92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4D2B94F6-17D2-B7BC-C084-01A37CD66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979682D2-4DCB-418C-B08F-72F61A3CF825}" type="slidenum">
              <a:rPr lang="en-US" altLang="zh-CN" sz="2000" baseline="0">
                <a:solidFill>
                  <a:schemeClr val="bg2"/>
                </a:solidFill>
              </a:rPr>
              <a:pPr/>
              <a:t>36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8915" name="Line 2">
            <a:extLst>
              <a:ext uri="{FF2B5EF4-FFF2-40B4-BE49-F238E27FC236}">
                <a16:creationId xmlns:a16="http://schemas.microsoft.com/office/drawing/2014/main" id="{408E1B56-0AEC-BD45-D5AF-648AAC403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C6401096-8AAD-2225-91CE-6D714145E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F92C3708-4C4D-FE68-4F47-5B6B53358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36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19.7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一个子网化网络中的配置和地址</a:t>
            </a:r>
          </a:p>
        </p:txBody>
      </p:sp>
      <p:sp>
        <p:nvSpPr>
          <p:cNvPr id="38918" name="Line 5">
            <a:extLst>
              <a:ext uri="{FF2B5EF4-FFF2-40B4-BE49-F238E27FC236}">
                <a16:creationId xmlns:a16="http://schemas.microsoft.com/office/drawing/2014/main" id="{D7F71D30-0EE0-2B0A-4562-856BB8206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919" name="Picture 6">
            <a:extLst>
              <a:ext uri="{FF2B5EF4-FFF2-40B4-BE49-F238E27FC236}">
                <a16:creationId xmlns:a16="http://schemas.microsoft.com/office/drawing/2014/main" id="{E2233DD1-224D-7241-2708-4CB89FEB2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06538"/>
            <a:ext cx="5438775" cy="451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60500D93-E917-9C73-E363-CB2B1BBF2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D1E17D8-380A-453B-80AE-BACF31A26990}" type="slidenum">
              <a:rPr lang="en-US" altLang="zh-CN" sz="2000" baseline="0">
                <a:solidFill>
                  <a:schemeClr val="bg2"/>
                </a:solidFill>
              </a:rPr>
              <a:pPr/>
              <a:t>37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9939" name="Line 2">
            <a:extLst>
              <a:ext uri="{FF2B5EF4-FFF2-40B4-BE49-F238E27FC236}">
                <a16:creationId xmlns:a16="http://schemas.microsoft.com/office/drawing/2014/main" id="{C3A87AB2-1918-3133-FD21-80D7E42AA3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Line 3">
            <a:extLst>
              <a:ext uri="{FF2B5EF4-FFF2-40B4-BE49-F238E27FC236}">
                <a16:creationId xmlns:a16="http://schemas.microsoft.com/office/drawing/2014/main" id="{8D2631D8-370A-1BFA-E363-6431401A9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AC4D8645-482A-FF89-D98F-BB12060B6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07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19.8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中三级层次结构</a:t>
            </a:r>
          </a:p>
        </p:txBody>
      </p:sp>
      <p:sp>
        <p:nvSpPr>
          <p:cNvPr id="39942" name="Line 5">
            <a:extLst>
              <a:ext uri="{FF2B5EF4-FFF2-40B4-BE49-F238E27FC236}">
                <a16:creationId xmlns:a16="http://schemas.microsoft.com/office/drawing/2014/main" id="{9290059A-383E-C6BD-B4C5-84CF94E03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9943" name="Picture 6">
            <a:extLst>
              <a:ext uri="{FF2B5EF4-FFF2-40B4-BE49-F238E27FC236}">
                <a16:creationId xmlns:a16="http://schemas.microsoft.com/office/drawing/2014/main" id="{79BADE88-09F7-989A-9E7F-2D4205BEB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600325"/>
            <a:ext cx="8299450" cy="167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BEB5E5C8-B5BB-E18E-222E-3C8E8492F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CB152B47-427A-4103-B9DD-B6F70958FD5E}" type="slidenum">
              <a:rPr lang="en-US" altLang="zh-CN" sz="2000" baseline="0">
                <a:solidFill>
                  <a:schemeClr val="bg2"/>
                </a:solidFill>
              </a:rPr>
              <a:pPr/>
              <a:t>38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2A91EBA-7D39-9D60-5519-575E8B9633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40CE908-175D-D104-A612-6E2C52A4E1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Rectangle 4">
            <a:extLst>
              <a:ext uri="{FF2B5EF4-FFF2-40B4-BE49-F238E27FC236}">
                <a16:creationId xmlns:a16="http://schemas.microsoft.com/office/drawing/2014/main" id="{74CAC427-0C2A-1CE8-1ADA-F15E1A5E4C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Rectangle 5">
            <a:extLst>
              <a:ext uri="{FF2B5EF4-FFF2-40B4-BE49-F238E27FC236}">
                <a16:creationId xmlns:a16="http://schemas.microsoft.com/office/drawing/2014/main" id="{2B9C9F10-E009-C1F2-DCF8-04C41C59C4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D59D6B6F-D53D-D8AB-7754-BD8195B2AD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Rectangle 7">
            <a:extLst>
              <a:ext uri="{FF2B5EF4-FFF2-40B4-BE49-F238E27FC236}">
                <a16:creationId xmlns:a16="http://schemas.microsoft.com/office/drawing/2014/main" id="{55AE0E9B-AD26-436E-77C3-C97398F01A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Rectangle 8">
            <a:extLst>
              <a:ext uri="{FF2B5EF4-FFF2-40B4-BE49-F238E27FC236}">
                <a16:creationId xmlns:a16="http://schemas.microsoft.com/office/drawing/2014/main" id="{F7965B05-0966-3105-2BA5-3925CA2D16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0" name="Rectangle 9">
            <a:extLst>
              <a:ext uri="{FF2B5EF4-FFF2-40B4-BE49-F238E27FC236}">
                <a16:creationId xmlns:a16="http://schemas.microsoft.com/office/drawing/2014/main" id="{82551269-F81C-29B8-2141-18D814B6F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给一个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ISP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分配了起始地址为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190.100.0.0/16 (65,536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的地址块。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需要按如下给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组客户分发这些地址： 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第一组有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个客户，每个需要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256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个地址；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第二组有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个客户，每个需要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个地址；</a:t>
            </a:r>
          </a:p>
          <a:p>
            <a:pPr algn="just"/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第三组有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个客户，每个需要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个地址。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设计这些子块，并求出分配后还有多少可用的地址？</a:t>
            </a:r>
          </a:p>
        </p:txBody>
      </p:sp>
      <p:sp>
        <p:nvSpPr>
          <p:cNvPr id="40971" name="Text Box 10">
            <a:extLst>
              <a:ext uri="{FF2B5EF4-FFF2-40B4-BE49-F238E27FC236}">
                <a16:creationId xmlns:a16="http://schemas.microsoft.com/office/drawing/2014/main" id="{CA713643-13C9-E45A-5FD1-6190CEAAD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19.10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5CC04868-D1C1-FC3E-A779-52728E3BF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41499371-3682-4646-9116-43353FF806BA}" type="slidenum">
              <a:rPr lang="en-US" altLang="zh-CN" sz="2000" baseline="0">
                <a:solidFill>
                  <a:schemeClr val="bg2"/>
                </a:solidFill>
              </a:rPr>
              <a:pPr/>
              <a:t>39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0C335DC-321C-7FEE-FB0B-7C6E461E2C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5DDA49E-9B36-F576-2DFA-9E4895FED1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5637D8B3-A20F-B922-506F-CBAA526440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C8750435-611C-60A9-D0AF-FC4C5E2A4A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1" name="Rectangle 6">
            <a:extLst>
              <a:ext uri="{FF2B5EF4-FFF2-40B4-BE49-F238E27FC236}">
                <a16:creationId xmlns:a16="http://schemas.microsoft.com/office/drawing/2014/main" id="{6AEACA5B-8091-AF76-B732-3D4A5F8AAE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C9BFA4ED-683A-365D-87BF-6712330565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3" name="Rectangle 8">
            <a:extLst>
              <a:ext uri="{FF2B5EF4-FFF2-40B4-BE49-F238E27FC236}">
                <a16:creationId xmlns:a16="http://schemas.microsoft.com/office/drawing/2014/main" id="{95E02674-660D-D9E9-15DE-85E664A7F9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4" name="Rectangle 9">
            <a:extLst>
              <a:ext uri="{FF2B5EF4-FFF2-40B4-BE49-F238E27FC236}">
                <a16:creationId xmlns:a16="http://schemas.microsoft.com/office/drawing/2014/main" id="{374E2A32-14C1-6C62-6C3D-E5037C882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19.9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表示了该情况。</a:t>
            </a:r>
          </a:p>
        </p:txBody>
      </p:sp>
      <p:sp>
        <p:nvSpPr>
          <p:cNvPr id="41995" name="Text Box 10">
            <a:extLst>
              <a:ext uri="{FF2B5EF4-FFF2-40B4-BE49-F238E27FC236}">
                <a16:creationId xmlns:a16="http://schemas.microsoft.com/office/drawing/2014/main" id="{AAC3D7F8-8980-583E-4087-EAE93B17E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468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19.10 (</a:t>
            </a:r>
            <a:r>
              <a:rPr lang="zh-CN" altLang="en-US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1996" name="Rectangle 12">
            <a:extLst>
              <a:ext uri="{FF2B5EF4-FFF2-40B4-BE49-F238E27FC236}">
                <a16:creationId xmlns:a16="http://schemas.microsoft.com/office/drawing/2014/main" id="{4C6CC245-F73C-C237-AC5D-887C09E97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098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</a:t>
            </a:r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对于这组，每个客户需要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256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个地址，就是说需要用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(log2 256)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定义每一台主机，那么前缀的长度是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32 − 8 = 24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。地址是</a:t>
            </a:r>
          </a:p>
        </p:txBody>
      </p:sp>
      <p:pic>
        <p:nvPicPr>
          <p:cNvPr id="41997" name="Picture 13">
            <a:extLst>
              <a:ext uri="{FF2B5EF4-FFF2-40B4-BE49-F238E27FC236}">
                <a16:creationId xmlns:a16="http://schemas.microsoft.com/office/drawing/2014/main" id="{23169ADE-26FC-F704-0DC0-065F132BD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343400"/>
            <a:ext cx="6902450" cy="187166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E360E055-D0B9-DADD-0E13-92C129E17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1A4F72B6-0600-4FE7-86FC-3F5AE832AA80}" type="slidenum">
              <a:rPr lang="en-US" altLang="zh-CN" sz="2000" baseline="0">
                <a:solidFill>
                  <a:schemeClr val="bg2"/>
                </a:solidFill>
              </a:rPr>
              <a:pPr/>
              <a:t>40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6348EC2-0402-C542-970D-5CBB42307E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A39DF15-3C44-F1A9-2BC5-DB91756B37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7530411D-1C41-EE30-9FF0-D67CBB9086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4" name="Rectangle 5">
            <a:extLst>
              <a:ext uri="{FF2B5EF4-FFF2-40B4-BE49-F238E27FC236}">
                <a16:creationId xmlns:a16="http://schemas.microsoft.com/office/drawing/2014/main" id="{3F1EB625-2C0B-5FEC-D46C-4DBDF92419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5" name="Rectangle 6">
            <a:extLst>
              <a:ext uri="{FF2B5EF4-FFF2-40B4-BE49-F238E27FC236}">
                <a16:creationId xmlns:a16="http://schemas.microsoft.com/office/drawing/2014/main" id="{5380D216-C521-90A9-2481-460920C450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6" name="Rectangle 7">
            <a:extLst>
              <a:ext uri="{FF2B5EF4-FFF2-40B4-BE49-F238E27FC236}">
                <a16:creationId xmlns:a16="http://schemas.microsoft.com/office/drawing/2014/main" id="{AF479BC7-319F-78E3-AA33-5D475B0B1E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7" name="Rectangle 8">
            <a:extLst>
              <a:ext uri="{FF2B5EF4-FFF2-40B4-BE49-F238E27FC236}">
                <a16:creationId xmlns:a16="http://schemas.microsoft.com/office/drawing/2014/main" id="{F86D47C0-662F-F8DD-D770-E46CBAEA45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B09E400A-2BEB-026D-8EE3-22093BD43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468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19.10 (</a:t>
            </a:r>
            <a:r>
              <a:rPr lang="zh-CN" altLang="en-US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3019" name="Rectangle 11">
            <a:extLst>
              <a:ext uri="{FF2B5EF4-FFF2-40B4-BE49-F238E27FC236}">
                <a16:creationId xmlns:a16="http://schemas.microsoft.com/office/drawing/2014/main" id="{BAE8E5A7-D187-EC2F-487D-7FA439F74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954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</a:t>
            </a:r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对于这组，每个客户需要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个地址，就是说需要用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(log2 128)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定义每一台主机，那么前缀的长度是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32 − 7 = 25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。地址是</a:t>
            </a:r>
          </a:p>
        </p:txBody>
      </p:sp>
      <p:pic>
        <p:nvPicPr>
          <p:cNvPr id="43020" name="Picture 13">
            <a:extLst>
              <a:ext uri="{FF2B5EF4-FFF2-40B4-BE49-F238E27FC236}">
                <a16:creationId xmlns:a16="http://schemas.microsoft.com/office/drawing/2014/main" id="{26390E00-6C53-EA0F-2C30-E0E36A12F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3730625"/>
            <a:ext cx="6723063" cy="19081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9BED3250-318C-FDA5-CE09-DB157E37AC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04953E8A-8630-4F2F-B7F8-A5695D5D06D9}" type="slidenum">
              <a:rPr lang="en-US" altLang="zh-CN" sz="2000" baseline="0">
                <a:solidFill>
                  <a:schemeClr val="bg2"/>
                </a:solidFill>
              </a:rPr>
              <a:pPr/>
              <a:t>41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3F80FCA-D0C3-877A-E272-62A3A1FA51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766F580-B8B4-3E19-B3A9-C729EA0D0F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DD5EB762-76C5-CDEE-9BD5-C1DD7C07F7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67005B81-F698-0AC4-17F1-A87DEE01BF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9202DA15-4E9E-449F-3338-7A9B7BBCA2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31AAB645-CE89-DF66-C25A-847CCDFE04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65EE8FAB-DCC6-24E5-76DC-71EDF2FE90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2" name="Text Box 9">
            <a:extLst>
              <a:ext uri="{FF2B5EF4-FFF2-40B4-BE49-F238E27FC236}">
                <a16:creationId xmlns:a16="http://schemas.microsoft.com/office/drawing/2014/main" id="{CA6322DD-D7EB-42FF-8406-F008323C3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468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19.10 (</a:t>
            </a:r>
            <a:r>
              <a:rPr lang="zh-CN" altLang="en-US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</a:t>
            </a:r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4043" name="Rectangle 10">
            <a:extLst>
              <a:ext uri="{FF2B5EF4-FFF2-40B4-BE49-F238E27FC236}">
                <a16:creationId xmlns:a16="http://schemas.microsoft.com/office/drawing/2014/main" id="{A20213B0-85A0-AA20-D241-4865C46CA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</a:t>
            </a:r>
            <a:r>
              <a: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对于这组，每个客户需要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个地址，就是说需要用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位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(log</a:t>
            </a:r>
            <a:r>
              <a:rPr lang="en-US" altLang="zh-CN" sz="2800" i="1" baseline="-16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64)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定义每一台主机，那么前缀的长度是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32-6=26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。地址是</a:t>
            </a:r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4044" name="Picture 12">
            <a:extLst>
              <a:ext uri="{FF2B5EF4-FFF2-40B4-BE49-F238E27FC236}">
                <a16:creationId xmlns:a16="http://schemas.microsoft.com/office/drawing/2014/main" id="{E501C406-F295-5D69-A5A5-7A073BF3D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843213"/>
            <a:ext cx="6831013" cy="188118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45" name="Rectangle 13">
            <a:extLst>
              <a:ext uri="{FF2B5EF4-FFF2-40B4-BE49-F238E27FC236}">
                <a16:creationId xmlns:a16="http://schemas.microsoft.com/office/drawing/2014/main" id="{AF8DE52A-B927-0263-9FB2-9EBAEFAD7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75213"/>
            <a:ext cx="8686800" cy="1373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分配给该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的地址个数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: 65,536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分配的地址个数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: 40,960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可用地址个数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: 24,576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2C819606-BD02-360A-1E34-F8D9D7994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9FC078FC-6801-4453-B854-6350AA679A22}" type="slidenum">
              <a:rPr lang="en-US" altLang="zh-CN" sz="2000" baseline="0">
                <a:solidFill>
                  <a:schemeClr val="bg2"/>
                </a:solidFill>
              </a:rPr>
              <a:pPr/>
              <a:t>42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5059" name="Line 2">
            <a:extLst>
              <a:ext uri="{FF2B5EF4-FFF2-40B4-BE49-F238E27FC236}">
                <a16:creationId xmlns:a16="http://schemas.microsoft.com/office/drawing/2014/main" id="{AABADB6B-B8CD-B684-57DD-B08AF54E2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Line 3">
            <a:extLst>
              <a:ext uri="{FF2B5EF4-FFF2-40B4-BE49-F238E27FC236}">
                <a16:creationId xmlns:a16="http://schemas.microsoft.com/office/drawing/2014/main" id="{5A556944-D5A1-7BD3-1CF8-F5415180E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id="{18617327-F209-3C2B-2FD7-ABB58172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99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19.9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分配和分发地址的例子</a:t>
            </a:r>
          </a:p>
        </p:txBody>
      </p:sp>
      <p:sp>
        <p:nvSpPr>
          <p:cNvPr id="45062" name="Line 5">
            <a:extLst>
              <a:ext uri="{FF2B5EF4-FFF2-40B4-BE49-F238E27FC236}">
                <a16:creationId xmlns:a16="http://schemas.microsoft.com/office/drawing/2014/main" id="{A7BC8F08-FB90-7049-0E8E-FAB76DF45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5063" name="Picture 7">
            <a:extLst>
              <a:ext uri="{FF2B5EF4-FFF2-40B4-BE49-F238E27FC236}">
                <a16:creationId xmlns:a16="http://schemas.microsoft.com/office/drawing/2014/main" id="{7D91DEFC-1C61-ACF1-953D-3CD20C7D7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1524000"/>
            <a:ext cx="8428037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FE1841D3-4B04-9B05-0913-6C9CF5067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074DD3C8-84F4-4DB5-8E78-E617E6EE1350}" type="slidenum">
              <a:rPr lang="en-US" altLang="zh-CN" sz="2000" baseline="0">
                <a:solidFill>
                  <a:schemeClr val="bg2"/>
                </a:solidFill>
              </a:rPr>
              <a:pPr/>
              <a:t>43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8486F319-FF8A-3CE9-56CC-D5441159B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981200"/>
            <a:ext cx="321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19.3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专用网络地址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5F4A90A8-FE44-35AE-0112-5826C51D8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138" y="2590800"/>
            <a:ext cx="6434137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466FCF1D-6314-4B81-CE0A-7382858DE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7B8E4CD1-6245-45B3-9943-5CE9F102FC97}" type="slidenum">
              <a:rPr lang="en-US" altLang="zh-CN" sz="2000" baseline="0">
                <a:solidFill>
                  <a:schemeClr val="bg2"/>
                </a:solidFill>
              </a:rPr>
              <a:pPr/>
              <a:t>44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7107" name="Line 2">
            <a:extLst>
              <a:ext uri="{FF2B5EF4-FFF2-40B4-BE49-F238E27FC236}">
                <a16:creationId xmlns:a16="http://schemas.microsoft.com/office/drawing/2014/main" id="{0757A074-DB93-9700-4FEC-59D11AE2A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Line 3">
            <a:extLst>
              <a:ext uri="{FF2B5EF4-FFF2-40B4-BE49-F238E27FC236}">
                <a16:creationId xmlns:a16="http://schemas.microsoft.com/office/drawing/2014/main" id="{DCC55277-3E1E-0DA1-9846-13669801B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23FDF93A-B7C4-D33E-FFA1-01E003C2F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97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19.10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NAT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实现</a:t>
            </a:r>
          </a:p>
        </p:txBody>
      </p:sp>
      <p:sp>
        <p:nvSpPr>
          <p:cNvPr id="47110" name="Line 5">
            <a:extLst>
              <a:ext uri="{FF2B5EF4-FFF2-40B4-BE49-F238E27FC236}">
                <a16:creationId xmlns:a16="http://schemas.microsoft.com/office/drawing/2014/main" id="{71D92998-0804-8430-D694-316C9DF3C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7111" name="Picture 6">
            <a:extLst>
              <a:ext uri="{FF2B5EF4-FFF2-40B4-BE49-F238E27FC236}">
                <a16:creationId xmlns:a16="http://schemas.microsoft.com/office/drawing/2014/main" id="{7959E0F1-C227-8BF5-4AA0-27A6ABCAE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17725"/>
            <a:ext cx="8729663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>
            <a:extLst>
              <a:ext uri="{FF2B5EF4-FFF2-40B4-BE49-F238E27FC236}">
                <a16:creationId xmlns:a16="http://schemas.microsoft.com/office/drawing/2014/main" id="{F08F09E1-4B74-E941-9E64-850D2BAD1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2891255-5F1B-4961-B888-2EFCA27AB0D5}" type="slidenum">
              <a:rPr lang="en-US" altLang="zh-CN" sz="2000" baseline="0">
                <a:solidFill>
                  <a:schemeClr val="bg2"/>
                </a:solidFill>
              </a:rPr>
              <a:pPr/>
              <a:t>45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8131" name="Line 2">
            <a:extLst>
              <a:ext uri="{FF2B5EF4-FFF2-40B4-BE49-F238E27FC236}">
                <a16:creationId xmlns:a16="http://schemas.microsoft.com/office/drawing/2014/main" id="{B3D819A4-580B-7C4B-1CCA-CA0BDAC68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663FDC28-98BD-3CD5-1834-06C095E4E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BCF8E21B-C12E-137A-0CCE-CD09111A0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8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19.11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NAT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中的地址</a:t>
            </a:r>
          </a:p>
        </p:txBody>
      </p:sp>
      <p:sp>
        <p:nvSpPr>
          <p:cNvPr id="48134" name="Line 5">
            <a:extLst>
              <a:ext uri="{FF2B5EF4-FFF2-40B4-BE49-F238E27FC236}">
                <a16:creationId xmlns:a16="http://schemas.microsoft.com/office/drawing/2014/main" id="{AAB2C5EF-3D60-8223-EA7B-DC7C47595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135" name="Picture 6">
            <a:extLst>
              <a:ext uri="{FF2B5EF4-FFF2-40B4-BE49-F238E27FC236}">
                <a16:creationId xmlns:a16="http://schemas.microsoft.com/office/drawing/2014/main" id="{096B4DCF-1177-24D5-2BFC-B92636A8F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162175"/>
            <a:ext cx="901382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FAB6FD2F-95A3-284E-F6CC-08291A6EA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300379C7-5AC8-4700-8F51-D05A1CFA8FCB}" type="slidenum">
              <a:rPr lang="en-US" altLang="zh-CN" sz="2000" baseline="0">
                <a:solidFill>
                  <a:schemeClr val="bg2"/>
                </a:solidFill>
              </a:rPr>
              <a:pPr/>
              <a:t>46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9155" name="Line 2">
            <a:extLst>
              <a:ext uri="{FF2B5EF4-FFF2-40B4-BE49-F238E27FC236}">
                <a16:creationId xmlns:a16="http://schemas.microsoft.com/office/drawing/2014/main" id="{F4253F09-DE96-2BEC-75ED-4D53ECF16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Line 3">
            <a:extLst>
              <a:ext uri="{FF2B5EF4-FFF2-40B4-BE49-F238E27FC236}">
                <a16:creationId xmlns:a16="http://schemas.microsoft.com/office/drawing/2014/main" id="{FCD3162A-13EE-FEC7-77EE-EAB4F679B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23D6A696-7959-ED5D-1A16-180F98E87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8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19.12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NAT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地址转换</a:t>
            </a:r>
          </a:p>
        </p:txBody>
      </p:sp>
      <p:sp>
        <p:nvSpPr>
          <p:cNvPr id="49158" name="Line 5">
            <a:extLst>
              <a:ext uri="{FF2B5EF4-FFF2-40B4-BE49-F238E27FC236}">
                <a16:creationId xmlns:a16="http://schemas.microsoft.com/office/drawing/2014/main" id="{3F4ECE13-2918-FBD2-E50C-6449E6269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9159" name="Picture 6">
            <a:extLst>
              <a:ext uri="{FF2B5EF4-FFF2-40B4-BE49-F238E27FC236}">
                <a16:creationId xmlns:a16="http://schemas.microsoft.com/office/drawing/2014/main" id="{92877ACB-FF3C-7B96-1205-884B76739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363663"/>
            <a:ext cx="6051550" cy="465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>
            <a:extLst>
              <a:ext uri="{FF2B5EF4-FFF2-40B4-BE49-F238E27FC236}">
                <a16:creationId xmlns:a16="http://schemas.microsoft.com/office/drawing/2014/main" id="{6DEC6FEA-07E8-C102-80EB-ACBB309B0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62D2A91F-BE9D-4B3E-B259-00E6AFAA2092}" type="slidenum">
              <a:rPr lang="en-US" altLang="zh-CN" sz="2000" baseline="0">
                <a:solidFill>
                  <a:schemeClr val="bg2"/>
                </a:solidFill>
              </a:rPr>
              <a:pPr/>
              <a:t>47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3CF849AA-70D5-2F4F-3D62-E18DDCFCA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828800"/>
            <a:ext cx="283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19.4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列转换表</a:t>
            </a:r>
          </a:p>
        </p:txBody>
      </p:sp>
      <p:pic>
        <p:nvPicPr>
          <p:cNvPr id="50180" name="Picture 5">
            <a:extLst>
              <a:ext uri="{FF2B5EF4-FFF2-40B4-BE49-F238E27FC236}">
                <a16:creationId xmlns:a16="http://schemas.microsoft.com/office/drawing/2014/main" id="{2524A406-28B8-849E-5FBD-DC00F9E5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2244725"/>
            <a:ext cx="7659687" cy="236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>
            <a:extLst>
              <a:ext uri="{FF2B5EF4-FFF2-40B4-BE49-F238E27FC236}">
                <a16:creationId xmlns:a16="http://schemas.microsoft.com/office/drawing/2014/main" id="{1866503D-2C07-54FD-64FE-DC13427EC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FDBF4D68-8983-4462-8C10-606BAA0F0477}" type="slidenum">
              <a:rPr lang="en-US" altLang="zh-CN" sz="2000" baseline="0">
                <a:solidFill>
                  <a:schemeClr val="bg2"/>
                </a:solidFill>
              </a:rPr>
              <a:pPr/>
              <a:t>48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1203" name="Line 2">
            <a:extLst>
              <a:ext uri="{FF2B5EF4-FFF2-40B4-BE49-F238E27FC236}">
                <a16:creationId xmlns:a16="http://schemas.microsoft.com/office/drawing/2014/main" id="{4321F13E-D084-265A-2437-06E50DA42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7A8A8165-E9C4-42EB-69F1-DA8E1DE4C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id="{6C30A513-E280-59AE-CFDB-A0AC146C2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119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19.13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NAT</a:t>
            </a:r>
          </a:p>
        </p:txBody>
      </p:sp>
      <p:sp>
        <p:nvSpPr>
          <p:cNvPr id="51206" name="Line 5">
            <a:extLst>
              <a:ext uri="{FF2B5EF4-FFF2-40B4-BE49-F238E27FC236}">
                <a16:creationId xmlns:a16="http://schemas.microsoft.com/office/drawing/2014/main" id="{C9F5242A-8BD4-4E1F-B49D-442CE6ADF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07" name="Picture 6">
            <a:extLst>
              <a:ext uri="{FF2B5EF4-FFF2-40B4-BE49-F238E27FC236}">
                <a16:creationId xmlns:a16="http://schemas.microsoft.com/office/drawing/2014/main" id="{45282686-3098-164A-0C96-B13C56180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1317625"/>
            <a:ext cx="7102475" cy="409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>
            <a:extLst>
              <a:ext uri="{FF2B5EF4-FFF2-40B4-BE49-F238E27FC236}">
                <a16:creationId xmlns:a16="http://schemas.microsoft.com/office/drawing/2014/main" id="{05518082-DE4C-6CF0-5FFB-8AD3ECA0E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135D2B84-C247-460E-9628-A63685BAA739}" type="slidenum">
              <a:rPr lang="en-US" altLang="zh-CN" sz="2000" baseline="0">
                <a:solidFill>
                  <a:schemeClr val="bg2"/>
                </a:solidFill>
              </a:rPr>
              <a:pPr/>
              <a:t>49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076226" name="Rectangle 2">
            <a:extLst>
              <a:ext uri="{FF2B5EF4-FFF2-40B4-BE49-F238E27FC236}">
                <a16:creationId xmlns:a16="http://schemas.microsoft.com/office/drawing/2014/main" id="{08ED5F02-9B72-A386-9CE1-27CDA8698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076227" name="Text Box 3">
            <a:extLst>
              <a:ext uri="{FF2B5EF4-FFF2-40B4-BE49-F238E27FC236}">
                <a16:creationId xmlns:a16="http://schemas.microsoft.com/office/drawing/2014/main" id="{DBC42C25-0417-8010-5078-784A1F385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960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19-2   IPv6 </a:t>
            </a:r>
            <a:r>
              <a:rPr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地址</a:t>
            </a:r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02295F2E-5999-3FDB-71B1-77B562018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6229" name="Rectangle 5">
            <a:extLst>
              <a:ext uri="{FF2B5EF4-FFF2-40B4-BE49-F238E27FC236}">
                <a16:creationId xmlns:a16="http://schemas.microsoft.com/office/drawing/2014/main" id="{8056616E-AB05-1554-5A7E-6DADEB789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399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尽管有很多暂时解决问题的办法，但是因特网地址耗尽依然是长期存在的问题。这个问题与其他</a:t>
            </a:r>
            <a:r>
              <a:rPr lang="en-US" altLang="zh-CN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</a:t>
            </a:r>
            <a:r>
              <a:rPr lang="zh-CN" alt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协议本身的问题一起，促使</a:t>
            </a:r>
            <a:r>
              <a:rPr lang="en-US" altLang="zh-CN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IPv6</a:t>
            </a:r>
            <a:r>
              <a:rPr lang="zh-CN" alt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的提出。</a:t>
            </a:r>
            <a:endParaRPr lang="en-US" altLang="zh-CN" sz="2800" i="1" baseline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2231" name="Rectangle 6">
            <a:extLst>
              <a:ext uri="{FF2B5EF4-FFF2-40B4-BE49-F238E27FC236}">
                <a16:creationId xmlns:a16="http://schemas.microsoft.com/office/drawing/2014/main" id="{25AF6C16-891A-6D5F-6AD1-43EF3EBEE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39420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结构</a:t>
            </a:r>
            <a:br>
              <a:rPr lang="zh-CN" altLang="fr-FR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地址空间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6231" name="Text Box 7">
            <a:extLst>
              <a:ext uri="{FF2B5EF4-FFF2-40B4-BE49-F238E27FC236}">
                <a16:creationId xmlns:a16="http://schemas.microsoft.com/office/drawing/2014/main" id="{F006E247-78E0-FD87-0136-F9628B33E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3878263"/>
            <a:ext cx="1962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1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>
            <a:extLst>
              <a:ext uri="{FF2B5EF4-FFF2-40B4-BE49-F238E27FC236}">
                <a16:creationId xmlns:a16="http://schemas.microsoft.com/office/drawing/2014/main" id="{6FEAD5CF-0E74-AC18-F257-58390B9DE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2A2D845C-3121-4239-976E-0C46EFED04D7}" type="slidenum">
              <a:rPr lang="en-US" altLang="zh-CN" sz="2000" baseline="0">
                <a:solidFill>
                  <a:schemeClr val="bg2"/>
                </a:solidFill>
              </a:rPr>
              <a:pPr/>
              <a:t>50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2BD3D7B-5FA7-20F7-E2FC-29542702D5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CD1C43C-A92B-20C6-466A-0E2A124CB2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804D1E1E-5AD7-84BA-A078-BBC72D6ACD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4" name="Rectangle 5">
            <a:extLst>
              <a:ext uri="{FF2B5EF4-FFF2-40B4-BE49-F238E27FC236}">
                <a16:creationId xmlns:a16="http://schemas.microsoft.com/office/drawing/2014/main" id="{F9E66B42-3060-1BB0-F6D0-DFAD3E4079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5" name="Rectangle 6">
            <a:extLst>
              <a:ext uri="{FF2B5EF4-FFF2-40B4-BE49-F238E27FC236}">
                <a16:creationId xmlns:a16="http://schemas.microsoft.com/office/drawing/2014/main" id="{75F8B6BF-04BF-1F30-4C8C-BF4FEEAE78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6" name="Rectangle 7">
            <a:extLst>
              <a:ext uri="{FF2B5EF4-FFF2-40B4-BE49-F238E27FC236}">
                <a16:creationId xmlns:a16="http://schemas.microsoft.com/office/drawing/2014/main" id="{10F38D4A-7AA6-B25A-9A25-14EAF0376B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7" name="Rectangle 8">
            <a:extLst>
              <a:ext uri="{FF2B5EF4-FFF2-40B4-BE49-F238E27FC236}">
                <a16:creationId xmlns:a16="http://schemas.microsoft.com/office/drawing/2014/main" id="{E459BB5C-457F-C660-BA62-45C472EEC3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8" name="Line 9">
            <a:extLst>
              <a:ext uri="{FF2B5EF4-FFF2-40B4-BE49-F238E27FC236}">
                <a16:creationId xmlns:a16="http://schemas.microsoft.com/office/drawing/2014/main" id="{241666F3-7A89-2D9C-95F2-4D0569CA2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9" name="Line 10">
            <a:extLst>
              <a:ext uri="{FF2B5EF4-FFF2-40B4-BE49-F238E27FC236}">
                <a16:creationId xmlns:a16="http://schemas.microsoft.com/office/drawing/2014/main" id="{9266FB3C-695D-9173-AACA-FDD50A16F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42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Rectangle 11">
            <a:extLst>
              <a:ext uri="{FF2B5EF4-FFF2-40B4-BE49-F238E27FC236}">
                <a16:creationId xmlns:a16="http://schemas.microsoft.com/office/drawing/2014/main" id="{498B9CCD-E727-BF4A-D35E-85543858B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一个</a:t>
            </a:r>
            <a:r>
              <a:rPr lang="en-US" altLang="zh-CN" baseline="0">
                <a:ea typeface="宋体" panose="02010600030101010101" pitchFamily="2" charset="-122"/>
              </a:rPr>
              <a:t>IPv6</a:t>
            </a:r>
            <a:r>
              <a:rPr lang="zh-CN" altLang="en-US" baseline="0">
                <a:ea typeface="宋体" panose="02010600030101010101" pitchFamily="2" charset="-122"/>
              </a:rPr>
              <a:t>地址长度是</a:t>
            </a:r>
            <a:r>
              <a:rPr lang="en-US" altLang="zh-CN" baseline="0">
                <a:ea typeface="宋体" panose="02010600030101010101" pitchFamily="2" charset="-122"/>
              </a:rPr>
              <a:t>128</a:t>
            </a:r>
            <a:r>
              <a:rPr lang="zh-CN" altLang="en-US" baseline="0">
                <a:ea typeface="宋体" panose="02010600030101010101" pitchFamily="2" charset="-122"/>
              </a:rPr>
              <a:t>位。</a:t>
            </a:r>
          </a:p>
        </p:txBody>
      </p:sp>
      <p:grpSp>
        <p:nvGrpSpPr>
          <p:cNvPr id="53261" name="Group 12">
            <a:extLst>
              <a:ext uri="{FF2B5EF4-FFF2-40B4-BE49-F238E27FC236}">
                <a16:creationId xmlns:a16="http://schemas.microsoft.com/office/drawing/2014/main" id="{B27BAFC8-51CE-C764-0E1A-326180A0DE9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53262" name="Picture 13">
              <a:extLst>
                <a:ext uri="{FF2B5EF4-FFF2-40B4-BE49-F238E27FC236}">
                  <a16:creationId xmlns:a16="http://schemas.microsoft.com/office/drawing/2014/main" id="{CD544A61-6F88-1F8B-B792-76EB3FA51C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263" name="Text Box 14">
              <a:extLst>
                <a:ext uri="{FF2B5EF4-FFF2-40B4-BE49-F238E27FC236}">
                  <a16:creationId xmlns:a16="http://schemas.microsoft.com/office/drawing/2014/main" id="{9998BF0D-3B4B-9114-9D6B-6FD18B9C1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1">
            <a:extLst>
              <a:ext uri="{FF2B5EF4-FFF2-40B4-BE49-F238E27FC236}">
                <a16:creationId xmlns:a16="http://schemas.microsoft.com/office/drawing/2014/main" id="{95497311-3D6C-582A-60F7-FB6452CDD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F20531EC-4DC5-4C00-BA99-D3ADB481B16B}" type="slidenum">
              <a:rPr lang="en-US" altLang="zh-CN" sz="2000" baseline="0">
                <a:solidFill>
                  <a:schemeClr val="bg2"/>
                </a:solidFill>
              </a:rPr>
              <a:pPr/>
              <a:t>51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4275" name="Line 2">
            <a:extLst>
              <a:ext uri="{FF2B5EF4-FFF2-40B4-BE49-F238E27FC236}">
                <a16:creationId xmlns:a16="http://schemas.microsoft.com/office/drawing/2014/main" id="{3FF33C2E-DD76-AEAA-B807-C978ECCC9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Line 3">
            <a:extLst>
              <a:ext uri="{FF2B5EF4-FFF2-40B4-BE49-F238E27FC236}">
                <a16:creationId xmlns:a16="http://schemas.microsoft.com/office/drawing/2014/main" id="{D8473A19-696A-598D-9068-C98A3471D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7" name="Text Box 4">
            <a:extLst>
              <a:ext uri="{FF2B5EF4-FFF2-40B4-BE49-F238E27FC236}">
                <a16:creationId xmlns:a16="http://schemas.microsoft.com/office/drawing/2014/main" id="{6D14C22E-C626-B2DA-D46B-E4AF76F60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581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19.14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地址用二进制与十六进制冒号标记法</a:t>
            </a:r>
          </a:p>
        </p:txBody>
      </p:sp>
      <p:sp>
        <p:nvSpPr>
          <p:cNvPr id="54278" name="Line 5">
            <a:extLst>
              <a:ext uri="{FF2B5EF4-FFF2-40B4-BE49-F238E27FC236}">
                <a16:creationId xmlns:a16="http://schemas.microsoft.com/office/drawing/2014/main" id="{AC5C9D77-FBA1-2CE9-EBA8-13C3ADD4D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4279" name="Picture 7">
            <a:extLst>
              <a:ext uri="{FF2B5EF4-FFF2-40B4-BE49-F238E27FC236}">
                <a16:creationId xmlns:a16="http://schemas.microsoft.com/office/drawing/2014/main" id="{112804A9-27C8-6A15-3401-EC728EFF0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6813"/>
            <a:ext cx="7989888" cy="175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D7FACBC8-9DB3-A5D1-BEE2-B2C17AA12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C026029-1A93-41A4-8C9D-DAED1AAF44BC}" type="slidenum">
              <a:rPr lang="en-US" altLang="zh-CN" sz="2000" baseline="0">
                <a:solidFill>
                  <a:schemeClr val="bg2"/>
                </a:solidFill>
              </a:rPr>
              <a:pPr/>
              <a:t>52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5299" name="Line 2">
            <a:extLst>
              <a:ext uri="{FF2B5EF4-FFF2-40B4-BE49-F238E27FC236}">
                <a16:creationId xmlns:a16="http://schemas.microsoft.com/office/drawing/2014/main" id="{C759A435-F3F9-7D69-C85C-D50BED8B7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Line 3">
            <a:extLst>
              <a:ext uri="{FF2B5EF4-FFF2-40B4-BE49-F238E27FC236}">
                <a16:creationId xmlns:a16="http://schemas.microsoft.com/office/drawing/2014/main" id="{A3CDC0E8-1163-BFB3-FB14-34D51FC1D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E5C64FEA-2A82-6C20-B910-4E2C1900C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72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19.15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缩短的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</a:p>
        </p:txBody>
      </p:sp>
      <p:sp>
        <p:nvSpPr>
          <p:cNvPr id="55302" name="Line 5">
            <a:extLst>
              <a:ext uri="{FF2B5EF4-FFF2-40B4-BE49-F238E27FC236}">
                <a16:creationId xmlns:a16="http://schemas.microsoft.com/office/drawing/2014/main" id="{083F9DE5-5F47-90B8-DEBF-8A45E86C0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5303" name="Picture 6">
            <a:extLst>
              <a:ext uri="{FF2B5EF4-FFF2-40B4-BE49-F238E27FC236}">
                <a16:creationId xmlns:a16="http://schemas.microsoft.com/office/drawing/2014/main" id="{7E875760-D1C6-A0E5-F860-DA7D5BEE0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58975"/>
            <a:ext cx="7304088" cy="328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1">
            <a:extLst>
              <a:ext uri="{FF2B5EF4-FFF2-40B4-BE49-F238E27FC236}">
                <a16:creationId xmlns:a16="http://schemas.microsoft.com/office/drawing/2014/main" id="{3D3868EA-A66B-50DE-659E-683DDCEEA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02C5D072-05AD-4583-B090-68AA9C10C22B}" type="slidenum">
              <a:rPr lang="en-US" altLang="zh-CN" sz="2000" baseline="0">
                <a:solidFill>
                  <a:schemeClr val="bg2"/>
                </a:solidFill>
              </a:rPr>
              <a:pPr/>
              <a:t>53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EA18557-74C7-078F-977F-D21D016697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25A7B65-4963-2A04-E79D-1A731A89BC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BC2221ED-86DC-9714-73C5-EE34DBAFFE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6" name="Rectangle 5">
            <a:extLst>
              <a:ext uri="{FF2B5EF4-FFF2-40B4-BE49-F238E27FC236}">
                <a16:creationId xmlns:a16="http://schemas.microsoft.com/office/drawing/2014/main" id="{B96D81B8-E18F-EF65-50B4-13D0C752C9C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7" name="Rectangle 6">
            <a:extLst>
              <a:ext uri="{FF2B5EF4-FFF2-40B4-BE49-F238E27FC236}">
                <a16:creationId xmlns:a16="http://schemas.microsoft.com/office/drawing/2014/main" id="{2626DA69-E8B3-56A8-1500-E53DE130FE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8" name="Rectangle 7">
            <a:extLst>
              <a:ext uri="{FF2B5EF4-FFF2-40B4-BE49-F238E27FC236}">
                <a16:creationId xmlns:a16="http://schemas.microsoft.com/office/drawing/2014/main" id="{F1A26F15-4731-502F-A6EB-2D2119B54D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9" name="Rectangle 8">
            <a:extLst>
              <a:ext uri="{FF2B5EF4-FFF2-40B4-BE49-F238E27FC236}">
                <a16:creationId xmlns:a16="http://schemas.microsoft.com/office/drawing/2014/main" id="{42AF7CA3-41D1-3F4B-2328-DAA5D039C3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30" name="Rectangle 9">
            <a:extLst>
              <a:ext uri="{FF2B5EF4-FFF2-40B4-BE49-F238E27FC236}">
                <a16:creationId xmlns:a16="http://schemas.microsoft.com/office/drawing/2014/main" id="{C6CA075C-FC7C-828A-C8BA-1D6DE920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将地址 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0:15::1:12:1213 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扩展成原来的地址。</a:t>
            </a:r>
          </a:p>
        </p:txBody>
      </p:sp>
      <p:sp>
        <p:nvSpPr>
          <p:cNvPr id="56331" name="Text Box 10">
            <a:extLst>
              <a:ext uri="{FF2B5EF4-FFF2-40B4-BE49-F238E27FC236}">
                <a16:creationId xmlns:a16="http://schemas.microsoft.com/office/drawing/2014/main" id="{077C1116-148A-0492-848F-3AFEF4C65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19.11</a:t>
            </a:r>
          </a:p>
        </p:txBody>
      </p:sp>
      <p:sp>
        <p:nvSpPr>
          <p:cNvPr id="56332" name="Rectangle 11">
            <a:extLst>
              <a:ext uri="{FF2B5EF4-FFF2-40B4-BE49-F238E27FC236}">
                <a16:creationId xmlns:a16="http://schemas.microsoft.com/office/drawing/2014/main" id="{607EE1F9-EA0E-FA3A-2A43-398C5283B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526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首先需要将两倍冒号左边与原来模式左边对齐，然后将两倍冒号右边与原来模式右边插入我们所需要多个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6333" name="Picture 12">
            <a:extLst>
              <a:ext uri="{FF2B5EF4-FFF2-40B4-BE49-F238E27FC236}">
                <a16:creationId xmlns:a16="http://schemas.microsoft.com/office/drawing/2014/main" id="{187AC6E4-DB1B-86DF-BFA7-12B59D6EF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38" y="4152900"/>
            <a:ext cx="5138737" cy="64770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334" name="Rectangle 13">
            <a:extLst>
              <a:ext uri="{FF2B5EF4-FFF2-40B4-BE49-F238E27FC236}">
                <a16:creationId xmlns:a16="http://schemas.microsoft.com/office/drawing/2014/main" id="{E684738D-C146-F24E-68E7-D235E612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0292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这就是说，原来的地址是</a:t>
            </a:r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6335" name="Picture 14">
            <a:extLst>
              <a:ext uri="{FF2B5EF4-FFF2-40B4-BE49-F238E27FC236}">
                <a16:creationId xmlns:a16="http://schemas.microsoft.com/office/drawing/2014/main" id="{38259960-FF6F-CAED-3FE0-1C1F8906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88" y="5799138"/>
            <a:ext cx="5102225" cy="296862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1">
            <a:extLst>
              <a:ext uri="{FF2B5EF4-FFF2-40B4-BE49-F238E27FC236}">
                <a16:creationId xmlns:a16="http://schemas.microsoft.com/office/drawing/2014/main" id="{0439F403-AEEB-E828-DD67-CD40CE89D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804B2F20-569D-4B7B-B085-16C79A66D9CA}" type="slidenum">
              <a:rPr lang="en-US" altLang="zh-CN" sz="2000" baseline="0">
                <a:solidFill>
                  <a:schemeClr val="bg2"/>
                </a:solidFill>
              </a:rPr>
              <a:pPr/>
              <a:t>54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66052269-04A8-F292-4754-8563B69EC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990600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19.5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地址的类型前缀</a:t>
            </a:r>
          </a:p>
        </p:txBody>
      </p:sp>
      <p:pic>
        <p:nvPicPr>
          <p:cNvPr id="57348" name="Picture 4">
            <a:extLst>
              <a:ext uri="{FF2B5EF4-FFF2-40B4-BE49-F238E27FC236}">
                <a16:creationId xmlns:a16="http://schemas.microsoft.com/office/drawing/2014/main" id="{B87D6D0D-77CC-E56F-2FE6-73DDEEE91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447800"/>
            <a:ext cx="8053387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1">
            <a:extLst>
              <a:ext uri="{FF2B5EF4-FFF2-40B4-BE49-F238E27FC236}">
                <a16:creationId xmlns:a16="http://schemas.microsoft.com/office/drawing/2014/main" id="{424ABD62-1D75-9506-AE37-3A8ED6A57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65E958C8-295D-4A93-AEFA-5218ECC64E14}" type="slidenum">
              <a:rPr lang="en-US" altLang="zh-CN" sz="2000" baseline="0">
                <a:solidFill>
                  <a:schemeClr val="bg2"/>
                </a:solidFill>
              </a:rPr>
              <a:pPr/>
              <a:t>55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8371" name="Text Box 2">
            <a:extLst>
              <a:ext uri="{FF2B5EF4-FFF2-40B4-BE49-F238E27FC236}">
                <a16:creationId xmlns:a16="http://schemas.microsoft.com/office/drawing/2014/main" id="{442F3CED-E3DE-2622-27F0-2394EDB8C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19.5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地址的类型前缀（续）</a:t>
            </a:r>
          </a:p>
        </p:txBody>
      </p:sp>
      <p:pic>
        <p:nvPicPr>
          <p:cNvPr id="58372" name="Picture 4">
            <a:extLst>
              <a:ext uri="{FF2B5EF4-FFF2-40B4-BE49-F238E27FC236}">
                <a16:creationId xmlns:a16="http://schemas.microsoft.com/office/drawing/2014/main" id="{022DE94F-9529-4108-887E-57597E189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838200"/>
            <a:ext cx="8026400" cy="484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1">
            <a:extLst>
              <a:ext uri="{FF2B5EF4-FFF2-40B4-BE49-F238E27FC236}">
                <a16:creationId xmlns:a16="http://schemas.microsoft.com/office/drawing/2014/main" id="{EA64C88D-D73F-43BC-6903-B374E2949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39D203B-2907-424D-97A1-18EB0825AE39}" type="slidenum">
              <a:rPr lang="en-US" altLang="zh-CN" sz="2000" baseline="0">
                <a:solidFill>
                  <a:schemeClr val="bg2"/>
                </a:solidFill>
              </a:rPr>
              <a:pPr/>
              <a:t>56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9395" name="Line 2">
            <a:extLst>
              <a:ext uri="{FF2B5EF4-FFF2-40B4-BE49-F238E27FC236}">
                <a16:creationId xmlns:a16="http://schemas.microsoft.com/office/drawing/2014/main" id="{1B601019-3EBE-1BE0-F41A-2E51E4AE0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Line 3">
            <a:extLst>
              <a:ext uri="{FF2B5EF4-FFF2-40B4-BE49-F238E27FC236}">
                <a16:creationId xmlns:a16="http://schemas.microsoft.com/office/drawing/2014/main" id="{BF4838B9-F843-8A8F-5096-4DC8F7F46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96A78899-8477-2071-10EC-634AD8170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008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19.16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基于提供者的单播地址前缀</a:t>
            </a:r>
          </a:p>
        </p:txBody>
      </p:sp>
      <p:sp>
        <p:nvSpPr>
          <p:cNvPr id="59398" name="Line 5">
            <a:extLst>
              <a:ext uri="{FF2B5EF4-FFF2-40B4-BE49-F238E27FC236}">
                <a16:creationId xmlns:a16="http://schemas.microsoft.com/office/drawing/2014/main" id="{5D8F984E-65FD-2BF4-9AEA-8810977CD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9399" name="Picture 6">
            <a:extLst>
              <a:ext uri="{FF2B5EF4-FFF2-40B4-BE49-F238E27FC236}">
                <a16:creationId xmlns:a16="http://schemas.microsoft.com/office/drawing/2014/main" id="{C5E88363-4D77-36D2-0C40-F4C5D7E9B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2168525"/>
            <a:ext cx="8821737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1">
            <a:extLst>
              <a:ext uri="{FF2B5EF4-FFF2-40B4-BE49-F238E27FC236}">
                <a16:creationId xmlns:a16="http://schemas.microsoft.com/office/drawing/2014/main" id="{E854B353-7E07-B36F-9A4A-F5BC3CE9E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B40528F4-F05E-4992-BE3A-03413407CB64}" type="slidenum">
              <a:rPr lang="en-US" altLang="zh-CN" sz="2000" baseline="0">
                <a:solidFill>
                  <a:schemeClr val="bg2"/>
                </a:solidFill>
              </a:rPr>
              <a:pPr/>
              <a:t>57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0419" name="Line 2">
            <a:extLst>
              <a:ext uri="{FF2B5EF4-FFF2-40B4-BE49-F238E27FC236}">
                <a16:creationId xmlns:a16="http://schemas.microsoft.com/office/drawing/2014/main" id="{D4743F00-CB65-B5BD-AA71-CFCA253DD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Line 3">
            <a:extLst>
              <a:ext uri="{FF2B5EF4-FFF2-40B4-BE49-F238E27FC236}">
                <a16:creationId xmlns:a16="http://schemas.microsoft.com/office/drawing/2014/main" id="{EE673D69-BFBE-7781-D8BD-3E69B9B8B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1" name="Text Box 4">
            <a:extLst>
              <a:ext uri="{FF2B5EF4-FFF2-40B4-BE49-F238E27FC236}">
                <a16:creationId xmlns:a16="http://schemas.microsoft.com/office/drawing/2014/main" id="{F88F6A15-91DA-4823-80DD-478FD2671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72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19.17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中多播地址</a:t>
            </a:r>
          </a:p>
        </p:txBody>
      </p:sp>
      <p:sp>
        <p:nvSpPr>
          <p:cNvPr id="60422" name="Line 5">
            <a:extLst>
              <a:ext uri="{FF2B5EF4-FFF2-40B4-BE49-F238E27FC236}">
                <a16:creationId xmlns:a16="http://schemas.microsoft.com/office/drawing/2014/main" id="{33F44BFB-9840-F98B-3AF7-70FB3B64A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0423" name="Picture 6">
            <a:extLst>
              <a:ext uri="{FF2B5EF4-FFF2-40B4-BE49-F238E27FC236}">
                <a16:creationId xmlns:a16="http://schemas.microsoft.com/office/drawing/2014/main" id="{5D1C28CE-364E-B5C4-F27F-966C68FD0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87575"/>
            <a:ext cx="8428038" cy="307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1">
            <a:extLst>
              <a:ext uri="{FF2B5EF4-FFF2-40B4-BE49-F238E27FC236}">
                <a16:creationId xmlns:a16="http://schemas.microsoft.com/office/drawing/2014/main" id="{34B879C2-30D3-64E9-78CF-3E8C3F9F8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586AF578-51CA-4903-88BC-72F589DBE972}" type="slidenum">
              <a:rPr lang="en-US" altLang="zh-CN" sz="2000" baseline="0">
                <a:solidFill>
                  <a:schemeClr val="bg2"/>
                </a:solidFill>
              </a:rPr>
              <a:pPr/>
              <a:t>58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1443" name="Line 2">
            <a:extLst>
              <a:ext uri="{FF2B5EF4-FFF2-40B4-BE49-F238E27FC236}">
                <a16:creationId xmlns:a16="http://schemas.microsoft.com/office/drawing/2014/main" id="{9B86BB70-DA7F-B5D2-1EDE-A7AD0B7D4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Line 3">
            <a:extLst>
              <a:ext uri="{FF2B5EF4-FFF2-40B4-BE49-F238E27FC236}">
                <a16:creationId xmlns:a16="http://schemas.microsoft.com/office/drawing/2014/main" id="{D06CF503-A858-2357-26BE-683E7A04A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id="{2872F167-A650-958A-D4F8-10746050D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8766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19.18  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中保留地址</a:t>
            </a:r>
            <a:endParaRPr lang="zh-CN" altLang="en-US" b="0">
              <a:ea typeface="宋体" panose="02010600030101010101" pitchFamily="2" charset="-122"/>
            </a:endParaRPr>
          </a:p>
          <a:p>
            <a:endParaRPr lang="zh-CN" altLang="en-US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6" name="Line 5">
            <a:extLst>
              <a:ext uri="{FF2B5EF4-FFF2-40B4-BE49-F238E27FC236}">
                <a16:creationId xmlns:a16="http://schemas.microsoft.com/office/drawing/2014/main" id="{45D67601-AF9F-9F65-6A7B-4FE5F5B42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447" name="Picture 6">
            <a:extLst>
              <a:ext uri="{FF2B5EF4-FFF2-40B4-BE49-F238E27FC236}">
                <a16:creationId xmlns:a16="http://schemas.microsoft.com/office/drawing/2014/main" id="{A671274C-F512-FEB8-AEB3-C8E126981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600200"/>
            <a:ext cx="8712200" cy="362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1">
            <a:extLst>
              <a:ext uri="{FF2B5EF4-FFF2-40B4-BE49-F238E27FC236}">
                <a16:creationId xmlns:a16="http://schemas.microsoft.com/office/drawing/2014/main" id="{D771EDD5-BCEC-7A6C-CDDC-9DF828CBC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19.</a:t>
            </a:r>
            <a:fld id="{353BC1ED-854B-48A3-A64C-516183BBF20F}" type="slidenum">
              <a:rPr lang="en-US" altLang="zh-CN" sz="2000" baseline="0">
                <a:solidFill>
                  <a:schemeClr val="bg2"/>
                </a:solidFill>
              </a:rPr>
              <a:pPr/>
              <a:t>59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2467" name="Line 2">
            <a:extLst>
              <a:ext uri="{FF2B5EF4-FFF2-40B4-BE49-F238E27FC236}">
                <a16:creationId xmlns:a16="http://schemas.microsoft.com/office/drawing/2014/main" id="{92FC2DBD-DDBD-9E35-FCC4-784D17498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8" name="Line 3">
            <a:extLst>
              <a:ext uri="{FF2B5EF4-FFF2-40B4-BE49-F238E27FC236}">
                <a16:creationId xmlns:a16="http://schemas.microsoft.com/office/drawing/2014/main" id="{46069B1F-98E0-9121-A99B-CD0068E6D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9" name="Text Box 4">
            <a:extLst>
              <a:ext uri="{FF2B5EF4-FFF2-40B4-BE49-F238E27FC236}">
                <a16:creationId xmlns:a16="http://schemas.microsoft.com/office/drawing/2014/main" id="{65D150C2-112E-2959-CAF5-A1C84C4EB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72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19.19  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中本地地址</a:t>
            </a:r>
          </a:p>
        </p:txBody>
      </p:sp>
      <p:sp>
        <p:nvSpPr>
          <p:cNvPr id="62470" name="Line 5">
            <a:extLst>
              <a:ext uri="{FF2B5EF4-FFF2-40B4-BE49-F238E27FC236}">
                <a16:creationId xmlns:a16="http://schemas.microsoft.com/office/drawing/2014/main" id="{7FEE5138-5A9F-FCA7-BADE-7B31B500A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2471" name="Picture 6">
            <a:extLst>
              <a:ext uri="{FF2B5EF4-FFF2-40B4-BE49-F238E27FC236}">
                <a16:creationId xmlns:a16="http://schemas.microsoft.com/office/drawing/2014/main" id="{C0C90ACB-B553-3361-02C9-A5BCF2F55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2424113"/>
            <a:ext cx="8967787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-18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-18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3154</TotalTime>
  <Words>1680</Words>
  <Application>Microsoft Office PowerPoint</Application>
  <PresentationFormat>全屏显示(4:3)</PresentationFormat>
  <Paragraphs>287</Paragraphs>
  <Slides>59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7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193</cp:revision>
  <dcterms:created xsi:type="dcterms:W3CDTF">2000-01-15T04:50:39Z</dcterms:created>
  <dcterms:modified xsi:type="dcterms:W3CDTF">2026-06-02T07:12:13Z</dcterms:modified>
</cp:coreProperties>
</file>