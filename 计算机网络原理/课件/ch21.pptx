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75" r:id="rId2"/>
  </p:sldMasterIdLst>
  <p:notesMasterIdLst>
    <p:notesMasterId r:id="rId58"/>
  </p:notesMasterIdLst>
  <p:sldIdLst>
    <p:sldId id="800" r:id="rId3"/>
    <p:sldId id="535" r:id="rId4"/>
    <p:sldId id="749" r:id="rId5"/>
    <p:sldId id="750" r:id="rId6"/>
    <p:sldId id="751" r:id="rId7"/>
    <p:sldId id="752" r:id="rId8"/>
    <p:sldId id="772" r:id="rId9"/>
    <p:sldId id="784" r:id="rId10"/>
    <p:sldId id="753" r:id="rId11"/>
    <p:sldId id="754" r:id="rId12"/>
    <p:sldId id="755" r:id="rId13"/>
    <p:sldId id="773" r:id="rId14"/>
    <p:sldId id="746" r:id="rId15"/>
    <p:sldId id="756" r:id="rId16"/>
    <p:sldId id="774" r:id="rId17"/>
    <p:sldId id="757" r:id="rId18"/>
    <p:sldId id="775" r:id="rId19"/>
    <p:sldId id="758" r:id="rId20"/>
    <p:sldId id="759" r:id="rId21"/>
    <p:sldId id="760" r:id="rId22"/>
    <p:sldId id="761" r:id="rId23"/>
    <p:sldId id="785" r:id="rId24"/>
    <p:sldId id="762" r:id="rId25"/>
    <p:sldId id="786" r:id="rId26"/>
    <p:sldId id="793" r:id="rId27"/>
    <p:sldId id="763" r:id="rId28"/>
    <p:sldId id="787" r:id="rId29"/>
    <p:sldId id="794" r:id="rId30"/>
    <p:sldId id="788" r:id="rId31"/>
    <p:sldId id="795" r:id="rId32"/>
    <p:sldId id="747" r:id="rId33"/>
    <p:sldId id="764" r:id="rId34"/>
    <p:sldId id="765" r:id="rId35"/>
    <p:sldId id="780" r:id="rId36"/>
    <p:sldId id="766" r:id="rId37"/>
    <p:sldId id="776" r:id="rId38"/>
    <p:sldId id="777" r:id="rId39"/>
    <p:sldId id="789" r:id="rId40"/>
    <p:sldId id="796" r:id="rId41"/>
    <p:sldId id="767" r:id="rId42"/>
    <p:sldId id="768" r:id="rId43"/>
    <p:sldId id="778" r:id="rId44"/>
    <p:sldId id="781" r:id="rId45"/>
    <p:sldId id="769" r:id="rId46"/>
    <p:sldId id="779" r:id="rId47"/>
    <p:sldId id="790" r:id="rId48"/>
    <p:sldId id="797" r:id="rId49"/>
    <p:sldId id="798" r:id="rId50"/>
    <p:sldId id="770" r:id="rId51"/>
    <p:sldId id="792" r:id="rId52"/>
    <p:sldId id="799" r:id="rId53"/>
    <p:sldId id="748" r:id="rId54"/>
    <p:sldId id="771" r:id="rId55"/>
    <p:sldId id="782" r:id="rId56"/>
    <p:sldId id="783" r:id="rId5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CC00"/>
    <a:srgbClr val="996633"/>
    <a:srgbClr val="6666FF"/>
    <a:srgbClr val="3366FF"/>
    <a:srgbClr val="CCFF99"/>
    <a:srgbClr val="99FF33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2244" y="-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69635D5-62A6-1972-3ADA-60D9A14D7FE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2CF02A3-88E1-1EF0-CBFD-9C14F30FB16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7FC0F112-9900-EC72-217D-A5FF46865C71}"/>
              </a:ext>
            </a:extLst>
          </p:cNvPr>
          <p:cNvSpPr>
            <a:spLocks noGrp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40C1E3D2-CBAC-C0A7-7CFC-AE7ED975B7E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DC15EFAA-A8CE-E83D-F1BD-F5F5D870C4E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CF25CFBE-738C-3FDB-04B5-9480B0E587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D7ACA2C9-D956-4A00-8885-94F4B753590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2B89B44-36C4-633F-C22B-9178B493065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21.</a:t>
            </a:r>
            <a:fld id="{3667B20A-BB95-4735-9501-DAC1D10A526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2771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C5EF4C7E-F8BD-1E2B-3E34-F2D092E7BCB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21.</a:t>
            </a:r>
            <a:fld id="{A93FC8BB-0BBB-42D7-8755-394F1BC8813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7879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CFD1BF7-6AAE-80FD-577C-99DB918E487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21.</a:t>
            </a:r>
            <a:fld id="{504CAA76-4B65-42E2-9063-88E868ACAC5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0106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0BF7D3F1-8CDA-32CC-723C-C16512EA18D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21.</a:t>
            </a:r>
            <a:fld id="{137FBF77-3268-45E8-A9BC-BE04E0A849D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874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9E5048E5-854B-E090-95E6-93F67B1D26D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21.</a:t>
            </a:r>
            <a:fld id="{D762D36C-004D-4DBD-8622-670F43F0B73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546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343C3F7E-8964-6488-DCEE-4FC73D1D456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21.</a:t>
            </a:r>
            <a:fld id="{0F5100DD-6637-4CEE-92DD-38F40086D1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408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D2A771BC-2E50-70F3-36F3-9A899A4323A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21.</a:t>
            </a:r>
            <a:fld id="{E960D86E-DF08-4EAE-90B4-CF242BCCC8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5431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F30D00E5-3816-EE85-5CA1-1E2B35601A5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21.</a:t>
            </a:r>
            <a:fld id="{98B548B6-AC07-4061-B3F9-45D9D1F477C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6360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E58C2A4F-69CD-ED16-6EEA-149A46610C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21.</a:t>
            </a:r>
            <a:fld id="{18D60279-68BA-498D-91CC-A0104EB308A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3819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7BD96EBE-BCD7-A951-A0FD-1EF3D1EE494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21.</a:t>
            </a:r>
            <a:fld id="{8D5840D6-4EDD-43C8-9C8D-3D5F087E1A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9370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B20F990D-3346-71CB-6275-F6F2E7018FA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21.</a:t>
            </a:r>
            <a:fld id="{A0D465D4-7C38-4DAB-9F5A-887AA12AD58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4535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71766911-CF93-9A13-BC82-FE77D2A3FD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2096C489-5CDC-DA23-C444-3CEC1ACFA3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4137F6D0-17B3-9BCE-5841-172FEC9915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4C177D-6D00-416E-A417-550C1646827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6527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76F668B9-D737-5C30-DDF5-9EE720C426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6996188B-39D4-F452-3691-A34FCF8BE6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F9C3336D-3E81-4556-32A4-6DE5E0B12F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9C1154-7001-4FD0-9E29-A195C673DD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4889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8B1820C8-110F-FFDF-8B8E-5598F8DA6F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911564D7-03CC-9267-195D-E25EA5A27F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5A14D13E-B069-CAB1-3898-01274755D8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E6D4D2-0B6B-4882-80EB-6B4AD9CBB9B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3903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AC3ED214-45A6-A515-8016-49C2B66127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C9840C38-41CE-DFF2-06A9-E64D262B57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BCEFAC95-955A-CAD0-5F47-B19DCEAB12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0AC7B6-A03B-4D6C-B81E-3B458DB11B7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2068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51169660-3E7F-CF5B-5500-502115B495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1701F544-0FDA-8F22-81DE-4B3109FFB9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AA9BB463-65A4-4138-B3B9-49C12C9C29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6F0304-F507-41E6-A435-D3E784C577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342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71D805CE-2312-92B5-6F14-24681EECD8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5EA480F1-5828-4387-D443-8507A7B579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394F70AA-BE03-969E-271F-D53014BCA9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CFE1E5-919B-4B96-B1F5-561C5029BEE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5611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D5595492-C181-FCE1-94E6-FA7298BE4B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D35297B0-4454-543C-7B2A-A34981D2AE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9C880A5D-0F3A-42DF-9821-54D16511FD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4DB98D-0E32-42E6-8ED3-32E16E783B2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24765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2872BF3-A1B8-4C78-7FAC-A2656BFF8D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63CFF637-190B-FE5B-E42E-7992608B6C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8D795350-048C-4B6A-C089-D94CFC7D65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9D4A4F-CFCB-4488-8FAF-7B87249E54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07799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A671FF0-77E8-33D8-1EFC-D4D4D9983F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8BA12CFC-24E1-23A1-AE5B-0FE972E770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8DAEC205-0C39-BF4F-8DF7-51B422044D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276BB2-9659-4653-A948-003ED0B7804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1276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138B5467-5572-59F0-2EF4-914F4C4FF3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48326CD2-739A-F850-4AD9-4E9EA59985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17834E89-01AC-A170-6C89-9B7059E0B3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C75ECB-38EB-4144-A1B0-A1196A9715C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46361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418A82AE-5AF6-D479-5CCB-2D9DBA96BE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2F8A24FB-7608-52F3-79DA-0C39103B23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C5252736-5906-A189-D25F-5C75BC14D3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142E58-2A97-430E-8055-FB004AAEA07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9172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6">
            <a:extLst>
              <a:ext uri="{FF2B5EF4-FFF2-40B4-BE49-F238E27FC236}">
                <a16:creationId xmlns:a16="http://schemas.microsoft.com/office/drawing/2014/main" id="{8AFE2FA0-DACF-25AA-656D-53D69229369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21.</a:t>
            </a:r>
            <a:fld id="{D2A62E69-A706-4CAA-B650-2E8E28A2049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>
            <a:extLst>
              <a:ext uri="{FF2B5EF4-FFF2-40B4-BE49-F238E27FC236}">
                <a16:creationId xmlns:a16="http://schemas.microsoft.com/office/drawing/2014/main" id="{B31B39AE-5765-F116-796F-21B677EEC773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0"/>
            <a:chExt cx="5675" cy="663"/>
          </a:xfrm>
        </p:grpSpPr>
        <p:grpSp>
          <p:nvGrpSpPr>
            <p:cNvPr id="2056" name="Group 3">
              <a:extLst>
                <a:ext uri="{FF2B5EF4-FFF2-40B4-BE49-F238E27FC236}">
                  <a16:creationId xmlns:a16="http://schemas.microsoft.com/office/drawing/2014/main" id="{E3C33A88-9641-AA99-6F37-85EFCC1AF5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2052" name="Rectangle 4">
                <a:extLst>
                  <a:ext uri="{FF2B5EF4-FFF2-40B4-BE49-F238E27FC236}">
                    <a16:creationId xmlns:a16="http://schemas.microsoft.com/office/drawing/2014/main" id="{11BDEF44-7ECB-A95A-613B-78723E66AB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2053" name="Rectangle 5">
                <a:extLst>
                  <a:ext uri="{FF2B5EF4-FFF2-40B4-BE49-F238E27FC236}">
                    <a16:creationId xmlns:a16="http://schemas.microsoft.com/office/drawing/2014/main" id="{8AB645C0-D83F-4948-FA09-6BEAA4883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grpSp>
          <p:nvGrpSpPr>
            <p:cNvPr id="2057" name="Group 6">
              <a:extLst>
                <a:ext uri="{FF2B5EF4-FFF2-40B4-BE49-F238E27FC236}">
                  <a16:creationId xmlns:a16="http://schemas.microsoft.com/office/drawing/2014/main" id="{9ADA69DB-A734-BE5F-3EB1-DA2C0E1630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2055" name="Rectangle 7">
                <a:extLst>
                  <a:ext uri="{FF2B5EF4-FFF2-40B4-BE49-F238E27FC236}">
                    <a16:creationId xmlns:a16="http://schemas.microsoft.com/office/drawing/2014/main" id="{E0786FE7-2CD2-C12F-93B1-3870C1BBC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2" name="Rectangle 8">
                <a:extLst>
                  <a:ext uri="{FF2B5EF4-FFF2-40B4-BE49-F238E27FC236}">
                    <a16:creationId xmlns:a16="http://schemas.microsoft.com/office/drawing/2014/main" id="{4A68ADA5-B2B7-23B9-B943-55066A8C2A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" y="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3" name="Rectangle 9">
              <a:extLst>
                <a:ext uri="{FF2B5EF4-FFF2-40B4-BE49-F238E27FC236}">
                  <a16:creationId xmlns:a16="http://schemas.microsoft.com/office/drawing/2014/main" id="{3BD4204D-1691-413D-AEFF-6AB2ECD05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058" name="Rectangle 10">
              <a:extLst>
                <a:ext uri="{FF2B5EF4-FFF2-40B4-BE49-F238E27FC236}">
                  <a16:creationId xmlns:a16="http://schemas.microsoft.com/office/drawing/2014/main" id="{3370F53C-669B-5D15-14C7-EA5E9987A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059" name="Rectangle 11">
              <a:extLst>
                <a:ext uri="{FF2B5EF4-FFF2-40B4-BE49-F238E27FC236}">
                  <a16:creationId xmlns:a16="http://schemas.microsoft.com/office/drawing/2014/main" id="{0DB4FBBA-2A4F-58CF-8DD7-2A110D38EA2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2060" name="Text Box 17">
            <a:extLst>
              <a:ext uri="{FF2B5EF4-FFF2-40B4-BE49-F238E27FC236}">
                <a16:creationId xmlns:a16="http://schemas.microsoft.com/office/drawing/2014/main" id="{C0B2EECC-34EF-6DB5-52BD-F9FBACF9CAE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1400" b="0">
                <a:latin typeface="McGrawHill-Italic" pitchFamily="2" charset="0"/>
                <a:ea typeface="宋体" pitchFamily="2" charset="-122"/>
              </a:rPr>
              <a:t>McGraw-Hill</a:t>
            </a:r>
            <a:endParaRPr lang="en-US" altLang="zh-CN" sz="2400" b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61" name="Text Box 18">
            <a:extLst>
              <a:ext uri="{FF2B5EF4-FFF2-40B4-BE49-F238E27FC236}">
                <a16:creationId xmlns:a16="http://schemas.microsoft.com/office/drawing/2014/main" id="{5CBB8413-F54D-EE6C-2B91-931BF7E512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altLang="zh-CN" sz="1400" b="0">
                <a:latin typeface="McGrawHill-Italic" pitchFamily="2" charset="0"/>
                <a:ea typeface="宋体" pitchFamily="2" charset="-122"/>
              </a:rPr>
              <a:t>The McGraw-Hill Companies, Inc., 2000</a:t>
            </a:r>
            <a:endParaRPr lang="en-US" altLang="zh-CN" sz="2400" b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F564CE73-A4A7-58AA-2AEE-4F4752F345B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EAB567CC-383B-4E2C-9834-B34B691989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4" name="Rectangle 16">
            <a:extLst>
              <a:ext uri="{FF2B5EF4-FFF2-40B4-BE49-F238E27FC236}">
                <a16:creationId xmlns:a16="http://schemas.microsoft.com/office/drawing/2014/main" id="{74FD9822-20BC-0399-DD7D-18F72EA43D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fld id="{9824ADBA-A940-4960-A8F8-CAEEB67E247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2">
            <a:extLst>
              <a:ext uri="{FF2B5EF4-FFF2-40B4-BE49-F238E27FC236}">
                <a16:creationId xmlns:a16="http://schemas.microsoft.com/office/drawing/2014/main" id="{9FC0F725-39D2-2458-632B-AB1461C2CCC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B0561C3C-090B-4B92-A86B-CE45A0A5C470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pic>
        <p:nvPicPr>
          <p:cNvPr id="3075" name="Picture 2" descr="Forouzan4e07_banner">
            <a:extLst>
              <a:ext uri="{FF2B5EF4-FFF2-40B4-BE49-F238E27FC236}">
                <a16:creationId xmlns:a16="http://schemas.microsoft.com/office/drawing/2014/main" id="{C3DBFB8A-1E45-9AD4-152B-AECBC6E0F476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Rectangle 3">
            <a:extLst>
              <a:ext uri="{FF2B5EF4-FFF2-40B4-BE49-F238E27FC236}">
                <a16:creationId xmlns:a16="http://schemas.microsoft.com/office/drawing/2014/main" id="{D4D55DCB-8DA0-418A-DD5A-62BF4ABEE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286000"/>
            <a:ext cx="685800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4400">
                <a:solidFill>
                  <a:schemeClr val="tx2"/>
                </a:solidFill>
                <a:ea typeface="宋体" panose="02010600030101010101" pitchFamily="2" charset="-122"/>
              </a:rPr>
              <a:t>第</a:t>
            </a:r>
            <a:r>
              <a:rPr lang="en-US" altLang="zh-CN" sz="4400">
                <a:solidFill>
                  <a:schemeClr val="tx2"/>
                </a:solidFill>
                <a:ea typeface="宋体" panose="02010600030101010101" pitchFamily="2" charset="-122"/>
              </a:rPr>
              <a:t>21</a:t>
            </a:r>
            <a:r>
              <a:rPr lang="zh-CN" altLang="en-US" sz="4400">
                <a:solidFill>
                  <a:schemeClr val="tx2"/>
                </a:solidFill>
                <a:ea typeface="宋体" panose="02010600030101010101" pitchFamily="2" charset="-122"/>
              </a:rPr>
              <a:t>章</a:t>
            </a:r>
          </a:p>
          <a:p>
            <a:pPr algn="ctr"/>
            <a:endParaRPr lang="zh-CN" altLang="en-US" sz="200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algn="ctr"/>
            <a:r>
              <a:rPr lang="zh-CN" altLang="en-US" sz="4400">
                <a:ea typeface="宋体" panose="02010600030101010101" pitchFamily="2" charset="-122"/>
              </a:rPr>
              <a:t>地址映射，</a:t>
            </a:r>
            <a:endParaRPr lang="en-US" altLang="zh-CN" sz="4400">
              <a:ea typeface="宋体" panose="02010600030101010101" pitchFamily="2" charset="-122"/>
            </a:endParaRPr>
          </a:p>
          <a:p>
            <a:pPr algn="ctr"/>
            <a:r>
              <a:rPr lang="zh-CN" altLang="en-US" sz="4400">
                <a:ea typeface="宋体" panose="02010600030101010101" pitchFamily="2" charset="-122"/>
              </a:rPr>
              <a:t>差错报告和多播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1">
            <a:extLst>
              <a:ext uri="{FF2B5EF4-FFF2-40B4-BE49-F238E27FC236}">
                <a16:creationId xmlns:a16="http://schemas.microsoft.com/office/drawing/2014/main" id="{655762AD-B6C7-7661-4209-96522D39271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4317558B-084D-415A-9DD2-33B7AA7A2527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F32DFE1-CB5D-E23A-71E5-58582C6BF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124" name="Text Box 3">
            <a:extLst>
              <a:ext uri="{FF2B5EF4-FFF2-40B4-BE49-F238E27FC236}">
                <a16:creationId xmlns:a16="http://schemas.microsoft.com/office/drawing/2014/main" id="{77DDFD90-760E-9D7E-2BB3-EC14AD916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28924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2" charset="0"/>
                <a:ea typeface="宋体" pitchFamily="2" charset="-122"/>
              </a:rPr>
              <a:t>21-1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2" charset="0"/>
                <a:ea typeface="宋体" pitchFamily="2" charset="-122"/>
              </a:rPr>
              <a:t>地址映射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  <a:latin typeface="Times" pitchFamily="2" charset="0"/>
              <a:ea typeface="宋体" pitchFamily="2" charset="-122"/>
            </a:endParaRPr>
          </a:p>
        </p:txBody>
      </p:sp>
      <p:sp>
        <p:nvSpPr>
          <p:cNvPr id="4101" name="Text Box 4">
            <a:extLst>
              <a:ext uri="{FF2B5EF4-FFF2-40B4-BE49-F238E27FC236}">
                <a16:creationId xmlns:a16="http://schemas.microsoft.com/office/drawing/2014/main" id="{6DBC458A-E8AA-1C2B-B9AD-54923F048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6" name="Rectangle 5">
            <a:extLst>
              <a:ext uri="{FF2B5EF4-FFF2-40B4-BE49-F238E27FC236}">
                <a16:creationId xmlns:a16="http://schemas.microsoft.com/office/drawing/2014/main" id="{40A61080-EE16-5689-97D3-8416AD79D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806575"/>
            <a:ext cx="8229600" cy="181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将分组传递到主机或路由器需要两级地址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: </a:t>
            </a:r>
            <a:r>
              <a:rPr lang="zh-CN" altLang="en-US" sz="2800" i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逻辑地址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和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800" i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物理地址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. 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我们需要将一个逻辑地址映射成为它对应的物理地址，反过来也一样。这可以通过静态或动态映射完成。</a:t>
            </a:r>
            <a:endParaRPr lang="en-US" sz="2800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03" name="Rectangle 29">
            <a:extLst>
              <a:ext uri="{FF2B5EF4-FFF2-40B4-BE49-F238E27FC236}">
                <a16:creationId xmlns:a16="http://schemas.microsoft.com/office/drawing/2014/main" id="{C31BBCB2-0EAC-294F-F52E-F92468341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743450"/>
            <a:ext cx="8839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逻辑地址映射到物理地址  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物理地址映射到逻辑地址</a:t>
            </a:r>
          </a:p>
        </p:txBody>
      </p:sp>
      <p:sp>
        <p:nvSpPr>
          <p:cNvPr id="5128" name="Text Box 30">
            <a:extLst>
              <a:ext uri="{FF2B5EF4-FFF2-40B4-BE49-F238E27FC236}">
                <a16:creationId xmlns:a16="http://schemas.microsoft.com/office/drawing/2014/main" id="{6837B1BA-6725-646B-DBA8-B0D8F6FFB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9375" y="4267200"/>
            <a:ext cx="10255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讨论</a:t>
            </a:r>
            <a:r>
              <a:rPr 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1">
            <a:extLst>
              <a:ext uri="{FF2B5EF4-FFF2-40B4-BE49-F238E27FC236}">
                <a16:creationId xmlns:a16="http://schemas.microsoft.com/office/drawing/2014/main" id="{8BEB265C-8210-F02E-CF9A-1935BAD68DD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A9CC8587-713F-4B63-A5F4-5DB4073F1DD6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123" name="Line 2">
            <a:extLst>
              <a:ext uri="{FF2B5EF4-FFF2-40B4-BE49-F238E27FC236}">
                <a16:creationId xmlns:a16="http://schemas.microsoft.com/office/drawing/2014/main" id="{A8A1F5D8-8571-61FE-6421-ADECEE5F5D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Line 3">
            <a:extLst>
              <a:ext uri="{FF2B5EF4-FFF2-40B4-BE49-F238E27FC236}">
                <a16:creationId xmlns:a16="http://schemas.microsoft.com/office/drawing/2014/main" id="{3A04204D-D5BA-83A2-B1E8-107147A94C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5" name="Text Box 4">
            <a:extLst>
              <a:ext uri="{FF2B5EF4-FFF2-40B4-BE49-F238E27FC236}">
                <a16:creationId xmlns:a16="http://schemas.microsoft.com/office/drawing/2014/main" id="{5168DE8C-D99B-8BB2-6390-594F7DC07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2335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21.1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ARP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操作</a:t>
            </a:r>
          </a:p>
        </p:txBody>
      </p:sp>
      <p:sp>
        <p:nvSpPr>
          <p:cNvPr id="5126" name="Line 5">
            <a:extLst>
              <a:ext uri="{FF2B5EF4-FFF2-40B4-BE49-F238E27FC236}">
                <a16:creationId xmlns:a16="http://schemas.microsoft.com/office/drawing/2014/main" id="{0F6FFD1F-09B1-7F21-D744-F1417EA45A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DC23CA42-12D7-71DE-B4D1-8DBB643C1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219200"/>
            <a:ext cx="566737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>
            <a:extLst>
              <a:ext uri="{FF2B5EF4-FFF2-40B4-BE49-F238E27FC236}">
                <a16:creationId xmlns:a16="http://schemas.microsoft.com/office/drawing/2014/main" id="{FF2A5745-1068-51AA-249D-3C2DBB102A3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B34E7FC2-A818-4C8B-8BEE-5FA8D748A266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6147" name="Line 2">
            <a:extLst>
              <a:ext uri="{FF2B5EF4-FFF2-40B4-BE49-F238E27FC236}">
                <a16:creationId xmlns:a16="http://schemas.microsoft.com/office/drawing/2014/main" id="{8C54FFA9-B249-B767-FB1C-DD1C04B6BA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Line 3">
            <a:extLst>
              <a:ext uri="{FF2B5EF4-FFF2-40B4-BE49-F238E27FC236}">
                <a16:creationId xmlns:a16="http://schemas.microsoft.com/office/drawing/2014/main" id="{24658902-BB74-B715-FB2C-1E9BDCEC85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9" name="Text Box 4">
            <a:extLst>
              <a:ext uri="{FF2B5EF4-FFF2-40B4-BE49-F238E27FC236}">
                <a16:creationId xmlns:a16="http://schemas.microsoft.com/office/drawing/2014/main" id="{DAE54A61-DCA3-D15C-A459-13C2D1019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335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21.2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ARP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分组</a:t>
            </a:r>
          </a:p>
        </p:txBody>
      </p:sp>
      <p:sp>
        <p:nvSpPr>
          <p:cNvPr id="6150" name="Line 5">
            <a:extLst>
              <a:ext uri="{FF2B5EF4-FFF2-40B4-BE49-F238E27FC236}">
                <a16:creationId xmlns:a16="http://schemas.microsoft.com/office/drawing/2014/main" id="{5D3313FF-8564-ADC9-563C-080AEF04D2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151" name="Picture 6">
            <a:extLst>
              <a:ext uri="{FF2B5EF4-FFF2-40B4-BE49-F238E27FC236}">
                <a16:creationId xmlns:a16="http://schemas.microsoft.com/office/drawing/2014/main" id="{4A9CC76D-69F2-DD67-AA7E-68DA527A2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925" y="1539875"/>
            <a:ext cx="6188075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>
            <a:extLst>
              <a:ext uri="{FF2B5EF4-FFF2-40B4-BE49-F238E27FC236}">
                <a16:creationId xmlns:a16="http://schemas.microsoft.com/office/drawing/2014/main" id="{DB6DEF8A-950E-B658-B24B-B71ED35CE89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84459FEC-71CA-441D-AB6B-06CF08DC72BF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5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7171" name="Line 2">
            <a:extLst>
              <a:ext uri="{FF2B5EF4-FFF2-40B4-BE49-F238E27FC236}">
                <a16:creationId xmlns:a16="http://schemas.microsoft.com/office/drawing/2014/main" id="{964FD0DB-D51E-1C92-0003-EFE1FA5996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" name="Line 3">
            <a:extLst>
              <a:ext uri="{FF2B5EF4-FFF2-40B4-BE49-F238E27FC236}">
                <a16:creationId xmlns:a16="http://schemas.microsoft.com/office/drawing/2014/main" id="{113BDEFD-32B5-354D-CA17-8ECE81C173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" name="Text Box 4">
            <a:extLst>
              <a:ext uri="{FF2B5EF4-FFF2-40B4-BE49-F238E27FC236}">
                <a16:creationId xmlns:a16="http://schemas.microsoft.com/office/drawing/2014/main" id="{B12C7428-885C-9334-9FBA-F04BA71AE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108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21.3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ARP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分组的封装</a:t>
            </a:r>
          </a:p>
        </p:txBody>
      </p:sp>
      <p:sp>
        <p:nvSpPr>
          <p:cNvPr id="7174" name="Line 5">
            <a:extLst>
              <a:ext uri="{FF2B5EF4-FFF2-40B4-BE49-F238E27FC236}">
                <a16:creationId xmlns:a16="http://schemas.microsoft.com/office/drawing/2014/main" id="{68C04DEA-6FF6-589C-069F-F9586860D9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175" name="Picture 6">
            <a:extLst>
              <a:ext uri="{FF2B5EF4-FFF2-40B4-BE49-F238E27FC236}">
                <a16:creationId xmlns:a16="http://schemas.microsoft.com/office/drawing/2014/main" id="{E97A49CD-D18C-6CA4-28F2-76917FF58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514600"/>
            <a:ext cx="8007350" cy="171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1">
            <a:extLst>
              <a:ext uri="{FF2B5EF4-FFF2-40B4-BE49-F238E27FC236}">
                <a16:creationId xmlns:a16="http://schemas.microsoft.com/office/drawing/2014/main" id="{2EF80478-EE30-EA09-E2F7-4032E2AE111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F50BAAC5-AE6B-4A25-9053-D0FFF4E4524F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6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195" name="Line 2">
            <a:extLst>
              <a:ext uri="{FF2B5EF4-FFF2-40B4-BE49-F238E27FC236}">
                <a16:creationId xmlns:a16="http://schemas.microsoft.com/office/drawing/2014/main" id="{C606065A-13AB-2A23-EC73-0948C48336D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Line 3">
            <a:extLst>
              <a:ext uri="{FF2B5EF4-FFF2-40B4-BE49-F238E27FC236}">
                <a16:creationId xmlns:a16="http://schemas.microsoft.com/office/drawing/2014/main" id="{F6E3CAC1-FD15-BBF7-D24F-99039DDDDD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85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301328B6-E178-C5CE-5241-6928765D5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52400"/>
            <a:ext cx="3570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21.4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使用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ARP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的四种情况</a:t>
            </a:r>
          </a:p>
        </p:txBody>
      </p:sp>
      <p:sp>
        <p:nvSpPr>
          <p:cNvPr id="8198" name="Line 5">
            <a:extLst>
              <a:ext uri="{FF2B5EF4-FFF2-40B4-BE49-F238E27FC236}">
                <a16:creationId xmlns:a16="http://schemas.microsoft.com/office/drawing/2014/main" id="{AB4E17AF-83B9-4CC2-2D9E-1717D88936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199" name="Picture 6">
            <a:extLst>
              <a:ext uri="{FF2B5EF4-FFF2-40B4-BE49-F238E27FC236}">
                <a16:creationId xmlns:a16="http://schemas.microsoft.com/office/drawing/2014/main" id="{BB35116D-5107-6616-2A4C-867A2DAB7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838200"/>
            <a:ext cx="6334125" cy="541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1">
            <a:extLst>
              <a:ext uri="{FF2B5EF4-FFF2-40B4-BE49-F238E27FC236}">
                <a16:creationId xmlns:a16="http://schemas.microsoft.com/office/drawing/2014/main" id="{FCF9C2C4-FCEF-EBC0-1731-8007ECD11F0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F16BCBFB-C2B5-4852-8282-818874B1841E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7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41B23DEC-3D48-03F6-29E3-56BDC4099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8AB4742-CF43-FA36-8E4A-C6E34FCEF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32F9B0C2-27ED-D56A-508B-3D641BCAC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2" name="Rectangle 5">
            <a:extLst>
              <a:ext uri="{FF2B5EF4-FFF2-40B4-BE49-F238E27FC236}">
                <a16:creationId xmlns:a16="http://schemas.microsoft.com/office/drawing/2014/main" id="{43E892FE-C1F2-9DB7-56C9-68697BF90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3" name="Rectangle 6">
            <a:extLst>
              <a:ext uri="{FF2B5EF4-FFF2-40B4-BE49-F238E27FC236}">
                <a16:creationId xmlns:a16="http://schemas.microsoft.com/office/drawing/2014/main" id="{8BD58C35-4F90-2039-D23C-7F26664A6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4" name="Rectangle 7">
            <a:extLst>
              <a:ext uri="{FF2B5EF4-FFF2-40B4-BE49-F238E27FC236}">
                <a16:creationId xmlns:a16="http://schemas.microsoft.com/office/drawing/2014/main" id="{F98FA126-ED1D-818B-E86C-E913B78F6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5" name="Rectangle 8">
            <a:extLst>
              <a:ext uri="{FF2B5EF4-FFF2-40B4-BE49-F238E27FC236}">
                <a16:creationId xmlns:a16="http://schemas.microsoft.com/office/drawing/2014/main" id="{D2F132EC-4AF0-0442-85BA-2D0B422B4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6" name="Line 9">
            <a:extLst>
              <a:ext uri="{FF2B5EF4-FFF2-40B4-BE49-F238E27FC236}">
                <a16:creationId xmlns:a16="http://schemas.microsoft.com/office/drawing/2014/main" id="{C116C2B1-65A3-A146-444F-306C7E5F66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7" name="Line 10">
            <a:extLst>
              <a:ext uri="{FF2B5EF4-FFF2-40B4-BE49-F238E27FC236}">
                <a16:creationId xmlns:a16="http://schemas.microsoft.com/office/drawing/2014/main" id="{F08F6318-E403-8255-60FB-D40D88B810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8" name="Rectangle 11">
            <a:extLst>
              <a:ext uri="{FF2B5EF4-FFF2-40B4-BE49-F238E27FC236}">
                <a16:creationId xmlns:a16="http://schemas.microsoft.com/office/drawing/2014/main" id="{7EA01007-A622-62A4-1E98-26D4F5D67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ARP </a:t>
            </a:r>
            <a:r>
              <a:rPr lang="zh-CN" altLang="en-US">
                <a:ea typeface="宋体" panose="02010600030101010101" pitchFamily="2" charset="-122"/>
              </a:rPr>
              <a:t>请求报文是广播发送</a:t>
            </a:r>
            <a:r>
              <a:rPr lang="en-US" altLang="zh-CN">
                <a:ea typeface="宋体" panose="02010600030101010101" pitchFamily="2" charset="-122"/>
              </a:rPr>
              <a:t>;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ARP </a:t>
            </a:r>
            <a:r>
              <a:rPr lang="zh-CN" altLang="en-US">
                <a:ea typeface="宋体" panose="02010600030101010101" pitchFamily="2" charset="-122"/>
              </a:rPr>
              <a:t>回答报文是单播发送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</p:txBody>
      </p:sp>
      <p:grpSp>
        <p:nvGrpSpPr>
          <p:cNvPr id="9229" name="Group 13">
            <a:extLst>
              <a:ext uri="{FF2B5EF4-FFF2-40B4-BE49-F238E27FC236}">
                <a16:creationId xmlns:a16="http://schemas.microsoft.com/office/drawing/2014/main" id="{7B731A9D-0DA7-F8D1-A4BD-5E3F5B1FC3E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9230" name="Picture 13">
              <a:extLst>
                <a:ext uri="{FF2B5EF4-FFF2-40B4-BE49-F238E27FC236}">
                  <a16:creationId xmlns:a16="http://schemas.microsoft.com/office/drawing/2014/main" id="{06C62A6F-2210-393D-628D-05281A1A1B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31" name="Text Box 14">
              <a:extLst>
                <a:ext uri="{FF2B5EF4-FFF2-40B4-BE49-F238E27FC236}">
                  <a16:creationId xmlns:a16="http://schemas.microsoft.com/office/drawing/2014/main" id="{5C6C366E-A969-932C-1AF8-D8E7A66C8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1">
            <a:extLst>
              <a:ext uri="{FF2B5EF4-FFF2-40B4-BE49-F238E27FC236}">
                <a16:creationId xmlns:a16="http://schemas.microsoft.com/office/drawing/2014/main" id="{A1E3B3D6-E486-54EE-4ACA-C83BD759D9D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BC91956B-7B25-41F1-BCBE-B21E4AB87278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8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6E37A2B6-1AD1-8E17-2A03-E6FA6CB19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D9D75C9A-8093-B44A-01F7-22011574D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5" name="Rectangle 4">
            <a:extLst>
              <a:ext uri="{FF2B5EF4-FFF2-40B4-BE49-F238E27FC236}">
                <a16:creationId xmlns:a16="http://schemas.microsoft.com/office/drawing/2014/main" id="{C6D521E1-2989-3F0E-FFD1-30BF6262F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6" name="Rectangle 5">
            <a:extLst>
              <a:ext uri="{FF2B5EF4-FFF2-40B4-BE49-F238E27FC236}">
                <a16:creationId xmlns:a16="http://schemas.microsoft.com/office/drawing/2014/main" id="{DB8BB4E2-29AB-7128-FAED-28A012876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7" name="Rectangle 6">
            <a:extLst>
              <a:ext uri="{FF2B5EF4-FFF2-40B4-BE49-F238E27FC236}">
                <a16:creationId xmlns:a16="http://schemas.microsoft.com/office/drawing/2014/main" id="{624F46BF-0F46-B805-B59F-C4EFFC781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8" name="Rectangle 7">
            <a:extLst>
              <a:ext uri="{FF2B5EF4-FFF2-40B4-BE49-F238E27FC236}">
                <a16:creationId xmlns:a16="http://schemas.microsoft.com/office/drawing/2014/main" id="{650ABF1A-7671-A3D8-1EAC-98DC7AB2E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9" name="Rectangle 8">
            <a:extLst>
              <a:ext uri="{FF2B5EF4-FFF2-40B4-BE49-F238E27FC236}">
                <a16:creationId xmlns:a16="http://schemas.microsoft.com/office/drawing/2014/main" id="{7314F3AD-79C3-BE1C-9F77-E261704A6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50" name="Rectangle 9">
            <a:extLst>
              <a:ext uri="{FF2B5EF4-FFF2-40B4-BE49-F238E27FC236}">
                <a16:creationId xmlns:a16="http://schemas.microsoft.com/office/drawing/2014/main" id="{873FB463-3121-6C00-EA4D-3C5902FE9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27100"/>
            <a:ext cx="8686800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一个主机的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地址为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130.23.43.20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，物理地址为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B2:34:55:10:22:10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，它有一个分组想要发送给另一个主机，其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地址为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130.23.43.25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，物理地址为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A4:6E:F4:59:83:AB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（第一个主机并不知道该物理地址） 。两个主机在同一个网络上。试说明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ARP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请求与回答分组如何封装在以太网帧中。</a:t>
            </a:r>
          </a:p>
        </p:txBody>
      </p:sp>
      <p:sp>
        <p:nvSpPr>
          <p:cNvPr id="10251" name="Rectangle 10">
            <a:extLst>
              <a:ext uri="{FF2B5EF4-FFF2-40B4-BE49-F238E27FC236}">
                <a16:creationId xmlns:a16="http://schemas.microsoft.com/office/drawing/2014/main" id="{E2E14661-6ABA-75A7-F3DE-DC5BFDF92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10000"/>
            <a:ext cx="86868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解答</a:t>
            </a:r>
          </a:p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21.5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显示了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ARP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请求与回答分组。注意：此时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ARP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数据字段是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28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个字节，而单个地址不适合用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字节表示界限，这就是我们为什么不以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字节界限表示这些地址</a:t>
            </a:r>
          </a:p>
        </p:txBody>
      </p:sp>
      <p:sp>
        <p:nvSpPr>
          <p:cNvPr id="10252" name="Text Box 11">
            <a:extLst>
              <a:ext uri="{FF2B5EF4-FFF2-40B4-BE49-F238E27FC236}">
                <a16:creationId xmlns:a16="http://schemas.microsoft.com/office/drawing/2014/main" id="{75144EF3-937B-1503-70B8-E13C2F8DE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14176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>
            <a:extLst>
              <a:ext uri="{FF2B5EF4-FFF2-40B4-BE49-F238E27FC236}">
                <a16:creationId xmlns:a16="http://schemas.microsoft.com/office/drawing/2014/main" id="{34C6B2EB-6C1C-FD53-5F14-72A59DBB79C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984C8D20-B304-4C26-8C1D-02F95F2FFB28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9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Line 2">
            <a:extLst>
              <a:ext uri="{FF2B5EF4-FFF2-40B4-BE49-F238E27FC236}">
                <a16:creationId xmlns:a16="http://schemas.microsoft.com/office/drawing/2014/main" id="{7CD68090-AEA3-BABA-8E19-4CD9FFEF6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8" name="Line 3">
            <a:extLst>
              <a:ext uri="{FF2B5EF4-FFF2-40B4-BE49-F238E27FC236}">
                <a16:creationId xmlns:a16="http://schemas.microsoft.com/office/drawing/2014/main" id="{9AAFA8DF-6F50-72BB-5C3D-4B7D4F34D2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9" name="Text Box 4">
            <a:extLst>
              <a:ext uri="{FF2B5EF4-FFF2-40B4-BE49-F238E27FC236}">
                <a16:creationId xmlns:a16="http://schemas.microsoft.com/office/drawing/2014/main" id="{3FB06456-538C-E568-56EA-1BB39DEFE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449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21.5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21.1, ARP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请求与回答分组</a:t>
            </a:r>
          </a:p>
        </p:txBody>
      </p:sp>
      <p:sp>
        <p:nvSpPr>
          <p:cNvPr id="11270" name="Line 5">
            <a:extLst>
              <a:ext uri="{FF2B5EF4-FFF2-40B4-BE49-F238E27FC236}">
                <a16:creationId xmlns:a16="http://schemas.microsoft.com/office/drawing/2014/main" id="{B0BA616E-405F-474C-D2D9-2FEA6A4FA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271" name="Picture 7">
            <a:extLst>
              <a:ext uri="{FF2B5EF4-FFF2-40B4-BE49-F238E27FC236}">
                <a16:creationId xmlns:a16="http://schemas.microsoft.com/office/drawing/2014/main" id="{92A92930-AC24-F2A4-FE86-7932E5EF5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1757363"/>
            <a:ext cx="7477125" cy="426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>
            <a:extLst>
              <a:ext uri="{FF2B5EF4-FFF2-40B4-BE49-F238E27FC236}">
                <a16:creationId xmlns:a16="http://schemas.microsoft.com/office/drawing/2014/main" id="{206BEC23-7F06-44B0-73DE-AB85F3DC4DA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E6A199E2-22A8-4A2D-9D8E-1E2B86D7F6B5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10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2291" name="Line 2">
            <a:extLst>
              <a:ext uri="{FF2B5EF4-FFF2-40B4-BE49-F238E27FC236}">
                <a16:creationId xmlns:a16="http://schemas.microsoft.com/office/drawing/2014/main" id="{1591C520-5289-BEC1-36A9-342AD573ED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" name="Line 3">
            <a:extLst>
              <a:ext uri="{FF2B5EF4-FFF2-40B4-BE49-F238E27FC236}">
                <a16:creationId xmlns:a16="http://schemas.microsoft.com/office/drawing/2014/main" id="{24F485D8-3A7B-167E-FF5E-1AD3CDA06F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12816E9D-07C8-D2DF-56E6-A318FAD3D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279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21.6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代理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ARP</a:t>
            </a:r>
          </a:p>
        </p:txBody>
      </p:sp>
      <p:sp>
        <p:nvSpPr>
          <p:cNvPr id="12294" name="Line 5">
            <a:extLst>
              <a:ext uri="{FF2B5EF4-FFF2-40B4-BE49-F238E27FC236}">
                <a16:creationId xmlns:a16="http://schemas.microsoft.com/office/drawing/2014/main" id="{4E4EC959-0077-8205-5B31-73EEE70AC3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2295" name="Picture 6">
            <a:extLst>
              <a:ext uri="{FF2B5EF4-FFF2-40B4-BE49-F238E27FC236}">
                <a16:creationId xmlns:a16="http://schemas.microsoft.com/office/drawing/2014/main" id="{52CBDEA7-7E3E-3982-9CD5-AE3FF155C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057400"/>
            <a:ext cx="7386638" cy="345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1">
            <a:extLst>
              <a:ext uri="{FF2B5EF4-FFF2-40B4-BE49-F238E27FC236}">
                <a16:creationId xmlns:a16="http://schemas.microsoft.com/office/drawing/2014/main" id="{2714256B-864A-78FA-5BC8-0EFAA052BAB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D6885AA5-82E4-44AD-BBC6-C8629FD525AD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11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3315" name="Line 2">
            <a:extLst>
              <a:ext uri="{FF2B5EF4-FFF2-40B4-BE49-F238E27FC236}">
                <a16:creationId xmlns:a16="http://schemas.microsoft.com/office/drawing/2014/main" id="{50587FD7-670F-E8F4-F547-2E33EA54C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Line 3">
            <a:extLst>
              <a:ext uri="{FF2B5EF4-FFF2-40B4-BE49-F238E27FC236}">
                <a16:creationId xmlns:a16="http://schemas.microsoft.com/office/drawing/2014/main" id="{2AE7556C-8C24-80AA-B91A-2500A3ACCE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4EA8583A-1E78-0941-FE31-52BF1FF93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7088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21.7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在同一 网络上和不同网络上的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BOOTP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客户和服务器</a:t>
            </a:r>
          </a:p>
        </p:txBody>
      </p:sp>
      <p:sp>
        <p:nvSpPr>
          <p:cNvPr id="13318" name="Line 5">
            <a:extLst>
              <a:ext uri="{FF2B5EF4-FFF2-40B4-BE49-F238E27FC236}">
                <a16:creationId xmlns:a16="http://schemas.microsoft.com/office/drawing/2014/main" id="{96B6DBF8-32B5-D05A-2FD5-1682EEEFD9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319" name="Picture 6">
            <a:extLst>
              <a:ext uri="{FF2B5EF4-FFF2-40B4-BE49-F238E27FC236}">
                <a16:creationId xmlns:a16="http://schemas.microsoft.com/office/drawing/2014/main" id="{1E738F30-7904-DD6D-A122-C46539308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900" y="1041400"/>
            <a:ext cx="6032500" cy="520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1">
            <a:extLst>
              <a:ext uri="{FF2B5EF4-FFF2-40B4-BE49-F238E27FC236}">
                <a16:creationId xmlns:a16="http://schemas.microsoft.com/office/drawing/2014/main" id="{FEFE0968-07CB-00B2-6567-FB88F484A66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23F53002-A242-41A8-A027-233088A9B97B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12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9D7E992-1977-2287-6978-B147D5560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BD2FFE07-F777-2CCA-3873-53E33E9B0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997196E4-7F46-E15D-3F81-EA7B97FAE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2" name="Rectangle 5">
            <a:extLst>
              <a:ext uri="{FF2B5EF4-FFF2-40B4-BE49-F238E27FC236}">
                <a16:creationId xmlns:a16="http://schemas.microsoft.com/office/drawing/2014/main" id="{F0402486-13B7-68DA-5A42-52ED46D0C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3" name="Rectangle 6">
            <a:extLst>
              <a:ext uri="{FF2B5EF4-FFF2-40B4-BE49-F238E27FC236}">
                <a16:creationId xmlns:a16="http://schemas.microsoft.com/office/drawing/2014/main" id="{EA52ADFD-5A08-F0A6-3042-0F5EF049C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4" name="Rectangle 7">
            <a:extLst>
              <a:ext uri="{FF2B5EF4-FFF2-40B4-BE49-F238E27FC236}">
                <a16:creationId xmlns:a16="http://schemas.microsoft.com/office/drawing/2014/main" id="{FA96B17D-AFF6-C8F5-27FB-6AAACB4D7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5" name="Rectangle 8">
            <a:extLst>
              <a:ext uri="{FF2B5EF4-FFF2-40B4-BE49-F238E27FC236}">
                <a16:creationId xmlns:a16="http://schemas.microsoft.com/office/drawing/2014/main" id="{473EF8C3-B316-DC25-B772-68406EC24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6" name="Line 9">
            <a:extLst>
              <a:ext uri="{FF2B5EF4-FFF2-40B4-BE49-F238E27FC236}">
                <a16:creationId xmlns:a16="http://schemas.microsoft.com/office/drawing/2014/main" id="{F838B5E6-5BEB-CA41-80BE-FDF886989F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7" name="Line 10">
            <a:extLst>
              <a:ext uri="{FF2B5EF4-FFF2-40B4-BE49-F238E27FC236}">
                <a16:creationId xmlns:a16="http://schemas.microsoft.com/office/drawing/2014/main" id="{FA92D336-F0EE-42B6-A3AB-E3EC7E635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8" name="Rectangle 11">
            <a:extLst>
              <a:ext uri="{FF2B5EF4-FFF2-40B4-BE49-F238E27FC236}">
                <a16:creationId xmlns:a16="http://schemas.microsoft.com/office/drawing/2014/main" id="{3A4FEBFB-09B3-9161-B7FA-B789B6C2A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DHCP </a:t>
            </a:r>
            <a:r>
              <a:rPr lang="zh-CN" altLang="en-US">
                <a:ea typeface="宋体" panose="02010600030101010101" pitchFamily="2" charset="-122"/>
              </a:rPr>
              <a:t>提供可以是人工的或自动的静态或动态的地址配置。</a:t>
            </a:r>
          </a:p>
        </p:txBody>
      </p:sp>
      <p:grpSp>
        <p:nvGrpSpPr>
          <p:cNvPr id="14349" name="Group 13">
            <a:extLst>
              <a:ext uri="{FF2B5EF4-FFF2-40B4-BE49-F238E27FC236}">
                <a16:creationId xmlns:a16="http://schemas.microsoft.com/office/drawing/2014/main" id="{35BB6F0B-F337-3259-6C4E-236F2E9BDDE1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14350" name="Picture 13">
              <a:extLst>
                <a:ext uri="{FF2B5EF4-FFF2-40B4-BE49-F238E27FC236}">
                  <a16:creationId xmlns:a16="http://schemas.microsoft.com/office/drawing/2014/main" id="{8FDF7200-AE7D-9D82-4C14-A4D9D40E0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51" name="Text Box 14">
              <a:extLst>
                <a:ext uri="{FF2B5EF4-FFF2-40B4-BE49-F238E27FC236}">
                  <a16:creationId xmlns:a16="http://schemas.microsoft.com/office/drawing/2014/main" id="{F2F973B9-5EE2-4C10-66FB-12CC462A22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1">
            <a:extLst>
              <a:ext uri="{FF2B5EF4-FFF2-40B4-BE49-F238E27FC236}">
                <a16:creationId xmlns:a16="http://schemas.microsoft.com/office/drawing/2014/main" id="{80450AC7-1B7A-259A-994F-4B2EB7A4309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6C61E2FE-D2B6-467F-A0F0-C309C4161A3B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13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F973B21-746C-2246-A5B9-01F980B0A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388" name="Text Box 3">
            <a:extLst>
              <a:ext uri="{FF2B5EF4-FFF2-40B4-BE49-F238E27FC236}">
                <a16:creationId xmlns:a16="http://schemas.microsoft.com/office/drawing/2014/main" id="{5560AC11-4660-7F76-82C5-001EBD5C8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23177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2" charset="0"/>
                <a:ea typeface="宋体" pitchFamily="2" charset="-122"/>
              </a:rPr>
              <a:t>21-2   ICMP</a:t>
            </a:r>
          </a:p>
        </p:txBody>
      </p:sp>
      <p:sp>
        <p:nvSpPr>
          <p:cNvPr id="15365" name="Text Box 4">
            <a:extLst>
              <a:ext uri="{FF2B5EF4-FFF2-40B4-BE49-F238E27FC236}">
                <a16:creationId xmlns:a16="http://schemas.microsoft.com/office/drawing/2014/main" id="{D47CE7A8-1C98-6D49-0832-EA295AB40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90" name="Rectangle 5">
            <a:extLst>
              <a:ext uri="{FF2B5EF4-FFF2-40B4-BE49-F238E27FC236}">
                <a16:creationId xmlns:a16="http://schemas.microsoft.com/office/drawing/2014/main" id="{27E6C342-E387-87C7-FB0F-062075301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879600"/>
            <a:ext cx="8229600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IP 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协议没有差错报告或差错纠正机制。</a:t>
            </a:r>
            <a:r>
              <a:rPr 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IP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协议还缺少一种为主机和管理查询的机制。因特网控制报文协议</a:t>
            </a:r>
            <a:r>
              <a:rPr lang="en-US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(ICMP)</a:t>
            </a:r>
            <a:r>
              <a:rPr 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就是为了弥补上述两个缺点而设计的，它是配合</a:t>
            </a:r>
            <a:r>
              <a:rPr 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IP</a:t>
            </a:r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协议使用的。</a:t>
            </a:r>
            <a:endParaRPr lang="en-US" sz="2800" i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367" name="Rectangle 6">
            <a:extLst>
              <a:ext uri="{FF2B5EF4-FFF2-40B4-BE49-F238E27FC236}">
                <a16:creationId xmlns:a16="http://schemas.microsoft.com/office/drawing/2014/main" id="{6D977FBD-EF1F-FBC5-EE48-61107FCE6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报文类型</a:t>
            </a:r>
            <a:b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报文格式</a:t>
            </a:r>
            <a:b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差错报告和查询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调试工具</a:t>
            </a:r>
          </a:p>
        </p:txBody>
      </p:sp>
      <p:sp>
        <p:nvSpPr>
          <p:cNvPr id="16392" name="Text Box 7">
            <a:extLst>
              <a:ext uri="{FF2B5EF4-FFF2-40B4-BE49-F238E27FC236}">
                <a16:creationId xmlns:a16="http://schemas.microsoft.com/office/drawing/2014/main" id="{182EC0E0-A132-FF69-C316-8C958B76D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3" y="4267200"/>
            <a:ext cx="10271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讨论</a:t>
            </a:r>
            <a:r>
              <a:rPr 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>
            <a:extLst>
              <a:ext uri="{FF2B5EF4-FFF2-40B4-BE49-F238E27FC236}">
                <a16:creationId xmlns:a16="http://schemas.microsoft.com/office/drawing/2014/main" id="{C7DCD286-986D-0473-B597-6EA939824FC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857F3ACE-3E38-415D-BA43-CF58348E0CCB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14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6387" name="Line 2">
            <a:extLst>
              <a:ext uri="{FF2B5EF4-FFF2-40B4-BE49-F238E27FC236}">
                <a16:creationId xmlns:a16="http://schemas.microsoft.com/office/drawing/2014/main" id="{04E1E9E3-B748-FC45-7D92-38835448A4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304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Line 3">
            <a:extLst>
              <a:ext uri="{FF2B5EF4-FFF2-40B4-BE49-F238E27FC236}">
                <a16:creationId xmlns:a16="http://schemas.microsoft.com/office/drawing/2014/main" id="{D78E4479-57BF-5BC0-60E8-D0D4229CB5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1430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6FE9DC91-D8E7-254D-A8ED-17B9F1294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"/>
            <a:ext cx="3522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21.8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ICMP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报文一般格式</a:t>
            </a:r>
          </a:p>
        </p:txBody>
      </p:sp>
      <p:sp>
        <p:nvSpPr>
          <p:cNvPr id="16390" name="Line 5">
            <a:extLst>
              <a:ext uri="{FF2B5EF4-FFF2-40B4-BE49-F238E27FC236}">
                <a16:creationId xmlns:a16="http://schemas.microsoft.com/office/drawing/2014/main" id="{36C9F585-38D0-A89C-0D87-469D68ACB7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6391" name="Picture 6">
            <a:extLst>
              <a:ext uri="{FF2B5EF4-FFF2-40B4-BE49-F238E27FC236}">
                <a16:creationId xmlns:a16="http://schemas.microsoft.com/office/drawing/2014/main" id="{FCD89AEF-2D57-24E4-1800-87A87D11E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38" y="2354263"/>
            <a:ext cx="7231062" cy="237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>
            <a:extLst>
              <a:ext uri="{FF2B5EF4-FFF2-40B4-BE49-F238E27FC236}">
                <a16:creationId xmlns:a16="http://schemas.microsoft.com/office/drawing/2014/main" id="{16ACAE7E-7D28-4ED8-E3CD-CFEB386E05D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3255D092-5232-44DA-BB77-32F36773E658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15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21F05681-ED7B-3C77-6D94-94E57B920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B5FDE603-7866-24FC-A3FD-CDBFDBF44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2672950D-40CF-0E56-E962-FACBA1A93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4" name="Rectangle 5">
            <a:extLst>
              <a:ext uri="{FF2B5EF4-FFF2-40B4-BE49-F238E27FC236}">
                <a16:creationId xmlns:a16="http://schemas.microsoft.com/office/drawing/2014/main" id="{845AE9B1-0789-4873-2464-96AA99EBB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5" name="Rectangle 6">
            <a:extLst>
              <a:ext uri="{FF2B5EF4-FFF2-40B4-BE49-F238E27FC236}">
                <a16:creationId xmlns:a16="http://schemas.microsoft.com/office/drawing/2014/main" id="{AC40BCE5-7D56-1FE8-494F-54862D444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6" name="Rectangle 7">
            <a:extLst>
              <a:ext uri="{FF2B5EF4-FFF2-40B4-BE49-F238E27FC236}">
                <a16:creationId xmlns:a16="http://schemas.microsoft.com/office/drawing/2014/main" id="{4DC6C187-2976-6C91-B425-391E1EAE7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7" name="Rectangle 8">
            <a:extLst>
              <a:ext uri="{FF2B5EF4-FFF2-40B4-BE49-F238E27FC236}">
                <a16:creationId xmlns:a16="http://schemas.microsoft.com/office/drawing/2014/main" id="{02E41EE9-55BD-E043-15A2-38845401B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8" name="Line 9">
            <a:extLst>
              <a:ext uri="{FF2B5EF4-FFF2-40B4-BE49-F238E27FC236}">
                <a16:creationId xmlns:a16="http://schemas.microsoft.com/office/drawing/2014/main" id="{A6476122-91C5-AA86-B579-5422761541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9" name="Line 10">
            <a:extLst>
              <a:ext uri="{FF2B5EF4-FFF2-40B4-BE49-F238E27FC236}">
                <a16:creationId xmlns:a16="http://schemas.microsoft.com/office/drawing/2014/main" id="{AFE4747E-E9D3-5720-F992-19D9DEEDBB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0" name="Rectangle 11">
            <a:extLst>
              <a:ext uri="{FF2B5EF4-FFF2-40B4-BE49-F238E27FC236}">
                <a16:creationId xmlns:a16="http://schemas.microsoft.com/office/drawing/2014/main" id="{1BEDFE1E-4BE4-04A0-DC61-B0375E21E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5842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>
                <a:ea typeface="宋体" panose="02010600030101010101" pitchFamily="2" charset="-122"/>
              </a:rPr>
              <a:t>ICMP </a:t>
            </a:r>
            <a:r>
              <a:rPr lang="zh-CN" altLang="en-US">
                <a:ea typeface="宋体" panose="02010600030101010101" pitchFamily="2" charset="-122"/>
              </a:rPr>
              <a:t>总是向原始的源方报告差错报文。</a:t>
            </a:r>
          </a:p>
        </p:txBody>
      </p:sp>
      <p:grpSp>
        <p:nvGrpSpPr>
          <p:cNvPr id="17421" name="Group 13">
            <a:extLst>
              <a:ext uri="{FF2B5EF4-FFF2-40B4-BE49-F238E27FC236}">
                <a16:creationId xmlns:a16="http://schemas.microsoft.com/office/drawing/2014/main" id="{C5CD6630-DAF6-7164-2E5F-B3E9E860F825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17422" name="Picture 13">
              <a:extLst>
                <a:ext uri="{FF2B5EF4-FFF2-40B4-BE49-F238E27FC236}">
                  <a16:creationId xmlns:a16="http://schemas.microsoft.com/office/drawing/2014/main" id="{85A01292-FD05-D520-09D7-C3F9418D98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3" name="Text Box 14">
              <a:extLst>
                <a:ext uri="{FF2B5EF4-FFF2-40B4-BE49-F238E27FC236}">
                  <a16:creationId xmlns:a16="http://schemas.microsoft.com/office/drawing/2014/main" id="{66205E37-6D8B-1A3B-3338-B8A7C76212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>
            <a:extLst>
              <a:ext uri="{FF2B5EF4-FFF2-40B4-BE49-F238E27FC236}">
                <a16:creationId xmlns:a16="http://schemas.microsoft.com/office/drawing/2014/main" id="{3910D75D-9ACB-E3C2-4553-CAEAEEB2BD6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8D9C19A9-C998-427F-BAEA-F871D204B71B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16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8435" name="Line 2">
            <a:extLst>
              <a:ext uri="{FF2B5EF4-FFF2-40B4-BE49-F238E27FC236}">
                <a16:creationId xmlns:a16="http://schemas.microsoft.com/office/drawing/2014/main" id="{91B0CD48-7616-9F55-ED77-EAB1B65DF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6" name="Line 3">
            <a:extLst>
              <a:ext uri="{FF2B5EF4-FFF2-40B4-BE49-F238E27FC236}">
                <a16:creationId xmlns:a16="http://schemas.microsoft.com/office/drawing/2014/main" id="{4998885C-CD81-B859-81E2-A3AD1B7E9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7" name="Text Box 4">
            <a:extLst>
              <a:ext uri="{FF2B5EF4-FFF2-40B4-BE49-F238E27FC236}">
                <a16:creationId xmlns:a16="http://schemas.microsoft.com/office/drawing/2014/main" id="{36DF1493-26BE-C0B1-72BF-1997159A7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8114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21.9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差错报告报文</a:t>
            </a:r>
          </a:p>
        </p:txBody>
      </p:sp>
      <p:sp>
        <p:nvSpPr>
          <p:cNvPr id="18438" name="Line 5">
            <a:extLst>
              <a:ext uri="{FF2B5EF4-FFF2-40B4-BE49-F238E27FC236}">
                <a16:creationId xmlns:a16="http://schemas.microsoft.com/office/drawing/2014/main" id="{A9930B50-CA30-1D09-5E95-B6C6576F98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8439" name="Picture 6">
            <a:extLst>
              <a:ext uri="{FF2B5EF4-FFF2-40B4-BE49-F238E27FC236}">
                <a16:creationId xmlns:a16="http://schemas.microsoft.com/office/drawing/2014/main" id="{4B4D9649-05F0-9C17-23BD-D0B90B123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422525"/>
            <a:ext cx="7742238" cy="214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>
            <a:extLst>
              <a:ext uri="{FF2B5EF4-FFF2-40B4-BE49-F238E27FC236}">
                <a16:creationId xmlns:a16="http://schemas.microsoft.com/office/drawing/2014/main" id="{53D59CFF-F8D9-381B-066E-424109D01D3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80AACAD9-0582-4360-A959-DC0DFE7E21E4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17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1643F115-2262-99F1-C6D9-25E2F6A72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C2B605B-887D-E0AD-A73C-624C30BC8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CF10595D-B2DB-5BE5-1744-2CD26DCDE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2" name="Rectangle 5">
            <a:extLst>
              <a:ext uri="{FF2B5EF4-FFF2-40B4-BE49-F238E27FC236}">
                <a16:creationId xmlns:a16="http://schemas.microsoft.com/office/drawing/2014/main" id="{3BFF0814-2AE1-BE44-B1B6-547FC78CF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3" name="Rectangle 6">
            <a:extLst>
              <a:ext uri="{FF2B5EF4-FFF2-40B4-BE49-F238E27FC236}">
                <a16:creationId xmlns:a16="http://schemas.microsoft.com/office/drawing/2014/main" id="{23F154D1-FB93-13B2-8DFF-A5AA25659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4" name="Rectangle 7">
            <a:extLst>
              <a:ext uri="{FF2B5EF4-FFF2-40B4-BE49-F238E27FC236}">
                <a16:creationId xmlns:a16="http://schemas.microsoft.com/office/drawing/2014/main" id="{97B02E51-1BAA-2267-9074-73307810A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5" name="Rectangle 8">
            <a:extLst>
              <a:ext uri="{FF2B5EF4-FFF2-40B4-BE49-F238E27FC236}">
                <a16:creationId xmlns:a16="http://schemas.microsoft.com/office/drawing/2014/main" id="{F36EFFD2-6BB1-B8DC-061C-B571C1B2D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6" name="Line 9">
            <a:extLst>
              <a:ext uri="{FF2B5EF4-FFF2-40B4-BE49-F238E27FC236}">
                <a16:creationId xmlns:a16="http://schemas.microsoft.com/office/drawing/2014/main" id="{AEF33551-B772-BF23-5856-EE15EDA4F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687513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7" name="Line 10">
            <a:extLst>
              <a:ext uri="{FF2B5EF4-FFF2-40B4-BE49-F238E27FC236}">
                <a16:creationId xmlns:a16="http://schemas.microsoft.com/office/drawing/2014/main" id="{3617944F-6199-7A80-65AC-5CC488443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6096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Rectangle 11">
            <a:extLst>
              <a:ext uri="{FF2B5EF4-FFF2-40B4-BE49-F238E27FC236}">
                <a16:creationId xmlns:a16="http://schemas.microsoft.com/office/drawing/2014/main" id="{52C0BFA6-EF1C-2BEE-FD46-FA273158C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779588"/>
            <a:ext cx="8077200" cy="3170237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800">
                <a:ea typeface="宋体" panose="02010600030101010101" pitchFamily="2" charset="-122"/>
              </a:rPr>
              <a:t>关于</a:t>
            </a:r>
            <a:r>
              <a:rPr lang="en-US" altLang="zh-CN" sz="2800">
                <a:ea typeface="宋体" panose="02010600030101010101" pitchFamily="2" charset="-122"/>
              </a:rPr>
              <a:t>ICMP </a:t>
            </a:r>
            <a:r>
              <a:rPr lang="zh-CN" altLang="en-US" sz="2800">
                <a:ea typeface="宋体" panose="02010600030101010101" pitchFamily="2" charset="-122"/>
              </a:rPr>
              <a:t>差错报文有下列要点</a:t>
            </a:r>
            <a:r>
              <a:rPr lang="en-US" altLang="zh-CN">
                <a:ea typeface="宋体" panose="02010600030101010101" pitchFamily="2" charset="-122"/>
              </a:rPr>
              <a:t>:</a:t>
            </a:r>
          </a:p>
          <a:p>
            <a:pPr algn="just"/>
            <a:r>
              <a:rPr lang="en-US" altLang="zh-CN" sz="2400">
                <a:solidFill>
                  <a:schemeClr val="hlink"/>
                </a:solidFill>
                <a:ea typeface="宋体" panose="02010600030101010101" pitchFamily="2" charset="-122"/>
              </a:rPr>
              <a:t>❏</a:t>
            </a:r>
            <a:r>
              <a:rPr lang="en-US" altLang="zh-CN" sz="2400">
                <a:ea typeface="宋体" panose="02010600030101010101" pitchFamily="2" charset="-122"/>
              </a:rPr>
              <a:t> </a:t>
            </a:r>
            <a:r>
              <a:rPr lang="zh-CN" altLang="en-US" sz="2400">
                <a:ea typeface="宋体" panose="02010600030101010101" pitchFamily="2" charset="-122"/>
              </a:rPr>
              <a:t>对于携带</a:t>
            </a:r>
            <a:r>
              <a:rPr lang="en-US" altLang="zh-CN" sz="2400">
                <a:ea typeface="宋体" panose="02010600030101010101" pitchFamily="2" charset="-122"/>
              </a:rPr>
              <a:t>ICMP</a:t>
            </a:r>
            <a:r>
              <a:rPr lang="zh-CN" altLang="en-US" sz="2400">
                <a:ea typeface="宋体" panose="02010600030101010101" pitchFamily="2" charset="-122"/>
              </a:rPr>
              <a:t>差错报文的数据报，不再产生</a:t>
            </a:r>
            <a:r>
              <a:rPr lang="en-US" altLang="zh-CN" sz="2400">
                <a:ea typeface="宋体" panose="02010600030101010101" pitchFamily="2" charset="-122"/>
              </a:rPr>
              <a:t>ICMP</a:t>
            </a:r>
            <a:r>
              <a:rPr lang="zh-CN" altLang="en-US" sz="2400">
                <a:ea typeface="宋体" panose="02010600030101010101" pitchFamily="2" charset="-122"/>
              </a:rPr>
              <a:t>差错    报文。</a:t>
            </a:r>
          </a:p>
          <a:p>
            <a:pPr algn="just"/>
            <a:r>
              <a:rPr lang="zh-CN" altLang="en-US" sz="2400">
                <a:solidFill>
                  <a:schemeClr val="hlink"/>
                </a:solidFill>
                <a:ea typeface="宋体" panose="02010600030101010101" pitchFamily="2" charset="-122"/>
              </a:rPr>
              <a:t>❏</a:t>
            </a:r>
            <a:r>
              <a:rPr lang="zh-CN" altLang="en-US" sz="2400">
                <a:ea typeface="宋体" panose="02010600030101010101" pitchFamily="2" charset="-122"/>
              </a:rPr>
              <a:t> 对于分段的数据报文，如果不是第一个分段则不产生</a:t>
            </a:r>
            <a:r>
              <a:rPr lang="en-US" altLang="zh-CN" sz="2400">
                <a:ea typeface="宋体" panose="02010600030101010101" pitchFamily="2" charset="-122"/>
              </a:rPr>
              <a:t>ICMP </a:t>
            </a:r>
            <a:r>
              <a:rPr lang="zh-CN" altLang="en-US" sz="2400">
                <a:ea typeface="宋体" panose="02010600030101010101" pitchFamily="2" charset="-122"/>
              </a:rPr>
              <a:t>差错报文。</a:t>
            </a:r>
          </a:p>
          <a:p>
            <a:pPr algn="just"/>
            <a:r>
              <a:rPr lang="zh-CN" altLang="en-US" sz="2400">
                <a:solidFill>
                  <a:schemeClr val="hlink"/>
                </a:solidFill>
                <a:ea typeface="宋体" panose="02010600030101010101" pitchFamily="2" charset="-122"/>
              </a:rPr>
              <a:t>❏</a:t>
            </a:r>
            <a:r>
              <a:rPr lang="zh-CN" altLang="en-US" sz="2400">
                <a:ea typeface="宋体" panose="02010600030101010101" pitchFamily="2" charset="-122"/>
              </a:rPr>
              <a:t> 对于多播地址的数据报文，不产生</a:t>
            </a:r>
            <a:r>
              <a:rPr lang="en-US" altLang="zh-CN" sz="2400">
                <a:ea typeface="宋体" panose="02010600030101010101" pitchFamily="2" charset="-122"/>
              </a:rPr>
              <a:t>ICMP </a:t>
            </a:r>
            <a:r>
              <a:rPr lang="zh-CN" altLang="en-US" sz="2400">
                <a:ea typeface="宋体" panose="02010600030101010101" pitchFamily="2" charset="-122"/>
              </a:rPr>
              <a:t>差错报文。</a:t>
            </a:r>
          </a:p>
          <a:p>
            <a:pPr algn="just"/>
            <a:r>
              <a:rPr lang="zh-CN" altLang="en-US" sz="2400">
                <a:solidFill>
                  <a:schemeClr val="hlink"/>
                </a:solidFill>
                <a:ea typeface="宋体" panose="02010600030101010101" pitchFamily="2" charset="-122"/>
              </a:rPr>
              <a:t>❏ </a:t>
            </a:r>
            <a:r>
              <a:rPr lang="zh-CN" altLang="en-US" sz="2400">
                <a:ea typeface="宋体" panose="02010600030101010101" pitchFamily="2" charset="-122"/>
              </a:rPr>
              <a:t>具有特殊地址的数据报文，如</a:t>
            </a:r>
            <a:r>
              <a:rPr lang="en-US" altLang="zh-CN" sz="2400">
                <a:ea typeface="宋体" panose="02010600030101010101" pitchFamily="2" charset="-122"/>
              </a:rPr>
              <a:t>127.0.0.0</a:t>
            </a:r>
            <a:r>
              <a:rPr lang="zh-CN" altLang="en-US" sz="2400">
                <a:ea typeface="宋体" panose="02010600030101010101" pitchFamily="2" charset="-122"/>
              </a:rPr>
              <a:t>或者</a:t>
            </a:r>
            <a:r>
              <a:rPr lang="en-US" altLang="zh-CN" sz="2400">
                <a:ea typeface="宋体" panose="02010600030101010101" pitchFamily="2" charset="-122"/>
              </a:rPr>
              <a:t>0.0.0.0</a:t>
            </a:r>
            <a:r>
              <a:rPr lang="zh-CN" altLang="en-US" sz="2400">
                <a:ea typeface="宋体" panose="02010600030101010101" pitchFamily="2" charset="-122"/>
              </a:rPr>
              <a:t>，不产生</a:t>
            </a:r>
            <a:r>
              <a:rPr lang="en-US" altLang="zh-CN" sz="2400">
                <a:ea typeface="宋体" panose="02010600030101010101" pitchFamily="2" charset="-122"/>
              </a:rPr>
              <a:t>ICMP</a:t>
            </a:r>
            <a:r>
              <a:rPr lang="zh-CN" altLang="en-US" sz="2400">
                <a:ea typeface="宋体" panose="02010600030101010101" pitchFamily="2" charset="-122"/>
              </a:rPr>
              <a:t>差错报文。</a:t>
            </a:r>
          </a:p>
        </p:txBody>
      </p:sp>
      <p:grpSp>
        <p:nvGrpSpPr>
          <p:cNvPr id="19469" name="Group 13">
            <a:extLst>
              <a:ext uri="{FF2B5EF4-FFF2-40B4-BE49-F238E27FC236}">
                <a16:creationId xmlns:a16="http://schemas.microsoft.com/office/drawing/2014/main" id="{8E87E6F4-986A-E7EF-BF16-54BDE7F7008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033463"/>
            <a:ext cx="1143000" cy="566737"/>
            <a:chOff x="0" y="0"/>
            <a:chExt cx="720" cy="357"/>
          </a:xfrm>
        </p:grpSpPr>
        <p:pic>
          <p:nvPicPr>
            <p:cNvPr id="19470" name="Picture 13">
              <a:extLst>
                <a:ext uri="{FF2B5EF4-FFF2-40B4-BE49-F238E27FC236}">
                  <a16:creationId xmlns:a16="http://schemas.microsoft.com/office/drawing/2014/main" id="{1727F271-2887-EEA1-E5D0-359CEE27B2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1" name="Text Box 14">
              <a:extLst>
                <a:ext uri="{FF2B5EF4-FFF2-40B4-BE49-F238E27FC236}">
                  <a16:creationId xmlns:a16="http://schemas.microsoft.com/office/drawing/2014/main" id="{6273A002-A5AF-54D2-F346-7C1E060298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>
            <a:extLst>
              <a:ext uri="{FF2B5EF4-FFF2-40B4-BE49-F238E27FC236}">
                <a16:creationId xmlns:a16="http://schemas.microsoft.com/office/drawing/2014/main" id="{2C3CD6C4-ABB2-EDBA-0FD4-594FD4E77AA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7E90744A-79BF-45B5-A6BF-7BCD2A60C420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18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0483" name="Line 2">
            <a:extLst>
              <a:ext uri="{FF2B5EF4-FFF2-40B4-BE49-F238E27FC236}">
                <a16:creationId xmlns:a16="http://schemas.microsoft.com/office/drawing/2014/main" id="{6118F28D-E7C4-02A8-62D6-52A2DD3587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Line 3">
            <a:extLst>
              <a:ext uri="{FF2B5EF4-FFF2-40B4-BE49-F238E27FC236}">
                <a16:creationId xmlns:a16="http://schemas.microsoft.com/office/drawing/2014/main" id="{92B1F8EE-9A5E-CEAF-FB70-9743F3E5C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4187F6B7-71A5-6870-E499-26DE9FC20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514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21.10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差错报文的数据字段的内容</a:t>
            </a:r>
          </a:p>
        </p:txBody>
      </p:sp>
      <p:sp>
        <p:nvSpPr>
          <p:cNvPr id="20486" name="Line 5">
            <a:extLst>
              <a:ext uri="{FF2B5EF4-FFF2-40B4-BE49-F238E27FC236}">
                <a16:creationId xmlns:a16="http://schemas.microsoft.com/office/drawing/2014/main" id="{122B4DEB-2EF1-595C-B069-10B603212F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487" name="Picture 7">
            <a:extLst>
              <a:ext uri="{FF2B5EF4-FFF2-40B4-BE49-F238E27FC236}">
                <a16:creationId xmlns:a16="http://schemas.microsoft.com/office/drawing/2014/main" id="{B791F137-EC63-FD84-43DF-6D81EC98A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343150"/>
            <a:ext cx="6654800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1">
            <a:extLst>
              <a:ext uri="{FF2B5EF4-FFF2-40B4-BE49-F238E27FC236}">
                <a16:creationId xmlns:a16="http://schemas.microsoft.com/office/drawing/2014/main" id="{7AEBDC9C-1F0E-FFFC-72F7-7698200F9AA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0CAFF95C-CFE4-4131-A95F-93A4D6FF2178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19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1507" name="Line 2">
            <a:extLst>
              <a:ext uri="{FF2B5EF4-FFF2-40B4-BE49-F238E27FC236}">
                <a16:creationId xmlns:a16="http://schemas.microsoft.com/office/drawing/2014/main" id="{ED1A1C43-A240-28A1-D595-A9B65CADB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Line 3">
            <a:extLst>
              <a:ext uri="{FF2B5EF4-FFF2-40B4-BE49-F238E27FC236}">
                <a16:creationId xmlns:a16="http://schemas.microsoft.com/office/drawing/2014/main" id="{67D3D353-0D31-3042-FBDA-C93ED1AF1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9" name="Text Box 4">
            <a:extLst>
              <a:ext uri="{FF2B5EF4-FFF2-40B4-BE49-F238E27FC236}">
                <a16:creationId xmlns:a16="http://schemas.microsoft.com/office/drawing/2014/main" id="{73EB4D4A-FE9D-D2CF-8383-DB295D8E8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762000"/>
            <a:ext cx="2690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21.11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重定向概念</a:t>
            </a:r>
          </a:p>
        </p:txBody>
      </p:sp>
      <p:sp>
        <p:nvSpPr>
          <p:cNvPr id="21510" name="Line 5">
            <a:extLst>
              <a:ext uri="{FF2B5EF4-FFF2-40B4-BE49-F238E27FC236}">
                <a16:creationId xmlns:a16="http://schemas.microsoft.com/office/drawing/2014/main" id="{CF80378D-6482-75DF-510D-751EC07821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1511" name="Picture 6">
            <a:extLst>
              <a:ext uri="{FF2B5EF4-FFF2-40B4-BE49-F238E27FC236}">
                <a16:creationId xmlns:a16="http://schemas.microsoft.com/office/drawing/2014/main" id="{FAA6501B-CF2D-B0FC-2945-83DAAEFD9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19350"/>
            <a:ext cx="8610600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>
            <a:extLst>
              <a:ext uri="{FF2B5EF4-FFF2-40B4-BE49-F238E27FC236}">
                <a16:creationId xmlns:a16="http://schemas.microsoft.com/office/drawing/2014/main" id="{7A191929-7BBA-AD86-1A9A-CA6EA3101FC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9D28AECA-91AA-44E7-B1AC-698E3B892E64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20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2531" name="Line 2">
            <a:extLst>
              <a:ext uri="{FF2B5EF4-FFF2-40B4-BE49-F238E27FC236}">
                <a16:creationId xmlns:a16="http://schemas.microsoft.com/office/drawing/2014/main" id="{B2018917-F36B-E7BE-42B4-02079D895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Line 3">
            <a:extLst>
              <a:ext uri="{FF2B5EF4-FFF2-40B4-BE49-F238E27FC236}">
                <a16:creationId xmlns:a16="http://schemas.microsoft.com/office/drawing/2014/main" id="{69C12B28-9B67-B9D3-41B6-61F5814B12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66600248-F15B-8744-C656-766304491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449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21.12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查询报文</a:t>
            </a:r>
          </a:p>
        </p:txBody>
      </p:sp>
      <p:sp>
        <p:nvSpPr>
          <p:cNvPr id="22534" name="Line 5">
            <a:extLst>
              <a:ext uri="{FF2B5EF4-FFF2-40B4-BE49-F238E27FC236}">
                <a16:creationId xmlns:a16="http://schemas.microsoft.com/office/drawing/2014/main" id="{D38E3E12-E441-9529-EA6E-1A243BF2F4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2535" name="Picture 6">
            <a:extLst>
              <a:ext uri="{FF2B5EF4-FFF2-40B4-BE49-F238E27FC236}">
                <a16:creationId xmlns:a16="http://schemas.microsoft.com/office/drawing/2014/main" id="{DAFB0478-46E0-924F-B9A2-35E4C40F1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36800"/>
            <a:ext cx="8355013" cy="208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>
            <a:extLst>
              <a:ext uri="{FF2B5EF4-FFF2-40B4-BE49-F238E27FC236}">
                <a16:creationId xmlns:a16="http://schemas.microsoft.com/office/drawing/2014/main" id="{1ABDCB85-0BC7-E1D8-4044-3B01C30AA8B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6B4526E8-9E0E-4040-A868-5ABCD555CA1C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21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3555" name="Line 2">
            <a:extLst>
              <a:ext uri="{FF2B5EF4-FFF2-40B4-BE49-F238E27FC236}">
                <a16:creationId xmlns:a16="http://schemas.microsoft.com/office/drawing/2014/main" id="{6F61D43F-5CAC-EB0C-E78F-2C9CD56073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Line 3">
            <a:extLst>
              <a:ext uri="{FF2B5EF4-FFF2-40B4-BE49-F238E27FC236}">
                <a16:creationId xmlns:a16="http://schemas.microsoft.com/office/drawing/2014/main" id="{DC4E4A08-2793-947C-2D7D-A103432698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7" name="Text Box 4">
            <a:extLst>
              <a:ext uri="{FF2B5EF4-FFF2-40B4-BE49-F238E27FC236}">
                <a16:creationId xmlns:a16="http://schemas.microsoft.com/office/drawing/2014/main" id="{02E8616F-A118-CA58-F14A-429C5EA93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676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21.13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封装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ICMP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查询报文</a:t>
            </a:r>
          </a:p>
        </p:txBody>
      </p:sp>
      <p:sp>
        <p:nvSpPr>
          <p:cNvPr id="23558" name="Line 5">
            <a:extLst>
              <a:ext uri="{FF2B5EF4-FFF2-40B4-BE49-F238E27FC236}">
                <a16:creationId xmlns:a16="http://schemas.microsoft.com/office/drawing/2014/main" id="{784A4CAE-1B13-D51A-A03F-049D2BEB3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3559" name="Picture 8">
            <a:extLst>
              <a:ext uri="{FF2B5EF4-FFF2-40B4-BE49-F238E27FC236}">
                <a16:creationId xmlns:a16="http://schemas.microsoft.com/office/drawing/2014/main" id="{187506F1-8BFC-DB45-3A59-87AA60D15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2420938"/>
            <a:ext cx="556260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>
            <a:extLst>
              <a:ext uri="{FF2B5EF4-FFF2-40B4-BE49-F238E27FC236}">
                <a16:creationId xmlns:a16="http://schemas.microsoft.com/office/drawing/2014/main" id="{010CB91C-1ADF-4F86-5F1A-7FE343CB69A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D2F99D17-265B-4845-B618-FD6AD0ADCCA7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22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023F2E0-AB93-E222-1974-E5778FE6F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F359EAE1-F233-F25E-0DF7-3BBFA0D20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1" name="Rectangle 4">
            <a:extLst>
              <a:ext uri="{FF2B5EF4-FFF2-40B4-BE49-F238E27FC236}">
                <a16:creationId xmlns:a16="http://schemas.microsoft.com/office/drawing/2014/main" id="{0EE925E6-07DC-DD95-2358-2FA6D388B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2" name="Rectangle 5">
            <a:extLst>
              <a:ext uri="{FF2B5EF4-FFF2-40B4-BE49-F238E27FC236}">
                <a16:creationId xmlns:a16="http://schemas.microsoft.com/office/drawing/2014/main" id="{1D72A434-5C6E-631D-EA30-E53986222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3" name="Rectangle 6">
            <a:extLst>
              <a:ext uri="{FF2B5EF4-FFF2-40B4-BE49-F238E27FC236}">
                <a16:creationId xmlns:a16="http://schemas.microsoft.com/office/drawing/2014/main" id="{568F5F40-64C7-CB29-C322-FCD2FF3D8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4" name="Rectangle 7">
            <a:extLst>
              <a:ext uri="{FF2B5EF4-FFF2-40B4-BE49-F238E27FC236}">
                <a16:creationId xmlns:a16="http://schemas.microsoft.com/office/drawing/2014/main" id="{9B120C91-011D-D087-E057-C81165CFF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5" name="Rectangle 8">
            <a:extLst>
              <a:ext uri="{FF2B5EF4-FFF2-40B4-BE49-F238E27FC236}">
                <a16:creationId xmlns:a16="http://schemas.microsoft.com/office/drawing/2014/main" id="{5513EC69-F386-C364-9FC7-CFA7ED7B8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6" name="Rectangle 9">
            <a:extLst>
              <a:ext uri="{FF2B5EF4-FFF2-40B4-BE49-F238E27FC236}">
                <a16:creationId xmlns:a16="http://schemas.microsoft.com/office/drawing/2014/main" id="{65F5083F-39F7-5414-E98F-E469F9C5A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21.14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表示了对一个简单的回送请求报文的校验和计算的实验。我们随机选定标识符为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，而序列号为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。将报文划分为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位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(2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字节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的字。将这些字相加，然后将其和取反。现在发送方就可将此值放置在校验和字段。</a:t>
            </a:r>
          </a:p>
        </p:txBody>
      </p:sp>
      <p:sp>
        <p:nvSpPr>
          <p:cNvPr id="24587" name="Text Box 11">
            <a:extLst>
              <a:ext uri="{FF2B5EF4-FFF2-40B4-BE49-F238E27FC236}">
                <a16:creationId xmlns:a16="http://schemas.microsoft.com/office/drawing/2014/main" id="{9F551B3D-AB22-51AC-AB9B-2D5216F07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14176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>
            <a:extLst>
              <a:ext uri="{FF2B5EF4-FFF2-40B4-BE49-F238E27FC236}">
                <a16:creationId xmlns:a16="http://schemas.microsoft.com/office/drawing/2014/main" id="{743F408B-E12F-9C4C-118B-ECAA2BED763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308267DC-F01F-4F13-B3FC-B591BB1918A1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23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5603" name="Line 2">
            <a:extLst>
              <a:ext uri="{FF2B5EF4-FFF2-40B4-BE49-F238E27FC236}">
                <a16:creationId xmlns:a16="http://schemas.microsoft.com/office/drawing/2014/main" id="{A200717F-2CC3-A098-28A6-69C083B0FB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4" name="Line 3">
            <a:extLst>
              <a:ext uri="{FF2B5EF4-FFF2-40B4-BE49-F238E27FC236}">
                <a16:creationId xmlns:a16="http://schemas.microsoft.com/office/drawing/2014/main" id="{B5C86A20-D575-53C8-917F-D3F3C2B39E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0DBEE692-9C47-9766-1B12-CBBF092F1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965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21.14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校验和的计算</a:t>
            </a:r>
          </a:p>
        </p:txBody>
      </p:sp>
      <p:sp>
        <p:nvSpPr>
          <p:cNvPr id="25606" name="Line 5">
            <a:extLst>
              <a:ext uri="{FF2B5EF4-FFF2-40B4-BE49-F238E27FC236}">
                <a16:creationId xmlns:a16="http://schemas.microsoft.com/office/drawing/2014/main" id="{512D4EFE-1353-8571-50E5-1D7C4FF3EF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5607" name="Picture 6">
            <a:extLst>
              <a:ext uri="{FF2B5EF4-FFF2-40B4-BE49-F238E27FC236}">
                <a16:creationId xmlns:a16="http://schemas.microsoft.com/office/drawing/2014/main" id="{473E35FB-5832-95B2-2736-B42ACA4BA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013" y="1752600"/>
            <a:ext cx="5657850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>
            <a:extLst>
              <a:ext uri="{FF2B5EF4-FFF2-40B4-BE49-F238E27FC236}">
                <a16:creationId xmlns:a16="http://schemas.microsoft.com/office/drawing/2014/main" id="{1A9DB97F-8824-29C4-70D9-460EDD849ED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0CF6142A-BA20-4176-A1FF-C2EF60ED4D2E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24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E807C777-88F8-1E5D-386F-0C2448BDB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F1F46B6A-5CE4-23CB-7AA2-39CB2F876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29" name="Rectangle 4">
            <a:extLst>
              <a:ext uri="{FF2B5EF4-FFF2-40B4-BE49-F238E27FC236}">
                <a16:creationId xmlns:a16="http://schemas.microsoft.com/office/drawing/2014/main" id="{1DA7828F-39EC-26F4-78F1-6B23C695B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0" name="Rectangle 5">
            <a:extLst>
              <a:ext uri="{FF2B5EF4-FFF2-40B4-BE49-F238E27FC236}">
                <a16:creationId xmlns:a16="http://schemas.microsoft.com/office/drawing/2014/main" id="{B3E09F8C-D60A-7517-E2DF-DFBFF0325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1" name="Rectangle 6">
            <a:extLst>
              <a:ext uri="{FF2B5EF4-FFF2-40B4-BE49-F238E27FC236}">
                <a16:creationId xmlns:a16="http://schemas.microsoft.com/office/drawing/2014/main" id="{17026CB6-6EE7-190C-3453-147F16A84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2" name="Rectangle 7">
            <a:extLst>
              <a:ext uri="{FF2B5EF4-FFF2-40B4-BE49-F238E27FC236}">
                <a16:creationId xmlns:a16="http://schemas.microsoft.com/office/drawing/2014/main" id="{5C4C27EF-C014-7F86-AE9D-B6A3DFE4A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3" name="Rectangle 8">
            <a:extLst>
              <a:ext uri="{FF2B5EF4-FFF2-40B4-BE49-F238E27FC236}">
                <a16:creationId xmlns:a16="http://schemas.microsoft.com/office/drawing/2014/main" id="{53059F90-2D0C-F43C-3287-5F25F104F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4" name="Rectangle 9">
            <a:extLst>
              <a:ext uri="{FF2B5EF4-FFF2-40B4-BE49-F238E27FC236}">
                <a16:creationId xmlns:a16="http://schemas.microsoft.com/office/drawing/2014/main" id="{A9B51D15-38B9-E3A5-EA0A-00084A80B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09638"/>
            <a:ext cx="8686800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我们用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ping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程序测试服务器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fhda.edu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。结果如下：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ping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程序发送报文的序列号从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开始，每次探测给出这次的往返时间。封装了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ICMP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报文的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数据报的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TTL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（生存时间）字段已被为置为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62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，这就是说该分组的传输不能超过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62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跳。一开始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ping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程序定义数据部分为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56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个字节，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数据报总长度为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84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字节。这是显然的，这是因为我们要增加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ICMP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头部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字节和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头部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字节，所以其结果是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84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字节。但是注意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每次探测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ping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程序定义的字节个数为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64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，这是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ICMP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分组的总长度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(56+8)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6635" name="Text Box 11">
            <a:extLst>
              <a:ext uri="{FF2B5EF4-FFF2-40B4-BE49-F238E27FC236}">
                <a16:creationId xmlns:a16="http://schemas.microsoft.com/office/drawing/2014/main" id="{19AE39DE-8BCC-10D3-510D-10E9C42B7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14176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>
            <a:extLst>
              <a:ext uri="{FF2B5EF4-FFF2-40B4-BE49-F238E27FC236}">
                <a16:creationId xmlns:a16="http://schemas.microsoft.com/office/drawing/2014/main" id="{98058EFD-11B4-426E-43E8-304D8C64E31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79855B6E-9A23-46F9-9B6F-73BC98F12D34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25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A4E8FCC3-DE29-B41A-022A-51C8B7B8A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362F9991-1074-A8E9-BA85-FEB57201E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011A4B6A-F667-3ECA-B012-69185EF91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4" name="Rectangle 5">
            <a:extLst>
              <a:ext uri="{FF2B5EF4-FFF2-40B4-BE49-F238E27FC236}">
                <a16:creationId xmlns:a16="http://schemas.microsoft.com/office/drawing/2014/main" id="{8B64E380-9064-4028-65C7-8337C0128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5" name="Rectangle 6">
            <a:extLst>
              <a:ext uri="{FF2B5EF4-FFF2-40B4-BE49-F238E27FC236}">
                <a16:creationId xmlns:a16="http://schemas.microsoft.com/office/drawing/2014/main" id="{D4DAB7E8-75FD-748A-AFAF-CED750909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6" name="Rectangle 7">
            <a:extLst>
              <a:ext uri="{FF2B5EF4-FFF2-40B4-BE49-F238E27FC236}">
                <a16:creationId xmlns:a16="http://schemas.microsoft.com/office/drawing/2014/main" id="{0AA16D0D-F15C-4E22-14A0-B680AE139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7" name="Rectangle 8">
            <a:extLst>
              <a:ext uri="{FF2B5EF4-FFF2-40B4-BE49-F238E27FC236}">
                <a16:creationId xmlns:a16="http://schemas.microsoft.com/office/drawing/2014/main" id="{0D3F4C41-A1EC-6CCA-582C-505C4ABE6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8" name="Text Box 10">
            <a:extLst>
              <a:ext uri="{FF2B5EF4-FFF2-40B4-BE49-F238E27FC236}">
                <a16:creationId xmlns:a16="http://schemas.microsoft.com/office/drawing/2014/main" id="{9EEB31E2-C0E8-375D-1BBE-FC4FB444A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2050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21.3 (</a:t>
            </a:r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续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pic>
        <p:nvPicPr>
          <p:cNvPr id="27659" name="Picture 11">
            <a:extLst>
              <a:ext uri="{FF2B5EF4-FFF2-40B4-BE49-F238E27FC236}">
                <a16:creationId xmlns:a16="http://schemas.microsoft.com/office/drawing/2014/main" id="{5B3133B1-3B1E-C9D2-0F8C-3C98AF909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8418513" cy="5056188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>
            <a:extLst>
              <a:ext uri="{FF2B5EF4-FFF2-40B4-BE49-F238E27FC236}">
                <a16:creationId xmlns:a16="http://schemas.microsoft.com/office/drawing/2014/main" id="{20B707CB-EBD6-07CA-30DE-F0A7F79F393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8D2EF3F9-70EF-4E0B-9A1F-1A721ED75135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26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8675" name="Line 2">
            <a:extLst>
              <a:ext uri="{FF2B5EF4-FFF2-40B4-BE49-F238E27FC236}">
                <a16:creationId xmlns:a16="http://schemas.microsoft.com/office/drawing/2014/main" id="{96BCA40B-848C-F1E4-309F-360BA09A26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6" name="Line 3">
            <a:extLst>
              <a:ext uri="{FF2B5EF4-FFF2-40B4-BE49-F238E27FC236}">
                <a16:creationId xmlns:a16="http://schemas.microsoft.com/office/drawing/2014/main" id="{7EEE42E6-DC24-5E80-9725-F427237EC9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id="{042ECBA1-9E77-A927-5E12-E29B809BC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775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21.15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traceroute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程序的操作</a:t>
            </a:r>
          </a:p>
        </p:txBody>
      </p:sp>
      <p:sp>
        <p:nvSpPr>
          <p:cNvPr id="28678" name="Line 5">
            <a:extLst>
              <a:ext uri="{FF2B5EF4-FFF2-40B4-BE49-F238E27FC236}">
                <a16:creationId xmlns:a16="http://schemas.microsoft.com/office/drawing/2014/main" id="{3D23242A-B896-283F-418B-E73EB2ABE2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8679" name="Picture 6">
            <a:extLst>
              <a:ext uri="{FF2B5EF4-FFF2-40B4-BE49-F238E27FC236}">
                <a16:creationId xmlns:a16="http://schemas.microsoft.com/office/drawing/2014/main" id="{0C660A63-AF1E-8126-3FF4-7DF481B5F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85975"/>
            <a:ext cx="7805738" cy="308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1">
            <a:extLst>
              <a:ext uri="{FF2B5EF4-FFF2-40B4-BE49-F238E27FC236}">
                <a16:creationId xmlns:a16="http://schemas.microsoft.com/office/drawing/2014/main" id="{97150322-8BA3-EC2E-D3F3-00AE5AAAE1D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8F191C16-97EE-41DB-9455-DD63F62EDD8E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27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A3E4AFD2-C6F6-2C48-4778-C5CDF1969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8742AE4C-D131-653B-3C10-0DB0959A3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1" name="Rectangle 4">
            <a:extLst>
              <a:ext uri="{FF2B5EF4-FFF2-40B4-BE49-F238E27FC236}">
                <a16:creationId xmlns:a16="http://schemas.microsoft.com/office/drawing/2014/main" id="{C24F232B-7529-7394-237D-876EE421A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2" name="Rectangle 5">
            <a:extLst>
              <a:ext uri="{FF2B5EF4-FFF2-40B4-BE49-F238E27FC236}">
                <a16:creationId xmlns:a16="http://schemas.microsoft.com/office/drawing/2014/main" id="{758347CA-C414-E602-8DD1-299B5B1E9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3" name="Rectangle 6">
            <a:extLst>
              <a:ext uri="{FF2B5EF4-FFF2-40B4-BE49-F238E27FC236}">
                <a16:creationId xmlns:a16="http://schemas.microsoft.com/office/drawing/2014/main" id="{FC8E8F11-6991-946B-2AB7-CF1E6012B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4" name="Rectangle 7">
            <a:extLst>
              <a:ext uri="{FF2B5EF4-FFF2-40B4-BE49-F238E27FC236}">
                <a16:creationId xmlns:a16="http://schemas.microsoft.com/office/drawing/2014/main" id="{F5312D57-35E1-E156-A093-657DE0DD3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5" name="Rectangle 8">
            <a:extLst>
              <a:ext uri="{FF2B5EF4-FFF2-40B4-BE49-F238E27FC236}">
                <a16:creationId xmlns:a16="http://schemas.microsoft.com/office/drawing/2014/main" id="{01ACDAE9-F909-02D8-E987-3A289DD43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6" name="Rectangle 9">
            <a:extLst>
              <a:ext uri="{FF2B5EF4-FFF2-40B4-BE49-F238E27FC236}">
                <a16:creationId xmlns:a16="http://schemas.microsoft.com/office/drawing/2014/main" id="{C8D8387A-1F2C-5BED-582E-02AB0D6C0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90600"/>
            <a:ext cx="86868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我们用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traceroute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程序求计算机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voyager.deanza.edu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到服务器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fuda.edu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的路由，下面表示其结果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29707" name="Text Box 11">
            <a:extLst>
              <a:ext uri="{FF2B5EF4-FFF2-40B4-BE49-F238E27FC236}">
                <a16:creationId xmlns:a16="http://schemas.microsoft.com/office/drawing/2014/main" id="{BD259734-97C7-FBB1-789B-F09343E9C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14176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21.4</a:t>
            </a:r>
          </a:p>
        </p:txBody>
      </p:sp>
      <p:pic>
        <p:nvPicPr>
          <p:cNvPr id="29708" name="Picture 12">
            <a:extLst>
              <a:ext uri="{FF2B5EF4-FFF2-40B4-BE49-F238E27FC236}">
                <a16:creationId xmlns:a16="http://schemas.microsoft.com/office/drawing/2014/main" id="{B659CCD3-9EE2-31AD-4A8E-B6968CFD5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98725"/>
            <a:ext cx="8382000" cy="148907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709" name="Rectangle 13">
            <a:extLst>
              <a:ext uri="{FF2B5EF4-FFF2-40B4-BE49-F238E27FC236}">
                <a16:creationId xmlns:a16="http://schemas.microsoft.com/office/drawing/2014/main" id="{355AC322-400E-DCE6-EEB1-D46CC3B1C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91000"/>
            <a:ext cx="86868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命令后无序列的行表示了目的端是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153.18.8.1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TTL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值是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30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跳，该分组包含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38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个字节：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头部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个字节、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UDP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头部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个字节和应用数据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个字节。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traceroute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程序使用应用数据存储分组的轨迹。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1">
            <a:extLst>
              <a:ext uri="{FF2B5EF4-FFF2-40B4-BE49-F238E27FC236}">
                <a16:creationId xmlns:a16="http://schemas.microsoft.com/office/drawing/2014/main" id="{F705AD89-FA9F-9CC0-76E4-F3C3BEBC9A7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80A87243-0A0D-41C6-8C24-9D3C3276D2B1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28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185C81B0-BD50-6427-E18F-03300FB4E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15C4770D-9119-B77A-AF11-8F050F0E8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5" name="Rectangle 4">
            <a:extLst>
              <a:ext uri="{FF2B5EF4-FFF2-40B4-BE49-F238E27FC236}">
                <a16:creationId xmlns:a16="http://schemas.microsoft.com/office/drawing/2014/main" id="{D71F547A-83B4-5C2E-DF84-851EF8B97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6" name="Rectangle 5">
            <a:extLst>
              <a:ext uri="{FF2B5EF4-FFF2-40B4-BE49-F238E27FC236}">
                <a16:creationId xmlns:a16="http://schemas.microsoft.com/office/drawing/2014/main" id="{9F357633-B5BB-717F-CAC8-A256C9EEE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7" name="Rectangle 6">
            <a:extLst>
              <a:ext uri="{FF2B5EF4-FFF2-40B4-BE49-F238E27FC236}">
                <a16:creationId xmlns:a16="http://schemas.microsoft.com/office/drawing/2014/main" id="{0E47228F-5713-EDCC-9C67-125C134A5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8" name="Rectangle 7">
            <a:extLst>
              <a:ext uri="{FF2B5EF4-FFF2-40B4-BE49-F238E27FC236}">
                <a16:creationId xmlns:a16="http://schemas.microsoft.com/office/drawing/2014/main" id="{8F4DB358-AD51-6B36-EED9-B221596CF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9" name="Rectangle 8">
            <a:extLst>
              <a:ext uri="{FF2B5EF4-FFF2-40B4-BE49-F238E27FC236}">
                <a16:creationId xmlns:a16="http://schemas.microsoft.com/office/drawing/2014/main" id="{03D84209-DA44-E661-D426-9A29C0675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30" name="Rectangle 9">
            <a:extLst>
              <a:ext uri="{FF2B5EF4-FFF2-40B4-BE49-F238E27FC236}">
                <a16:creationId xmlns:a16="http://schemas.microsoft.com/office/drawing/2014/main" id="{8291849E-9A25-6CD7-3C40-23B975D43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90600"/>
            <a:ext cx="8686800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第一行表示访问第一个路由器，该路由器名称是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Dcore.fuda.edu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，其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地址为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135.18.31.254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。第一个往返时间是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0.995ms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，第二个往返时间是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0.899ms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，第三个往返时间是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0.878ms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第二行表示访问第二个路由器，该路由器名称是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Dbackup.fhda.edu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，其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地址为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153.18.251.40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，也显示了三个往返时间。</a:t>
            </a:r>
          </a:p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第三行表示目的主机。我们知道这是目的主机，因为没有更多的行。目的主机是服务器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fhda.edu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，但它的名称是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tiptoe.fuda.edu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，其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地址为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153.18.8.1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，也显示了三个往返时间。</a:t>
            </a:r>
          </a:p>
        </p:txBody>
      </p:sp>
      <p:sp>
        <p:nvSpPr>
          <p:cNvPr id="30731" name="Text Box 10">
            <a:extLst>
              <a:ext uri="{FF2B5EF4-FFF2-40B4-BE49-F238E27FC236}">
                <a16:creationId xmlns:a16="http://schemas.microsoft.com/office/drawing/2014/main" id="{C34A3766-DC3B-D2C4-89FE-FC20DA170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34782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21.4 (continued)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>
            <a:extLst>
              <a:ext uri="{FF2B5EF4-FFF2-40B4-BE49-F238E27FC236}">
                <a16:creationId xmlns:a16="http://schemas.microsoft.com/office/drawing/2014/main" id="{1F096737-4BE4-04BA-F357-0ACBD9CFCB7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A2CD210E-616D-4FC3-B0F3-D2D1A65D14BF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29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BDAC0958-3798-D209-13A8-E24697A60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3970CA9F-4475-E4E8-5571-86A63D5D7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49" name="Rectangle 4">
            <a:extLst>
              <a:ext uri="{FF2B5EF4-FFF2-40B4-BE49-F238E27FC236}">
                <a16:creationId xmlns:a16="http://schemas.microsoft.com/office/drawing/2014/main" id="{8EC1426A-F4EC-2210-5F9E-D6C4D7979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0" name="Rectangle 5">
            <a:extLst>
              <a:ext uri="{FF2B5EF4-FFF2-40B4-BE49-F238E27FC236}">
                <a16:creationId xmlns:a16="http://schemas.microsoft.com/office/drawing/2014/main" id="{308DE252-641B-0508-342B-415EFEC3C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1" name="Rectangle 6">
            <a:extLst>
              <a:ext uri="{FF2B5EF4-FFF2-40B4-BE49-F238E27FC236}">
                <a16:creationId xmlns:a16="http://schemas.microsoft.com/office/drawing/2014/main" id="{346F4009-3B7B-BF6C-7867-32FB1823D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2" name="Rectangle 7">
            <a:extLst>
              <a:ext uri="{FF2B5EF4-FFF2-40B4-BE49-F238E27FC236}">
                <a16:creationId xmlns:a16="http://schemas.microsoft.com/office/drawing/2014/main" id="{547CAF55-5DC8-B587-E4EC-95D88B5C1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3" name="Rectangle 8">
            <a:extLst>
              <a:ext uri="{FF2B5EF4-FFF2-40B4-BE49-F238E27FC236}">
                <a16:creationId xmlns:a16="http://schemas.microsoft.com/office/drawing/2014/main" id="{C013719A-F1E4-0407-D0FB-E9117FB3F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4" name="Rectangle 9">
            <a:extLst>
              <a:ext uri="{FF2B5EF4-FFF2-40B4-BE49-F238E27FC236}">
                <a16:creationId xmlns:a16="http://schemas.microsoft.com/office/drawing/2014/main" id="{88EFC88E-9E1E-806B-1B3E-D488CC4CB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下页的例子我们追踪了一个较长的路由，到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xerox.com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的路由。此处在源端到目的端有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17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跳。注意：有些往返时间看起来非常异常，这可能是路由器太忙不能立即处理分组。</a:t>
            </a:r>
          </a:p>
        </p:txBody>
      </p:sp>
      <p:sp>
        <p:nvSpPr>
          <p:cNvPr id="31755" name="Text Box 11">
            <a:extLst>
              <a:ext uri="{FF2B5EF4-FFF2-40B4-BE49-F238E27FC236}">
                <a16:creationId xmlns:a16="http://schemas.microsoft.com/office/drawing/2014/main" id="{1CC63AF4-3990-C1C3-D46A-849B336B0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14176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1">
            <a:extLst>
              <a:ext uri="{FF2B5EF4-FFF2-40B4-BE49-F238E27FC236}">
                <a16:creationId xmlns:a16="http://schemas.microsoft.com/office/drawing/2014/main" id="{D189AFC0-9C6C-5A7E-9A7D-B2092524853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B36E2688-3106-4BC0-A68C-C52147CE975B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30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B9B8EEF1-5324-29BA-69EA-6622FE9C9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06C22B10-F128-25EB-C55D-8A053379C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3" name="Rectangle 4">
            <a:extLst>
              <a:ext uri="{FF2B5EF4-FFF2-40B4-BE49-F238E27FC236}">
                <a16:creationId xmlns:a16="http://schemas.microsoft.com/office/drawing/2014/main" id="{52BE8519-9215-795E-C6B1-D034619C2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4" name="Rectangle 5">
            <a:extLst>
              <a:ext uri="{FF2B5EF4-FFF2-40B4-BE49-F238E27FC236}">
                <a16:creationId xmlns:a16="http://schemas.microsoft.com/office/drawing/2014/main" id="{A52B4B7E-CD71-7769-D240-4AF838849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5" name="Rectangle 6">
            <a:extLst>
              <a:ext uri="{FF2B5EF4-FFF2-40B4-BE49-F238E27FC236}">
                <a16:creationId xmlns:a16="http://schemas.microsoft.com/office/drawing/2014/main" id="{4D953537-D45D-756D-BE1D-6531A669B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6" name="Rectangle 7">
            <a:extLst>
              <a:ext uri="{FF2B5EF4-FFF2-40B4-BE49-F238E27FC236}">
                <a16:creationId xmlns:a16="http://schemas.microsoft.com/office/drawing/2014/main" id="{17F75468-A869-6393-CE36-F90594F45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7" name="Rectangle 8">
            <a:extLst>
              <a:ext uri="{FF2B5EF4-FFF2-40B4-BE49-F238E27FC236}">
                <a16:creationId xmlns:a16="http://schemas.microsoft.com/office/drawing/2014/main" id="{E24E72A7-4F08-FE72-021A-40A71713A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8" name="Text Box 10">
            <a:extLst>
              <a:ext uri="{FF2B5EF4-FFF2-40B4-BE49-F238E27FC236}">
                <a16:creationId xmlns:a16="http://schemas.microsoft.com/office/drawing/2014/main" id="{2810FEEA-20F9-7272-A9FF-EBBDEDF8C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2050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21.5 (</a:t>
            </a:r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续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pic>
        <p:nvPicPr>
          <p:cNvPr id="32779" name="Picture 11">
            <a:extLst>
              <a:ext uri="{FF2B5EF4-FFF2-40B4-BE49-F238E27FC236}">
                <a16:creationId xmlns:a16="http://schemas.microsoft.com/office/drawing/2014/main" id="{9CA6465A-22DF-6F41-DA19-249AA14A4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17663"/>
            <a:ext cx="8729663" cy="3792537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1">
            <a:extLst>
              <a:ext uri="{FF2B5EF4-FFF2-40B4-BE49-F238E27FC236}">
                <a16:creationId xmlns:a16="http://schemas.microsoft.com/office/drawing/2014/main" id="{38939699-EE5E-DFDC-B192-322435675C0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DD782A78-7E6A-4581-A29A-8B3663131725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31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C1C2A36-FBA7-7C9C-8747-F5A27B382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4820" name="Text Box 3">
            <a:extLst>
              <a:ext uri="{FF2B5EF4-FFF2-40B4-BE49-F238E27FC236}">
                <a16:creationId xmlns:a16="http://schemas.microsoft.com/office/drawing/2014/main" id="{F1603E50-57C0-173E-4C60-5F34EA8E2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23399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2" charset="0"/>
                <a:ea typeface="宋体" pitchFamily="2" charset="-122"/>
              </a:rPr>
              <a:t>21-3   IGMP</a:t>
            </a:r>
          </a:p>
        </p:txBody>
      </p:sp>
      <p:sp>
        <p:nvSpPr>
          <p:cNvPr id="33797" name="Text Box 4">
            <a:extLst>
              <a:ext uri="{FF2B5EF4-FFF2-40B4-BE49-F238E27FC236}">
                <a16:creationId xmlns:a16="http://schemas.microsoft.com/office/drawing/2014/main" id="{344ABAC9-B49D-21E9-28C3-100FF3075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2" name="Rectangle 5">
            <a:extLst>
              <a:ext uri="{FF2B5EF4-FFF2-40B4-BE49-F238E27FC236}">
                <a16:creationId xmlns:a16="http://schemas.microsoft.com/office/drawing/2014/main" id="{5BE4CEAC-5BE9-6B0C-134C-64954F0D9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727200"/>
            <a:ext cx="8229600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IP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协议可用到两种类型的通信：单播和多播。</a:t>
            </a:r>
            <a:endParaRPr lang="en-US" sz="2800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  <a:p>
            <a:pPr algn="just" eaLnBrk="1" hangingPunct="1">
              <a:defRPr/>
            </a:pP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因特网组管理协议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(Internet Group Management Protocol,  IGMP) 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是其中一个必要的，但不是充分的协议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(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正如我们将会看到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)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，多播也包含其他的协议。在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IP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协议中，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IGMP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是一个辅助协议。</a:t>
            </a:r>
            <a:endParaRPr lang="en-US" sz="2800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799" name="Rectangle 6">
            <a:extLst>
              <a:ext uri="{FF2B5EF4-FFF2-40B4-BE49-F238E27FC236}">
                <a16:creationId xmlns:a16="http://schemas.microsoft.com/office/drawing/2014/main" id="{044EB727-5CB3-87BB-CB5F-B38B84E85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800600"/>
            <a:ext cx="67056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组管理</a:t>
            </a:r>
            <a:b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IGMP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报文</a:t>
            </a:r>
            <a: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and IGMP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操作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封装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Netstat 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应用程序</a:t>
            </a:r>
          </a:p>
        </p:txBody>
      </p:sp>
      <p:sp>
        <p:nvSpPr>
          <p:cNvPr id="34824" name="Text Box 7">
            <a:extLst>
              <a:ext uri="{FF2B5EF4-FFF2-40B4-BE49-F238E27FC236}">
                <a16:creationId xmlns:a16="http://schemas.microsoft.com/office/drawing/2014/main" id="{C0541647-D881-FB52-2AE2-F72ED9A6B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4289425"/>
            <a:ext cx="18367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本节讨论</a:t>
            </a:r>
            <a:r>
              <a:rPr 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1">
            <a:extLst>
              <a:ext uri="{FF2B5EF4-FFF2-40B4-BE49-F238E27FC236}">
                <a16:creationId xmlns:a16="http://schemas.microsoft.com/office/drawing/2014/main" id="{61A149E9-F2A7-EA71-8F23-C712284A846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373EC642-44FF-481B-8A62-576258420C0B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32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4819" name="Line 2">
            <a:extLst>
              <a:ext uri="{FF2B5EF4-FFF2-40B4-BE49-F238E27FC236}">
                <a16:creationId xmlns:a16="http://schemas.microsoft.com/office/drawing/2014/main" id="{C4C830BE-8541-84FE-46D7-B1EDAE0D96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0" name="Line 3">
            <a:extLst>
              <a:ext uri="{FF2B5EF4-FFF2-40B4-BE49-F238E27FC236}">
                <a16:creationId xmlns:a16="http://schemas.microsoft.com/office/drawing/2014/main" id="{8D404C5D-85AA-AA31-2046-C07620E2F8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1" name="Text Box 4">
            <a:extLst>
              <a:ext uri="{FF2B5EF4-FFF2-40B4-BE49-F238E27FC236}">
                <a16:creationId xmlns:a16="http://schemas.microsoft.com/office/drawing/2014/main" id="{EC3390B9-FE0F-EF6C-F0F7-6C0929CE0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119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21.16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IGMP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报文类型</a:t>
            </a:r>
          </a:p>
        </p:txBody>
      </p:sp>
      <p:sp>
        <p:nvSpPr>
          <p:cNvPr id="34822" name="Line 5">
            <a:extLst>
              <a:ext uri="{FF2B5EF4-FFF2-40B4-BE49-F238E27FC236}">
                <a16:creationId xmlns:a16="http://schemas.microsoft.com/office/drawing/2014/main" id="{22F6F4FC-4CC4-FDE7-2310-018C6090C5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791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4823" name="Picture 6">
            <a:extLst>
              <a:ext uri="{FF2B5EF4-FFF2-40B4-BE49-F238E27FC236}">
                <a16:creationId xmlns:a16="http://schemas.microsoft.com/office/drawing/2014/main" id="{F06D4EA3-C11D-FDEB-27F4-3A72EA54E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543175"/>
            <a:ext cx="8675688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>
            <a:extLst>
              <a:ext uri="{FF2B5EF4-FFF2-40B4-BE49-F238E27FC236}">
                <a16:creationId xmlns:a16="http://schemas.microsoft.com/office/drawing/2014/main" id="{9402E30D-A6D7-CEA1-B9B3-A5924AC2244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CD9AF0EF-C07F-4F51-B2DD-D6CD16C6BF63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33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5843" name="Line 2">
            <a:extLst>
              <a:ext uri="{FF2B5EF4-FFF2-40B4-BE49-F238E27FC236}">
                <a16:creationId xmlns:a16="http://schemas.microsoft.com/office/drawing/2014/main" id="{170FFE13-703E-DF74-7219-AFCBB914D2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4" name="Line 3">
            <a:extLst>
              <a:ext uri="{FF2B5EF4-FFF2-40B4-BE49-F238E27FC236}">
                <a16:creationId xmlns:a16="http://schemas.microsoft.com/office/drawing/2014/main" id="{8FB4D750-A546-D2A9-B005-7100D6268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45" name="Text Box 4">
            <a:extLst>
              <a:ext uri="{FF2B5EF4-FFF2-40B4-BE49-F238E27FC236}">
                <a16:creationId xmlns:a16="http://schemas.microsoft.com/office/drawing/2014/main" id="{F40E429F-72B6-D4BB-1495-12A0169F1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119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21.17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IGMP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报文格式</a:t>
            </a:r>
          </a:p>
        </p:txBody>
      </p:sp>
      <p:sp>
        <p:nvSpPr>
          <p:cNvPr id="35846" name="Line 5">
            <a:extLst>
              <a:ext uri="{FF2B5EF4-FFF2-40B4-BE49-F238E27FC236}">
                <a16:creationId xmlns:a16="http://schemas.microsoft.com/office/drawing/2014/main" id="{B5A4FADD-EFC6-2960-4F1D-7B1932CEAB6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867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5847" name="Picture 6">
            <a:extLst>
              <a:ext uri="{FF2B5EF4-FFF2-40B4-BE49-F238E27FC236}">
                <a16:creationId xmlns:a16="http://schemas.microsoft.com/office/drawing/2014/main" id="{02009AB2-7A02-A092-6CED-286C6B666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667000"/>
            <a:ext cx="8145463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>
            <a:extLst>
              <a:ext uri="{FF2B5EF4-FFF2-40B4-BE49-F238E27FC236}">
                <a16:creationId xmlns:a16="http://schemas.microsoft.com/office/drawing/2014/main" id="{7B45868D-6C62-4645-8BC9-FEE43AA4167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8C5BE4A4-69E1-4E03-BBC6-0E5BCEEC39A1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34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Text Box 2">
            <a:extLst>
              <a:ext uri="{FF2B5EF4-FFF2-40B4-BE49-F238E27FC236}">
                <a16:creationId xmlns:a16="http://schemas.microsoft.com/office/drawing/2014/main" id="{21699AF4-9A2A-38B4-ADBA-C387E69A8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0538" y="1676400"/>
            <a:ext cx="3435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21.1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IGMP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类型字段</a:t>
            </a:r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17D35E00-A227-160C-3EB4-0CC3D27A0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063" y="2192338"/>
            <a:ext cx="6110287" cy="199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1">
            <a:extLst>
              <a:ext uri="{FF2B5EF4-FFF2-40B4-BE49-F238E27FC236}">
                <a16:creationId xmlns:a16="http://schemas.microsoft.com/office/drawing/2014/main" id="{2F00E58F-B3C3-166E-6EA3-FD615AFD30A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690C29F0-5239-418F-8233-9E71FE8129D0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35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7891" name="Line 2">
            <a:extLst>
              <a:ext uri="{FF2B5EF4-FFF2-40B4-BE49-F238E27FC236}">
                <a16:creationId xmlns:a16="http://schemas.microsoft.com/office/drawing/2014/main" id="{443EF898-EC1E-A5BA-C8AF-BDBD61D894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2" name="Line 3">
            <a:extLst>
              <a:ext uri="{FF2B5EF4-FFF2-40B4-BE49-F238E27FC236}">
                <a16:creationId xmlns:a16="http://schemas.microsoft.com/office/drawing/2014/main" id="{7B8A1118-5EF7-C0A2-6CEF-B4ACC079B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3" name="Text Box 4">
            <a:extLst>
              <a:ext uri="{FF2B5EF4-FFF2-40B4-BE49-F238E27FC236}">
                <a16:creationId xmlns:a16="http://schemas.microsoft.com/office/drawing/2014/main" id="{3CC162EB-056F-A24F-7939-6018428A8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657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21.18 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IGMP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操作</a:t>
            </a:r>
          </a:p>
        </p:txBody>
      </p:sp>
      <p:sp>
        <p:nvSpPr>
          <p:cNvPr id="37894" name="Line 5">
            <a:extLst>
              <a:ext uri="{FF2B5EF4-FFF2-40B4-BE49-F238E27FC236}">
                <a16:creationId xmlns:a16="http://schemas.microsoft.com/office/drawing/2014/main" id="{4BDCDFFB-CFBC-8365-3C3D-6090F66C03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7895" name="Picture 6">
            <a:extLst>
              <a:ext uri="{FF2B5EF4-FFF2-40B4-BE49-F238E27FC236}">
                <a16:creationId xmlns:a16="http://schemas.microsoft.com/office/drawing/2014/main" id="{F021FDD1-A31E-F14F-E3D0-9E7F7DC70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22450"/>
            <a:ext cx="8610600" cy="377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1">
            <a:extLst>
              <a:ext uri="{FF2B5EF4-FFF2-40B4-BE49-F238E27FC236}">
                <a16:creationId xmlns:a16="http://schemas.microsoft.com/office/drawing/2014/main" id="{85A06582-F7B5-9ABE-D29B-711E2B52757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639B6DCE-AE27-4673-8874-8F6F78859195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36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2A67ECBE-E6C3-61C8-7704-9603F3D53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0C950EE7-0322-7229-D652-7F129A4DD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7" name="Rectangle 4">
            <a:extLst>
              <a:ext uri="{FF2B5EF4-FFF2-40B4-BE49-F238E27FC236}">
                <a16:creationId xmlns:a16="http://schemas.microsoft.com/office/drawing/2014/main" id="{F5556304-4138-CEA2-4421-F6D7A0624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8" name="Rectangle 5">
            <a:extLst>
              <a:ext uri="{FF2B5EF4-FFF2-40B4-BE49-F238E27FC236}">
                <a16:creationId xmlns:a16="http://schemas.microsoft.com/office/drawing/2014/main" id="{36B334A4-2B57-961C-83C2-D11CDE997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19" name="Rectangle 6">
            <a:extLst>
              <a:ext uri="{FF2B5EF4-FFF2-40B4-BE49-F238E27FC236}">
                <a16:creationId xmlns:a16="http://schemas.microsoft.com/office/drawing/2014/main" id="{BB3A409C-5E23-D0E7-4121-065620968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0" name="Rectangle 7">
            <a:extLst>
              <a:ext uri="{FF2B5EF4-FFF2-40B4-BE49-F238E27FC236}">
                <a16:creationId xmlns:a16="http://schemas.microsoft.com/office/drawing/2014/main" id="{432447B9-B897-E684-881D-E4F9D82FD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1" name="Rectangle 8">
            <a:extLst>
              <a:ext uri="{FF2B5EF4-FFF2-40B4-BE49-F238E27FC236}">
                <a16:creationId xmlns:a16="http://schemas.microsoft.com/office/drawing/2014/main" id="{737ED6C7-B5C5-1558-D5A0-3EFB332E8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922" name="Line 9">
            <a:extLst>
              <a:ext uri="{FF2B5EF4-FFF2-40B4-BE49-F238E27FC236}">
                <a16:creationId xmlns:a16="http://schemas.microsoft.com/office/drawing/2014/main" id="{A3A3D6F9-AD95-EEF6-06C4-AC1E85E975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3" name="Line 10">
            <a:extLst>
              <a:ext uri="{FF2B5EF4-FFF2-40B4-BE49-F238E27FC236}">
                <a16:creationId xmlns:a16="http://schemas.microsoft.com/office/drawing/2014/main" id="{050020F7-4061-8EFF-DA39-343DF6335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4" name="Rectangle 11">
            <a:extLst>
              <a:ext uri="{FF2B5EF4-FFF2-40B4-BE49-F238E27FC236}">
                <a16:creationId xmlns:a16="http://schemas.microsoft.com/office/drawing/2014/main" id="{8E1D348B-9C80-0D14-7D27-838518EA8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在 </a:t>
            </a:r>
            <a:r>
              <a:rPr lang="en-US" altLang="zh-CN">
                <a:ea typeface="宋体" panose="02010600030101010101" pitchFamily="2" charset="-122"/>
              </a:rPr>
              <a:t>IGMP</a:t>
            </a:r>
            <a:r>
              <a:rPr lang="zh-CN" altLang="en-US">
                <a:ea typeface="宋体" panose="02010600030101010101" pitchFamily="2" charset="-122"/>
              </a:rPr>
              <a:t>中，成员关系报告一个接着一个地发送两次。</a:t>
            </a:r>
          </a:p>
        </p:txBody>
      </p:sp>
      <p:grpSp>
        <p:nvGrpSpPr>
          <p:cNvPr id="38925" name="Group 13">
            <a:extLst>
              <a:ext uri="{FF2B5EF4-FFF2-40B4-BE49-F238E27FC236}">
                <a16:creationId xmlns:a16="http://schemas.microsoft.com/office/drawing/2014/main" id="{291C54DD-528A-2F7F-1427-93FA788D9FA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57400"/>
            <a:ext cx="1143000" cy="566738"/>
            <a:chOff x="0" y="0"/>
            <a:chExt cx="720" cy="357"/>
          </a:xfrm>
        </p:grpSpPr>
        <p:pic>
          <p:nvPicPr>
            <p:cNvPr id="38926" name="Picture 13">
              <a:extLst>
                <a:ext uri="{FF2B5EF4-FFF2-40B4-BE49-F238E27FC236}">
                  <a16:creationId xmlns:a16="http://schemas.microsoft.com/office/drawing/2014/main" id="{517E87F0-077D-6247-AA0E-CCE77D14B1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27" name="Text Box 14">
              <a:extLst>
                <a:ext uri="{FF2B5EF4-FFF2-40B4-BE49-F238E27FC236}">
                  <a16:creationId xmlns:a16="http://schemas.microsoft.com/office/drawing/2014/main" id="{A5F03C7A-24C2-AC40-5EA7-A49665776D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1">
            <a:extLst>
              <a:ext uri="{FF2B5EF4-FFF2-40B4-BE49-F238E27FC236}">
                <a16:creationId xmlns:a16="http://schemas.microsoft.com/office/drawing/2014/main" id="{98BAEDD0-B6AF-7E5F-0826-9D1409E1CC5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37EBD488-306D-4E53-A4CE-76CE987982B9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37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F55DEE08-1F4B-4405-28E9-2AEF95FBF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961E99D5-470D-BB46-4BDC-9BB40FA20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CFAB587E-6EF3-6AA6-AB81-C84FBC29B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12329FEA-5548-01A3-12C1-74BEBCE21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525D22EE-B40B-7E45-A3AA-AFE519CAB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E6BBC7E4-A742-BD11-BB1E-15A2C38E7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5" name="Rectangle 8">
            <a:extLst>
              <a:ext uri="{FF2B5EF4-FFF2-40B4-BE49-F238E27FC236}">
                <a16:creationId xmlns:a16="http://schemas.microsoft.com/office/drawing/2014/main" id="{8094F059-21BD-D76E-D23F-371CF6260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6" name="Line 9">
            <a:extLst>
              <a:ext uri="{FF2B5EF4-FFF2-40B4-BE49-F238E27FC236}">
                <a16:creationId xmlns:a16="http://schemas.microsoft.com/office/drawing/2014/main" id="{E7D059EC-4B2F-FBCD-1B04-C532EF2A0C5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7" name="Line 10">
            <a:extLst>
              <a:ext uri="{FF2B5EF4-FFF2-40B4-BE49-F238E27FC236}">
                <a16:creationId xmlns:a16="http://schemas.microsoft.com/office/drawing/2014/main" id="{61867FAE-F063-AFBC-8D96-215BC6B6CC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8" name="Rectangle 11">
            <a:extLst>
              <a:ext uri="{FF2B5EF4-FFF2-40B4-BE49-F238E27FC236}">
                <a16:creationId xmlns:a16="http://schemas.microsoft.com/office/drawing/2014/main" id="{EED7F48A-DACD-9DD5-421E-402436A2F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5842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普通查询报文没有定义一个特殊的组。</a:t>
            </a:r>
          </a:p>
        </p:txBody>
      </p:sp>
      <p:grpSp>
        <p:nvGrpSpPr>
          <p:cNvPr id="39949" name="Group 13">
            <a:extLst>
              <a:ext uri="{FF2B5EF4-FFF2-40B4-BE49-F238E27FC236}">
                <a16:creationId xmlns:a16="http://schemas.microsoft.com/office/drawing/2014/main" id="{115DF576-9031-8D7F-057A-A27ECC9BAB9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39950" name="Picture 13">
              <a:extLst>
                <a:ext uri="{FF2B5EF4-FFF2-40B4-BE49-F238E27FC236}">
                  <a16:creationId xmlns:a16="http://schemas.microsoft.com/office/drawing/2014/main" id="{E331852A-25C8-256E-16E6-CEAB5FD99C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51" name="Text Box 14">
              <a:extLst>
                <a:ext uri="{FF2B5EF4-FFF2-40B4-BE49-F238E27FC236}">
                  <a16:creationId xmlns:a16="http://schemas.microsoft.com/office/drawing/2014/main" id="{C9162874-87F1-B897-FA94-B358F48B7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1">
            <a:extLst>
              <a:ext uri="{FF2B5EF4-FFF2-40B4-BE49-F238E27FC236}">
                <a16:creationId xmlns:a16="http://schemas.microsoft.com/office/drawing/2014/main" id="{44A1BB62-3BBF-4C0C-7706-039C0814EE3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C917DD72-974A-4FE9-84C9-2DD2F7EC8865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38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2CDD177F-9BA4-577C-3963-450DACEB0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8216DFF6-1485-4251-2CC2-927A38DB7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5" name="Rectangle 4">
            <a:extLst>
              <a:ext uri="{FF2B5EF4-FFF2-40B4-BE49-F238E27FC236}">
                <a16:creationId xmlns:a16="http://schemas.microsoft.com/office/drawing/2014/main" id="{B43BC78F-F4B5-EA46-C96E-E5E10BAD5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6" name="Rectangle 5">
            <a:extLst>
              <a:ext uri="{FF2B5EF4-FFF2-40B4-BE49-F238E27FC236}">
                <a16:creationId xmlns:a16="http://schemas.microsoft.com/office/drawing/2014/main" id="{A36FB25D-2000-79AD-9901-A8DA7F97F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7" name="Rectangle 6">
            <a:extLst>
              <a:ext uri="{FF2B5EF4-FFF2-40B4-BE49-F238E27FC236}">
                <a16:creationId xmlns:a16="http://schemas.microsoft.com/office/drawing/2014/main" id="{5E03EFD9-F4FD-D2C3-3B08-94AFCB292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8" name="Rectangle 7">
            <a:extLst>
              <a:ext uri="{FF2B5EF4-FFF2-40B4-BE49-F238E27FC236}">
                <a16:creationId xmlns:a16="http://schemas.microsoft.com/office/drawing/2014/main" id="{34CDB6C5-C236-663C-35B2-E6C447D3D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9" name="Rectangle 8">
            <a:extLst>
              <a:ext uri="{FF2B5EF4-FFF2-40B4-BE49-F238E27FC236}">
                <a16:creationId xmlns:a16="http://schemas.microsoft.com/office/drawing/2014/main" id="{A3BCBA9F-E0C5-0D8F-8B70-3ED6F1E47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70" name="Rectangle 9">
            <a:extLst>
              <a:ext uri="{FF2B5EF4-FFF2-40B4-BE49-F238E27FC236}">
                <a16:creationId xmlns:a16="http://schemas.microsoft.com/office/drawing/2014/main" id="{5A81B436-2851-4C22-D2B2-A4881739C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设想网络有三个主机，如图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21.19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所示。在时刻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，接收到查询报文，每一个组的随机延迟时间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以十分之一秒为单位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在该组地址后面表出，如图所示。试说明其报</a:t>
            </a:r>
          </a:p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告序列。</a:t>
            </a:r>
          </a:p>
        </p:txBody>
      </p:sp>
      <p:sp>
        <p:nvSpPr>
          <p:cNvPr id="40971" name="Text Box 11">
            <a:extLst>
              <a:ext uri="{FF2B5EF4-FFF2-40B4-BE49-F238E27FC236}">
                <a16:creationId xmlns:a16="http://schemas.microsoft.com/office/drawing/2014/main" id="{61473E9B-FBB8-1A0A-9ED1-3824AE26E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14176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21.6</a:t>
            </a:r>
          </a:p>
        </p:txBody>
      </p:sp>
      <p:sp>
        <p:nvSpPr>
          <p:cNvPr id="40972" name="Rectangle 12">
            <a:extLst>
              <a:ext uri="{FF2B5EF4-FFF2-40B4-BE49-F238E27FC236}">
                <a16:creationId xmlns:a16="http://schemas.microsoft.com/office/drawing/2014/main" id="{07456E6C-CEF2-DA70-85F6-329675679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75" y="3678238"/>
            <a:ext cx="8686800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事件发生的序列如下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pPr algn="just"/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a.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时刻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：此时主机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中的组地址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228.42.0.0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的计时器截止，发送一个成员关系报告。路由器和每个主机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包括主机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B)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接收到这个报告，这样主机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删除组地址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228.42.0.0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的计时器。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1">
            <a:extLst>
              <a:ext uri="{FF2B5EF4-FFF2-40B4-BE49-F238E27FC236}">
                <a16:creationId xmlns:a16="http://schemas.microsoft.com/office/drawing/2014/main" id="{58A5BB68-19CC-51A8-6FEF-EEE0BBACC76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1479074B-5404-4C33-AE74-91817267A6FC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39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E133EA17-F194-04DF-F3AB-9CA7739CF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ADF39AEA-D35B-EA96-4B28-2D8FC4D80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89" name="Rectangle 4">
            <a:extLst>
              <a:ext uri="{FF2B5EF4-FFF2-40B4-BE49-F238E27FC236}">
                <a16:creationId xmlns:a16="http://schemas.microsoft.com/office/drawing/2014/main" id="{520D71A9-8DE8-ED85-0F63-CC6D69DAC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90" name="Rectangle 5">
            <a:extLst>
              <a:ext uri="{FF2B5EF4-FFF2-40B4-BE49-F238E27FC236}">
                <a16:creationId xmlns:a16="http://schemas.microsoft.com/office/drawing/2014/main" id="{DF4ADA59-E6EA-BCCC-6B96-97C780EE7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91" name="Rectangle 6">
            <a:extLst>
              <a:ext uri="{FF2B5EF4-FFF2-40B4-BE49-F238E27FC236}">
                <a16:creationId xmlns:a16="http://schemas.microsoft.com/office/drawing/2014/main" id="{84F617D0-7EB5-344F-95BF-53B4B2781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92" name="Rectangle 7">
            <a:extLst>
              <a:ext uri="{FF2B5EF4-FFF2-40B4-BE49-F238E27FC236}">
                <a16:creationId xmlns:a16="http://schemas.microsoft.com/office/drawing/2014/main" id="{8F500980-F1E5-103E-0853-ACC66E007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93" name="Rectangle 8">
            <a:extLst>
              <a:ext uri="{FF2B5EF4-FFF2-40B4-BE49-F238E27FC236}">
                <a16:creationId xmlns:a16="http://schemas.microsoft.com/office/drawing/2014/main" id="{1950D4C7-C4AB-D352-6E3C-466EA43E1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94" name="Text Box 10">
            <a:extLst>
              <a:ext uri="{FF2B5EF4-FFF2-40B4-BE49-F238E27FC236}">
                <a16:creationId xmlns:a16="http://schemas.microsoft.com/office/drawing/2014/main" id="{2DBF4461-DB04-82BB-4A59-1348B156C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34782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21.6 (continued)</a:t>
            </a:r>
          </a:p>
        </p:txBody>
      </p:sp>
      <p:sp>
        <p:nvSpPr>
          <p:cNvPr id="41995" name="Rectangle 11">
            <a:extLst>
              <a:ext uri="{FF2B5EF4-FFF2-40B4-BE49-F238E27FC236}">
                <a16:creationId xmlns:a16="http://schemas.microsoft.com/office/drawing/2014/main" id="{8BDA87BB-AACC-E05F-78E5-6CC530344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019175"/>
            <a:ext cx="89154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b.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时刻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30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：此时主机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中的组地址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225.14.0.0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的计时器截止，发送一个成员关系报告。路由器和每个主机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包括主机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C)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接收到这个报告，这样主机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删除组地址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225.14.0.0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的计时器。</a:t>
            </a:r>
          </a:p>
        </p:txBody>
      </p:sp>
      <p:sp>
        <p:nvSpPr>
          <p:cNvPr id="41996" name="Rectangle 12">
            <a:extLst>
              <a:ext uri="{FF2B5EF4-FFF2-40B4-BE49-F238E27FC236}">
                <a16:creationId xmlns:a16="http://schemas.microsoft.com/office/drawing/2014/main" id="{647B8571-9747-1719-EA0E-B270E5A94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971800"/>
            <a:ext cx="86868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时刻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50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：此时主机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中的组地址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238.71.0.0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的计时器截止，发送一个成员关系报告。路由器和每个主机接收到这个报告。</a:t>
            </a:r>
          </a:p>
        </p:txBody>
      </p:sp>
      <p:sp>
        <p:nvSpPr>
          <p:cNvPr id="41997" name="Rectangle 13">
            <a:extLst>
              <a:ext uri="{FF2B5EF4-FFF2-40B4-BE49-F238E27FC236}">
                <a16:creationId xmlns:a16="http://schemas.microsoft.com/office/drawing/2014/main" id="{5D4A3249-179D-F354-F9BB-753C6DB06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495800"/>
            <a:ext cx="86868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d.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时刻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70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：此时主机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中组地址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230.43.0.0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的计时器截止，发送一个成员关系报告。路由器和每个主机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包括主机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A)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接收到这个报告，主机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删除组地址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230.43.0.0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的计时器。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>
            <a:extLst>
              <a:ext uri="{FF2B5EF4-FFF2-40B4-BE49-F238E27FC236}">
                <a16:creationId xmlns:a16="http://schemas.microsoft.com/office/drawing/2014/main" id="{72367FB2-9B10-A26E-088E-E1A60A1B5DD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35BDD694-0973-4245-A1F0-E251ECFCAD42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40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3011" name="Line 2">
            <a:extLst>
              <a:ext uri="{FF2B5EF4-FFF2-40B4-BE49-F238E27FC236}">
                <a16:creationId xmlns:a16="http://schemas.microsoft.com/office/drawing/2014/main" id="{6F818912-8519-35A8-8D35-99F09FF38D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2" name="Line 3">
            <a:extLst>
              <a:ext uri="{FF2B5EF4-FFF2-40B4-BE49-F238E27FC236}">
                <a16:creationId xmlns:a16="http://schemas.microsoft.com/office/drawing/2014/main" id="{8C4A4FCC-80F0-ADBA-3D8C-147939C0FD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3" name="Text Box 4">
            <a:extLst>
              <a:ext uri="{FF2B5EF4-FFF2-40B4-BE49-F238E27FC236}">
                <a16:creationId xmlns:a16="http://schemas.microsoft.com/office/drawing/2014/main" id="{3795CD19-C4F1-15F4-2AE0-F52E77BFE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189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21.19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21.6</a:t>
            </a:r>
          </a:p>
        </p:txBody>
      </p:sp>
      <p:sp>
        <p:nvSpPr>
          <p:cNvPr id="43014" name="Line 5">
            <a:extLst>
              <a:ext uri="{FF2B5EF4-FFF2-40B4-BE49-F238E27FC236}">
                <a16:creationId xmlns:a16="http://schemas.microsoft.com/office/drawing/2014/main" id="{2494F2D3-D3A3-477C-1286-22E7FBCCEF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3015" name="Picture 6">
            <a:extLst>
              <a:ext uri="{FF2B5EF4-FFF2-40B4-BE49-F238E27FC236}">
                <a16:creationId xmlns:a16="http://schemas.microsoft.com/office/drawing/2014/main" id="{F794968F-EC0F-7467-D5CB-4BE693332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8" y="2185988"/>
            <a:ext cx="7148512" cy="271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1">
            <a:extLst>
              <a:ext uri="{FF2B5EF4-FFF2-40B4-BE49-F238E27FC236}">
                <a16:creationId xmlns:a16="http://schemas.microsoft.com/office/drawing/2014/main" id="{3B0E4722-20B0-7712-BF41-1CD84209FCB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6701D292-E314-40D6-B194-86446E0A69EE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41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4035" name="Line 2">
            <a:extLst>
              <a:ext uri="{FF2B5EF4-FFF2-40B4-BE49-F238E27FC236}">
                <a16:creationId xmlns:a16="http://schemas.microsoft.com/office/drawing/2014/main" id="{E6F6B350-F8D7-AE3A-4C3E-EC279B0F76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6" name="Line 3">
            <a:extLst>
              <a:ext uri="{FF2B5EF4-FFF2-40B4-BE49-F238E27FC236}">
                <a16:creationId xmlns:a16="http://schemas.microsoft.com/office/drawing/2014/main" id="{A3178264-B702-50B7-DEF3-7A6C685136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7" name="Text Box 4">
            <a:extLst>
              <a:ext uri="{FF2B5EF4-FFF2-40B4-BE49-F238E27FC236}">
                <a16:creationId xmlns:a16="http://schemas.microsoft.com/office/drawing/2014/main" id="{6D3DB125-FA2E-B2DA-E758-66D575A2A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74700"/>
            <a:ext cx="33004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21.20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IGMP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分组的封装</a:t>
            </a:r>
          </a:p>
        </p:txBody>
      </p:sp>
      <p:sp>
        <p:nvSpPr>
          <p:cNvPr id="44038" name="Line 5">
            <a:extLst>
              <a:ext uri="{FF2B5EF4-FFF2-40B4-BE49-F238E27FC236}">
                <a16:creationId xmlns:a16="http://schemas.microsoft.com/office/drawing/2014/main" id="{F468B5ED-87CB-7FF9-DDB6-F8D87BF79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4039" name="Picture 7">
            <a:extLst>
              <a:ext uri="{FF2B5EF4-FFF2-40B4-BE49-F238E27FC236}">
                <a16:creationId xmlns:a16="http://schemas.microsoft.com/office/drawing/2014/main" id="{0B4C2D9B-97BB-1298-0E0C-C9A421D8C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3" y="2036763"/>
            <a:ext cx="7285037" cy="314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1">
            <a:extLst>
              <a:ext uri="{FF2B5EF4-FFF2-40B4-BE49-F238E27FC236}">
                <a16:creationId xmlns:a16="http://schemas.microsoft.com/office/drawing/2014/main" id="{80CB3439-5D3C-C2B7-DAA0-E385C9B2C2E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4E9248CF-F74A-4781-8434-012AAB4AB066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42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EA9D2638-7886-FA11-D6BB-67A2EE373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0A566B9A-27EB-0B4D-4676-3ED00A639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1" name="Rectangle 4">
            <a:extLst>
              <a:ext uri="{FF2B5EF4-FFF2-40B4-BE49-F238E27FC236}">
                <a16:creationId xmlns:a16="http://schemas.microsoft.com/office/drawing/2014/main" id="{05BACF54-0EC7-0BE6-6CF8-0D41EFC5C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2" name="Rectangle 5">
            <a:extLst>
              <a:ext uri="{FF2B5EF4-FFF2-40B4-BE49-F238E27FC236}">
                <a16:creationId xmlns:a16="http://schemas.microsoft.com/office/drawing/2014/main" id="{24421271-32BF-4F8A-0014-BD42358C9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3" name="Rectangle 6">
            <a:extLst>
              <a:ext uri="{FF2B5EF4-FFF2-40B4-BE49-F238E27FC236}">
                <a16:creationId xmlns:a16="http://schemas.microsoft.com/office/drawing/2014/main" id="{8CA143EF-2605-E917-6F82-628DA6A4F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4" name="Rectangle 7">
            <a:extLst>
              <a:ext uri="{FF2B5EF4-FFF2-40B4-BE49-F238E27FC236}">
                <a16:creationId xmlns:a16="http://schemas.microsoft.com/office/drawing/2014/main" id="{219E5C1C-E2D7-141A-48E1-41E3CA779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5" name="Rectangle 8">
            <a:extLst>
              <a:ext uri="{FF2B5EF4-FFF2-40B4-BE49-F238E27FC236}">
                <a16:creationId xmlns:a16="http://schemas.microsoft.com/office/drawing/2014/main" id="{390ADDB2-37B0-740C-0645-4AFAF1269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6" name="Line 9">
            <a:extLst>
              <a:ext uri="{FF2B5EF4-FFF2-40B4-BE49-F238E27FC236}">
                <a16:creationId xmlns:a16="http://schemas.microsoft.com/office/drawing/2014/main" id="{3FFD66D6-CAC5-1031-0BC6-5903D61D58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7" name="Line 10">
            <a:extLst>
              <a:ext uri="{FF2B5EF4-FFF2-40B4-BE49-F238E27FC236}">
                <a16:creationId xmlns:a16="http://schemas.microsoft.com/office/drawing/2014/main" id="{C80335B9-6B77-E719-7AFB-3E13AF8DBA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8" name="Rectangle 11">
            <a:extLst>
              <a:ext uri="{FF2B5EF4-FFF2-40B4-BE49-F238E27FC236}">
                <a16:creationId xmlns:a16="http://schemas.microsoft.com/office/drawing/2014/main" id="{BF926B1E-13A2-7EB3-F849-D043424F4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5842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携带</a:t>
            </a:r>
            <a:r>
              <a:rPr lang="en-US" altLang="zh-CN">
                <a:ea typeface="宋体" panose="02010600030101010101" pitchFamily="2" charset="-122"/>
              </a:rPr>
              <a:t>IGMP</a:t>
            </a:r>
            <a:r>
              <a:rPr lang="zh-CN" altLang="en-US">
                <a:ea typeface="宋体" panose="02010600030101010101" pitchFamily="2" charset="-122"/>
              </a:rPr>
              <a:t>分组的</a:t>
            </a:r>
            <a:r>
              <a:rPr lang="en-US" altLang="zh-CN">
                <a:ea typeface="宋体" panose="02010600030101010101" pitchFamily="2" charset="-122"/>
              </a:rPr>
              <a:t>IP</a:t>
            </a:r>
            <a:r>
              <a:rPr lang="zh-CN" altLang="en-US">
                <a:ea typeface="宋体" panose="02010600030101010101" pitchFamily="2" charset="-122"/>
              </a:rPr>
              <a:t>分组的</a:t>
            </a:r>
            <a:r>
              <a:rPr lang="en-US" altLang="zh-CN">
                <a:ea typeface="宋体" panose="02010600030101010101" pitchFamily="2" charset="-122"/>
              </a:rPr>
              <a:t>TTL</a:t>
            </a:r>
            <a:r>
              <a:rPr lang="zh-CN" altLang="en-US">
                <a:ea typeface="宋体" panose="02010600030101010101" pitchFamily="2" charset="-122"/>
              </a:rPr>
              <a:t>字段的值为</a:t>
            </a:r>
            <a:r>
              <a:rPr lang="en-US" altLang="zh-CN">
                <a:ea typeface="宋体" panose="02010600030101010101" pitchFamily="2" charset="-122"/>
              </a:rPr>
              <a:t>1</a:t>
            </a:r>
          </a:p>
        </p:txBody>
      </p:sp>
      <p:grpSp>
        <p:nvGrpSpPr>
          <p:cNvPr id="45069" name="Group 13">
            <a:extLst>
              <a:ext uri="{FF2B5EF4-FFF2-40B4-BE49-F238E27FC236}">
                <a16:creationId xmlns:a16="http://schemas.microsoft.com/office/drawing/2014/main" id="{EAC897CA-42CB-2AC3-47E0-A9E5B5FCC55D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45070" name="Picture 13">
              <a:extLst>
                <a:ext uri="{FF2B5EF4-FFF2-40B4-BE49-F238E27FC236}">
                  <a16:creationId xmlns:a16="http://schemas.microsoft.com/office/drawing/2014/main" id="{8F86F41D-4821-4E94-BB4D-6EB02FEF47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71" name="Text Box 14">
              <a:extLst>
                <a:ext uri="{FF2B5EF4-FFF2-40B4-BE49-F238E27FC236}">
                  <a16:creationId xmlns:a16="http://schemas.microsoft.com/office/drawing/2014/main" id="{A92AA458-F10E-AA7C-4F0B-993148A7A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1">
            <a:extLst>
              <a:ext uri="{FF2B5EF4-FFF2-40B4-BE49-F238E27FC236}">
                <a16:creationId xmlns:a16="http://schemas.microsoft.com/office/drawing/2014/main" id="{439B27AA-14B2-4B40-93C4-E1CDEDD9357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EF1B415B-693C-4950-AB56-6B500AC1670C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43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6083" name="Text Box 2">
            <a:extLst>
              <a:ext uri="{FF2B5EF4-FFF2-40B4-BE49-F238E27FC236}">
                <a16:creationId xmlns:a16="http://schemas.microsoft.com/office/drawing/2014/main" id="{A9307D2A-6754-00A7-D00B-3CC0C9BA2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29670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21.2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目的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地址</a:t>
            </a:r>
          </a:p>
        </p:txBody>
      </p:sp>
      <p:pic>
        <p:nvPicPr>
          <p:cNvPr id="46084" name="Picture 4">
            <a:extLst>
              <a:ext uri="{FF2B5EF4-FFF2-40B4-BE49-F238E27FC236}">
                <a16:creationId xmlns:a16="http://schemas.microsoft.com/office/drawing/2014/main" id="{7E11B6EC-F0A0-55F4-9097-AA1114315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2389188"/>
            <a:ext cx="7874000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1">
            <a:extLst>
              <a:ext uri="{FF2B5EF4-FFF2-40B4-BE49-F238E27FC236}">
                <a16:creationId xmlns:a16="http://schemas.microsoft.com/office/drawing/2014/main" id="{124B8918-CACD-20FC-B50A-7E82B03EE49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CFC8CDDA-72CD-4911-84DA-DA9DB29E03B7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44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7107" name="Line 2">
            <a:extLst>
              <a:ext uri="{FF2B5EF4-FFF2-40B4-BE49-F238E27FC236}">
                <a16:creationId xmlns:a16="http://schemas.microsoft.com/office/drawing/2014/main" id="{405DF09F-FC5E-6776-962E-0C7BFD30E0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Line 3">
            <a:extLst>
              <a:ext uri="{FF2B5EF4-FFF2-40B4-BE49-F238E27FC236}">
                <a16:creationId xmlns:a16="http://schemas.microsoft.com/office/drawing/2014/main" id="{B856FCB5-5184-D4CF-A6BC-87F77CF26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9" name="Text Box 4">
            <a:extLst>
              <a:ext uri="{FF2B5EF4-FFF2-40B4-BE49-F238E27FC236}">
                <a16:creationId xmlns:a16="http://schemas.microsoft.com/office/drawing/2014/main" id="{E55D5BB1-06B7-C263-EE8B-8E84FC894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216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21.21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将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类地址映射到以太网物理地址</a:t>
            </a:r>
          </a:p>
        </p:txBody>
      </p:sp>
      <p:sp>
        <p:nvSpPr>
          <p:cNvPr id="47110" name="Line 5">
            <a:extLst>
              <a:ext uri="{FF2B5EF4-FFF2-40B4-BE49-F238E27FC236}">
                <a16:creationId xmlns:a16="http://schemas.microsoft.com/office/drawing/2014/main" id="{BBC0C83A-1640-D737-E7D4-E256A8508C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7111" name="Picture 6">
            <a:extLst>
              <a:ext uri="{FF2B5EF4-FFF2-40B4-BE49-F238E27FC236}">
                <a16:creationId xmlns:a16="http://schemas.microsoft.com/office/drawing/2014/main" id="{5D134831-02C7-88CC-9478-1123E6A2A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2259013"/>
            <a:ext cx="7843837" cy="334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1">
            <a:extLst>
              <a:ext uri="{FF2B5EF4-FFF2-40B4-BE49-F238E27FC236}">
                <a16:creationId xmlns:a16="http://schemas.microsoft.com/office/drawing/2014/main" id="{C775EE2C-AE47-C2FA-507E-4175FAEC58F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76EBF41F-BBC8-4D55-99F3-7FFF601DD0B7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45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D97CBEF9-262F-2AD0-8A06-E3F13CA6E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BC57B857-DA63-2E6F-D0B7-0F99483C1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3" name="Rectangle 4">
            <a:extLst>
              <a:ext uri="{FF2B5EF4-FFF2-40B4-BE49-F238E27FC236}">
                <a16:creationId xmlns:a16="http://schemas.microsoft.com/office/drawing/2014/main" id="{796CBBFC-69F4-1AFB-A47C-A028F0D5B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4" name="Rectangle 5">
            <a:extLst>
              <a:ext uri="{FF2B5EF4-FFF2-40B4-BE49-F238E27FC236}">
                <a16:creationId xmlns:a16="http://schemas.microsoft.com/office/drawing/2014/main" id="{73E36703-B9F9-3592-5870-713BBEDF2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5" name="Rectangle 6">
            <a:extLst>
              <a:ext uri="{FF2B5EF4-FFF2-40B4-BE49-F238E27FC236}">
                <a16:creationId xmlns:a16="http://schemas.microsoft.com/office/drawing/2014/main" id="{08DE7219-80CF-2849-1EF7-F19471F61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6" name="Rectangle 7">
            <a:extLst>
              <a:ext uri="{FF2B5EF4-FFF2-40B4-BE49-F238E27FC236}">
                <a16:creationId xmlns:a16="http://schemas.microsoft.com/office/drawing/2014/main" id="{CE44635C-6790-586A-E4D4-54788A320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7" name="Rectangle 8">
            <a:extLst>
              <a:ext uri="{FF2B5EF4-FFF2-40B4-BE49-F238E27FC236}">
                <a16:creationId xmlns:a16="http://schemas.microsoft.com/office/drawing/2014/main" id="{F63EE8F8-DDB2-C225-BE70-E89797F3B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38" name="Line 9">
            <a:extLst>
              <a:ext uri="{FF2B5EF4-FFF2-40B4-BE49-F238E27FC236}">
                <a16:creationId xmlns:a16="http://schemas.microsoft.com/office/drawing/2014/main" id="{F4259C24-6431-1990-96B8-A9A91DB774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9" name="Line 10">
            <a:extLst>
              <a:ext uri="{FF2B5EF4-FFF2-40B4-BE49-F238E27FC236}">
                <a16:creationId xmlns:a16="http://schemas.microsoft.com/office/drawing/2014/main" id="{6C2B27B5-C6B3-ED88-C391-C49E8D97584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0" name="Rectangle 11">
            <a:extLst>
              <a:ext uri="{FF2B5EF4-FFF2-40B4-BE49-F238E27FC236}">
                <a16:creationId xmlns:a16="http://schemas.microsoft.com/office/drawing/2014/main" id="{81F38237-E151-CC1A-BEC2-E95796135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960688"/>
            <a:ext cx="8839200" cy="1077912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以太网的多播物理地址范围：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01: 00: 5E: 00: 00: 00—01: 00: 5E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7F:FF:FF</a:t>
            </a:r>
          </a:p>
        </p:txBody>
      </p:sp>
      <p:grpSp>
        <p:nvGrpSpPr>
          <p:cNvPr id="48141" name="Group 13">
            <a:extLst>
              <a:ext uri="{FF2B5EF4-FFF2-40B4-BE49-F238E27FC236}">
                <a16:creationId xmlns:a16="http://schemas.microsoft.com/office/drawing/2014/main" id="{E3CA1C05-3FB1-A487-B9AC-C44DBF27FD30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48142" name="Picture 13">
              <a:extLst>
                <a:ext uri="{FF2B5EF4-FFF2-40B4-BE49-F238E27FC236}">
                  <a16:creationId xmlns:a16="http://schemas.microsoft.com/office/drawing/2014/main" id="{F864E75C-BD7C-688A-1465-22AFBE372D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43" name="Text Box 14">
              <a:extLst>
                <a:ext uri="{FF2B5EF4-FFF2-40B4-BE49-F238E27FC236}">
                  <a16:creationId xmlns:a16="http://schemas.microsoft.com/office/drawing/2014/main" id="{DFDC3113-9769-09C5-59E1-6CDB22F35D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1">
            <a:extLst>
              <a:ext uri="{FF2B5EF4-FFF2-40B4-BE49-F238E27FC236}">
                <a16:creationId xmlns:a16="http://schemas.microsoft.com/office/drawing/2014/main" id="{817A837D-639C-3E5F-2E8D-1D74CEFB8AB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FF9200F3-5A01-40E3-8202-8FEAE478EB33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46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3A05F24F-2492-635D-1C83-AAC635AFB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DF394E3-4E4D-3975-3FF4-1AAB90BC3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7" name="Rectangle 4">
            <a:extLst>
              <a:ext uri="{FF2B5EF4-FFF2-40B4-BE49-F238E27FC236}">
                <a16:creationId xmlns:a16="http://schemas.microsoft.com/office/drawing/2014/main" id="{2FF2C1F1-9D65-A2FF-F019-793B09F9E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8" name="Rectangle 5">
            <a:extLst>
              <a:ext uri="{FF2B5EF4-FFF2-40B4-BE49-F238E27FC236}">
                <a16:creationId xmlns:a16="http://schemas.microsoft.com/office/drawing/2014/main" id="{C9B08491-6D5D-DC6D-7351-D046F8544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9" name="Rectangle 6">
            <a:extLst>
              <a:ext uri="{FF2B5EF4-FFF2-40B4-BE49-F238E27FC236}">
                <a16:creationId xmlns:a16="http://schemas.microsoft.com/office/drawing/2014/main" id="{7795D885-3BE9-4E16-3A93-AAEC530BA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60" name="Rectangle 7">
            <a:extLst>
              <a:ext uri="{FF2B5EF4-FFF2-40B4-BE49-F238E27FC236}">
                <a16:creationId xmlns:a16="http://schemas.microsoft.com/office/drawing/2014/main" id="{56E54AEE-1E0A-C079-0417-5FDA9BC00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61" name="Rectangle 8">
            <a:extLst>
              <a:ext uri="{FF2B5EF4-FFF2-40B4-BE49-F238E27FC236}">
                <a16:creationId xmlns:a16="http://schemas.microsoft.com/office/drawing/2014/main" id="{BA2727DD-CDA0-69FD-F08A-B88623593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62" name="Rectangle 9">
            <a:extLst>
              <a:ext uri="{FF2B5EF4-FFF2-40B4-BE49-F238E27FC236}">
                <a16:creationId xmlns:a16="http://schemas.microsoft.com/office/drawing/2014/main" id="{FE5D889B-76F7-BBC2-5339-519BAC81C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将多播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地址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230.43. 14.7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转换成以太网多播物理地址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9163" name="Rectangle 10">
            <a:extLst>
              <a:ext uri="{FF2B5EF4-FFF2-40B4-BE49-F238E27FC236}">
                <a16:creationId xmlns:a16="http://schemas.microsoft.com/office/drawing/2014/main" id="{9511D954-E68C-31D4-2285-710F0202E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514600"/>
            <a:ext cx="8686800" cy="3090863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  <a:p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We can do this in two steps:</a:t>
            </a:r>
          </a:p>
          <a:p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这可用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个步骤来完成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  <a:p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a.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我们用十六进制写出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地址的最右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23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位。这可将最右边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个字节变换成十六进制，然后</a:t>
            </a:r>
          </a:p>
          <a:p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如果最左边的数字大于或等于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，则将该数减去趴在本例中，其结果是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2B: OE: 07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9164" name="Text Box 11">
            <a:extLst>
              <a:ext uri="{FF2B5EF4-FFF2-40B4-BE49-F238E27FC236}">
                <a16:creationId xmlns:a16="http://schemas.microsoft.com/office/drawing/2014/main" id="{F62ADE34-8565-4E13-BB50-5CC78FA01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14176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1">
            <a:extLst>
              <a:ext uri="{FF2B5EF4-FFF2-40B4-BE49-F238E27FC236}">
                <a16:creationId xmlns:a16="http://schemas.microsoft.com/office/drawing/2014/main" id="{1021A159-0F1C-E973-6F83-C1AF98F5018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19A759C2-9A51-4CAE-8A59-B2E4A84AFDB6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47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7EDCD32E-6859-8D93-FA58-39B5ED993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56B51008-08BB-427D-ECD2-2CD8EBDDA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1" name="Rectangle 4">
            <a:extLst>
              <a:ext uri="{FF2B5EF4-FFF2-40B4-BE49-F238E27FC236}">
                <a16:creationId xmlns:a16="http://schemas.microsoft.com/office/drawing/2014/main" id="{C22DF309-1FD1-E2EA-1D08-03DE1B4F2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2" name="Rectangle 5">
            <a:extLst>
              <a:ext uri="{FF2B5EF4-FFF2-40B4-BE49-F238E27FC236}">
                <a16:creationId xmlns:a16="http://schemas.microsoft.com/office/drawing/2014/main" id="{FA07BC0E-5F70-569E-A0DB-7E4394E44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3" name="Rectangle 6">
            <a:extLst>
              <a:ext uri="{FF2B5EF4-FFF2-40B4-BE49-F238E27FC236}">
                <a16:creationId xmlns:a16="http://schemas.microsoft.com/office/drawing/2014/main" id="{CFEB6F45-459C-C843-906D-F25574C9B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4" name="Rectangle 7">
            <a:extLst>
              <a:ext uri="{FF2B5EF4-FFF2-40B4-BE49-F238E27FC236}">
                <a16:creationId xmlns:a16="http://schemas.microsoft.com/office/drawing/2014/main" id="{F17E5FAE-1AA9-97A0-028B-F51C51C71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5" name="Rectangle 8">
            <a:extLst>
              <a:ext uri="{FF2B5EF4-FFF2-40B4-BE49-F238E27FC236}">
                <a16:creationId xmlns:a16="http://schemas.microsoft.com/office/drawing/2014/main" id="{968A1F01-7149-DBD5-5631-4A7EB5964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6" name="Rectangle 10">
            <a:extLst>
              <a:ext uri="{FF2B5EF4-FFF2-40B4-BE49-F238E27FC236}">
                <a16:creationId xmlns:a16="http://schemas.microsoft.com/office/drawing/2014/main" id="{77692337-72BE-6EB5-F6CD-9230C3E67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71600"/>
            <a:ext cx="86868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b. 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将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步所得的结果加到开始的以太网多播地址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01: 00: 5E: 00: 00: 00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，其结果是</a:t>
            </a:r>
          </a:p>
        </p:txBody>
      </p:sp>
      <p:sp>
        <p:nvSpPr>
          <p:cNvPr id="50187" name="Text Box 11">
            <a:extLst>
              <a:ext uri="{FF2B5EF4-FFF2-40B4-BE49-F238E27FC236}">
                <a16:creationId xmlns:a16="http://schemas.microsoft.com/office/drawing/2014/main" id="{078AA08E-6AF2-9B14-2ED8-F19599F75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34782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21.7 (continued)</a:t>
            </a:r>
          </a:p>
        </p:txBody>
      </p:sp>
      <p:pic>
        <p:nvPicPr>
          <p:cNvPr id="50188" name="Picture 12">
            <a:extLst>
              <a:ext uri="{FF2B5EF4-FFF2-40B4-BE49-F238E27FC236}">
                <a16:creationId xmlns:a16="http://schemas.microsoft.com/office/drawing/2014/main" id="{A8A241F3-6499-8645-BF20-1E8FF0175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0" y="3073400"/>
            <a:ext cx="4635500" cy="711200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1">
            <a:extLst>
              <a:ext uri="{FF2B5EF4-FFF2-40B4-BE49-F238E27FC236}">
                <a16:creationId xmlns:a16="http://schemas.microsoft.com/office/drawing/2014/main" id="{B0B099B0-DD03-8D8D-5ED8-84BE7B1D3E4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2D5FAB98-F71A-4301-B66A-1080D51C9E53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48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07551D4D-4730-51EC-A566-3AE5CA4B6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73E7A0E9-6746-FCBC-EC0F-EB92C5599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05" name="Rectangle 4">
            <a:extLst>
              <a:ext uri="{FF2B5EF4-FFF2-40B4-BE49-F238E27FC236}">
                <a16:creationId xmlns:a16="http://schemas.microsoft.com/office/drawing/2014/main" id="{06DC3A39-FF5D-D8CF-5A04-400F8A982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06" name="Rectangle 5">
            <a:extLst>
              <a:ext uri="{FF2B5EF4-FFF2-40B4-BE49-F238E27FC236}">
                <a16:creationId xmlns:a16="http://schemas.microsoft.com/office/drawing/2014/main" id="{DAC91117-6CCD-AA5D-D2AE-3602E1543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07" name="Rectangle 6">
            <a:extLst>
              <a:ext uri="{FF2B5EF4-FFF2-40B4-BE49-F238E27FC236}">
                <a16:creationId xmlns:a16="http://schemas.microsoft.com/office/drawing/2014/main" id="{C623B99B-B834-0C6E-C5F8-F70CAAB9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08" name="Rectangle 7">
            <a:extLst>
              <a:ext uri="{FF2B5EF4-FFF2-40B4-BE49-F238E27FC236}">
                <a16:creationId xmlns:a16="http://schemas.microsoft.com/office/drawing/2014/main" id="{F743A792-DE70-AB83-4A3F-73090B325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09" name="Rectangle 8">
            <a:extLst>
              <a:ext uri="{FF2B5EF4-FFF2-40B4-BE49-F238E27FC236}">
                <a16:creationId xmlns:a16="http://schemas.microsoft.com/office/drawing/2014/main" id="{B37F2038-8AB0-2B6F-FD6D-96F241B09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210" name="Rectangle 9">
            <a:extLst>
              <a:ext uri="{FF2B5EF4-FFF2-40B4-BE49-F238E27FC236}">
                <a16:creationId xmlns:a16="http://schemas.microsoft.com/office/drawing/2014/main" id="{93A9C8F6-638B-BD9B-5B97-E98E71F4C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将多播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地址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238.212. 24.9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转换成以太网多播地址。</a:t>
            </a:r>
          </a:p>
        </p:txBody>
      </p:sp>
      <p:sp>
        <p:nvSpPr>
          <p:cNvPr id="51211" name="Rectangle 10">
            <a:extLst>
              <a:ext uri="{FF2B5EF4-FFF2-40B4-BE49-F238E27FC236}">
                <a16:creationId xmlns:a16="http://schemas.microsoft.com/office/drawing/2014/main" id="{43F17996-9599-CE0E-E607-1F140B5FB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133600"/>
            <a:ext cx="86868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zh-CN" altLang="en-US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a.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用十六进制表示的最右边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个字节是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D4: 18: 09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。我们需将最左边的数字减去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，其结果是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54: 18: 09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51212" name="Text Box 11">
            <a:extLst>
              <a:ext uri="{FF2B5EF4-FFF2-40B4-BE49-F238E27FC236}">
                <a16:creationId xmlns:a16="http://schemas.microsoft.com/office/drawing/2014/main" id="{101BA06E-9C9C-2E38-D90D-37A600061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14176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21.8</a:t>
            </a:r>
          </a:p>
        </p:txBody>
      </p:sp>
      <p:sp>
        <p:nvSpPr>
          <p:cNvPr id="51213" name="Rectangle 12">
            <a:extLst>
              <a:ext uri="{FF2B5EF4-FFF2-40B4-BE49-F238E27FC236}">
                <a16:creationId xmlns:a16="http://schemas.microsoft.com/office/drawing/2014/main" id="{9CCBA5DA-BFAE-16CF-F8BC-5C27F089E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13213"/>
            <a:ext cx="8686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b.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将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步所得的结果加到以太网多播的开始地址，其结果是：</a:t>
            </a:r>
          </a:p>
        </p:txBody>
      </p:sp>
      <p:pic>
        <p:nvPicPr>
          <p:cNvPr id="51214" name="Picture 13">
            <a:extLst>
              <a:ext uri="{FF2B5EF4-FFF2-40B4-BE49-F238E27FC236}">
                <a16:creationId xmlns:a16="http://schemas.microsoft.com/office/drawing/2014/main" id="{BA1C93A4-C26D-E2DB-0B6F-A330E7A2E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713" y="5348288"/>
            <a:ext cx="4346575" cy="747712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1">
            <a:extLst>
              <a:ext uri="{FF2B5EF4-FFF2-40B4-BE49-F238E27FC236}">
                <a16:creationId xmlns:a16="http://schemas.microsoft.com/office/drawing/2014/main" id="{0AAAB320-1E81-1DC1-E721-2F4861C44F5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F8EB707A-5760-4EDA-BB5B-E846FBCB9F3D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49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2227" name="Line 2">
            <a:extLst>
              <a:ext uri="{FF2B5EF4-FFF2-40B4-BE49-F238E27FC236}">
                <a16:creationId xmlns:a16="http://schemas.microsoft.com/office/drawing/2014/main" id="{A08C790B-D19D-495D-E441-9473F5C5DA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8" name="Line 3">
            <a:extLst>
              <a:ext uri="{FF2B5EF4-FFF2-40B4-BE49-F238E27FC236}">
                <a16:creationId xmlns:a16="http://schemas.microsoft.com/office/drawing/2014/main" id="{60C818E7-9E22-FB72-8A6C-D6E18EF1D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9" name="Text Box 4">
            <a:extLst>
              <a:ext uri="{FF2B5EF4-FFF2-40B4-BE49-F238E27FC236}">
                <a16:creationId xmlns:a16="http://schemas.microsoft.com/office/drawing/2014/main" id="{49C8EFA9-F92B-3A69-198E-47D8A1E2D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449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21.22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隧道技术</a:t>
            </a:r>
          </a:p>
        </p:txBody>
      </p:sp>
      <p:sp>
        <p:nvSpPr>
          <p:cNvPr id="52230" name="Line 5">
            <a:extLst>
              <a:ext uri="{FF2B5EF4-FFF2-40B4-BE49-F238E27FC236}">
                <a16:creationId xmlns:a16="http://schemas.microsoft.com/office/drawing/2014/main" id="{87FB0637-E2BA-E2D6-D39E-9E4BAFE4CE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2231" name="Picture 6">
            <a:extLst>
              <a:ext uri="{FF2B5EF4-FFF2-40B4-BE49-F238E27FC236}">
                <a16:creationId xmlns:a16="http://schemas.microsoft.com/office/drawing/2014/main" id="{18200AFD-F8E7-7870-79AC-CB813A711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25" y="2459038"/>
            <a:ext cx="8016875" cy="249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1">
            <a:extLst>
              <a:ext uri="{FF2B5EF4-FFF2-40B4-BE49-F238E27FC236}">
                <a16:creationId xmlns:a16="http://schemas.microsoft.com/office/drawing/2014/main" id="{B8971B34-D02A-3E6D-3041-E7131CE21CD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410A923F-96D3-4A2D-9451-337A46AF0A1E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50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339FA963-FB60-E7BE-B9F6-C78061F95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F9C59CC5-913B-E328-3BE3-146D8BC5D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3" name="Rectangle 4">
            <a:extLst>
              <a:ext uri="{FF2B5EF4-FFF2-40B4-BE49-F238E27FC236}">
                <a16:creationId xmlns:a16="http://schemas.microsoft.com/office/drawing/2014/main" id="{3F763841-E49A-CE6C-EFCA-7645ADBFF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4" name="Rectangle 5">
            <a:extLst>
              <a:ext uri="{FF2B5EF4-FFF2-40B4-BE49-F238E27FC236}">
                <a16:creationId xmlns:a16="http://schemas.microsoft.com/office/drawing/2014/main" id="{164D7BC2-281A-8453-3762-23931EFD6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5" name="Rectangle 6">
            <a:extLst>
              <a:ext uri="{FF2B5EF4-FFF2-40B4-BE49-F238E27FC236}">
                <a16:creationId xmlns:a16="http://schemas.microsoft.com/office/drawing/2014/main" id="{09B3B703-53B8-7158-BF23-A612D9CCE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6" name="Rectangle 7">
            <a:extLst>
              <a:ext uri="{FF2B5EF4-FFF2-40B4-BE49-F238E27FC236}">
                <a16:creationId xmlns:a16="http://schemas.microsoft.com/office/drawing/2014/main" id="{0E129352-75E4-A20C-855A-0D5B840E3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7" name="Rectangle 8">
            <a:extLst>
              <a:ext uri="{FF2B5EF4-FFF2-40B4-BE49-F238E27FC236}">
                <a16:creationId xmlns:a16="http://schemas.microsoft.com/office/drawing/2014/main" id="{4EB4F184-3005-64DF-6C21-EE7CF3D2E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8" name="Rectangle 9">
            <a:extLst>
              <a:ext uri="{FF2B5EF4-FFF2-40B4-BE49-F238E27FC236}">
                <a16:creationId xmlns:a16="http://schemas.microsoft.com/office/drawing/2014/main" id="{DACEB9DE-60F9-4787-5DCA-0C5EE060A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我们使用带有三个选项的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netstat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命令（见下页）：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-n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-r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-a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选项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-n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是以数字形式显示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地址、选项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-r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显示路由表、选项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-a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显示所有的地址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单播和多播地址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。注意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这里仅给出与我们讨论有关的项目。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“Destination”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定义目的地址，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“Gateway”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定义路由器，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“Iface”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定义接口，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“Mask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”定义掩码，“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Flag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”定义标记。标记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表示该路由可使用，标志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表示该路由是一个网关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路由器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endParaRPr lang="zh-CN" altLang="en-US" sz="2800" i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注意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多播地祉用彩色表示。具有从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240.0.0.0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239.255.255.255</a:t>
            </a:r>
            <a:r>
              <a:rPr lang="zh-CN" altLang="en-US" sz="2800" i="1">
                <a:latin typeface="Times New Roman" panose="02020603050405020304" pitchFamily="18" charset="0"/>
                <a:ea typeface="宋体" panose="02010600030101010101" pitchFamily="2" charset="-122"/>
              </a:rPr>
              <a:t>多播地址的任何分组都被屏蔽，并传递给以太网接口。</a:t>
            </a:r>
          </a:p>
        </p:txBody>
      </p:sp>
      <p:sp>
        <p:nvSpPr>
          <p:cNvPr id="53259" name="Text Box 11">
            <a:extLst>
              <a:ext uri="{FF2B5EF4-FFF2-40B4-BE49-F238E27FC236}">
                <a16:creationId xmlns:a16="http://schemas.microsoft.com/office/drawing/2014/main" id="{8B5BAD55-5D7B-A958-0D12-28931AD4F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14176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1">
            <a:extLst>
              <a:ext uri="{FF2B5EF4-FFF2-40B4-BE49-F238E27FC236}">
                <a16:creationId xmlns:a16="http://schemas.microsoft.com/office/drawing/2014/main" id="{9345499A-579E-CC7D-9984-E8DB44C4928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B3FCBAF1-C04A-498D-A153-5BE78834525E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51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E5FCAE8A-42CD-DFA7-6492-0603057AC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5C3377B0-2F88-A37C-F690-24B800C68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77" name="Rectangle 4">
            <a:extLst>
              <a:ext uri="{FF2B5EF4-FFF2-40B4-BE49-F238E27FC236}">
                <a16:creationId xmlns:a16="http://schemas.microsoft.com/office/drawing/2014/main" id="{F0B71D2C-1507-C0AD-D502-E4FDD5189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78" name="Rectangle 5">
            <a:extLst>
              <a:ext uri="{FF2B5EF4-FFF2-40B4-BE49-F238E27FC236}">
                <a16:creationId xmlns:a16="http://schemas.microsoft.com/office/drawing/2014/main" id="{413BC780-680B-1847-095D-B2DA0C131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79" name="Rectangle 6">
            <a:extLst>
              <a:ext uri="{FF2B5EF4-FFF2-40B4-BE49-F238E27FC236}">
                <a16:creationId xmlns:a16="http://schemas.microsoft.com/office/drawing/2014/main" id="{D1DAE114-0032-D119-4EF6-F209FC77D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80" name="Rectangle 7">
            <a:extLst>
              <a:ext uri="{FF2B5EF4-FFF2-40B4-BE49-F238E27FC236}">
                <a16:creationId xmlns:a16="http://schemas.microsoft.com/office/drawing/2014/main" id="{8C62FFEF-7941-5826-2D07-E7260A54F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81" name="Rectangle 8">
            <a:extLst>
              <a:ext uri="{FF2B5EF4-FFF2-40B4-BE49-F238E27FC236}">
                <a16:creationId xmlns:a16="http://schemas.microsoft.com/office/drawing/2014/main" id="{00964AA9-92EE-D155-3B55-351F51736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82" name="Text Box 10">
            <a:extLst>
              <a:ext uri="{FF2B5EF4-FFF2-40B4-BE49-F238E27FC236}">
                <a16:creationId xmlns:a16="http://schemas.microsoft.com/office/drawing/2014/main" id="{B82CA252-BCD5-428F-3AF0-37059A718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2050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 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21.9 (</a:t>
            </a:r>
            <a:r>
              <a:rPr lang="zh-CN" altLang="en-US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续</a:t>
            </a:r>
            <a:r>
              <a:rPr lang="en-US" altLang="zh-CN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pic>
        <p:nvPicPr>
          <p:cNvPr id="54283" name="Picture 11">
            <a:extLst>
              <a:ext uri="{FF2B5EF4-FFF2-40B4-BE49-F238E27FC236}">
                <a16:creationId xmlns:a16="http://schemas.microsoft.com/office/drawing/2014/main" id="{7EFF1200-7328-476E-5F0B-CCBAF09EC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1635125"/>
            <a:ext cx="8729662" cy="232727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1">
            <a:extLst>
              <a:ext uri="{FF2B5EF4-FFF2-40B4-BE49-F238E27FC236}">
                <a16:creationId xmlns:a16="http://schemas.microsoft.com/office/drawing/2014/main" id="{2CCA1F3F-F9B4-7CFA-79C4-5AA13202B79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C90631D2-C3F9-4EF3-AC84-45C56BDB57A9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52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5AD21086-DBAD-C8E7-0A5F-AB2092EAA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6324" name="Text Box 3">
            <a:extLst>
              <a:ext uri="{FF2B5EF4-FFF2-40B4-BE49-F238E27FC236}">
                <a16:creationId xmlns:a16="http://schemas.microsoft.com/office/drawing/2014/main" id="{9515C7E5-A55F-150C-A55C-99092EC26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27241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2" charset="0"/>
                <a:ea typeface="宋体" pitchFamily="2" charset="-122"/>
              </a:rPr>
              <a:t>21-4   ICMPv6</a:t>
            </a:r>
          </a:p>
        </p:txBody>
      </p:sp>
      <p:sp>
        <p:nvSpPr>
          <p:cNvPr id="55301" name="Text Box 4">
            <a:extLst>
              <a:ext uri="{FF2B5EF4-FFF2-40B4-BE49-F238E27FC236}">
                <a16:creationId xmlns:a16="http://schemas.microsoft.com/office/drawing/2014/main" id="{C182FBC9-164C-57A9-7A6F-0A270E3D5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326" name="Rectangle 5">
            <a:extLst>
              <a:ext uri="{FF2B5EF4-FFF2-40B4-BE49-F238E27FC236}">
                <a16:creationId xmlns:a16="http://schemas.microsoft.com/office/drawing/2014/main" id="{9DE1DBA5-039E-FDD7-E0A4-934937197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608138"/>
            <a:ext cx="82296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我们在第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20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章中讨论过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IPv6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。在</a:t>
            </a:r>
            <a:r>
              <a:rPr lang="en-US" altLang="zh-CN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T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CP/IP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协议族的版本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6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中被修改的另一个协议是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ICMP(</a:t>
            </a:r>
            <a:r>
              <a:rPr lang="en-US" altLang="zh-CN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I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M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Pv6)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。这个新版本与版本</a:t>
            </a:r>
            <a:r>
              <a:rPr 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4</a:t>
            </a:r>
            <a:r>
              <a:rPr lang="zh-CN" altLang="en-US" sz="28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的策略和目的一样</a:t>
            </a:r>
            <a:endParaRPr lang="en-US" sz="2800" i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5303" name="Rectangle 6">
            <a:extLst>
              <a:ext uri="{FF2B5EF4-FFF2-40B4-BE49-F238E27FC236}">
                <a16:creationId xmlns:a16="http://schemas.microsoft.com/office/drawing/2014/main" id="{6CCA3098-0242-90FA-D4BC-C3C189817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差错报告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查询</a:t>
            </a:r>
          </a:p>
        </p:txBody>
      </p:sp>
      <p:sp>
        <p:nvSpPr>
          <p:cNvPr id="56328" name="Text Box 7">
            <a:extLst>
              <a:ext uri="{FF2B5EF4-FFF2-40B4-BE49-F238E27FC236}">
                <a16:creationId xmlns:a16="http://schemas.microsoft.com/office/drawing/2014/main" id="{A8B9EB91-47DC-CFBC-235C-97FDC8687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3" y="4203700"/>
            <a:ext cx="10271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讨论</a:t>
            </a:r>
            <a:r>
              <a:rPr 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: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1">
            <a:extLst>
              <a:ext uri="{FF2B5EF4-FFF2-40B4-BE49-F238E27FC236}">
                <a16:creationId xmlns:a16="http://schemas.microsoft.com/office/drawing/2014/main" id="{C74AD888-D84C-0FDE-86A6-3B87832D1E6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8B420E8D-99A0-49B6-B027-B1067774C1E6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53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6323" name="Line 2">
            <a:extLst>
              <a:ext uri="{FF2B5EF4-FFF2-40B4-BE49-F238E27FC236}">
                <a16:creationId xmlns:a16="http://schemas.microsoft.com/office/drawing/2014/main" id="{35716F02-C727-3BD8-4850-2E69B7D903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4" name="Line 3">
            <a:extLst>
              <a:ext uri="{FF2B5EF4-FFF2-40B4-BE49-F238E27FC236}">
                <a16:creationId xmlns:a16="http://schemas.microsoft.com/office/drawing/2014/main" id="{3D3357C7-1C40-DADD-F36E-6D284422F2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5" name="Text Box 4">
            <a:extLst>
              <a:ext uri="{FF2B5EF4-FFF2-40B4-BE49-F238E27FC236}">
                <a16:creationId xmlns:a16="http://schemas.microsoft.com/office/drawing/2014/main" id="{F69065C7-E54D-3625-2D3F-FFE288F70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513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21.23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版本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和版本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的网络层比较</a:t>
            </a:r>
          </a:p>
        </p:txBody>
      </p:sp>
      <p:sp>
        <p:nvSpPr>
          <p:cNvPr id="56326" name="Line 5">
            <a:extLst>
              <a:ext uri="{FF2B5EF4-FFF2-40B4-BE49-F238E27FC236}">
                <a16:creationId xmlns:a16="http://schemas.microsoft.com/office/drawing/2014/main" id="{8E39E9A3-1A7F-803F-B4F6-743F843027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6327" name="Picture 6">
            <a:extLst>
              <a:ext uri="{FF2B5EF4-FFF2-40B4-BE49-F238E27FC236}">
                <a16:creationId xmlns:a16="http://schemas.microsoft.com/office/drawing/2014/main" id="{5CDAC7A7-EAF7-4C51-26AE-C02C61935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152775"/>
            <a:ext cx="860107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1">
            <a:extLst>
              <a:ext uri="{FF2B5EF4-FFF2-40B4-BE49-F238E27FC236}">
                <a16:creationId xmlns:a16="http://schemas.microsoft.com/office/drawing/2014/main" id="{9766AA9A-12C3-F8ED-6679-82058DE968A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F2BF64AD-6B26-46E9-9C81-5D62B0D18ECA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54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7347" name="Text Box 2">
            <a:extLst>
              <a:ext uri="{FF2B5EF4-FFF2-40B4-BE49-F238E27FC236}">
                <a16:creationId xmlns:a16="http://schemas.microsoft.com/office/drawing/2014/main" id="{AAB154F6-6B07-39D9-E59D-121708BC8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752600"/>
            <a:ext cx="5734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21.3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ICMPv4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ICMP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峭的差错报告的比较</a:t>
            </a:r>
          </a:p>
        </p:txBody>
      </p:sp>
      <p:pic>
        <p:nvPicPr>
          <p:cNvPr id="57348" name="Picture 4">
            <a:extLst>
              <a:ext uri="{FF2B5EF4-FFF2-40B4-BE49-F238E27FC236}">
                <a16:creationId xmlns:a16="http://schemas.microsoft.com/office/drawing/2014/main" id="{8C8F0CE5-FF95-5825-9AAF-C174CB993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33613"/>
            <a:ext cx="8382000" cy="310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1">
            <a:extLst>
              <a:ext uri="{FF2B5EF4-FFF2-40B4-BE49-F238E27FC236}">
                <a16:creationId xmlns:a16="http://schemas.microsoft.com/office/drawing/2014/main" id="{25F9872D-CDAB-2E42-F2F4-BBE62B63072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21.</a:t>
            </a:r>
            <a:fld id="{D78568E5-FDD2-443F-AAB3-5B9E2B135163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55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8371" name="Text Box 2">
            <a:extLst>
              <a:ext uri="{FF2B5EF4-FFF2-40B4-BE49-F238E27FC236}">
                <a16:creationId xmlns:a16="http://schemas.microsoft.com/office/drawing/2014/main" id="{6B25F08F-74E2-BDF5-C32E-D01FFBBE1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76400"/>
            <a:ext cx="5718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Table 21.4 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ICMPv4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IMCPv6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中查询报文的比较</a:t>
            </a:r>
          </a:p>
        </p:txBody>
      </p:sp>
      <p:pic>
        <p:nvPicPr>
          <p:cNvPr id="58372" name="Picture 4">
            <a:extLst>
              <a:ext uri="{FF2B5EF4-FFF2-40B4-BE49-F238E27FC236}">
                <a16:creationId xmlns:a16="http://schemas.microsoft.com/office/drawing/2014/main" id="{310514E6-D0CF-2A97-F6D6-8A9AF413D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2168525"/>
            <a:ext cx="8054975" cy="354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Pages>0</Pages>
  <Words>1909</Words>
  <Characters>0</Characters>
  <Application>Microsoft Office PowerPoint</Application>
  <DocSecurity>0</DocSecurity>
  <PresentationFormat>全屏显示(4:3)</PresentationFormat>
  <Lines>0</Lines>
  <Paragraphs>178</Paragraphs>
  <Slides>55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64" baseType="lpstr">
      <vt:lpstr>Arial</vt:lpstr>
      <vt:lpstr>Tahoma</vt:lpstr>
      <vt:lpstr>Wingdings</vt:lpstr>
      <vt:lpstr>Times New Roman</vt:lpstr>
      <vt:lpstr>宋体</vt:lpstr>
      <vt:lpstr>McGrawHill-Italic</vt:lpstr>
      <vt:lpstr>Times</vt:lpstr>
      <vt:lpstr>Blends</vt:lpstr>
      <vt:lpstr>1_Blends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Valued Gateway Client</dc:creator>
  <cp:keywords/>
  <dc:description/>
  <cp:lastModifiedBy>浩嘉 申</cp:lastModifiedBy>
  <cp:revision>188</cp:revision>
  <dcterms:created xsi:type="dcterms:W3CDTF">2000-01-15T04:50:39Z</dcterms:created>
  <dcterms:modified xsi:type="dcterms:W3CDTF">2026-06-02T07:12:17Z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2052-8.1.0.3260</vt:lpwstr>
  </property>
</Properties>
</file>