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91"/>
  </p:notesMasterIdLst>
  <p:sldIdLst>
    <p:sldId id="962" r:id="rId2"/>
    <p:sldId id="964" r:id="rId3"/>
    <p:sldId id="966" r:id="rId4"/>
    <p:sldId id="968" r:id="rId5"/>
    <p:sldId id="970" r:id="rId6"/>
    <p:sldId id="972" r:id="rId7"/>
    <p:sldId id="974" r:id="rId8"/>
    <p:sldId id="976" r:id="rId9"/>
    <p:sldId id="978" r:id="rId10"/>
    <p:sldId id="980" r:id="rId11"/>
    <p:sldId id="982" r:id="rId12"/>
    <p:sldId id="984" r:id="rId13"/>
    <p:sldId id="986" r:id="rId14"/>
    <p:sldId id="988" r:id="rId15"/>
    <p:sldId id="990" r:id="rId16"/>
    <p:sldId id="992" r:id="rId17"/>
    <p:sldId id="994" r:id="rId18"/>
    <p:sldId id="996" r:id="rId19"/>
    <p:sldId id="998" r:id="rId20"/>
    <p:sldId id="1000" r:id="rId21"/>
    <p:sldId id="1002" r:id="rId22"/>
    <p:sldId id="924" r:id="rId23"/>
    <p:sldId id="925" r:id="rId24"/>
    <p:sldId id="926" r:id="rId25"/>
    <p:sldId id="927" r:id="rId26"/>
    <p:sldId id="928" r:id="rId27"/>
    <p:sldId id="929" r:id="rId28"/>
    <p:sldId id="930" r:id="rId29"/>
    <p:sldId id="931" r:id="rId30"/>
    <p:sldId id="932" r:id="rId31"/>
    <p:sldId id="934" r:id="rId32"/>
    <p:sldId id="935" r:id="rId33"/>
    <p:sldId id="936" r:id="rId34"/>
    <p:sldId id="937" r:id="rId35"/>
    <p:sldId id="938" r:id="rId36"/>
    <p:sldId id="939" r:id="rId37"/>
    <p:sldId id="940" r:id="rId38"/>
    <p:sldId id="941" r:id="rId39"/>
    <p:sldId id="942" r:id="rId40"/>
    <p:sldId id="943" r:id="rId41"/>
    <p:sldId id="944" r:id="rId42"/>
    <p:sldId id="945" r:id="rId43"/>
    <p:sldId id="946" r:id="rId44"/>
    <p:sldId id="947" r:id="rId45"/>
    <p:sldId id="948" r:id="rId46"/>
    <p:sldId id="949" r:id="rId47"/>
    <p:sldId id="950" r:id="rId48"/>
    <p:sldId id="952" r:id="rId49"/>
    <p:sldId id="951" r:id="rId50"/>
    <p:sldId id="953" r:id="rId51"/>
    <p:sldId id="954" r:id="rId52"/>
    <p:sldId id="955" r:id="rId53"/>
    <p:sldId id="956" r:id="rId54"/>
    <p:sldId id="957" r:id="rId55"/>
    <p:sldId id="958" r:id="rId56"/>
    <p:sldId id="959" r:id="rId57"/>
    <p:sldId id="960" r:id="rId58"/>
    <p:sldId id="1004" r:id="rId59"/>
    <p:sldId id="1006" r:id="rId60"/>
    <p:sldId id="1008" r:id="rId61"/>
    <p:sldId id="1010" r:id="rId62"/>
    <p:sldId id="1012" r:id="rId63"/>
    <p:sldId id="1014" r:id="rId64"/>
    <p:sldId id="1016" r:id="rId65"/>
    <p:sldId id="1018" r:id="rId66"/>
    <p:sldId id="1020" r:id="rId67"/>
    <p:sldId id="1022" r:id="rId68"/>
    <p:sldId id="1024" r:id="rId69"/>
    <p:sldId id="1026" r:id="rId70"/>
    <p:sldId id="1028" r:id="rId71"/>
    <p:sldId id="1030" r:id="rId72"/>
    <p:sldId id="1032" r:id="rId73"/>
    <p:sldId id="1034" r:id="rId74"/>
    <p:sldId id="1036" r:id="rId75"/>
    <p:sldId id="1038" r:id="rId76"/>
    <p:sldId id="1040" r:id="rId77"/>
    <p:sldId id="1042" r:id="rId78"/>
    <p:sldId id="1044" r:id="rId79"/>
    <p:sldId id="1046" r:id="rId80"/>
    <p:sldId id="1048" r:id="rId81"/>
    <p:sldId id="1050" r:id="rId82"/>
    <p:sldId id="1052" r:id="rId83"/>
    <p:sldId id="1054" r:id="rId84"/>
    <p:sldId id="1056" r:id="rId85"/>
    <p:sldId id="1058" r:id="rId86"/>
    <p:sldId id="1060" r:id="rId87"/>
    <p:sldId id="1062" r:id="rId88"/>
    <p:sldId id="1064" r:id="rId89"/>
    <p:sldId id="1066" r:id="rId9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660066"/>
    <a:srgbClr val="00CC00"/>
    <a:srgbClr val="996633"/>
    <a:srgbClr val="6666FF"/>
    <a:srgbClr val="CCFF99"/>
    <a:srgbClr val="99FF33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03" autoAdjust="0"/>
    <p:restoredTop sz="94680" autoAdjust="0"/>
  </p:normalViewPr>
  <p:slideViewPr>
    <p:cSldViewPr>
      <p:cViewPr varScale="1">
        <p:scale>
          <a:sx n="67" d="100"/>
          <a:sy n="67" d="100"/>
        </p:scale>
        <p:origin x="-1758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14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62" name="Rectangle 2">
            <a:extLst>
              <a:ext uri="{FF2B5EF4-FFF2-40B4-BE49-F238E27FC236}">
                <a16:creationId xmlns:a16="http://schemas.microsoft.com/office/drawing/2014/main" id="{E4A3B484-523A-EEA9-B5DF-2ADA3E4D41E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baseline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62563" name="Rectangle 3">
            <a:extLst>
              <a:ext uri="{FF2B5EF4-FFF2-40B4-BE49-F238E27FC236}">
                <a16:creationId xmlns:a16="http://schemas.microsoft.com/office/drawing/2014/main" id="{E915D009-0997-4F54-74A4-144DE4DBCD5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baseline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4212" name="Rectangle 4">
            <a:extLst>
              <a:ext uri="{FF2B5EF4-FFF2-40B4-BE49-F238E27FC236}">
                <a16:creationId xmlns:a16="http://schemas.microsoft.com/office/drawing/2014/main" id="{8C7922E8-357A-537A-BE00-B9F1AB80D75C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62565" name="Rectangle 5">
            <a:extLst>
              <a:ext uri="{FF2B5EF4-FFF2-40B4-BE49-F238E27FC236}">
                <a16:creationId xmlns:a16="http://schemas.microsoft.com/office/drawing/2014/main" id="{1BEDCA14-CD60-E792-7A44-BED2DD0BBAA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962566" name="Rectangle 6">
            <a:extLst>
              <a:ext uri="{FF2B5EF4-FFF2-40B4-BE49-F238E27FC236}">
                <a16:creationId xmlns:a16="http://schemas.microsoft.com/office/drawing/2014/main" id="{5E0FBFC1-CC24-5DEE-D0BF-248458A79A3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baseline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62567" name="Rectangle 7">
            <a:extLst>
              <a:ext uri="{FF2B5EF4-FFF2-40B4-BE49-F238E27FC236}">
                <a16:creationId xmlns:a16="http://schemas.microsoft.com/office/drawing/2014/main" id="{3D9EE0B5-B499-2F5A-53FA-8BE4C78249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baseline="0">
                <a:latin typeface="Times New Roman" panose="02020603050405020304" pitchFamily="18" charset="0"/>
              </a:defRPr>
            </a:lvl1pPr>
          </a:lstStyle>
          <a:p>
            <a:fld id="{D365A617-6BBC-431C-8596-F5698B976CE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8906C67E-2507-9F24-04DA-4F6E729CBA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77E89EE-890E-445A-A2A1-9D2C4017EC20}" type="slidenum">
              <a:rPr lang="en-US" altLang="zh-CN" sz="1200" b="0" baseline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1</a:t>
            </a:fld>
            <a:endParaRPr lang="en-US" altLang="zh-CN" sz="1200" b="0" baseline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A8619093-0B88-31DC-2296-C22132B2E93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7B6F4483-FAD1-BC07-821A-212413FD25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C0813B8B-DBA0-796B-E06B-3FD939B2FC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829A06-9B07-4E2D-8CE1-243E2BEAA820}" type="slidenum">
              <a:rPr lang="en-US" altLang="zh-CN" sz="1200" b="0" baseline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2</a:t>
            </a:fld>
            <a:endParaRPr lang="en-US" altLang="zh-CN" sz="1200" b="0" baseline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F4411950-A9DD-56B4-27D4-F9329A40E4D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15FE9A85-ADA6-6145-4C2D-03FA6D2049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91126C6C-6A69-EB22-2539-53F8F53B8F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931F887-1487-485A-A01F-A69F44AD5DED}" type="slidenum">
              <a:rPr lang="en-US" altLang="zh-CN" sz="1200" b="0" baseline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3</a:t>
            </a:fld>
            <a:endParaRPr lang="en-US" altLang="zh-CN" sz="1200" b="0" baseline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6E7EDC99-0D20-586C-204C-0B560A311B7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1279659B-D8AA-90BA-DD44-FB1B517EC0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F089883E-7A4B-4C93-5936-CACB66B203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277288-007D-47A6-B55E-56B1C3D6E5AE}" type="slidenum">
              <a:rPr lang="en-US" altLang="zh-CN" sz="1200" b="0" baseline="0">
                <a:latin typeface="Times New Roman" panose="02020603050405020304" pitchFamily="18" charset="0"/>
              </a:rPr>
              <a:pPr/>
              <a:t>4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25222755-7B05-C98B-4978-8773AB80091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0D6C4059-8DDC-428B-4569-2E11718BC2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ED0B97C7-940E-4224-0AFF-03C15F4DFD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C57AF2-8478-41CE-BB96-C0F1A26720CD}" type="slidenum">
              <a:rPr lang="en-US" altLang="zh-CN" sz="1200" b="0" baseline="0">
                <a:latin typeface="Times New Roman" panose="02020603050405020304" pitchFamily="18" charset="0"/>
              </a:rPr>
              <a:pPr/>
              <a:t>5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6AAA4319-C854-764D-999B-38D7E950339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935E7ED4-5000-E1A6-FA20-7921210FB9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BE5A6342-B917-EEC9-4644-CBE4F1471E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BAAA10-260F-483C-8891-61C062B138A3}" type="slidenum">
              <a:rPr lang="en-US" altLang="zh-CN" sz="1200" b="0" baseline="0">
                <a:latin typeface="Times New Roman" panose="02020603050405020304" pitchFamily="18" charset="0"/>
              </a:rPr>
              <a:pPr/>
              <a:t>6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586003D4-B19A-AEA3-6CE1-112664B3DFE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AB2BC5ED-5C50-469A-E9A8-4A5C1D9442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B6C3289F-FF59-1AE3-0C54-C8E34C0E4C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7E4559-2570-4675-9145-6836FB9F1844}" type="slidenum">
              <a:rPr lang="en-US" altLang="zh-CN" sz="1200" b="0" baseline="0">
                <a:latin typeface="Times New Roman" panose="02020603050405020304" pitchFamily="18" charset="0"/>
              </a:rPr>
              <a:pPr/>
              <a:t>7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9CE3B905-DB2A-EAD3-0D55-A846A2EB3D6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29770BCA-FAA7-55B2-2CDE-86FC0C4A3D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因特网号码分配管理局（</a:t>
            </a:r>
            <a:r>
              <a:rPr lang="en-US" altLang="zh-CN"/>
              <a:t>Internet Assigned Number Authority , IANA</a:t>
            </a:r>
            <a:r>
              <a:rPr lang="zh-CN" altLang="en-US"/>
              <a:t>）</a:t>
            </a:r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B916B972-3250-6006-D25C-15571AA532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708D25B-EB90-4B62-AB43-DEB7E58B6C18}" type="slidenum">
              <a:rPr lang="en-US" altLang="zh-CN" sz="1200" b="0" baseline="0">
                <a:latin typeface="Times New Roman" panose="02020603050405020304" pitchFamily="18" charset="0"/>
              </a:rPr>
              <a:pPr/>
              <a:t>8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A20A4B93-E98D-7B34-A027-C117A2586DB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87C7ECBC-C713-0645-E4AD-E6C131FCD3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1F9B2526-4434-727E-B43A-E44BA3AEF6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364F9A-E929-47EF-9B4E-05535FE27247}" type="slidenum">
              <a:rPr lang="en-US" altLang="zh-CN" sz="1200" b="0" baseline="0">
                <a:latin typeface="Times New Roman" panose="02020603050405020304" pitchFamily="18" charset="0"/>
              </a:rPr>
              <a:pPr/>
              <a:t>9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E6649E9B-6D80-7196-EC74-AD22D33DF10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8A5353F3-A233-7D8B-C85A-9925A06960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1C592CD9-E945-3F8C-A965-8FF281F5FF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3696AE8-D25D-46BA-9C7D-973866CC0C52}" type="slidenum">
              <a:rPr lang="en-US" altLang="zh-CN" sz="1200" b="0" baseline="0">
                <a:latin typeface="Times New Roman" panose="02020603050405020304" pitchFamily="18" charset="0"/>
              </a:rPr>
              <a:pPr/>
              <a:t>10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660CA01E-738B-8A8A-6EF3-7AADC897B08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34EC0F12-4E7A-A854-543A-A6272DF303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A249E958-FB7D-CA9C-DE49-0FA87F4421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DA779F-A023-41B0-9B99-8D97CA15AD2C}" type="slidenum">
              <a:rPr lang="en-US" altLang="zh-CN" sz="1200" b="0" baseline="0">
                <a:latin typeface="Times New Roman" panose="02020603050405020304" pitchFamily="18" charset="0"/>
              </a:rPr>
              <a:pPr/>
              <a:t>11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57071737-ADA5-3EA0-0388-90FD39203FE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C90B3665-11B0-0E1E-558C-7B060D9375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833C8D73-731F-F9B9-88EB-593FE16391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9850760-2141-4398-828C-B43E539C91C1}" type="slidenum">
              <a:rPr lang="en-US" altLang="zh-CN" sz="1200" b="0" baseline="0">
                <a:latin typeface="Times New Roman" panose="02020603050405020304" pitchFamily="18" charset="0"/>
              </a:rPr>
              <a:pPr/>
              <a:t>12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7B7E8053-8D77-E5AB-DCD6-EE6CAA4AD4F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7DF16C64-EB09-6CAC-89A5-10D946F764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FFB2E7EB-1D50-2E6D-88D9-1541045538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7D33CB-1E06-45F8-BA59-C8A9713CF9D1}" type="slidenum">
              <a:rPr lang="en-US" altLang="zh-CN" sz="1200" b="0" baseline="0">
                <a:latin typeface="Times New Roman" panose="02020603050405020304" pitchFamily="18" charset="0"/>
              </a:rPr>
              <a:pPr/>
              <a:t>13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6D3C1D4C-7C80-E8BD-341A-433713E882B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75F6EFD3-7A90-A438-FC7C-CB93A62F6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353B1A31-B4B6-A00B-0739-379DFF8E7D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6052EF0-77B1-401D-B526-B0DBFCA9D352}" type="slidenum">
              <a:rPr lang="en-US" altLang="zh-CN" sz="1200" b="0" baseline="0">
                <a:latin typeface="Times New Roman" panose="02020603050405020304" pitchFamily="18" charset="0"/>
              </a:rPr>
              <a:pPr/>
              <a:t>14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087B01D3-4C81-1E75-5CED-3DF21AD425E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DFA0F46C-FF99-2A5A-8E6A-DB4816638D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E035F44F-582F-DF43-19F4-E587CB1DD9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BE082F9-338C-471C-BB21-9AD7893CC83C}" type="slidenum">
              <a:rPr lang="en-US" altLang="zh-CN" sz="1200" b="0" baseline="0">
                <a:latin typeface="Times New Roman" panose="02020603050405020304" pitchFamily="18" charset="0"/>
              </a:rPr>
              <a:pPr/>
              <a:t>15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756CA3DF-2B04-6E98-2E6D-418CC7DF569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C7E133CD-8ACC-3FAB-724C-21C4A0DD92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CD5D5015-D7CA-9394-12B1-D97578BE06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0EEEFE-99BA-4B99-8C6C-FEC0ECE96637}" type="slidenum">
              <a:rPr lang="en-US" altLang="zh-CN" sz="1200" b="0" baseline="0">
                <a:latin typeface="Times New Roman" panose="02020603050405020304" pitchFamily="18" charset="0"/>
              </a:rPr>
              <a:pPr/>
              <a:t>16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3278AB7B-4AC4-052F-A486-AD268314E94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83984FFC-F996-D160-F38E-E157973212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60D13CBF-736D-6AD7-86BD-FAF3335342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1A5E4B-8D99-4F53-9F92-CCCC0CC47D43}" type="slidenum">
              <a:rPr lang="en-US" altLang="zh-CN" sz="1200" b="0" baseline="0">
                <a:latin typeface="Times New Roman" panose="02020603050405020304" pitchFamily="18" charset="0"/>
              </a:rPr>
              <a:pPr/>
              <a:t>17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E688A8CA-3696-9754-A3EF-4E447A1E0B9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AF54728E-4DA7-35AA-7B75-4D288662C9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D5A7EC09-9074-153F-0B51-EA10877378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822A9C-EC1C-4383-8685-389EEC55DA0C}" type="slidenum">
              <a:rPr lang="en-US" altLang="zh-CN" sz="1200" b="0" baseline="0">
                <a:latin typeface="Times New Roman" panose="02020603050405020304" pitchFamily="18" charset="0"/>
              </a:rPr>
              <a:pPr/>
              <a:t>18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7A608CC7-BA34-D918-1B90-F49E7D74A85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3AA0BA38-AF0C-7529-3372-BF4EAC7D13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6FA15F6B-06CF-71C9-45A2-CFE27334B1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2514BC7-4F1D-4F36-948F-478C44EFB75F}" type="slidenum">
              <a:rPr lang="en-US" altLang="zh-CN" sz="1200" b="0" baseline="0">
                <a:latin typeface="Times New Roman" panose="02020603050405020304" pitchFamily="18" charset="0"/>
              </a:rPr>
              <a:pPr/>
              <a:t>19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4C8840D1-6314-D24F-3954-BABF002E8E1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6608802F-355A-8EFB-16F4-1412A6768A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843E1593-0998-75CB-E1CD-25906920DA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E12C693-8F31-4DB6-8FB1-8481067C5EA4}" type="slidenum">
              <a:rPr lang="en-US" altLang="zh-CN" sz="1200" b="0" baseline="0">
                <a:latin typeface="Times New Roman" panose="02020603050405020304" pitchFamily="18" charset="0"/>
              </a:rPr>
              <a:pPr/>
              <a:t>20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02381615-7027-E15A-0A06-1972C651D47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E2E0C75F-4D46-FA0A-409D-46CE3565F2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32169ECE-FC68-A385-69E9-C1AEA9F559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392770-6A1A-4AC7-93D0-CD0B511E5EF8}" type="slidenum">
              <a:rPr lang="en-US" altLang="zh-CN" sz="1200" b="0" baseline="0">
                <a:latin typeface="Times New Roman" panose="02020603050405020304" pitchFamily="18" charset="0"/>
              </a:rPr>
              <a:pPr/>
              <a:t>21</a:t>
            </a:fld>
            <a:endParaRPr lang="en-US" altLang="zh-CN" sz="1200" b="0" baseline="0">
              <a:latin typeface="Times New Roman" panose="02020603050405020304" pitchFamily="18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847B62B0-5ED6-EA14-79B2-55C2A47A92A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92CB30C4-D2F4-0B2F-63E9-5CE9001A10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D0567E8-03DB-2E78-A450-7E30C5E53730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9BC3A28-2355-36A5-EC74-9F1A2200E9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A940C071-C417-B7E7-26A3-16D975E064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20F25ADE-9246-E803-9260-7C2005C4C6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32CA3821-D6E0-BEE7-CB37-9B0921EC10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0A64D94-974E-7882-C5FA-C52740A47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FBABFE1-8C81-4BE3-D6AC-7C8A47922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F28FF5D4-A768-E983-3BF3-84725D425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7E8D866C-9AC6-11C2-E5E6-A9E6D586F7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29D40930-B561-09DE-1053-4C8EA53B5CF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12" name="Text Box 17">
            <a:extLst>
              <a:ext uri="{FF2B5EF4-FFF2-40B4-BE49-F238E27FC236}">
                <a16:creationId xmlns:a16="http://schemas.microsoft.com/office/drawing/2014/main" id="{B128D383-76D8-C07D-D577-F12A65AE313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0" baseline="0">
                <a:latin typeface="McGrawHill-Italic" pitchFamily="2" charset="0"/>
              </a:rPr>
              <a:t>McGraw-Hill</a:t>
            </a:r>
            <a:endParaRPr lang="en-US" altLang="en-US" sz="2400" b="0" baseline="0">
              <a:latin typeface="Times New Roman" pitchFamily="18" charset="0"/>
            </a:endParaRPr>
          </a:p>
        </p:txBody>
      </p:sp>
      <p:sp>
        <p:nvSpPr>
          <p:cNvPr id="13" name="Text Box 18">
            <a:extLst>
              <a:ext uri="{FF2B5EF4-FFF2-40B4-BE49-F238E27FC236}">
                <a16:creationId xmlns:a16="http://schemas.microsoft.com/office/drawing/2014/main" id="{D6054E7D-008A-0D1F-82DB-CE630BA5C7E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Char char="©"/>
              <a:defRPr/>
            </a:pPr>
            <a:r>
              <a:rPr lang="en-US" altLang="en-US" sz="1400" b="0" baseline="0">
                <a:latin typeface="McGrawHill-Italic" pitchFamily="2" charset="0"/>
              </a:rPr>
              <a:t>The McGraw-Hill Companies, Inc., 2000</a:t>
            </a:r>
            <a:endParaRPr lang="en-US" altLang="en-US" sz="2400" b="0" baseline="0">
              <a:latin typeface="Times New Roman" pitchFamily="18" charset="0"/>
            </a:endParaRPr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9D3E46D9-9DFF-E602-5EBC-7050B779DA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 baseline="0">
                <a:solidFill>
                  <a:schemeClr val="bg2"/>
                </a:solidFill>
                <a:latin typeface="+mn-lt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D1B65B00-30AD-E31C-3C1F-E7C4205B45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 baseline="0">
                <a:solidFill>
                  <a:schemeClr val="bg2"/>
                </a:solidFill>
                <a:latin typeface="+mn-lt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D3214983-561B-E67B-4E8A-AAA84E5BA9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>
                <a:latin typeface="Tahoma" panose="020B0604030504040204" pitchFamily="34" charset="0"/>
              </a:defRPr>
            </a:lvl1pPr>
          </a:lstStyle>
          <a:p>
            <a:fld id="{FC679706-485A-4283-8CC1-F299EDE3BB1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0928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D2819024-1E1C-08BF-C4EF-B668F1306AA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23.</a:t>
            </a:r>
            <a:fld id="{B9DC259A-9A7E-48C7-9BF4-C5E94E8D8D0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011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149EC867-FC15-C192-4612-47C5D6E3D39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23.</a:t>
            </a:r>
            <a:fld id="{3FBA5471-E1DF-40D7-80E6-08C4DE366A1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6563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6253489A-69F9-825B-7484-0C170CD4429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23.</a:t>
            </a:r>
            <a:fld id="{B911B374-8BFE-44CE-9271-1D62F78EF15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6718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00B53594-36F6-679C-96ED-AF2FED3DE84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23.</a:t>
            </a:r>
            <a:fld id="{D619DE22-B3F1-4CC9-9DA0-B6D58DB14C3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003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59063B9D-0E17-0C27-7AE4-6E39EA61569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23.</a:t>
            </a:r>
            <a:fld id="{1E13EC9C-399F-42F0-A1BA-904FEA50FF6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169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02E046DD-0939-02E1-20AE-02DFCF4836D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23.</a:t>
            </a:r>
            <a:fld id="{868E56E8-529B-4EB6-997F-BB572EA612C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2229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602C40C0-BE74-FE16-A461-91E1F02E12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23.</a:t>
            </a:r>
            <a:fld id="{A100BB02-DC6C-4F5C-B169-07607E37C46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5691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E59018F5-F57C-5049-D47E-F68534A0A54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23.</a:t>
            </a:r>
            <a:fld id="{BE122F83-EDE7-4549-A9A8-E0046449FAC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1364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D7CDF462-2EA2-A147-7FD0-51BB12F0463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23.</a:t>
            </a:r>
            <a:fld id="{73A991E5-7228-4C44-9C1D-FB061626D15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463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09C28767-983F-7A8D-29D5-774C6430121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23.</a:t>
            </a:r>
            <a:fld id="{A1F7040F-E992-4746-A404-F4B7657C123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5315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25580A94-829F-E9C6-5AC1-BB983E604B8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23.</a:t>
            </a:r>
            <a:fld id="{5841C048-94D6-45FD-B598-66BEBC5B47E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1139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6" name="Rectangle 16">
            <a:extLst>
              <a:ext uri="{FF2B5EF4-FFF2-40B4-BE49-F238E27FC236}">
                <a16:creationId xmlns:a16="http://schemas.microsoft.com/office/drawing/2014/main" id="{8CD91EDD-199F-2EC4-CAB6-ED9EE994F05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000" baseline="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23.</a:t>
            </a:r>
            <a:fld id="{FE11260A-0372-40CE-AA63-8065EBAFF5D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2">
            <a:extLst>
              <a:ext uri="{FF2B5EF4-FFF2-40B4-BE49-F238E27FC236}">
                <a16:creationId xmlns:a16="http://schemas.microsoft.com/office/drawing/2014/main" id="{E3B628F4-BA99-C097-F02E-B177DA8EB6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rgbClr val="1C1C1C"/>
                </a:solidFill>
              </a:rPr>
              <a:t>23.</a:t>
            </a:r>
            <a:fld id="{8E975F3F-675C-4331-9B80-2109480503A3}" type="slidenum">
              <a:rPr lang="en-US" altLang="zh-CN" sz="2000" baseline="0">
                <a:solidFill>
                  <a:srgbClr val="1C1C1C"/>
                </a:solidFill>
              </a:rPr>
              <a:pPr/>
              <a:t>1</a:t>
            </a:fld>
            <a:endParaRPr lang="en-US" altLang="zh-CN" sz="2000" baseline="0">
              <a:solidFill>
                <a:srgbClr val="1C1C1C"/>
              </a:solidFill>
            </a:endParaRPr>
          </a:p>
        </p:txBody>
      </p:sp>
      <p:pic>
        <p:nvPicPr>
          <p:cNvPr id="3075" name="Picture 2" descr="Forouzan4e07_banner">
            <a:extLst>
              <a:ext uri="{FF2B5EF4-FFF2-40B4-BE49-F238E27FC236}">
                <a16:creationId xmlns:a16="http://schemas.microsoft.com/office/drawing/2014/main" id="{BB421BC0-5B8F-49F8-EC6F-51B9E032AD53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96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6" name="Rectangle 3">
            <a:extLst>
              <a:ext uri="{FF2B5EF4-FFF2-40B4-BE49-F238E27FC236}">
                <a16:creationId xmlns:a16="http://schemas.microsoft.com/office/drawing/2014/main" id="{07D6CC09-2AA3-343A-8E45-168AEBC6F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86000"/>
            <a:ext cx="8077200" cy="243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5400" baseline="0">
                <a:solidFill>
                  <a:srgbClr val="333399"/>
                </a:solidFill>
                <a:ea typeface="宋体" panose="02010600030101010101" pitchFamily="2" charset="-122"/>
              </a:rPr>
              <a:t>第 </a:t>
            </a:r>
            <a:r>
              <a:rPr lang="en-US" altLang="zh-CN" sz="5400" baseline="0">
                <a:solidFill>
                  <a:srgbClr val="333399"/>
                </a:solidFill>
                <a:ea typeface="宋体" panose="02010600030101010101" pitchFamily="2" charset="-122"/>
              </a:rPr>
              <a:t>23 </a:t>
            </a:r>
            <a:r>
              <a:rPr lang="zh-CN" altLang="en-US" sz="5400" baseline="0">
                <a:solidFill>
                  <a:srgbClr val="333399"/>
                </a:solidFill>
                <a:ea typeface="宋体" panose="02010600030101010101" pitchFamily="2" charset="-122"/>
              </a:rPr>
              <a:t>章</a:t>
            </a:r>
            <a:endParaRPr lang="en-US" altLang="en-US" sz="5400" baseline="0">
              <a:solidFill>
                <a:srgbClr val="333399"/>
              </a:solidFill>
            </a:endParaRPr>
          </a:p>
          <a:p>
            <a:pPr algn="ctr"/>
            <a:r>
              <a:rPr lang="zh-CN" altLang="en-US" sz="5400" baseline="0">
                <a:solidFill>
                  <a:srgbClr val="000000"/>
                </a:solidFill>
                <a:ea typeface="宋体" panose="02010600030101010101" pitchFamily="2" charset="-122"/>
              </a:rPr>
              <a:t>进程到进程的传递</a:t>
            </a:r>
            <a:r>
              <a:rPr lang="en-US" altLang="zh-CN" sz="5400" baseline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</a:p>
          <a:p>
            <a:pPr algn="ctr"/>
            <a:r>
              <a:rPr lang="en-US" altLang="zh-CN" sz="4400" baseline="0">
                <a:solidFill>
                  <a:srgbClr val="000000"/>
                </a:solidFill>
                <a:ea typeface="宋体" panose="02010600030101010101" pitchFamily="2" charset="-122"/>
              </a:rPr>
              <a:t>UDP, TCP </a:t>
            </a:r>
            <a:r>
              <a:rPr lang="zh-CN" altLang="en-US" sz="4400" baseline="0">
                <a:solidFill>
                  <a:srgbClr val="000000"/>
                </a:solidFill>
                <a:ea typeface="宋体" panose="02010600030101010101" pitchFamily="2" charset="-122"/>
              </a:rPr>
              <a:t>和</a:t>
            </a:r>
            <a:r>
              <a:rPr lang="en-US" altLang="zh-CN" sz="4400" baseline="0">
                <a:solidFill>
                  <a:srgbClr val="000000"/>
                </a:solidFill>
                <a:ea typeface="宋体" panose="02010600030101010101" pitchFamily="2" charset="-122"/>
              </a:rPr>
              <a:t> SCTP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1">
            <a:extLst>
              <a:ext uri="{FF2B5EF4-FFF2-40B4-BE49-F238E27FC236}">
                <a16:creationId xmlns:a16="http://schemas.microsoft.com/office/drawing/2014/main" id="{71D3105B-3CD1-193C-A104-D3D087B481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rgbClr val="1C1C1C"/>
                </a:solidFill>
              </a:rPr>
              <a:t>23.</a:t>
            </a:r>
            <a:fld id="{C849EA93-3094-4FD7-BD08-53F275D8BD7C}" type="slidenum">
              <a:rPr lang="en-US" altLang="zh-CN" sz="2000" baseline="0">
                <a:solidFill>
                  <a:srgbClr val="1C1C1C"/>
                </a:solidFill>
              </a:rPr>
              <a:pPr/>
              <a:t>2</a:t>
            </a:fld>
            <a:endParaRPr lang="en-US" altLang="zh-CN" sz="2000" baseline="0">
              <a:solidFill>
                <a:srgbClr val="1C1C1C"/>
              </a:solidFill>
            </a:endParaRPr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F96B6467-5A67-39C9-85A2-03173D1DB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zh-CN" baseline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828589AF-7492-CB8C-5CE4-A954B32AB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5626100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4000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23-1</a:t>
            </a:r>
            <a:r>
              <a:rPr lang="en-US" altLang="zh-CN" sz="4000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   </a:t>
            </a:r>
            <a:r>
              <a:rPr lang="zh-CN" altLang="en-US" sz="4000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进程到进程的传递</a:t>
            </a:r>
            <a:endParaRPr lang="en-US" altLang="zh-CN" baseline="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  <a:ea typeface="宋体" charset="-122"/>
            </a:endParaRPr>
          </a:p>
        </p:txBody>
      </p:sp>
      <p:sp>
        <p:nvSpPr>
          <p:cNvPr id="4101" name="Text Box 4">
            <a:extLst>
              <a:ext uri="{FF2B5EF4-FFF2-40B4-BE49-F238E27FC236}">
                <a16:creationId xmlns:a16="http://schemas.microsoft.com/office/drawing/2014/main" id="{CEA2F2E4-4784-BA81-3FFF-C56BA46A7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 baseline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5253" name="Rectangle 5">
            <a:extLst>
              <a:ext uri="{FF2B5EF4-FFF2-40B4-BE49-F238E27FC236}">
                <a16:creationId xmlns:a16="http://schemas.microsoft.com/office/drawing/2014/main" id="{7AB2C316-89FF-5108-1403-4AB39F742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005013"/>
            <a:ext cx="8229600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800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        </a:t>
            </a:r>
            <a:r>
              <a:rPr lang="zh-CN" altLang="en-US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传输层负责进程到进程的传递，即进程之间的分组传递以及部分消息传递。后面将会看到两个进程以客户</a:t>
            </a:r>
            <a:r>
              <a:rPr lang="en-US" altLang="zh-CN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/</a:t>
            </a:r>
            <a:r>
              <a:rPr lang="zh-CN" altLang="en-US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服务器的方式通信。</a:t>
            </a:r>
            <a:endParaRPr lang="en-US" altLang="zh-CN" baseline="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4103" name="Rectangle 29">
            <a:extLst>
              <a:ext uri="{FF2B5EF4-FFF2-40B4-BE49-F238E27FC236}">
                <a16:creationId xmlns:a16="http://schemas.microsoft.com/office/drawing/2014/main" id="{ABEA850A-183B-9721-841D-88C548CF8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514850"/>
            <a:ext cx="7620000" cy="193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客户端</a:t>
            </a:r>
            <a:r>
              <a:rPr lang="en-US" altLang="zh-CN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服务器模式</a:t>
            </a:r>
            <a:br>
              <a:rPr lang="fr-FR" altLang="zh-CN" sz="2400" baseline="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zh-CN" altLang="en-US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复用和分离</a:t>
            </a:r>
            <a:endParaRPr lang="en-US" altLang="zh-CN" sz="2400" baseline="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rgbClr val="000000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无连接服务与面向连接的服务</a:t>
            </a:r>
            <a:endParaRPr lang="en-US" altLang="zh-CN" sz="2400" baseline="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rgbClr val="000000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可靠服务与不可靠服务</a:t>
            </a:r>
            <a:endParaRPr lang="en-US" altLang="zh-CN" sz="2400" baseline="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rgbClr val="000000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三种协议</a:t>
            </a:r>
            <a:endParaRPr lang="en-US" altLang="zh-CN" sz="2400" baseline="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5278" name="Text Box 30">
            <a:extLst>
              <a:ext uri="{FF2B5EF4-FFF2-40B4-BE49-F238E27FC236}">
                <a16:creationId xmlns:a16="http://schemas.microsoft.com/office/drawing/2014/main" id="{0D8DEDD9-453B-E0BB-B3BB-B401CB52D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4003675"/>
            <a:ext cx="174783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u="sng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本节要点</a:t>
            </a:r>
            <a:r>
              <a:rPr lang="en-US" altLang="zh-CN" sz="2800" u="sng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1">
            <a:extLst>
              <a:ext uri="{FF2B5EF4-FFF2-40B4-BE49-F238E27FC236}">
                <a16:creationId xmlns:a16="http://schemas.microsoft.com/office/drawing/2014/main" id="{98220852-E94B-A793-918B-3EB2955D94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rgbClr val="1C1C1C"/>
                </a:solidFill>
              </a:rPr>
              <a:t>23.</a:t>
            </a:r>
            <a:fld id="{CA159D50-77B3-41EB-8ECF-77BC6B478F47}" type="slidenum">
              <a:rPr lang="en-US" altLang="zh-CN" sz="2000" baseline="0">
                <a:solidFill>
                  <a:srgbClr val="1C1C1C"/>
                </a:solidFill>
              </a:rPr>
              <a:pPr/>
              <a:t>3</a:t>
            </a:fld>
            <a:endParaRPr lang="en-US" altLang="zh-CN" sz="2000" baseline="0">
              <a:solidFill>
                <a:srgbClr val="1C1C1C"/>
              </a:solidFill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19DF11BF-542E-9C62-1017-4F9273FF86A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F2CDFCEC-0A41-C6B4-FDC8-72A636104EF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5" name="Rectangle 4">
            <a:extLst>
              <a:ext uri="{FF2B5EF4-FFF2-40B4-BE49-F238E27FC236}">
                <a16:creationId xmlns:a16="http://schemas.microsoft.com/office/drawing/2014/main" id="{944E3C58-C2B9-76B0-2AE7-E045A00190C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6" name="Rectangle 5">
            <a:extLst>
              <a:ext uri="{FF2B5EF4-FFF2-40B4-BE49-F238E27FC236}">
                <a16:creationId xmlns:a16="http://schemas.microsoft.com/office/drawing/2014/main" id="{56C764E4-8397-74D3-2257-ADB0B935B13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7" name="Rectangle 6">
            <a:extLst>
              <a:ext uri="{FF2B5EF4-FFF2-40B4-BE49-F238E27FC236}">
                <a16:creationId xmlns:a16="http://schemas.microsoft.com/office/drawing/2014/main" id="{216F1006-7D19-F899-AC34-1C2035F1AAA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8" name="Rectangle 7">
            <a:extLst>
              <a:ext uri="{FF2B5EF4-FFF2-40B4-BE49-F238E27FC236}">
                <a16:creationId xmlns:a16="http://schemas.microsoft.com/office/drawing/2014/main" id="{2C5325ED-0343-08A0-8528-E8BD9F34E26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9" name="Rectangle 8">
            <a:extLst>
              <a:ext uri="{FF2B5EF4-FFF2-40B4-BE49-F238E27FC236}">
                <a16:creationId xmlns:a16="http://schemas.microsoft.com/office/drawing/2014/main" id="{6C00D684-2C84-18D7-3A35-711FAA9DC9B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30" name="Line 9">
            <a:extLst>
              <a:ext uri="{FF2B5EF4-FFF2-40B4-BE49-F238E27FC236}">
                <a16:creationId xmlns:a16="http://schemas.microsoft.com/office/drawing/2014/main" id="{E8EF5213-6B80-1940-E679-713A0B6E21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1" name="Line 10">
            <a:extLst>
              <a:ext uri="{FF2B5EF4-FFF2-40B4-BE49-F238E27FC236}">
                <a16:creationId xmlns:a16="http://schemas.microsoft.com/office/drawing/2014/main" id="{7944C09C-7F66-60F6-60BA-64FDAF0F00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581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2" name="Rectangle 11">
            <a:extLst>
              <a:ext uri="{FF2B5EF4-FFF2-40B4-BE49-F238E27FC236}">
                <a16:creationId xmlns:a16="http://schemas.microsoft.com/office/drawing/2014/main" id="{83AAC88B-251C-504C-3F6B-86B2A948F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525" y="2774950"/>
            <a:ext cx="8077200" cy="70802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4000" baseline="0">
                <a:solidFill>
                  <a:srgbClr val="000000"/>
                </a:solidFill>
                <a:ea typeface="宋体" panose="02010600030101010101" pitchFamily="2" charset="-122"/>
              </a:rPr>
              <a:t>传输层负责进程到进程的传递</a:t>
            </a:r>
            <a:endParaRPr lang="en-US" altLang="zh-CN" sz="4000" baseline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5133" name="Group 12">
            <a:extLst>
              <a:ext uri="{FF2B5EF4-FFF2-40B4-BE49-F238E27FC236}">
                <a16:creationId xmlns:a16="http://schemas.microsoft.com/office/drawing/2014/main" id="{1F2779C4-1DF4-318D-1D52-3110488D8A5C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5134" name="Picture 13">
              <a:extLst>
                <a:ext uri="{FF2B5EF4-FFF2-40B4-BE49-F238E27FC236}">
                  <a16:creationId xmlns:a16="http://schemas.microsoft.com/office/drawing/2014/main" id="{23EC223B-10CC-392D-059E-0B02293B97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135" name="Text Box 14">
              <a:extLst>
                <a:ext uri="{FF2B5EF4-FFF2-40B4-BE49-F238E27FC236}">
                  <a16:creationId xmlns:a16="http://schemas.microsoft.com/office/drawing/2014/main" id="{8CF09885-9C7B-BE75-94A5-129363C0E3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baseline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baseline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1">
            <a:extLst>
              <a:ext uri="{FF2B5EF4-FFF2-40B4-BE49-F238E27FC236}">
                <a16:creationId xmlns:a16="http://schemas.microsoft.com/office/drawing/2014/main" id="{3F9B869B-E7D8-DBC7-7280-807447EFA9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AC331540-C0F3-45B6-8E5E-765A875B6329}" type="slidenum">
              <a:rPr lang="en-US" altLang="zh-CN" sz="2000" baseline="0">
                <a:solidFill>
                  <a:schemeClr val="bg2"/>
                </a:solidFill>
              </a:rPr>
              <a:pPr/>
              <a:t>4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6147" name="Line 2">
            <a:extLst>
              <a:ext uri="{FF2B5EF4-FFF2-40B4-BE49-F238E27FC236}">
                <a16:creationId xmlns:a16="http://schemas.microsoft.com/office/drawing/2014/main" id="{FD7AB090-F8C8-6589-B5A4-73EA6D09F6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" name="Line 3">
            <a:extLst>
              <a:ext uri="{FF2B5EF4-FFF2-40B4-BE49-F238E27FC236}">
                <a16:creationId xmlns:a16="http://schemas.microsoft.com/office/drawing/2014/main" id="{D46942D4-4731-EC93-08D1-3B7D7A6509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9" name="Text Box 4">
            <a:extLst>
              <a:ext uri="{FF2B5EF4-FFF2-40B4-BE49-F238E27FC236}">
                <a16:creationId xmlns:a16="http://schemas.microsoft.com/office/drawing/2014/main" id="{5D7A9DD2-0589-5A8A-FE63-5C6314EFE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6068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8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23.1  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数据传送类型</a:t>
            </a:r>
            <a:endParaRPr lang="en-US" altLang="zh-CN" sz="2400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" name="Line 5">
            <a:extLst>
              <a:ext uri="{FF2B5EF4-FFF2-40B4-BE49-F238E27FC236}">
                <a16:creationId xmlns:a16="http://schemas.microsoft.com/office/drawing/2014/main" id="{AC1E59A5-89D8-272C-01EF-1696B3AB4A5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151" name="Picture 6">
            <a:extLst>
              <a:ext uri="{FF2B5EF4-FFF2-40B4-BE49-F238E27FC236}">
                <a16:creationId xmlns:a16="http://schemas.microsoft.com/office/drawing/2014/main" id="{6945D1F1-4E53-7DFB-B1B5-58B7D0BB2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1958975"/>
            <a:ext cx="8043862" cy="329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1">
            <a:extLst>
              <a:ext uri="{FF2B5EF4-FFF2-40B4-BE49-F238E27FC236}">
                <a16:creationId xmlns:a16="http://schemas.microsoft.com/office/drawing/2014/main" id="{E6ECCFB0-3B6B-379B-5299-2D939F7D0C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E39159F7-AF16-42DE-8E8C-2C7F73ED7C1A}" type="slidenum">
              <a:rPr lang="en-US" altLang="zh-CN" sz="2000" baseline="0">
                <a:solidFill>
                  <a:schemeClr val="bg2"/>
                </a:solidFill>
              </a:rPr>
              <a:pPr/>
              <a:t>5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7171" name="Line 2">
            <a:extLst>
              <a:ext uri="{FF2B5EF4-FFF2-40B4-BE49-F238E27FC236}">
                <a16:creationId xmlns:a16="http://schemas.microsoft.com/office/drawing/2014/main" id="{858599A9-6E2D-66E3-CB56-30251573BA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" name="Line 3">
            <a:extLst>
              <a:ext uri="{FF2B5EF4-FFF2-40B4-BE49-F238E27FC236}">
                <a16:creationId xmlns:a16="http://schemas.microsoft.com/office/drawing/2014/main" id="{8CCDACB4-30DC-F3DA-F4BC-E918C5D5E0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3" name="Text Box 4">
            <a:extLst>
              <a:ext uri="{FF2B5EF4-FFF2-40B4-BE49-F238E27FC236}">
                <a16:creationId xmlns:a16="http://schemas.microsoft.com/office/drawing/2014/main" id="{B401F191-1656-28A4-522D-552C85A59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25257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8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23.2  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端口号</a:t>
            </a:r>
            <a:endParaRPr lang="en-US" altLang="zh-CN" sz="2400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4" name="Line 5">
            <a:extLst>
              <a:ext uri="{FF2B5EF4-FFF2-40B4-BE49-F238E27FC236}">
                <a16:creationId xmlns:a16="http://schemas.microsoft.com/office/drawing/2014/main" id="{C9858D71-EF82-EB0D-5720-296F96E118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175" name="Picture 6">
            <a:extLst>
              <a:ext uri="{FF2B5EF4-FFF2-40B4-BE49-F238E27FC236}">
                <a16:creationId xmlns:a16="http://schemas.microsoft.com/office/drawing/2014/main" id="{39C73CEB-939E-2ACB-4035-31C26E2C0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52588"/>
            <a:ext cx="8364538" cy="3300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1">
            <a:extLst>
              <a:ext uri="{FF2B5EF4-FFF2-40B4-BE49-F238E27FC236}">
                <a16:creationId xmlns:a16="http://schemas.microsoft.com/office/drawing/2014/main" id="{73548AB5-82F9-2EF8-A039-F359E790A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751C9ED2-712D-4154-8402-B20BA41E7AB9}" type="slidenum">
              <a:rPr lang="en-US" altLang="zh-CN" sz="2000" baseline="0">
                <a:solidFill>
                  <a:schemeClr val="bg2"/>
                </a:solidFill>
              </a:rPr>
              <a:pPr/>
              <a:t>6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8195" name="Line 2">
            <a:extLst>
              <a:ext uri="{FF2B5EF4-FFF2-40B4-BE49-F238E27FC236}">
                <a16:creationId xmlns:a16="http://schemas.microsoft.com/office/drawing/2014/main" id="{C9567860-8EFD-D874-2E92-3BF06CBBFB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" name="Line 3">
            <a:extLst>
              <a:ext uri="{FF2B5EF4-FFF2-40B4-BE49-F238E27FC236}">
                <a16:creationId xmlns:a16="http://schemas.microsoft.com/office/drawing/2014/main" id="{D7FD3499-3A8C-7212-BB7C-5428B5910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" name="Text Box 4">
            <a:extLst>
              <a:ext uri="{FF2B5EF4-FFF2-40B4-BE49-F238E27FC236}">
                <a16:creationId xmlns:a16="http://schemas.microsoft.com/office/drawing/2014/main" id="{7DC4E08A-07C7-72BF-D5ED-B703AE9BC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9655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8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23.3  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地址与端口号</a:t>
            </a:r>
            <a:endParaRPr lang="en-US" altLang="zh-CN" sz="28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8" name="Line 5">
            <a:extLst>
              <a:ext uri="{FF2B5EF4-FFF2-40B4-BE49-F238E27FC236}">
                <a16:creationId xmlns:a16="http://schemas.microsoft.com/office/drawing/2014/main" id="{F6E67545-C396-BE04-4B1D-2DD13A9682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199" name="Picture 6">
            <a:extLst>
              <a:ext uri="{FF2B5EF4-FFF2-40B4-BE49-F238E27FC236}">
                <a16:creationId xmlns:a16="http://schemas.microsoft.com/office/drawing/2014/main" id="{46C67180-853A-C45A-6EF5-ADB439157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288" y="1341438"/>
            <a:ext cx="5878512" cy="475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1">
            <a:extLst>
              <a:ext uri="{FF2B5EF4-FFF2-40B4-BE49-F238E27FC236}">
                <a16:creationId xmlns:a16="http://schemas.microsoft.com/office/drawing/2014/main" id="{5D2565D9-9C9A-4C10-1AB0-6C792E8124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1F631E9F-96D1-41C4-8609-7DF7FC070D7F}" type="slidenum">
              <a:rPr lang="en-US" altLang="zh-CN" sz="2000" baseline="0">
                <a:solidFill>
                  <a:schemeClr val="bg2"/>
                </a:solidFill>
              </a:rPr>
              <a:pPr/>
              <a:t>7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9219" name="Line 2">
            <a:extLst>
              <a:ext uri="{FF2B5EF4-FFF2-40B4-BE49-F238E27FC236}">
                <a16:creationId xmlns:a16="http://schemas.microsoft.com/office/drawing/2014/main" id="{B10CCC64-ACCA-DA93-9B52-735E67B55C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0" name="Line 3">
            <a:extLst>
              <a:ext uri="{FF2B5EF4-FFF2-40B4-BE49-F238E27FC236}">
                <a16:creationId xmlns:a16="http://schemas.microsoft.com/office/drawing/2014/main" id="{6FDDEA86-7476-2904-B5C8-7A63C621EA6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1" name="Text Box 4">
            <a:extLst>
              <a:ext uri="{FF2B5EF4-FFF2-40B4-BE49-F238E27FC236}">
                <a16:creationId xmlns:a16="http://schemas.microsoft.com/office/drawing/2014/main" id="{2CB6383B-09C3-D68B-597E-AF918BC08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333216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23.4  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IANA 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范围</a:t>
            </a:r>
            <a:endParaRPr lang="en-US" altLang="zh-CN" sz="28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22" name="Line 5">
            <a:extLst>
              <a:ext uri="{FF2B5EF4-FFF2-40B4-BE49-F238E27FC236}">
                <a16:creationId xmlns:a16="http://schemas.microsoft.com/office/drawing/2014/main" id="{F0A04EFF-DD4D-EAC4-ABC0-0B57D5A22C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223" name="Picture 6">
            <a:extLst>
              <a:ext uri="{FF2B5EF4-FFF2-40B4-BE49-F238E27FC236}">
                <a16:creationId xmlns:a16="http://schemas.microsoft.com/office/drawing/2014/main" id="{F4F83367-35FE-BD84-FD49-FCB7F672F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13" y="2457450"/>
            <a:ext cx="6910387" cy="150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1">
            <a:extLst>
              <a:ext uri="{FF2B5EF4-FFF2-40B4-BE49-F238E27FC236}">
                <a16:creationId xmlns:a16="http://schemas.microsoft.com/office/drawing/2014/main" id="{E4B94D01-A728-C1DC-E2F7-8788CE6C95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BA900D29-DFF6-489A-A297-64DAFF29CD0D}" type="slidenum">
              <a:rPr lang="en-US" altLang="zh-CN" sz="2000" baseline="0">
                <a:solidFill>
                  <a:schemeClr val="bg2"/>
                </a:solidFill>
              </a:rPr>
              <a:pPr/>
              <a:t>8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10243" name="Line 2">
            <a:extLst>
              <a:ext uri="{FF2B5EF4-FFF2-40B4-BE49-F238E27FC236}">
                <a16:creationId xmlns:a16="http://schemas.microsoft.com/office/drawing/2014/main" id="{7B388758-197C-1012-3F31-60E51531C7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4" name="Line 3">
            <a:extLst>
              <a:ext uri="{FF2B5EF4-FFF2-40B4-BE49-F238E27FC236}">
                <a16:creationId xmlns:a16="http://schemas.microsoft.com/office/drawing/2014/main" id="{9629B66F-3AD1-5FC1-8D08-63E2DBDAE98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5" name="Text Box 4">
            <a:extLst>
              <a:ext uri="{FF2B5EF4-FFF2-40B4-BE49-F238E27FC236}">
                <a16:creationId xmlns:a16="http://schemas.microsoft.com/office/drawing/2014/main" id="{9A4368AB-EDA3-8721-3F20-8D89BABB7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2464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8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23.5  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套接字地址</a:t>
            </a:r>
            <a:endParaRPr lang="en-US" altLang="zh-CN" sz="2400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6" name="Line 5">
            <a:extLst>
              <a:ext uri="{FF2B5EF4-FFF2-40B4-BE49-F238E27FC236}">
                <a16:creationId xmlns:a16="http://schemas.microsoft.com/office/drawing/2014/main" id="{1000FF9F-8643-3033-123A-2878DE3081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247" name="Picture 6">
            <a:extLst>
              <a:ext uri="{FF2B5EF4-FFF2-40B4-BE49-F238E27FC236}">
                <a16:creationId xmlns:a16="http://schemas.microsoft.com/office/drawing/2014/main" id="{56A8FC23-B5EA-451C-6869-E4DE0B30A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00" y="2697163"/>
            <a:ext cx="6946900" cy="1417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1">
            <a:extLst>
              <a:ext uri="{FF2B5EF4-FFF2-40B4-BE49-F238E27FC236}">
                <a16:creationId xmlns:a16="http://schemas.microsoft.com/office/drawing/2014/main" id="{06E2973A-47C2-5035-E985-4AFE424399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EFAB223A-563C-464E-9213-3BC2BA7C031D}" type="slidenum">
              <a:rPr lang="en-US" altLang="zh-CN" sz="2000" baseline="0">
                <a:solidFill>
                  <a:schemeClr val="bg2"/>
                </a:solidFill>
              </a:rPr>
              <a:pPr/>
              <a:t>9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11267" name="Line 2">
            <a:extLst>
              <a:ext uri="{FF2B5EF4-FFF2-40B4-BE49-F238E27FC236}">
                <a16:creationId xmlns:a16="http://schemas.microsoft.com/office/drawing/2014/main" id="{8FAD2CF2-C9E4-3814-9280-4613A7D19B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8" name="Line 3">
            <a:extLst>
              <a:ext uri="{FF2B5EF4-FFF2-40B4-BE49-F238E27FC236}">
                <a16:creationId xmlns:a16="http://schemas.microsoft.com/office/drawing/2014/main" id="{6E56CAE1-403F-0F2C-FEE8-46286538E9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9" name="Text Box 4">
            <a:extLst>
              <a:ext uri="{FF2B5EF4-FFF2-40B4-BE49-F238E27FC236}">
                <a16:creationId xmlns:a16="http://schemas.microsoft.com/office/drawing/2014/main" id="{744583C1-360B-3954-DD56-97D377345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2464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8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23.6  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复用和分离</a:t>
            </a:r>
            <a:endParaRPr lang="en-US" altLang="zh-CN" sz="28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0" name="Line 5">
            <a:extLst>
              <a:ext uri="{FF2B5EF4-FFF2-40B4-BE49-F238E27FC236}">
                <a16:creationId xmlns:a16="http://schemas.microsoft.com/office/drawing/2014/main" id="{2E3A4245-2C30-E205-3E35-66DBDD04F8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271" name="Picture 6">
            <a:extLst>
              <a:ext uri="{FF2B5EF4-FFF2-40B4-BE49-F238E27FC236}">
                <a16:creationId xmlns:a16="http://schemas.microsoft.com/office/drawing/2014/main" id="{26981CB1-507B-1EF2-D4E6-5A2C00A49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525" y="1600200"/>
            <a:ext cx="6746875" cy="3725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1">
            <a:extLst>
              <a:ext uri="{FF2B5EF4-FFF2-40B4-BE49-F238E27FC236}">
                <a16:creationId xmlns:a16="http://schemas.microsoft.com/office/drawing/2014/main" id="{B0EEE470-0EDC-0C30-278E-9ADAE0699F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875CD772-EA18-4362-BD73-AA6FD4114341}" type="slidenum">
              <a:rPr lang="en-US" altLang="zh-CN" sz="2000" baseline="0">
                <a:solidFill>
                  <a:schemeClr val="bg2"/>
                </a:solidFill>
              </a:rPr>
              <a:pPr/>
              <a:t>10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12291" name="Line 2">
            <a:extLst>
              <a:ext uri="{FF2B5EF4-FFF2-40B4-BE49-F238E27FC236}">
                <a16:creationId xmlns:a16="http://schemas.microsoft.com/office/drawing/2014/main" id="{7AA021C7-69A0-3876-347D-AB64CDD86E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2" name="Line 3">
            <a:extLst>
              <a:ext uri="{FF2B5EF4-FFF2-40B4-BE49-F238E27FC236}">
                <a16:creationId xmlns:a16="http://schemas.microsoft.com/office/drawing/2014/main" id="{F4856953-8A66-EDF7-53A2-99A75C3045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3" name="Text Box 4">
            <a:extLst>
              <a:ext uri="{FF2B5EF4-FFF2-40B4-BE49-F238E27FC236}">
                <a16:creationId xmlns:a16="http://schemas.microsoft.com/office/drawing/2014/main" id="{0A63D8E7-6D3E-F712-C652-BCF0166D9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29749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8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23.7  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差错控制</a:t>
            </a:r>
            <a:r>
              <a:rPr lang="en-US" altLang="zh-CN" sz="28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294" name="Line 5">
            <a:extLst>
              <a:ext uri="{FF2B5EF4-FFF2-40B4-BE49-F238E27FC236}">
                <a16:creationId xmlns:a16="http://schemas.microsoft.com/office/drawing/2014/main" id="{06BD55C3-F71C-A796-614D-A66F590482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2295" name="Picture 6">
            <a:extLst>
              <a:ext uri="{FF2B5EF4-FFF2-40B4-BE49-F238E27FC236}">
                <a16:creationId xmlns:a16="http://schemas.microsoft.com/office/drawing/2014/main" id="{4943C0F1-ABF1-39EB-99C0-463DC1A2A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93875"/>
            <a:ext cx="8821738" cy="338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1">
            <a:extLst>
              <a:ext uri="{FF2B5EF4-FFF2-40B4-BE49-F238E27FC236}">
                <a16:creationId xmlns:a16="http://schemas.microsoft.com/office/drawing/2014/main" id="{BE51EF67-3B00-3ED0-9EE2-B700CC062A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02AF0BE8-38E3-473B-B663-E65EFA85F3E7}" type="slidenum">
              <a:rPr lang="en-US" altLang="zh-CN" sz="2000" baseline="0">
                <a:solidFill>
                  <a:schemeClr val="bg2"/>
                </a:solidFill>
              </a:rPr>
              <a:pPr/>
              <a:t>11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13315" name="Line 2">
            <a:extLst>
              <a:ext uri="{FF2B5EF4-FFF2-40B4-BE49-F238E27FC236}">
                <a16:creationId xmlns:a16="http://schemas.microsoft.com/office/drawing/2014/main" id="{9AB58483-8153-63E3-B608-376FC8FBA9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6" name="Line 3">
            <a:extLst>
              <a:ext uri="{FF2B5EF4-FFF2-40B4-BE49-F238E27FC236}">
                <a16:creationId xmlns:a16="http://schemas.microsoft.com/office/drawing/2014/main" id="{0EACBE25-415C-EAD2-14B6-AB7FCEA3F2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7" name="Text Box 4">
            <a:extLst>
              <a:ext uri="{FF2B5EF4-FFF2-40B4-BE49-F238E27FC236}">
                <a16:creationId xmlns:a16="http://schemas.microsoft.com/office/drawing/2014/main" id="{5BCC85D9-185E-033C-1F11-2A0D4F8C9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4375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8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23.8  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UDP, TCP,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SCTP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TCP/IP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协议簇中的位置</a:t>
            </a:r>
            <a:endParaRPr lang="en-US" altLang="zh-CN" sz="20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8" name="Line 5">
            <a:extLst>
              <a:ext uri="{FF2B5EF4-FFF2-40B4-BE49-F238E27FC236}">
                <a16:creationId xmlns:a16="http://schemas.microsoft.com/office/drawing/2014/main" id="{4D6D7CCF-59B4-622F-3130-3863B4BAFD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3319" name="Picture 6">
            <a:extLst>
              <a:ext uri="{FF2B5EF4-FFF2-40B4-BE49-F238E27FC236}">
                <a16:creationId xmlns:a16="http://schemas.microsoft.com/office/drawing/2014/main" id="{DF8F171B-2FB0-6E0D-7A4B-57B35053E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" y="1066800"/>
            <a:ext cx="7138988" cy="501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1">
            <a:extLst>
              <a:ext uri="{FF2B5EF4-FFF2-40B4-BE49-F238E27FC236}">
                <a16:creationId xmlns:a16="http://schemas.microsoft.com/office/drawing/2014/main" id="{AA27D42B-F28D-53B0-892A-DD5A7D1FA3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E3113722-CD6C-4A89-BA07-1EE8EE2D47D3}" type="slidenum">
              <a:rPr lang="en-US" altLang="zh-CN" sz="2000" baseline="0">
                <a:solidFill>
                  <a:schemeClr val="bg2"/>
                </a:solidFill>
              </a:rPr>
              <a:pPr/>
              <a:t>12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1076226" name="Rectangle 2">
            <a:extLst>
              <a:ext uri="{FF2B5EF4-FFF2-40B4-BE49-F238E27FC236}">
                <a16:creationId xmlns:a16="http://schemas.microsoft.com/office/drawing/2014/main" id="{1E531F65-FA79-6E7E-C7D6-D78E71E15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zh-CN" baseline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1076227" name="Text Box 3">
            <a:extLst>
              <a:ext uri="{FF2B5EF4-FFF2-40B4-BE49-F238E27FC236}">
                <a16:creationId xmlns:a16="http://schemas.microsoft.com/office/drawing/2014/main" id="{2EEE3382-FC6E-A223-5E5A-7D72D72C6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6430963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4000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23-2</a:t>
            </a:r>
            <a:r>
              <a:rPr lang="en-US" altLang="zh-CN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   </a:t>
            </a:r>
            <a:r>
              <a:rPr lang="zh-CN" altLang="en-US" sz="4000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用户数据报协议</a:t>
            </a:r>
            <a:r>
              <a:rPr lang="en-US" altLang="zh-CN" sz="4000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(UDP)</a:t>
            </a:r>
          </a:p>
        </p:txBody>
      </p:sp>
      <p:sp>
        <p:nvSpPr>
          <p:cNvPr id="14341" name="Text Box 4">
            <a:extLst>
              <a:ext uri="{FF2B5EF4-FFF2-40B4-BE49-F238E27FC236}">
                <a16:creationId xmlns:a16="http://schemas.microsoft.com/office/drawing/2014/main" id="{D6469D1E-5852-F764-3766-61BC7BCD6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6229" name="Rectangle 5">
            <a:extLst>
              <a:ext uri="{FF2B5EF4-FFF2-40B4-BE49-F238E27FC236}">
                <a16:creationId xmlns:a16="http://schemas.microsoft.com/office/drawing/2014/main" id="{6771D1CF-AF07-4263-5186-B7F7408E0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758950"/>
            <a:ext cx="8229600" cy="206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800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        </a:t>
            </a:r>
            <a:r>
              <a:rPr lang="zh-CN" altLang="en-US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用户数据报协议</a:t>
            </a:r>
            <a:r>
              <a:rPr lang="en-US" altLang="zh-CN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(UDP) </a:t>
            </a:r>
            <a:r>
              <a:rPr lang="zh-CN" altLang="en-US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称为无连接不可靠的传输层协议。它除了提供进程到进程通信而不是主机到主机的通信外，就没有给</a:t>
            </a:r>
            <a:r>
              <a:rPr lang="en-US" altLang="zh-CN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IP</a:t>
            </a:r>
            <a:r>
              <a:rPr lang="zh-CN" altLang="en-US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服务增加任何东西。</a:t>
            </a:r>
            <a:endParaRPr lang="en-US" altLang="zh-CN" baseline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14343" name="Rectangle 6">
            <a:extLst>
              <a:ext uri="{FF2B5EF4-FFF2-40B4-BE49-F238E27FC236}">
                <a16:creationId xmlns:a16="http://schemas.microsoft.com/office/drawing/2014/main" id="{DCD99212-8013-E4EB-0EDD-50097CD67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484688"/>
            <a:ext cx="6705600" cy="193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CN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UDP</a:t>
            </a:r>
            <a:r>
              <a:rPr lang="zh-CN" altLang="en-US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的熟知端口</a:t>
            </a:r>
            <a:br>
              <a:rPr lang="fr-FR" altLang="zh-CN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en-US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用户数据报</a:t>
            </a:r>
            <a:endParaRPr lang="en-US" altLang="zh-CN" sz="2400" baseline="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校验和</a:t>
            </a:r>
            <a:endParaRPr lang="en-US" altLang="zh-CN" sz="2400" baseline="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CN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UDP</a:t>
            </a:r>
            <a:r>
              <a:rPr lang="zh-CN" altLang="en-US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的操作</a:t>
            </a:r>
            <a:endParaRPr lang="en-US" altLang="zh-CN" sz="2400" baseline="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CN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UDP</a:t>
            </a:r>
            <a:r>
              <a:rPr lang="zh-CN" altLang="en-US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的使用</a:t>
            </a:r>
            <a:endParaRPr lang="en-US" altLang="zh-CN" sz="2400" baseline="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6231" name="Text Box 7">
            <a:extLst>
              <a:ext uri="{FF2B5EF4-FFF2-40B4-BE49-F238E27FC236}">
                <a16:creationId xmlns:a16="http://schemas.microsoft.com/office/drawing/2014/main" id="{AAFB0D8A-5937-CD88-D9B5-83FF0F7BD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3" y="3960813"/>
            <a:ext cx="198913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u="sng" baseline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本节要点：</a:t>
            </a:r>
            <a:endParaRPr lang="en-US" altLang="zh-CN" sz="2800" u="sng" baseline="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1">
            <a:extLst>
              <a:ext uri="{FF2B5EF4-FFF2-40B4-BE49-F238E27FC236}">
                <a16:creationId xmlns:a16="http://schemas.microsoft.com/office/drawing/2014/main" id="{90DDF160-89B0-428D-DDA5-A2222E127D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4B49FBAF-31A8-4E50-86B7-1E5F15394ECC}" type="slidenum">
              <a:rPr lang="en-US" altLang="zh-CN" sz="2000" baseline="0">
                <a:solidFill>
                  <a:schemeClr val="bg2"/>
                </a:solidFill>
              </a:rPr>
              <a:pPr/>
              <a:t>13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15363" name="Text Box 2">
            <a:extLst>
              <a:ext uri="{FF2B5EF4-FFF2-40B4-BE49-F238E27FC236}">
                <a16:creationId xmlns:a16="http://schemas.microsoft.com/office/drawing/2014/main" id="{F8CF9372-9882-0D4D-CABD-1FF776E5B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13" y="76200"/>
            <a:ext cx="470693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 sz="28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23.1  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UDP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使用的熟知端口</a:t>
            </a:r>
            <a:endParaRPr lang="en-US" altLang="zh-CN" sz="24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364" name="Group 6">
            <a:extLst>
              <a:ext uri="{FF2B5EF4-FFF2-40B4-BE49-F238E27FC236}">
                <a16:creationId xmlns:a16="http://schemas.microsoft.com/office/drawing/2014/main" id="{A50A07C6-0184-AE94-9353-E32DD89A2A8D}"/>
              </a:ext>
            </a:extLst>
          </p:cNvPr>
          <p:cNvGrpSpPr>
            <a:grpSpLocks/>
          </p:cNvGrpSpPr>
          <p:nvPr/>
        </p:nvGrpSpPr>
        <p:grpSpPr bwMode="auto">
          <a:xfrm>
            <a:off x="673100" y="533400"/>
            <a:ext cx="7708900" cy="5867400"/>
            <a:chOff x="184" y="978"/>
            <a:chExt cx="5391" cy="4328"/>
          </a:xfrm>
        </p:grpSpPr>
        <p:pic>
          <p:nvPicPr>
            <p:cNvPr id="15365" name="Picture 4">
              <a:extLst>
                <a:ext uri="{FF2B5EF4-FFF2-40B4-BE49-F238E27FC236}">
                  <a16:creationId xmlns:a16="http://schemas.microsoft.com/office/drawing/2014/main" id="{1BD96ED7-F3B9-4C2B-37F6-4271B3E109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" y="978"/>
              <a:ext cx="5391" cy="1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366" name="Picture 5">
              <a:extLst>
                <a:ext uri="{FF2B5EF4-FFF2-40B4-BE49-F238E27FC236}">
                  <a16:creationId xmlns:a16="http://schemas.microsoft.com/office/drawing/2014/main" id="{92A10B07-E924-CC5B-56D8-97F782318F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" y="2160"/>
              <a:ext cx="5369" cy="31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1">
            <a:extLst>
              <a:ext uri="{FF2B5EF4-FFF2-40B4-BE49-F238E27FC236}">
                <a16:creationId xmlns:a16="http://schemas.microsoft.com/office/drawing/2014/main" id="{5178E3F3-A6E6-EE32-092D-881AD1D08A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FCE12E55-B6DE-472B-8A51-A97126CD94F8}" type="slidenum">
              <a:rPr lang="en-US" altLang="zh-CN" sz="2000" baseline="0">
                <a:solidFill>
                  <a:schemeClr val="bg2"/>
                </a:solidFill>
              </a:rPr>
              <a:pPr/>
              <a:t>14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EE2CE2C-618F-C980-335D-E06381A4BB0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9562BB87-25C5-E819-324E-537A081C2D0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89" name="Rectangle 4">
            <a:extLst>
              <a:ext uri="{FF2B5EF4-FFF2-40B4-BE49-F238E27FC236}">
                <a16:creationId xmlns:a16="http://schemas.microsoft.com/office/drawing/2014/main" id="{495FB328-F2D0-913D-3984-F2CD3F47951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90" name="Rectangle 5">
            <a:extLst>
              <a:ext uri="{FF2B5EF4-FFF2-40B4-BE49-F238E27FC236}">
                <a16:creationId xmlns:a16="http://schemas.microsoft.com/office/drawing/2014/main" id="{2FD3E31C-6E32-B00C-086A-1C07F7F2005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91" name="Rectangle 6">
            <a:extLst>
              <a:ext uri="{FF2B5EF4-FFF2-40B4-BE49-F238E27FC236}">
                <a16:creationId xmlns:a16="http://schemas.microsoft.com/office/drawing/2014/main" id="{4BD18FDA-6911-5549-E190-54DE2A4DD89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92" name="Rectangle 7">
            <a:extLst>
              <a:ext uri="{FF2B5EF4-FFF2-40B4-BE49-F238E27FC236}">
                <a16:creationId xmlns:a16="http://schemas.microsoft.com/office/drawing/2014/main" id="{F37D863C-40D0-12FA-2DEB-7801E149E08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93" name="Rectangle 8">
            <a:extLst>
              <a:ext uri="{FF2B5EF4-FFF2-40B4-BE49-F238E27FC236}">
                <a16:creationId xmlns:a16="http://schemas.microsoft.com/office/drawing/2014/main" id="{2F867B5E-88F0-6CB8-2D0D-320D845B8C2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94" name="Rectangle 9">
            <a:extLst>
              <a:ext uri="{FF2B5EF4-FFF2-40B4-BE49-F238E27FC236}">
                <a16:creationId xmlns:a16="http://schemas.microsoft.com/office/drawing/2014/main" id="{D9402536-6848-0BCA-6C6E-FBEFF6E7D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90600"/>
            <a:ext cx="8610600" cy="22463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       在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UNIX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中，熟知端口存储在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/etc/services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文件中。这个文件中的每行给出服务器名和端口号。我们可以用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grep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命令提取该行所对应的应用。下面表示了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的端口。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注意：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可使用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UDP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或者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TCP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的端口号是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21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28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95" name="Text Box 10">
            <a:extLst>
              <a:ext uri="{FF2B5EF4-FFF2-40B4-BE49-F238E27FC236}">
                <a16:creationId xmlns:a16="http://schemas.microsoft.com/office/drawing/2014/main" id="{0F127D8D-5FE4-2DBA-DC78-F200776FE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14176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23.1</a:t>
            </a:r>
          </a:p>
        </p:txBody>
      </p:sp>
      <p:pic>
        <p:nvPicPr>
          <p:cNvPr id="16396" name="Picture 11">
            <a:extLst>
              <a:ext uri="{FF2B5EF4-FFF2-40B4-BE49-F238E27FC236}">
                <a16:creationId xmlns:a16="http://schemas.microsoft.com/office/drawing/2014/main" id="{83AE4D8A-770B-3EBE-E684-E411292F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886200"/>
            <a:ext cx="4059238" cy="1239838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1">
            <a:extLst>
              <a:ext uri="{FF2B5EF4-FFF2-40B4-BE49-F238E27FC236}">
                <a16:creationId xmlns:a16="http://schemas.microsoft.com/office/drawing/2014/main" id="{CEC8237F-E70B-5302-D101-062154990F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4C275EB3-0147-4828-9A24-49B58EEE7924}" type="slidenum">
              <a:rPr lang="en-US" altLang="zh-CN" sz="2000" baseline="0">
                <a:solidFill>
                  <a:schemeClr val="bg2"/>
                </a:solidFill>
              </a:rPr>
              <a:pPr/>
              <a:t>15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89AEC835-5605-77C8-AD04-831AC1E038D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5CAF9C52-F477-C550-BE94-BAD8DADE772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3" name="Rectangle 4">
            <a:extLst>
              <a:ext uri="{FF2B5EF4-FFF2-40B4-BE49-F238E27FC236}">
                <a16:creationId xmlns:a16="http://schemas.microsoft.com/office/drawing/2014/main" id="{A8776C35-6505-828B-A36A-CE536F037C3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4" name="Rectangle 5">
            <a:extLst>
              <a:ext uri="{FF2B5EF4-FFF2-40B4-BE49-F238E27FC236}">
                <a16:creationId xmlns:a16="http://schemas.microsoft.com/office/drawing/2014/main" id="{7B78D320-75EC-718A-B1CE-4F429C8C3F8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5" name="Rectangle 6">
            <a:extLst>
              <a:ext uri="{FF2B5EF4-FFF2-40B4-BE49-F238E27FC236}">
                <a16:creationId xmlns:a16="http://schemas.microsoft.com/office/drawing/2014/main" id="{A5F25EA1-23B8-4866-AAA0-7178C9A176E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6" name="Rectangle 7">
            <a:extLst>
              <a:ext uri="{FF2B5EF4-FFF2-40B4-BE49-F238E27FC236}">
                <a16:creationId xmlns:a16="http://schemas.microsoft.com/office/drawing/2014/main" id="{DDD1CFB1-A108-91C2-723A-B7F390BF314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7" name="Rectangle 8">
            <a:extLst>
              <a:ext uri="{FF2B5EF4-FFF2-40B4-BE49-F238E27FC236}">
                <a16:creationId xmlns:a16="http://schemas.microsoft.com/office/drawing/2014/main" id="{A24169A2-D6CE-AF58-29FC-8AE95AEAD3F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8" name="Text Box 10">
            <a:extLst>
              <a:ext uri="{FF2B5EF4-FFF2-40B4-BE49-F238E27FC236}">
                <a16:creationId xmlns:a16="http://schemas.microsoft.com/office/drawing/2014/main" id="{2D964E37-05B7-75E9-183E-A250C1B80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2050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23.1 (</a:t>
            </a:r>
            <a:r>
              <a:rPr lang="zh-CN" altLang="en-US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续</a:t>
            </a:r>
            <a:r>
              <a:rPr lang="en-US" altLang="zh-CN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7419" name="Rectangle 12">
            <a:extLst>
              <a:ext uri="{FF2B5EF4-FFF2-40B4-BE49-F238E27FC236}">
                <a16:creationId xmlns:a16="http://schemas.microsoft.com/office/drawing/2014/main" id="{7FABD19C-FD96-5D9E-7871-63C7D751D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371600"/>
            <a:ext cx="8686800" cy="9540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         SNMP 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使用两个端口号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(161 and 162), 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我们将会在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28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章看到，他们每一个用于不同目的。</a:t>
            </a:r>
            <a:endParaRPr lang="en-US" altLang="zh-CN" sz="28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7420" name="Picture 13">
            <a:extLst>
              <a:ext uri="{FF2B5EF4-FFF2-40B4-BE49-F238E27FC236}">
                <a16:creationId xmlns:a16="http://schemas.microsoft.com/office/drawing/2014/main" id="{6CEB68F9-18DC-C131-A1C6-AFB3F22E1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492500"/>
            <a:ext cx="8172450" cy="1612900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1">
            <a:extLst>
              <a:ext uri="{FF2B5EF4-FFF2-40B4-BE49-F238E27FC236}">
                <a16:creationId xmlns:a16="http://schemas.microsoft.com/office/drawing/2014/main" id="{31CCA8B6-E3A4-E5AE-4725-CD381B4E29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ABCB5694-E280-44F1-BC2F-6BA0E7A129EA}" type="slidenum">
              <a:rPr lang="en-US" altLang="zh-CN" sz="2000" baseline="0">
                <a:solidFill>
                  <a:schemeClr val="bg2"/>
                </a:solidFill>
              </a:rPr>
              <a:pPr/>
              <a:t>16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18435" name="Line 2">
            <a:extLst>
              <a:ext uri="{FF2B5EF4-FFF2-40B4-BE49-F238E27FC236}">
                <a16:creationId xmlns:a16="http://schemas.microsoft.com/office/drawing/2014/main" id="{E45F1213-A07C-87B0-555B-AA202189DF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6" name="Line 3">
            <a:extLst>
              <a:ext uri="{FF2B5EF4-FFF2-40B4-BE49-F238E27FC236}">
                <a16:creationId xmlns:a16="http://schemas.microsoft.com/office/drawing/2014/main" id="{85D495BD-F889-853D-C18F-3A8D9461F8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7" name="Text Box 4">
            <a:extLst>
              <a:ext uri="{FF2B5EF4-FFF2-40B4-BE49-F238E27FC236}">
                <a16:creationId xmlns:a16="http://schemas.microsoft.com/office/drawing/2014/main" id="{57AF87B7-8696-CD66-9BA5-5F5CFD253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9671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8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23.9  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用户数据报格式</a:t>
            </a:r>
            <a:endParaRPr lang="en-US" altLang="zh-CN" sz="20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8" name="Line 5">
            <a:extLst>
              <a:ext uri="{FF2B5EF4-FFF2-40B4-BE49-F238E27FC236}">
                <a16:creationId xmlns:a16="http://schemas.microsoft.com/office/drawing/2014/main" id="{3E451DB9-ACD9-797D-4FC2-75BCCD2DAD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8439" name="Picture 6">
            <a:extLst>
              <a:ext uri="{FF2B5EF4-FFF2-40B4-BE49-F238E27FC236}">
                <a16:creationId xmlns:a16="http://schemas.microsoft.com/office/drawing/2014/main" id="{A7B31372-D129-4EF3-5C23-BBD7B2423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1866900"/>
            <a:ext cx="7065962" cy="30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1">
            <a:extLst>
              <a:ext uri="{FF2B5EF4-FFF2-40B4-BE49-F238E27FC236}">
                <a16:creationId xmlns:a16="http://schemas.microsoft.com/office/drawing/2014/main" id="{9E5C58A3-EBF6-A474-BDD3-D239CC205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458738A9-16D3-4EDA-8B23-3FD59BAD8DB9}" type="slidenum">
              <a:rPr lang="en-US" altLang="zh-CN" sz="2000" baseline="0">
                <a:solidFill>
                  <a:schemeClr val="bg2"/>
                </a:solidFill>
              </a:rPr>
              <a:pPr/>
              <a:t>17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2B423792-1221-D19C-5A2E-C9F679BAEB9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42C15CE4-961A-6B58-0C3E-C6EC41C2E9B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1" name="Rectangle 4">
            <a:extLst>
              <a:ext uri="{FF2B5EF4-FFF2-40B4-BE49-F238E27FC236}">
                <a16:creationId xmlns:a16="http://schemas.microsoft.com/office/drawing/2014/main" id="{4F8DEC37-3738-E494-FAD9-B89165070CC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2" name="Rectangle 5">
            <a:extLst>
              <a:ext uri="{FF2B5EF4-FFF2-40B4-BE49-F238E27FC236}">
                <a16:creationId xmlns:a16="http://schemas.microsoft.com/office/drawing/2014/main" id="{A396FD20-3564-5D13-086B-CBFBACF493C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3" name="Rectangle 6">
            <a:extLst>
              <a:ext uri="{FF2B5EF4-FFF2-40B4-BE49-F238E27FC236}">
                <a16:creationId xmlns:a16="http://schemas.microsoft.com/office/drawing/2014/main" id="{414E57BF-684D-198A-57B8-89120A85878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4" name="Rectangle 7">
            <a:extLst>
              <a:ext uri="{FF2B5EF4-FFF2-40B4-BE49-F238E27FC236}">
                <a16:creationId xmlns:a16="http://schemas.microsoft.com/office/drawing/2014/main" id="{5DC74EF8-7E9C-5A72-A3C2-224D8B54C5F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5" name="Rectangle 8">
            <a:extLst>
              <a:ext uri="{FF2B5EF4-FFF2-40B4-BE49-F238E27FC236}">
                <a16:creationId xmlns:a16="http://schemas.microsoft.com/office/drawing/2014/main" id="{8C7DB364-6C7B-A033-1D6A-45E5CE68157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6" name="Line 9">
            <a:extLst>
              <a:ext uri="{FF2B5EF4-FFF2-40B4-BE49-F238E27FC236}">
                <a16:creationId xmlns:a16="http://schemas.microsoft.com/office/drawing/2014/main" id="{5E1BD2CD-F711-2988-CF85-FFAADCF3FA2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7" name="Line 10">
            <a:extLst>
              <a:ext uri="{FF2B5EF4-FFF2-40B4-BE49-F238E27FC236}">
                <a16:creationId xmlns:a16="http://schemas.microsoft.com/office/drawing/2014/main" id="{7D8D2117-F4F9-38C3-99E7-BE260D8F61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913" y="3505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8" name="Rectangle 11">
            <a:extLst>
              <a:ext uri="{FF2B5EF4-FFF2-40B4-BE49-F238E27FC236}">
                <a16:creationId xmlns:a16="http://schemas.microsoft.com/office/drawing/2014/main" id="{69B4C5AC-B44D-006E-91D0-CD7494B13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82888"/>
            <a:ext cx="8077200" cy="58578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aseline="0">
                <a:ea typeface="宋体" panose="02010600030101010101" pitchFamily="2" charset="-122"/>
              </a:rPr>
              <a:t>UDP</a:t>
            </a:r>
            <a:r>
              <a:rPr lang="zh-CN" altLang="en-US" baseline="0">
                <a:ea typeface="宋体" panose="02010600030101010101" pitchFamily="2" charset="-122"/>
              </a:rPr>
              <a:t>长度</a:t>
            </a:r>
            <a:r>
              <a:rPr lang="en-US" altLang="zh-CN" baseline="0">
                <a:ea typeface="宋体" panose="02010600030101010101" pitchFamily="2" charset="-122"/>
              </a:rPr>
              <a:t>=IP</a:t>
            </a:r>
            <a:r>
              <a:rPr lang="zh-CN" altLang="en-US" baseline="0">
                <a:ea typeface="宋体" panose="02010600030101010101" pitchFamily="2" charset="-122"/>
              </a:rPr>
              <a:t>长度</a:t>
            </a:r>
            <a:r>
              <a:rPr lang="en-US" altLang="zh-CN" baseline="0">
                <a:ea typeface="宋体" panose="02010600030101010101" pitchFamily="2" charset="-122"/>
              </a:rPr>
              <a:t> – IP</a:t>
            </a:r>
            <a:r>
              <a:rPr lang="zh-CN" altLang="en-US" baseline="0">
                <a:ea typeface="宋体" panose="02010600030101010101" pitchFamily="2" charset="-122"/>
              </a:rPr>
              <a:t>头部长度</a:t>
            </a:r>
            <a:endParaRPr lang="en-US" altLang="zh-CN" baseline="0">
              <a:ea typeface="宋体" panose="02010600030101010101" pitchFamily="2" charset="-122"/>
            </a:endParaRPr>
          </a:p>
        </p:txBody>
      </p:sp>
      <p:grpSp>
        <p:nvGrpSpPr>
          <p:cNvPr id="19469" name="Group 12">
            <a:extLst>
              <a:ext uri="{FF2B5EF4-FFF2-40B4-BE49-F238E27FC236}">
                <a16:creationId xmlns:a16="http://schemas.microsoft.com/office/drawing/2014/main" id="{2D4E1AAF-1B4A-80E7-0E9E-828F9AA5B99F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19470" name="Picture 13">
              <a:extLst>
                <a:ext uri="{FF2B5EF4-FFF2-40B4-BE49-F238E27FC236}">
                  <a16:creationId xmlns:a16="http://schemas.microsoft.com/office/drawing/2014/main" id="{E0C248DC-8199-D75C-20F5-9F5BD451AE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9471" name="Text Box 14">
              <a:extLst>
                <a:ext uri="{FF2B5EF4-FFF2-40B4-BE49-F238E27FC236}">
                  <a16:creationId xmlns:a16="http://schemas.microsoft.com/office/drawing/2014/main" id="{1C4CDF50-6A4B-B2F1-0296-B9BE68B476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1">
            <a:extLst>
              <a:ext uri="{FF2B5EF4-FFF2-40B4-BE49-F238E27FC236}">
                <a16:creationId xmlns:a16="http://schemas.microsoft.com/office/drawing/2014/main" id="{CD4D04FA-F6DC-1F8E-DC77-8DD211FE62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E7BFDF49-E467-4946-86DB-E70CD175D2EA}" type="slidenum">
              <a:rPr lang="en-US" altLang="zh-CN" sz="2000" baseline="0">
                <a:solidFill>
                  <a:schemeClr val="bg2"/>
                </a:solidFill>
              </a:rPr>
              <a:pPr/>
              <a:t>18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20483" name="Line 2">
            <a:extLst>
              <a:ext uri="{FF2B5EF4-FFF2-40B4-BE49-F238E27FC236}">
                <a16:creationId xmlns:a16="http://schemas.microsoft.com/office/drawing/2014/main" id="{18FEBCE8-1BAB-4736-ACAC-A244B47469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4" name="Line 3">
            <a:extLst>
              <a:ext uri="{FF2B5EF4-FFF2-40B4-BE49-F238E27FC236}">
                <a16:creationId xmlns:a16="http://schemas.microsoft.com/office/drawing/2014/main" id="{D72BBF11-0A42-2E40-37DC-AED87482C34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5" name="Text Box 4">
            <a:extLst>
              <a:ext uri="{FF2B5EF4-FFF2-40B4-BE49-F238E27FC236}">
                <a16:creationId xmlns:a16="http://schemas.microsoft.com/office/drawing/2014/main" id="{2FB72834-53E8-FAAB-337F-4DA431BD0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589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8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23.10  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用于校验和计算的伪头部</a:t>
            </a:r>
            <a:endParaRPr lang="en-US" altLang="zh-CN" sz="2400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6" name="Line 5">
            <a:extLst>
              <a:ext uri="{FF2B5EF4-FFF2-40B4-BE49-F238E27FC236}">
                <a16:creationId xmlns:a16="http://schemas.microsoft.com/office/drawing/2014/main" id="{87FB917B-B5E7-4213-EA8D-6C00F6E0C9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0487" name="Picture 6">
            <a:extLst>
              <a:ext uri="{FF2B5EF4-FFF2-40B4-BE49-F238E27FC236}">
                <a16:creationId xmlns:a16="http://schemas.microsoft.com/office/drawing/2014/main" id="{7D6C4C0A-9DF0-719E-A22E-E122D3FB1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1447800"/>
            <a:ext cx="5988050" cy="389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1">
            <a:extLst>
              <a:ext uri="{FF2B5EF4-FFF2-40B4-BE49-F238E27FC236}">
                <a16:creationId xmlns:a16="http://schemas.microsoft.com/office/drawing/2014/main" id="{A78369A0-9C9B-3B0A-6A7C-664D2FE85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B7BE5889-C284-4DB6-92D4-00F1FCA0A188}" type="slidenum">
              <a:rPr lang="en-US" altLang="zh-CN" sz="2000" baseline="0">
                <a:solidFill>
                  <a:schemeClr val="bg2"/>
                </a:solidFill>
              </a:rPr>
              <a:pPr/>
              <a:t>19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12C2925C-8FB4-BBA1-86F3-AC011151F73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1EA03FE0-FEC0-4914-F5A5-70081DE8E21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09" name="Rectangle 4">
            <a:extLst>
              <a:ext uri="{FF2B5EF4-FFF2-40B4-BE49-F238E27FC236}">
                <a16:creationId xmlns:a16="http://schemas.microsoft.com/office/drawing/2014/main" id="{B4FA4ADE-CB12-2C73-3F71-A99D5DBE93C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10" name="Rectangle 5">
            <a:extLst>
              <a:ext uri="{FF2B5EF4-FFF2-40B4-BE49-F238E27FC236}">
                <a16:creationId xmlns:a16="http://schemas.microsoft.com/office/drawing/2014/main" id="{5EB120C1-CE76-480D-06C6-8EC805D2B27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11" name="Rectangle 6">
            <a:extLst>
              <a:ext uri="{FF2B5EF4-FFF2-40B4-BE49-F238E27FC236}">
                <a16:creationId xmlns:a16="http://schemas.microsoft.com/office/drawing/2014/main" id="{3077BF2F-1D8E-9879-699A-2AD2FABDB3F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12" name="Rectangle 7">
            <a:extLst>
              <a:ext uri="{FF2B5EF4-FFF2-40B4-BE49-F238E27FC236}">
                <a16:creationId xmlns:a16="http://schemas.microsoft.com/office/drawing/2014/main" id="{41C554D8-0929-5BAD-BDC7-D7643657571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13" name="Rectangle 8">
            <a:extLst>
              <a:ext uri="{FF2B5EF4-FFF2-40B4-BE49-F238E27FC236}">
                <a16:creationId xmlns:a16="http://schemas.microsoft.com/office/drawing/2014/main" id="{20B2AD64-3256-90FE-1238-42EA6DCCC83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14" name="Rectangle 9">
            <a:extLst>
              <a:ext uri="{FF2B5EF4-FFF2-40B4-BE49-F238E27FC236}">
                <a16:creationId xmlns:a16="http://schemas.microsoft.com/office/drawing/2014/main" id="{F492447D-61AD-7590-4F80-DB261F31B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5" y="1143000"/>
            <a:ext cx="8686800" cy="25542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</a:rPr>
              <a:t>         图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</a:rPr>
              <a:t>23.11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</a:rPr>
              <a:t>给出了只有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</a:rPr>
              <a:t>个字节数据的很小的用户数据报的校验和计算。因为数据的字节数是奇数，因此为了计算校验和需要填充。当用户数据报传递给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</a:rPr>
              <a:t>时，就将伪头部和填充部分丢弃。</a:t>
            </a:r>
            <a:endParaRPr lang="en-US" altLang="zh-CN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15" name="Text Box 10">
            <a:extLst>
              <a:ext uri="{FF2B5EF4-FFF2-40B4-BE49-F238E27FC236}">
                <a16:creationId xmlns:a16="http://schemas.microsoft.com/office/drawing/2014/main" id="{FBAB6B16-49F5-55CB-2A4B-682951616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14176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1">
            <a:extLst>
              <a:ext uri="{FF2B5EF4-FFF2-40B4-BE49-F238E27FC236}">
                <a16:creationId xmlns:a16="http://schemas.microsoft.com/office/drawing/2014/main" id="{E87C4328-541A-2A8C-DA67-F1F3E71FDB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FA671E5B-019A-4E35-A43D-74C54F394847}" type="slidenum">
              <a:rPr lang="en-US" altLang="zh-CN" sz="2000" baseline="0">
                <a:solidFill>
                  <a:schemeClr val="bg2"/>
                </a:solidFill>
              </a:rPr>
              <a:pPr/>
              <a:t>20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22531" name="Line 2">
            <a:extLst>
              <a:ext uri="{FF2B5EF4-FFF2-40B4-BE49-F238E27FC236}">
                <a16:creationId xmlns:a16="http://schemas.microsoft.com/office/drawing/2014/main" id="{F119C888-3BF3-A7BE-58E2-3A51B7835C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2" name="Line 3">
            <a:extLst>
              <a:ext uri="{FF2B5EF4-FFF2-40B4-BE49-F238E27FC236}">
                <a16:creationId xmlns:a16="http://schemas.microsoft.com/office/drawing/2014/main" id="{C32C510F-E137-67FD-786A-BF0A622D6A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3" name="Text Box 4">
            <a:extLst>
              <a:ext uri="{FF2B5EF4-FFF2-40B4-BE49-F238E27FC236}">
                <a16:creationId xmlns:a16="http://schemas.microsoft.com/office/drawing/2014/main" id="{3FA39CCF-5B29-7598-7074-6C38128FB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70310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8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23.11  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简单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UDP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用户数据报的校验和计算</a:t>
            </a:r>
            <a:endParaRPr lang="en-US" altLang="zh-CN" sz="28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4" name="Line 5">
            <a:extLst>
              <a:ext uri="{FF2B5EF4-FFF2-40B4-BE49-F238E27FC236}">
                <a16:creationId xmlns:a16="http://schemas.microsoft.com/office/drawing/2014/main" id="{FDA725EF-D49B-76E4-8B25-348E2C334A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2535" name="Picture 6">
            <a:extLst>
              <a:ext uri="{FF2B5EF4-FFF2-40B4-BE49-F238E27FC236}">
                <a16:creationId xmlns:a16="http://schemas.microsoft.com/office/drawing/2014/main" id="{0C12ED19-6A09-465D-6439-33213DE07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38" y="1557338"/>
            <a:ext cx="8564562" cy="393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1">
            <a:extLst>
              <a:ext uri="{FF2B5EF4-FFF2-40B4-BE49-F238E27FC236}">
                <a16:creationId xmlns:a16="http://schemas.microsoft.com/office/drawing/2014/main" id="{1104B13A-D4BE-B898-412E-23014A3776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F82C0953-4F7B-4519-A67A-926EBAF73A79}" type="slidenum">
              <a:rPr lang="en-US" altLang="zh-CN" sz="2000" baseline="0">
                <a:solidFill>
                  <a:schemeClr val="bg2"/>
                </a:solidFill>
              </a:rPr>
              <a:pPr/>
              <a:t>21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23555" name="Line 2">
            <a:extLst>
              <a:ext uri="{FF2B5EF4-FFF2-40B4-BE49-F238E27FC236}">
                <a16:creationId xmlns:a16="http://schemas.microsoft.com/office/drawing/2014/main" id="{A821D068-EBB6-C239-85CC-2808125ABE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6" name="Line 3">
            <a:extLst>
              <a:ext uri="{FF2B5EF4-FFF2-40B4-BE49-F238E27FC236}">
                <a16:creationId xmlns:a16="http://schemas.microsoft.com/office/drawing/2014/main" id="{8B511C61-F42C-8A8F-5F00-C250C6E7F3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7" name="Text Box 4">
            <a:extLst>
              <a:ext uri="{FF2B5EF4-FFF2-40B4-BE49-F238E27FC236}">
                <a16:creationId xmlns:a16="http://schemas.microsoft.com/office/drawing/2014/main" id="{5954C503-19BD-2F1E-62A4-D4567D6C3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8036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8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23.12  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UDP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中的队列</a:t>
            </a:r>
            <a:endParaRPr lang="en-US" altLang="zh-CN" sz="28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8" name="Line 5">
            <a:extLst>
              <a:ext uri="{FF2B5EF4-FFF2-40B4-BE49-F238E27FC236}">
                <a16:creationId xmlns:a16="http://schemas.microsoft.com/office/drawing/2014/main" id="{D286CC2E-669C-D417-5CA9-CF9AD7A057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3559" name="Picture 6">
            <a:extLst>
              <a:ext uri="{FF2B5EF4-FFF2-40B4-BE49-F238E27FC236}">
                <a16:creationId xmlns:a16="http://schemas.microsoft.com/office/drawing/2014/main" id="{CAB2F26E-A83F-6A52-C997-50B9477F1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0200"/>
            <a:ext cx="7523163" cy="347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1">
            <a:extLst>
              <a:ext uri="{FF2B5EF4-FFF2-40B4-BE49-F238E27FC236}">
                <a16:creationId xmlns:a16="http://schemas.microsoft.com/office/drawing/2014/main" id="{67BDA10E-8FE5-5E07-2049-620F65344D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CF505852-8079-47D1-B8B7-1AFA5CC466F9}" type="slidenum">
              <a:rPr lang="en-US" altLang="zh-CN" sz="2000" baseline="0">
                <a:solidFill>
                  <a:schemeClr val="bg2"/>
                </a:solidFill>
              </a:rPr>
              <a:pPr/>
              <a:t>22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24579" name="灯片编号占位符 1">
            <a:extLst>
              <a:ext uri="{FF2B5EF4-FFF2-40B4-BE49-F238E27FC236}">
                <a16:creationId xmlns:a16="http://schemas.microsoft.com/office/drawing/2014/main" id="{E1EE966C-C2D6-19EC-8E10-8BF2EB2D1B17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394FF797-9B49-48F4-85EA-73D900241991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22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E7BE86E-EA8C-6537-13D2-7E4ED4807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zh-CN" baseline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AFB19F16-E77F-19DA-D64F-31E8A85DA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2482850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4000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23-3 </a:t>
            </a:r>
            <a:r>
              <a:rPr lang="en-US" altLang="zh-CN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  </a:t>
            </a:r>
            <a:r>
              <a:rPr lang="en-US" altLang="zh-CN" sz="4000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TCP</a:t>
            </a:r>
          </a:p>
        </p:txBody>
      </p:sp>
      <p:sp>
        <p:nvSpPr>
          <p:cNvPr id="24582" name="Text Box 4">
            <a:extLst>
              <a:ext uri="{FF2B5EF4-FFF2-40B4-BE49-F238E27FC236}">
                <a16:creationId xmlns:a16="http://schemas.microsoft.com/office/drawing/2014/main" id="{82CF3154-8FE9-8AFB-904F-A2CE40A2D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867C1B0-CE2C-BD8C-D928-04225E4D6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39888"/>
            <a:ext cx="8229600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altLang="zh-CN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TCP</a:t>
            </a:r>
            <a:r>
              <a:rPr lang="zh-CN" altLang="en-US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是一个面向连接的协议</a:t>
            </a:r>
            <a:r>
              <a:rPr lang="en-US" altLang="zh-CN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;</a:t>
            </a:r>
            <a:r>
              <a:rPr lang="zh-CN" altLang="en-US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它在两个</a:t>
            </a:r>
            <a:r>
              <a:rPr lang="en-US" altLang="zh-CN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TCP</a:t>
            </a:r>
            <a:r>
              <a:rPr lang="zh-CN" altLang="en-US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之间建立一个虚拟连接来发送数据</a:t>
            </a:r>
            <a:r>
              <a:rPr lang="en-US" altLang="zh-CN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. </a:t>
            </a:r>
            <a:r>
              <a:rPr lang="zh-CN" altLang="en-US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另外</a:t>
            </a:r>
            <a:r>
              <a:rPr lang="en-US" altLang="zh-CN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, TCP</a:t>
            </a:r>
            <a:r>
              <a:rPr lang="zh-CN" altLang="en-US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在传输层使用流量控制和差错控制机制</a:t>
            </a:r>
            <a:r>
              <a:rPr lang="en-US" altLang="zh-CN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. </a:t>
            </a:r>
          </a:p>
        </p:txBody>
      </p:sp>
      <p:sp>
        <p:nvSpPr>
          <p:cNvPr id="24584" name="Rectangle 6">
            <a:extLst>
              <a:ext uri="{FF2B5EF4-FFF2-40B4-BE49-F238E27FC236}">
                <a16:creationId xmlns:a16="http://schemas.microsoft.com/office/drawing/2014/main" id="{B8AF580E-5EC4-46A0-6476-CBF87F7D2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117975"/>
            <a:ext cx="6705600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CN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TCP </a:t>
            </a:r>
            <a:r>
              <a:rPr lang="zh-CN" altLang="en-US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</a:t>
            </a:r>
            <a:br>
              <a:rPr lang="fr-FR" altLang="zh-CN" sz="2400" baseline="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fr-FR" altLang="zh-CN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TC</a:t>
            </a:r>
            <a:r>
              <a:rPr lang="en-US" altLang="zh-CN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 </a:t>
            </a:r>
            <a:r>
              <a:rPr lang="zh-CN" altLang="en-US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特点</a:t>
            </a:r>
            <a:endParaRPr lang="fr-FR" altLang="zh-CN" sz="2400" baseline="0">
              <a:solidFill>
                <a:srgbClr val="0033CC"/>
              </a:solidFill>
              <a:latin typeface="Times New Roman" panose="02020603050405020304" pitchFamily="18" charset="0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段</a:t>
            </a:r>
            <a:endParaRPr lang="en-US" altLang="zh-CN" sz="2400" baseline="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CN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TCP</a:t>
            </a:r>
            <a:r>
              <a:rPr lang="zh-CN" altLang="en-US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连接</a:t>
            </a:r>
            <a:endParaRPr lang="en-US" altLang="zh-CN" sz="2400" baseline="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流量控制</a:t>
            </a:r>
            <a:endParaRPr lang="en-US" altLang="zh-CN" sz="2400" baseline="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 baseline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差错控制</a:t>
            </a:r>
            <a:endParaRPr lang="en-US" altLang="zh-CN" sz="2400" baseline="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E6314977-BFAC-DA9B-30B6-AB29457E3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663950"/>
            <a:ext cx="17478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u="sng" baseline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本节要点</a:t>
            </a:r>
            <a:r>
              <a:rPr lang="en-US" altLang="zh-CN" sz="2800" i="1" u="sng" baseline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1">
            <a:extLst>
              <a:ext uri="{FF2B5EF4-FFF2-40B4-BE49-F238E27FC236}">
                <a16:creationId xmlns:a16="http://schemas.microsoft.com/office/drawing/2014/main" id="{4E98F164-1C1A-81E0-A1BC-562676DDCF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93F48890-6875-410B-8A7F-BFEFB78D0E9F}" type="slidenum">
              <a:rPr lang="en-US" altLang="zh-CN" sz="2000" baseline="0">
                <a:solidFill>
                  <a:schemeClr val="bg2"/>
                </a:solidFill>
              </a:rPr>
              <a:pPr/>
              <a:t>23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25603" name="灯片编号占位符 1">
            <a:extLst>
              <a:ext uri="{FF2B5EF4-FFF2-40B4-BE49-F238E27FC236}">
                <a16:creationId xmlns:a16="http://schemas.microsoft.com/office/drawing/2014/main" id="{95B1364A-D479-40D1-9781-D736DA40D758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72537218-638A-4D81-991C-5F3CE940A7DD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23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5604" name="Text Box 2">
            <a:extLst>
              <a:ext uri="{FF2B5EF4-FFF2-40B4-BE49-F238E27FC236}">
                <a16:creationId xmlns:a16="http://schemas.microsoft.com/office/drawing/2014/main" id="{AD6FC77B-48CB-BA46-F57E-4F6F83BAF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" y="76200"/>
            <a:ext cx="35560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23.2  </a:t>
            </a:r>
            <a:r>
              <a:rPr lang="en-US" altLang="zh-CN" sz="2000" baseline="0">
                <a:latin typeface="Times New Roman" panose="02020603050405020304" pitchFamily="18" charset="0"/>
                <a:ea typeface="宋体" panose="02010600030101010101" pitchFamily="2" charset="-122"/>
              </a:rPr>
              <a:t>TCP</a:t>
            </a:r>
            <a:r>
              <a:rPr lang="zh-CN" altLang="en-US" sz="2000" baseline="0">
                <a:latin typeface="Times New Roman" panose="02020603050405020304" pitchFamily="18" charset="0"/>
                <a:ea typeface="宋体" panose="02010600030101010101" pitchFamily="2" charset="-122"/>
              </a:rPr>
              <a:t>使用的熟知端口</a:t>
            </a:r>
            <a:endParaRPr lang="en-US" altLang="zh-CN" sz="20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5605" name="Picture 4">
            <a:extLst>
              <a:ext uri="{FF2B5EF4-FFF2-40B4-BE49-F238E27FC236}">
                <a16:creationId xmlns:a16="http://schemas.microsoft.com/office/drawing/2014/main" id="{3632C0B2-4425-1DF3-92B1-BD8DD0837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57200"/>
            <a:ext cx="6535738" cy="5888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1">
            <a:extLst>
              <a:ext uri="{FF2B5EF4-FFF2-40B4-BE49-F238E27FC236}">
                <a16:creationId xmlns:a16="http://schemas.microsoft.com/office/drawing/2014/main" id="{3257E4B1-0629-0D0E-0D89-A97D10153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AF7EFBE5-3B3F-4F5D-8D99-DF978B9A751C}" type="slidenum">
              <a:rPr lang="en-US" altLang="zh-CN" sz="2000" baseline="0">
                <a:solidFill>
                  <a:schemeClr val="bg2"/>
                </a:solidFill>
              </a:rPr>
              <a:pPr/>
              <a:t>24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26627" name="灯片编号占位符 1">
            <a:extLst>
              <a:ext uri="{FF2B5EF4-FFF2-40B4-BE49-F238E27FC236}">
                <a16:creationId xmlns:a16="http://schemas.microsoft.com/office/drawing/2014/main" id="{359F9070-9F3B-76F3-5EC8-CC52AA147F36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C0A44BCF-5D83-4CAC-B586-896DEDA61CE8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24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6628" name="Line 2">
            <a:extLst>
              <a:ext uri="{FF2B5EF4-FFF2-40B4-BE49-F238E27FC236}">
                <a16:creationId xmlns:a16="http://schemas.microsoft.com/office/drawing/2014/main" id="{11EF9A08-AB82-FBB9-FAAA-D83FAA3E5C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9" name="Line 3">
            <a:extLst>
              <a:ext uri="{FF2B5EF4-FFF2-40B4-BE49-F238E27FC236}">
                <a16:creationId xmlns:a16="http://schemas.microsoft.com/office/drawing/2014/main" id="{5608AE61-61B4-D448-5B2E-426DE21742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0" name="Text Box 4">
            <a:extLst>
              <a:ext uri="{FF2B5EF4-FFF2-40B4-BE49-F238E27FC236}">
                <a16:creationId xmlns:a16="http://schemas.microsoft.com/office/drawing/2014/main" id="{EBA9489E-11FB-2F19-9432-B62C05E92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1178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23.13  </a:t>
            </a:r>
            <a:r>
              <a:rPr lang="zh-CN" altLang="en-US" sz="2400" baseline="0">
                <a:latin typeface="Times New Roman" panose="02020603050405020304" pitchFamily="18" charset="0"/>
                <a:ea typeface="宋体" panose="02010600030101010101" pitchFamily="2" charset="-122"/>
              </a:rPr>
              <a:t>字节流传递</a:t>
            </a:r>
            <a:r>
              <a:rPr lang="en-US" altLang="zh-CN" sz="2400" baseline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endParaRPr lang="en-US" altLang="zh-CN" sz="2000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31" name="Line 5">
            <a:extLst>
              <a:ext uri="{FF2B5EF4-FFF2-40B4-BE49-F238E27FC236}">
                <a16:creationId xmlns:a16="http://schemas.microsoft.com/office/drawing/2014/main" id="{AB56FC35-F7B7-562D-7C49-11ABEDDB0E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6632" name="Picture 6">
            <a:extLst>
              <a:ext uri="{FF2B5EF4-FFF2-40B4-BE49-F238E27FC236}">
                <a16:creationId xmlns:a16="http://schemas.microsoft.com/office/drawing/2014/main" id="{084B98A4-73EB-56E5-4339-0BEAC2CD8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28800"/>
            <a:ext cx="7843838" cy="2916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1">
            <a:extLst>
              <a:ext uri="{FF2B5EF4-FFF2-40B4-BE49-F238E27FC236}">
                <a16:creationId xmlns:a16="http://schemas.microsoft.com/office/drawing/2014/main" id="{EED57541-C5C9-FE8B-AF58-738AD8F8BB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C4D445AD-5612-47E4-978E-BF51B0E6B86A}" type="slidenum">
              <a:rPr lang="en-US" altLang="zh-CN" sz="2000" baseline="0">
                <a:solidFill>
                  <a:schemeClr val="bg2"/>
                </a:solidFill>
              </a:rPr>
              <a:pPr/>
              <a:t>25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27651" name="灯片编号占位符 1">
            <a:extLst>
              <a:ext uri="{FF2B5EF4-FFF2-40B4-BE49-F238E27FC236}">
                <a16:creationId xmlns:a16="http://schemas.microsoft.com/office/drawing/2014/main" id="{59ABB863-1915-CF29-E1D7-00F3DF887FF4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85FD90B1-C11C-4B92-B3A2-A157A4E28E99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25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7652" name="Line 2">
            <a:extLst>
              <a:ext uri="{FF2B5EF4-FFF2-40B4-BE49-F238E27FC236}">
                <a16:creationId xmlns:a16="http://schemas.microsoft.com/office/drawing/2014/main" id="{2E44447C-C6B3-45CA-B58F-D514C7F814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3" name="Line 3">
            <a:extLst>
              <a:ext uri="{FF2B5EF4-FFF2-40B4-BE49-F238E27FC236}">
                <a16:creationId xmlns:a16="http://schemas.microsoft.com/office/drawing/2014/main" id="{17E139AF-DFB1-660B-F1F4-3EF2C4533C8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4" name="Text Box 4">
            <a:extLst>
              <a:ext uri="{FF2B5EF4-FFF2-40B4-BE49-F238E27FC236}">
                <a16:creationId xmlns:a16="http://schemas.microsoft.com/office/drawing/2014/main" id="{33D1F9B9-A3B5-185A-0A8C-74D209E82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8925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23.14  </a:t>
            </a:r>
            <a:r>
              <a:rPr lang="zh-CN" altLang="en-US" sz="2400" baseline="0">
                <a:latin typeface="Times New Roman" panose="02020603050405020304" pitchFamily="18" charset="0"/>
                <a:ea typeface="宋体" panose="02010600030101010101" pitchFamily="2" charset="-122"/>
              </a:rPr>
              <a:t>发送和接收缓冲区</a:t>
            </a:r>
            <a:endParaRPr lang="en-US" altLang="zh-CN" sz="24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5" name="Line 5">
            <a:extLst>
              <a:ext uri="{FF2B5EF4-FFF2-40B4-BE49-F238E27FC236}">
                <a16:creationId xmlns:a16="http://schemas.microsoft.com/office/drawing/2014/main" id="{A43A4C4F-2D60-5778-BEF0-2ED977CDC7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7656" name="Picture 6">
            <a:extLst>
              <a:ext uri="{FF2B5EF4-FFF2-40B4-BE49-F238E27FC236}">
                <a16:creationId xmlns:a16="http://schemas.microsoft.com/office/drawing/2014/main" id="{44E57886-DF27-4A59-4DAA-D0736EB88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3" y="1127125"/>
            <a:ext cx="7888287" cy="458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1">
            <a:extLst>
              <a:ext uri="{FF2B5EF4-FFF2-40B4-BE49-F238E27FC236}">
                <a16:creationId xmlns:a16="http://schemas.microsoft.com/office/drawing/2014/main" id="{6E83DE81-C34A-E22D-5768-ED65BD6957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F77FA937-668C-4EF4-8175-974DC39D9389}" type="slidenum">
              <a:rPr lang="en-US" altLang="zh-CN" sz="2000" baseline="0">
                <a:solidFill>
                  <a:schemeClr val="bg2"/>
                </a:solidFill>
              </a:rPr>
              <a:pPr/>
              <a:t>26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28675" name="灯片编号占位符 1">
            <a:extLst>
              <a:ext uri="{FF2B5EF4-FFF2-40B4-BE49-F238E27FC236}">
                <a16:creationId xmlns:a16="http://schemas.microsoft.com/office/drawing/2014/main" id="{DE464F74-84E4-6950-5E4F-0FBBF12E0D1D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71BEB900-7A35-439D-B552-E9392D7FD9B7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26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8676" name="Line 2">
            <a:extLst>
              <a:ext uri="{FF2B5EF4-FFF2-40B4-BE49-F238E27FC236}">
                <a16:creationId xmlns:a16="http://schemas.microsoft.com/office/drawing/2014/main" id="{2C5A2A76-2FD9-91E3-5D13-930E2BD59D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7" name="Line 3">
            <a:extLst>
              <a:ext uri="{FF2B5EF4-FFF2-40B4-BE49-F238E27FC236}">
                <a16:creationId xmlns:a16="http://schemas.microsoft.com/office/drawing/2014/main" id="{F60B2508-D6E0-902A-56EE-7B42788DCC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8" name="Text Box 4">
            <a:extLst>
              <a:ext uri="{FF2B5EF4-FFF2-40B4-BE49-F238E27FC236}">
                <a16:creationId xmlns:a16="http://schemas.microsoft.com/office/drawing/2014/main" id="{E46CFF30-0C62-1B07-EDFA-02991C86C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2336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23.15  </a:t>
            </a:r>
            <a:r>
              <a:rPr lang="en-US" altLang="zh-CN" sz="2400" baseline="0">
                <a:latin typeface="Times New Roman" panose="02020603050405020304" pitchFamily="18" charset="0"/>
                <a:ea typeface="宋体" panose="02010600030101010101" pitchFamily="2" charset="-122"/>
              </a:rPr>
              <a:t>TCP</a:t>
            </a:r>
            <a:r>
              <a:rPr lang="zh-CN" altLang="en-US" sz="2400" baseline="0">
                <a:latin typeface="Times New Roman" panose="02020603050405020304" pitchFamily="18" charset="0"/>
                <a:ea typeface="宋体" panose="02010600030101010101" pitchFamily="2" charset="-122"/>
              </a:rPr>
              <a:t>段</a:t>
            </a:r>
            <a:endParaRPr lang="en-US" altLang="zh-CN" sz="24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9" name="Line 5">
            <a:extLst>
              <a:ext uri="{FF2B5EF4-FFF2-40B4-BE49-F238E27FC236}">
                <a16:creationId xmlns:a16="http://schemas.microsoft.com/office/drawing/2014/main" id="{B216B526-0981-6F60-DF01-C7588EB90B5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8680" name="Picture 6">
            <a:extLst>
              <a:ext uri="{FF2B5EF4-FFF2-40B4-BE49-F238E27FC236}">
                <a16:creationId xmlns:a16="http://schemas.microsoft.com/office/drawing/2014/main" id="{3818088F-7FEB-DF5A-C315-4A09E2612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3" y="1279525"/>
            <a:ext cx="8428037" cy="458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1">
            <a:extLst>
              <a:ext uri="{FF2B5EF4-FFF2-40B4-BE49-F238E27FC236}">
                <a16:creationId xmlns:a16="http://schemas.microsoft.com/office/drawing/2014/main" id="{7A1A9806-1BF5-614C-9BFC-051689700F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0D544925-12BD-4143-BC72-B74C9F454899}" type="slidenum">
              <a:rPr lang="en-US" altLang="zh-CN" sz="2000" baseline="0">
                <a:solidFill>
                  <a:schemeClr val="bg2"/>
                </a:solidFill>
              </a:rPr>
              <a:pPr/>
              <a:t>27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29699" name="灯片编号占位符 1">
            <a:extLst>
              <a:ext uri="{FF2B5EF4-FFF2-40B4-BE49-F238E27FC236}">
                <a16:creationId xmlns:a16="http://schemas.microsoft.com/office/drawing/2014/main" id="{26624332-6E8A-6212-2735-6512839714CB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B3D40125-46CA-4F59-B0F1-FDEC66EA80E0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27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A1DD9393-90D4-B8A1-9547-BC844BD7B44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9555E138-1161-BD07-A237-C1A6555DE25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2" name="Rectangle 4">
            <a:extLst>
              <a:ext uri="{FF2B5EF4-FFF2-40B4-BE49-F238E27FC236}">
                <a16:creationId xmlns:a16="http://schemas.microsoft.com/office/drawing/2014/main" id="{5F58661A-6A74-9D71-F2AC-668240D6485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3" name="Rectangle 5">
            <a:extLst>
              <a:ext uri="{FF2B5EF4-FFF2-40B4-BE49-F238E27FC236}">
                <a16:creationId xmlns:a16="http://schemas.microsoft.com/office/drawing/2014/main" id="{5190AED4-328C-A1A5-0DB0-51617800736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4" name="Rectangle 6">
            <a:extLst>
              <a:ext uri="{FF2B5EF4-FFF2-40B4-BE49-F238E27FC236}">
                <a16:creationId xmlns:a16="http://schemas.microsoft.com/office/drawing/2014/main" id="{29D921C6-6B35-7860-455D-70BBC10A8D0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5" name="Rectangle 7">
            <a:extLst>
              <a:ext uri="{FF2B5EF4-FFF2-40B4-BE49-F238E27FC236}">
                <a16:creationId xmlns:a16="http://schemas.microsoft.com/office/drawing/2014/main" id="{0FD39133-0BD7-87D9-0D8F-A364DA1EA43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6" name="Rectangle 8">
            <a:extLst>
              <a:ext uri="{FF2B5EF4-FFF2-40B4-BE49-F238E27FC236}">
                <a16:creationId xmlns:a16="http://schemas.microsoft.com/office/drawing/2014/main" id="{08316183-B4A0-58EC-CFCE-147A323F5CB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7" name="Line 9">
            <a:extLst>
              <a:ext uri="{FF2B5EF4-FFF2-40B4-BE49-F238E27FC236}">
                <a16:creationId xmlns:a16="http://schemas.microsoft.com/office/drawing/2014/main" id="{EBCEE5F7-E6A3-015D-6A00-75D18FCE4E9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8" name="Line 10">
            <a:extLst>
              <a:ext uri="{FF2B5EF4-FFF2-40B4-BE49-F238E27FC236}">
                <a16:creationId xmlns:a16="http://schemas.microsoft.com/office/drawing/2014/main" id="{B777DCFA-5A1A-B2F6-73CB-E6C6E7DF7A9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876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9" name="Rectangle 11">
            <a:extLst>
              <a:ext uri="{FF2B5EF4-FFF2-40B4-BE49-F238E27FC236}">
                <a16:creationId xmlns:a16="http://schemas.microsoft.com/office/drawing/2014/main" id="{90B1C7E7-91F4-4F61-A78F-E48B4283F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3200400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ea typeface="宋体" panose="02010600030101010101" pitchFamily="2" charset="-122"/>
              </a:rPr>
              <a:t>在每个连接中传送的字节都由</a:t>
            </a:r>
            <a:r>
              <a:rPr lang="en-US" altLang="zh-CN" baseline="0">
                <a:ea typeface="宋体" panose="02010600030101010101" pitchFamily="2" charset="-122"/>
              </a:rPr>
              <a:t>TCP</a:t>
            </a:r>
            <a:r>
              <a:rPr lang="zh-CN" altLang="en-US" baseline="0">
                <a:ea typeface="宋体" panose="02010600030101010101" pitchFamily="2" charset="-122"/>
              </a:rPr>
              <a:t>编号，序号开始于一个随机产生的数。</a:t>
            </a:r>
            <a:endParaRPr lang="en-US" altLang="zh-CN" baseline="0">
              <a:ea typeface="宋体" panose="02010600030101010101" pitchFamily="2" charset="-122"/>
            </a:endParaRPr>
          </a:p>
        </p:txBody>
      </p:sp>
      <p:grpSp>
        <p:nvGrpSpPr>
          <p:cNvPr id="29710" name="Group 12">
            <a:extLst>
              <a:ext uri="{FF2B5EF4-FFF2-40B4-BE49-F238E27FC236}">
                <a16:creationId xmlns:a16="http://schemas.microsoft.com/office/drawing/2014/main" id="{24A492AA-07DA-13AE-9D43-FDCA65E0736F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29711" name="Picture 13">
              <a:extLst>
                <a:ext uri="{FF2B5EF4-FFF2-40B4-BE49-F238E27FC236}">
                  <a16:creationId xmlns:a16="http://schemas.microsoft.com/office/drawing/2014/main" id="{11B67D90-7665-6260-F2F3-EA99797D44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9712" name="Text Box 14">
              <a:extLst>
                <a:ext uri="{FF2B5EF4-FFF2-40B4-BE49-F238E27FC236}">
                  <a16:creationId xmlns:a16="http://schemas.microsoft.com/office/drawing/2014/main" id="{29FF6C1F-8256-D8B9-C403-2196638E68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1">
            <a:extLst>
              <a:ext uri="{FF2B5EF4-FFF2-40B4-BE49-F238E27FC236}">
                <a16:creationId xmlns:a16="http://schemas.microsoft.com/office/drawing/2014/main" id="{981E48AC-576E-A7E8-35E7-4659F4776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7497E892-62B2-410C-B860-E65C3F4183B7}" type="slidenum">
              <a:rPr lang="en-US" altLang="zh-CN" sz="2000" baseline="0">
                <a:solidFill>
                  <a:schemeClr val="bg2"/>
                </a:solidFill>
              </a:rPr>
              <a:pPr/>
              <a:t>28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30723" name="灯片编号占位符 1">
            <a:extLst>
              <a:ext uri="{FF2B5EF4-FFF2-40B4-BE49-F238E27FC236}">
                <a16:creationId xmlns:a16="http://schemas.microsoft.com/office/drawing/2014/main" id="{F6103F79-7AD6-28E4-0834-BB27C8223C81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862DA97F-4605-4A2A-952C-C230199DA575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28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D47D178F-E1E3-47E6-1957-D901B619BEA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5" name="Rectangle 3">
            <a:extLst>
              <a:ext uri="{FF2B5EF4-FFF2-40B4-BE49-F238E27FC236}">
                <a16:creationId xmlns:a16="http://schemas.microsoft.com/office/drawing/2014/main" id="{D887D0FF-FC66-D9A2-B1C2-CB9BCA0E0F0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6" name="Rectangle 4">
            <a:extLst>
              <a:ext uri="{FF2B5EF4-FFF2-40B4-BE49-F238E27FC236}">
                <a16:creationId xmlns:a16="http://schemas.microsoft.com/office/drawing/2014/main" id="{54DD9A8A-D961-55E5-0B36-1401EA81D60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7" name="Rectangle 5">
            <a:extLst>
              <a:ext uri="{FF2B5EF4-FFF2-40B4-BE49-F238E27FC236}">
                <a16:creationId xmlns:a16="http://schemas.microsoft.com/office/drawing/2014/main" id="{BBA59375-A3E7-F5CA-10D7-038078D6DE3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8" name="Rectangle 6">
            <a:extLst>
              <a:ext uri="{FF2B5EF4-FFF2-40B4-BE49-F238E27FC236}">
                <a16:creationId xmlns:a16="http://schemas.microsoft.com/office/drawing/2014/main" id="{04FCCC88-BFF0-1B9E-12ED-DABCB46F014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9" name="Rectangle 7">
            <a:extLst>
              <a:ext uri="{FF2B5EF4-FFF2-40B4-BE49-F238E27FC236}">
                <a16:creationId xmlns:a16="http://schemas.microsoft.com/office/drawing/2014/main" id="{87C214E0-C953-B9DA-9A87-5940D7A769B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30" name="Rectangle 8">
            <a:extLst>
              <a:ext uri="{FF2B5EF4-FFF2-40B4-BE49-F238E27FC236}">
                <a16:creationId xmlns:a16="http://schemas.microsoft.com/office/drawing/2014/main" id="{40CB2715-C0D3-8A32-F62C-C0FAF7694BF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31" name="Rectangle 9">
            <a:extLst>
              <a:ext uri="{FF2B5EF4-FFF2-40B4-BE49-F238E27FC236}">
                <a16:creationId xmlns:a16="http://schemas.microsoft.com/office/drawing/2014/main" id="{5C9C3F5A-4537-307A-8327-D8CE77A77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523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如下展示了每一个段的序号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30732" name="Text Box 10">
            <a:extLst>
              <a:ext uri="{FF2B5EF4-FFF2-40B4-BE49-F238E27FC236}">
                <a16:creationId xmlns:a16="http://schemas.microsoft.com/office/drawing/2014/main" id="{C453F3B4-0DD6-D5CC-6983-896FEFDA5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15192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 </a:t>
            </a:r>
            <a:r>
              <a:rPr lang="en-US" altLang="zh-CN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23.3</a:t>
            </a:r>
          </a:p>
        </p:txBody>
      </p:sp>
      <p:pic>
        <p:nvPicPr>
          <p:cNvPr id="30733" name="Picture 11">
            <a:extLst>
              <a:ext uri="{FF2B5EF4-FFF2-40B4-BE49-F238E27FC236}">
                <a16:creationId xmlns:a16="http://schemas.microsoft.com/office/drawing/2014/main" id="{48B8936E-FADF-7822-01EA-206459A1B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2724150"/>
            <a:ext cx="8666162" cy="1771650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1">
            <a:extLst>
              <a:ext uri="{FF2B5EF4-FFF2-40B4-BE49-F238E27FC236}">
                <a16:creationId xmlns:a16="http://schemas.microsoft.com/office/drawing/2014/main" id="{67B333A8-6411-E0B7-C692-7B0C7DCB48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DC08E1BF-003B-4F0E-BD6F-31D6424FE8E6}" type="slidenum">
              <a:rPr lang="en-US" altLang="zh-CN" sz="2000" baseline="0">
                <a:solidFill>
                  <a:schemeClr val="bg2"/>
                </a:solidFill>
              </a:rPr>
              <a:pPr/>
              <a:t>29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31747" name="灯片编号占位符 1">
            <a:extLst>
              <a:ext uri="{FF2B5EF4-FFF2-40B4-BE49-F238E27FC236}">
                <a16:creationId xmlns:a16="http://schemas.microsoft.com/office/drawing/2014/main" id="{CB6DCBAF-1B26-825E-CA7D-AD565FCB4994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4EB05475-E017-4D1E-972B-9E0417761911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29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3C2CBA45-3C6D-6A37-17A5-B89E752B0CC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49" name="Rectangle 3">
            <a:extLst>
              <a:ext uri="{FF2B5EF4-FFF2-40B4-BE49-F238E27FC236}">
                <a16:creationId xmlns:a16="http://schemas.microsoft.com/office/drawing/2014/main" id="{9C1A98E2-F6C0-CA25-CA55-585E9629F70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0" name="Rectangle 4">
            <a:extLst>
              <a:ext uri="{FF2B5EF4-FFF2-40B4-BE49-F238E27FC236}">
                <a16:creationId xmlns:a16="http://schemas.microsoft.com/office/drawing/2014/main" id="{D2A9919C-A7D9-A2D8-CA7B-81A19502E59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1" name="Rectangle 5">
            <a:extLst>
              <a:ext uri="{FF2B5EF4-FFF2-40B4-BE49-F238E27FC236}">
                <a16:creationId xmlns:a16="http://schemas.microsoft.com/office/drawing/2014/main" id="{96CC445C-0992-F0D1-D0B1-AF1B71FA866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2" name="Rectangle 6">
            <a:extLst>
              <a:ext uri="{FF2B5EF4-FFF2-40B4-BE49-F238E27FC236}">
                <a16:creationId xmlns:a16="http://schemas.microsoft.com/office/drawing/2014/main" id="{046FB407-C64C-CFE3-E65A-8BDE770074D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3" name="Rectangle 7">
            <a:extLst>
              <a:ext uri="{FF2B5EF4-FFF2-40B4-BE49-F238E27FC236}">
                <a16:creationId xmlns:a16="http://schemas.microsoft.com/office/drawing/2014/main" id="{B23A0365-8554-E87F-93D5-B0753839122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4" name="Rectangle 8">
            <a:extLst>
              <a:ext uri="{FF2B5EF4-FFF2-40B4-BE49-F238E27FC236}">
                <a16:creationId xmlns:a16="http://schemas.microsoft.com/office/drawing/2014/main" id="{101D26E1-83E2-861A-20A9-C4F12122FEA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5" name="Line 9">
            <a:extLst>
              <a:ext uri="{FF2B5EF4-FFF2-40B4-BE49-F238E27FC236}">
                <a16:creationId xmlns:a16="http://schemas.microsoft.com/office/drawing/2014/main" id="{EA9FF3AE-9805-FDD4-87AF-0E5421A28D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362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6" name="Line 10">
            <a:extLst>
              <a:ext uri="{FF2B5EF4-FFF2-40B4-BE49-F238E27FC236}">
                <a16:creationId xmlns:a16="http://schemas.microsoft.com/office/drawing/2014/main" id="{F8FA8B60-5FBC-66C0-A4A7-063314F952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572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7" name="Rectangle 11">
            <a:extLst>
              <a:ext uri="{FF2B5EF4-FFF2-40B4-BE49-F238E27FC236}">
                <a16:creationId xmlns:a16="http://schemas.microsoft.com/office/drawing/2014/main" id="{E183FF36-BD17-22C5-4F94-216E59869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4288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baseline="0">
                <a:ea typeface="宋体" panose="02010600030101010101" pitchFamily="2" charset="-122"/>
              </a:rPr>
              <a:t>一个段的序号字段的值定义为该段包含的第一个字节的序号。</a:t>
            </a:r>
            <a:endParaRPr lang="en-US" altLang="zh-CN" baseline="0">
              <a:ea typeface="宋体" panose="02010600030101010101" pitchFamily="2" charset="-122"/>
            </a:endParaRPr>
          </a:p>
        </p:txBody>
      </p:sp>
      <p:grpSp>
        <p:nvGrpSpPr>
          <p:cNvPr id="31758" name="Group 12">
            <a:extLst>
              <a:ext uri="{FF2B5EF4-FFF2-40B4-BE49-F238E27FC236}">
                <a16:creationId xmlns:a16="http://schemas.microsoft.com/office/drawing/2014/main" id="{BEC409D5-9E93-1DE4-CD9C-4A2F21D3AC35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676400"/>
            <a:ext cx="1143000" cy="566738"/>
            <a:chOff x="1200" y="1248"/>
            <a:chExt cx="720" cy="357"/>
          </a:xfrm>
        </p:grpSpPr>
        <p:pic>
          <p:nvPicPr>
            <p:cNvPr id="31759" name="Picture 13">
              <a:extLst>
                <a:ext uri="{FF2B5EF4-FFF2-40B4-BE49-F238E27FC236}">
                  <a16:creationId xmlns:a16="http://schemas.microsoft.com/office/drawing/2014/main" id="{BA4424C7-F0E5-D9F2-EFDD-44768F9DB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1760" name="Text Box 14">
              <a:extLst>
                <a:ext uri="{FF2B5EF4-FFF2-40B4-BE49-F238E27FC236}">
                  <a16:creationId xmlns:a16="http://schemas.microsoft.com/office/drawing/2014/main" id="{BB9BE38E-A0AE-3BDC-9743-7B46E64B9D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1">
            <a:extLst>
              <a:ext uri="{FF2B5EF4-FFF2-40B4-BE49-F238E27FC236}">
                <a16:creationId xmlns:a16="http://schemas.microsoft.com/office/drawing/2014/main" id="{336BE624-26D1-ED32-54AC-948BCC5448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E72B88E8-2C85-436D-934A-8174F2E7BA3C}" type="slidenum">
              <a:rPr lang="en-US" altLang="zh-CN" sz="2000" baseline="0">
                <a:solidFill>
                  <a:schemeClr val="bg2"/>
                </a:solidFill>
              </a:rPr>
              <a:pPr/>
              <a:t>30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32771" name="灯片编号占位符 1">
            <a:extLst>
              <a:ext uri="{FF2B5EF4-FFF2-40B4-BE49-F238E27FC236}">
                <a16:creationId xmlns:a16="http://schemas.microsoft.com/office/drawing/2014/main" id="{D58CDFED-000A-BBB9-C32A-36810EC79CC7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E2211392-8605-46B1-96F5-748B6A5FB4AC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30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A6B2CDC7-0261-82E2-E464-B5ED01D81C0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4A72A5A9-1E24-88C1-21CD-5CAEC5028A8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4" name="Rectangle 4">
            <a:extLst>
              <a:ext uri="{FF2B5EF4-FFF2-40B4-BE49-F238E27FC236}">
                <a16:creationId xmlns:a16="http://schemas.microsoft.com/office/drawing/2014/main" id="{4961BF81-8EDF-CEC8-E7D8-AB14DA68793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5" name="Rectangle 5">
            <a:extLst>
              <a:ext uri="{FF2B5EF4-FFF2-40B4-BE49-F238E27FC236}">
                <a16:creationId xmlns:a16="http://schemas.microsoft.com/office/drawing/2014/main" id="{9D924FDE-E3C2-4F1F-C0C0-171D4EFD3BD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6" name="Rectangle 6">
            <a:extLst>
              <a:ext uri="{FF2B5EF4-FFF2-40B4-BE49-F238E27FC236}">
                <a16:creationId xmlns:a16="http://schemas.microsoft.com/office/drawing/2014/main" id="{3152BE72-2F9B-B1F8-626C-A8C5C1942DB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7" name="Rectangle 7">
            <a:extLst>
              <a:ext uri="{FF2B5EF4-FFF2-40B4-BE49-F238E27FC236}">
                <a16:creationId xmlns:a16="http://schemas.microsoft.com/office/drawing/2014/main" id="{2B3B2E87-5043-059E-2FDC-7633B139259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8" name="Rectangle 8">
            <a:extLst>
              <a:ext uri="{FF2B5EF4-FFF2-40B4-BE49-F238E27FC236}">
                <a16:creationId xmlns:a16="http://schemas.microsoft.com/office/drawing/2014/main" id="{BABDE49E-30A8-5989-6C3A-00657A7356D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9" name="Line 9">
            <a:extLst>
              <a:ext uri="{FF2B5EF4-FFF2-40B4-BE49-F238E27FC236}">
                <a16:creationId xmlns:a16="http://schemas.microsoft.com/office/drawing/2014/main" id="{2B85A4D4-2118-1957-72B9-6C44272EE0E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600" y="2286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0" name="Line 10">
            <a:extLst>
              <a:ext uri="{FF2B5EF4-FFF2-40B4-BE49-F238E27FC236}">
                <a16:creationId xmlns:a16="http://schemas.microsoft.com/office/drawing/2014/main" id="{D2FDCECB-40B4-D7B7-A296-3EC4A1F9E7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600" y="4724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1" name="Rectangle 11">
            <a:extLst>
              <a:ext uri="{FF2B5EF4-FFF2-40B4-BE49-F238E27FC236}">
                <a16:creationId xmlns:a16="http://schemas.microsoft.com/office/drawing/2014/main" id="{372F939B-95EF-E372-D23D-7AD75761E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" y="2971800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ea typeface="宋体" panose="02010600030101010101" pitchFamily="2" charset="-122"/>
              </a:rPr>
              <a:t>段中确认字段的值定义了通信一方预期接收的下一个字节的编号。确认号是累加的。</a:t>
            </a:r>
            <a:endParaRPr lang="en-US" altLang="zh-CN" baseline="0">
              <a:ea typeface="宋体" panose="02010600030101010101" pitchFamily="2" charset="-122"/>
            </a:endParaRPr>
          </a:p>
        </p:txBody>
      </p:sp>
      <p:grpSp>
        <p:nvGrpSpPr>
          <p:cNvPr id="32782" name="Group 12">
            <a:extLst>
              <a:ext uri="{FF2B5EF4-FFF2-40B4-BE49-F238E27FC236}">
                <a16:creationId xmlns:a16="http://schemas.microsoft.com/office/drawing/2014/main" id="{F15300FC-257C-49EF-2EB1-365CABB5F46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219200"/>
            <a:ext cx="1143000" cy="566738"/>
            <a:chOff x="1200" y="1248"/>
            <a:chExt cx="720" cy="357"/>
          </a:xfrm>
        </p:grpSpPr>
        <p:pic>
          <p:nvPicPr>
            <p:cNvPr id="32783" name="Picture 13">
              <a:extLst>
                <a:ext uri="{FF2B5EF4-FFF2-40B4-BE49-F238E27FC236}">
                  <a16:creationId xmlns:a16="http://schemas.microsoft.com/office/drawing/2014/main" id="{B4B3A776-24DD-E5F7-2F14-C70E79B64A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2784" name="Text Box 14">
              <a:extLst>
                <a:ext uri="{FF2B5EF4-FFF2-40B4-BE49-F238E27FC236}">
                  <a16:creationId xmlns:a16="http://schemas.microsoft.com/office/drawing/2014/main" id="{80F2EA78-62BC-FE50-A55F-FC051B9C31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1">
            <a:extLst>
              <a:ext uri="{FF2B5EF4-FFF2-40B4-BE49-F238E27FC236}">
                <a16:creationId xmlns:a16="http://schemas.microsoft.com/office/drawing/2014/main" id="{93A8A778-BAAC-FEB8-8255-51F163CE60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F534D5F0-C4B5-4EF6-8585-5660F1217895}" type="slidenum">
              <a:rPr lang="en-US" altLang="zh-CN" sz="2000" baseline="0">
                <a:solidFill>
                  <a:schemeClr val="bg2"/>
                </a:solidFill>
              </a:rPr>
              <a:pPr/>
              <a:t>31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33795" name="灯片编号占位符 1">
            <a:extLst>
              <a:ext uri="{FF2B5EF4-FFF2-40B4-BE49-F238E27FC236}">
                <a16:creationId xmlns:a16="http://schemas.microsoft.com/office/drawing/2014/main" id="{45035199-3563-1436-4E05-91134BD03F79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6E0DF79A-32EF-43C2-8BC1-C5C8770386FD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31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3796" name="灯片编号占位符 1">
            <a:extLst>
              <a:ext uri="{FF2B5EF4-FFF2-40B4-BE49-F238E27FC236}">
                <a16:creationId xmlns:a16="http://schemas.microsoft.com/office/drawing/2014/main" id="{807C3ADD-6D08-0049-2C20-31DE5A8EDCBB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95447F00-628B-46DE-BBD2-1B96B9B7191C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31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3797" name="Line 2">
            <a:extLst>
              <a:ext uri="{FF2B5EF4-FFF2-40B4-BE49-F238E27FC236}">
                <a16:creationId xmlns:a16="http://schemas.microsoft.com/office/drawing/2014/main" id="{05B91150-8F02-8C47-872F-BB904BF90C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8" name="Line 3">
            <a:extLst>
              <a:ext uri="{FF2B5EF4-FFF2-40B4-BE49-F238E27FC236}">
                <a16:creationId xmlns:a16="http://schemas.microsoft.com/office/drawing/2014/main" id="{8DAAF39B-2D56-731C-D7AD-8D20874491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9" name="Text Box 4">
            <a:extLst>
              <a:ext uri="{FF2B5EF4-FFF2-40B4-BE49-F238E27FC236}">
                <a16:creationId xmlns:a16="http://schemas.microsoft.com/office/drawing/2014/main" id="{9F5488DA-49B1-F197-C71C-A7835FAA4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29559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23.16  </a:t>
            </a:r>
            <a:r>
              <a:rPr lang="en-US" altLang="zh-CN" sz="2400" baseline="0">
                <a:latin typeface="Times New Roman" panose="02020603050405020304" pitchFamily="18" charset="0"/>
                <a:ea typeface="宋体" panose="02010600030101010101" pitchFamily="2" charset="-122"/>
              </a:rPr>
              <a:t>TCP</a:t>
            </a:r>
            <a:r>
              <a:rPr lang="zh-CN" altLang="en-US" sz="2400" baseline="0">
                <a:latin typeface="Times New Roman" panose="02020603050405020304" pitchFamily="18" charset="0"/>
                <a:ea typeface="宋体" panose="02010600030101010101" pitchFamily="2" charset="-122"/>
              </a:rPr>
              <a:t>段格式</a:t>
            </a:r>
            <a:endParaRPr lang="en-US" altLang="zh-CN" sz="24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800" name="Line 5">
            <a:extLst>
              <a:ext uri="{FF2B5EF4-FFF2-40B4-BE49-F238E27FC236}">
                <a16:creationId xmlns:a16="http://schemas.microsoft.com/office/drawing/2014/main" id="{77C66A72-F75D-3BF0-BD6C-F00B903D31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3801" name="Picture 6">
            <a:extLst>
              <a:ext uri="{FF2B5EF4-FFF2-40B4-BE49-F238E27FC236}">
                <a16:creationId xmlns:a16="http://schemas.microsoft.com/office/drawing/2014/main" id="{9D9A5E20-35D1-603D-E7D4-147BFC0ED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43000"/>
            <a:ext cx="8775700" cy="4956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1">
            <a:extLst>
              <a:ext uri="{FF2B5EF4-FFF2-40B4-BE49-F238E27FC236}">
                <a16:creationId xmlns:a16="http://schemas.microsoft.com/office/drawing/2014/main" id="{A848BD9F-CFCF-43B2-655A-BAD57B7A37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6C0E857C-B8A5-4301-9DC5-C7F25E1FDFAD}" type="slidenum">
              <a:rPr lang="en-US" altLang="zh-CN" sz="2000" baseline="0">
                <a:solidFill>
                  <a:schemeClr val="bg2"/>
                </a:solidFill>
              </a:rPr>
              <a:pPr/>
              <a:t>32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34819" name="灯片编号占位符 1">
            <a:extLst>
              <a:ext uri="{FF2B5EF4-FFF2-40B4-BE49-F238E27FC236}">
                <a16:creationId xmlns:a16="http://schemas.microsoft.com/office/drawing/2014/main" id="{BB5D3B06-21F7-0051-EFED-D23AEA343CB8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B160CD8E-8C71-449F-B934-D8F921498406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32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4820" name="Line 2">
            <a:extLst>
              <a:ext uri="{FF2B5EF4-FFF2-40B4-BE49-F238E27FC236}">
                <a16:creationId xmlns:a16="http://schemas.microsoft.com/office/drawing/2014/main" id="{74766EC2-C666-9EDD-403E-115CEE4AAD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1" name="Line 3">
            <a:extLst>
              <a:ext uri="{FF2B5EF4-FFF2-40B4-BE49-F238E27FC236}">
                <a16:creationId xmlns:a16="http://schemas.microsoft.com/office/drawing/2014/main" id="{8FAB6922-D267-24AF-5854-83F74E2EF4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2" name="Text Box 4">
            <a:extLst>
              <a:ext uri="{FF2B5EF4-FFF2-40B4-BE49-F238E27FC236}">
                <a16:creationId xmlns:a16="http://schemas.microsoft.com/office/drawing/2014/main" id="{AC8315F2-51B9-D86C-E439-6178345F6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26543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23.17  </a:t>
            </a:r>
            <a:r>
              <a:rPr lang="zh-CN" altLang="en-US" sz="2400" baseline="0">
                <a:latin typeface="Times New Roman" panose="02020603050405020304" pitchFamily="18" charset="0"/>
                <a:ea typeface="宋体" panose="02010600030101010101" pitchFamily="2" charset="-122"/>
              </a:rPr>
              <a:t>控制字段</a:t>
            </a:r>
            <a:endParaRPr lang="en-US" altLang="zh-CN" sz="24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23" name="Line 5">
            <a:extLst>
              <a:ext uri="{FF2B5EF4-FFF2-40B4-BE49-F238E27FC236}">
                <a16:creationId xmlns:a16="http://schemas.microsoft.com/office/drawing/2014/main" id="{BA97CE84-592E-0F18-4FC0-F1FB72D016C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4824" name="Picture 6">
            <a:extLst>
              <a:ext uri="{FF2B5EF4-FFF2-40B4-BE49-F238E27FC236}">
                <a16:creationId xmlns:a16="http://schemas.microsoft.com/office/drawing/2014/main" id="{EF83819E-55E2-E669-DA22-73E708549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2471738"/>
            <a:ext cx="8483600" cy="179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1">
            <a:extLst>
              <a:ext uri="{FF2B5EF4-FFF2-40B4-BE49-F238E27FC236}">
                <a16:creationId xmlns:a16="http://schemas.microsoft.com/office/drawing/2014/main" id="{C5E1A282-B228-2ED6-8AF8-4E8D5B686E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988740B1-E597-4EA0-BE03-DD3B130CA575}" type="slidenum">
              <a:rPr lang="en-US" altLang="zh-CN" sz="2000" baseline="0">
                <a:solidFill>
                  <a:schemeClr val="bg2"/>
                </a:solidFill>
              </a:rPr>
              <a:pPr/>
              <a:t>33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35843" name="灯片编号占位符 1">
            <a:extLst>
              <a:ext uri="{FF2B5EF4-FFF2-40B4-BE49-F238E27FC236}">
                <a16:creationId xmlns:a16="http://schemas.microsoft.com/office/drawing/2014/main" id="{6B660339-99F7-935F-544F-662E0244C226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9CFC8F09-1E09-4303-8BFF-E734E3AC19F8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33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5844" name="Text Box 2">
            <a:extLst>
              <a:ext uri="{FF2B5EF4-FFF2-40B4-BE49-F238E27FC236}">
                <a16:creationId xmlns:a16="http://schemas.microsoft.com/office/drawing/2014/main" id="{2E969DB8-5AB7-C265-5D96-E26330C9F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14400"/>
            <a:ext cx="39703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23.3 </a:t>
            </a:r>
            <a:r>
              <a:rPr lang="zh-CN" altLang="en-US" sz="2400" baseline="0">
                <a:latin typeface="Times New Roman" panose="02020603050405020304" pitchFamily="18" charset="0"/>
                <a:ea typeface="宋体" panose="02010600030101010101" pitchFamily="2" charset="-122"/>
              </a:rPr>
              <a:t>控制字段的标志描述</a:t>
            </a:r>
            <a:endParaRPr lang="en-US" altLang="zh-CN" sz="2000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5845" name="Picture 4">
            <a:extLst>
              <a:ext uri="{FF2B5EF4-FFF2-40B4-BE49-F238E27FC236}">
                <a16:creationId xmlns:a16="http://schemas.microsoft.com/office/drawing/2014/main" id="{FAB3A8C7-F830-A90E-7538-5D1289FCF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31913"/>
            <a:ext cx="7010400" cy="3392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1">
            <a:extLst>
              <a:ext uri="{FF2B5EF4-FFF2-40B4-BE49-F238E27FC236}">
                <a16:creationId xmlns:a16="http://schemas.microsoft.com/office/drawing/2014/main" id="{09925D59-582C-CB34-C61C-BDCBBCB33D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2B3EB2E7-9322-4189-86B1-D0A7EF301DA0}" type="slidenum">
              <a:rPr lang="en-US" altLang="zh-CN" sz="2000" baseline="0">
                <a:solidFill>
                  <a:schemeClr val="bg2"/>
                </a:solidFill>
              </a:rPr>
              <a:pPr/>
              <a:t>34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36867" name="灯片编号占位符 1">
            <a:extLst>
              <a:ext uri="{FF2B5EF4-FFF2-40B4-BE49-F238E27FC236}">
                <a16:creationId xmlns:a16="http://schemas.microsoft.com/office/drawing/2014/main" id="{8ADBFA7E-3CC8-B145-4AFB-F25462369A9B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D6B2C928-92E7-4F60-8C3E-EF7195A6B5AA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34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6868" name="Line 2">
            <a:extLst>
              <a:ext uri="{FF2B5EF4-FFF2-40B4-BE49-F238E27FC236}">
                <a16:creationId xmlns:a16="http://schemas.microsoft.com/office/drawing/2014/main" id="{0D4123F0-3CD0-BB25-3A44-DCEA0C8BF0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9" name="Line 3">
            <a:extLst>
              <a:ext uri="{FF2B5EF4-FFF2-40B4-BE49-F238E27FC236}">
                <a16:creationId xmlns:a16="http://schemas.microsoft.com/office/drawing/2014/main" id="{B434331B-C8D8-D3DE-6653-20AF6568BA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0" name="Text Box 4">
            <a:extLst>
              <a:ext uri="{FF2B5EF4-FFF2-40B4-BE49-F238E27FC236}">
                <a16:creationId xmlns:a16="http://schemas.microsoft.com/office/drawing/2014/main" id="{B11C5AF7-FDCC-6534-8222-742447742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5878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23.18  </a:t>
            </a:r>
            <a:r>
              <a:rPr lang="zh-CN" altLang="en-US" sz="2400" baseline="0">
                <a:latin typeface="Times New Roman" panose="02020603050405020304" pitchFamily="18" charset="0"/>
                <a:ea typeface="宋体" panose="02010600030101010101" pitchFamily="2" charset="-122"/>
              </a:rPr>
              <a:t>使用三次握手建立连接</a:t>
            </a:r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000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71" name="Line 5">
            <a:extLst>
              <a:ext uri="{FF2B5EF4-FFF2-40B4-BE49-F238E27FC236}">
                <a16:creationId xmlns:a16="http://schemas.microsoft.com/office/drawing/2014/main" id="{6F1428B6-3894-8872-0D8F-7A046FDCB1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6872" name="Picture 6">
            <a:extLst>
              <a:ext uri="{FF2B5EF4-FFF2-40B4-BE49-F238E27FC236}">
                <a16:creationId xmlns:a16="http://schemas.microsoft.com/office/drawing/2014/main" id="{EE380470-A978-A5A4-3C97-ED6A3C9D8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138" y="1143000"/>
            <a:ext cx="6672262" cy="475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1">
            <a:extLst>
              <a:ext uri="{FF2B5EF4-FFF2-40B4-BE49-F238E27FC236}">
                <a16:creationId xmlns:a16="http://schemas.microsoft.com/office/drawing/2014/main" id="{F0EC0701-8B33-5537-EDD3-C13A6DB682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D77C45F8-46C4-440E-A34C-C5AFFF1FE2C0}" type="slidenum">
              <a:rPr lang="en-US" altLang="zh-CN" sz="2000" baseline="0">
                <a:solidFill>
                  <a:schemeClr val="bg2"/>
                </a:solidFill>
              </a:rPr>
              <a:pPr/>
              <a:t>35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37891" name="灯片编号占位符 1">
            <a:extLst>
              <a:ext uri="{FF2B5EF4-FFF2-40B4-BE49-F238E27FC236}">
                <a16:creationId xmlns:a16="http://schemas.microsoft.com/office/drawing/2014/main" id="{7A4B3902-0B1C-6BF1-1286-1B44BC99251E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DEDCDDD1-2180-470D-BB81-20B9D8C78824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35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E5FEA9E9-055B-9B36-ED70-2D9443118A8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3" name="Rectangle 3">
            <a:extLst>
              <a:ext uri="{FF2B5EF4-FFF2-40B4-BE49-F238E27FC236}">
                <a16:creationId xmlns:a16="http://schemas.microsoft.com/office/drawing/2014/main" id="{2C46A21E-77BD-4BB8-7086-0B5D1E212FF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4" name="Rectangle 4">
            <a:extLst>
              <a:ext uri="{FF2B5EF4-FFF2-40B4-BE49-F238E27FC236}">
                <a16:creationId xmlns:a16="http://schemas.microsoft.com/office/drawing/2014/main" id="{BD47E848-8591-F942-3643-027574B590F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5" name="Rectangle 5">
            <a:extLst>
              <a:ext uri="{FF2B5EF4-FFF2-40B4-BE49-F238E27FC236}">
                <a16:creationId xmlns:a16="http://schemas.microsoft.com/office/drawing/2014/main" id="{F4D1736C-A413-EDC1-0D75-858625B3105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6" name="Rectangle 6">
            <a:extLst>
              <a:ext uri="{FF2B5EF4-FFF2-40B4-BE49-F238E27FC236}">
                <a16:creationId xmlns:a16="http://schemas.microsoft.com/office/drawing/2014/main" id="{9A6F0FE0-D5EA-AF7B-B465-04BF24757CB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7" name="Rectangle 7">
            <a:extLst>
              <a:ext uri="{FF2B5EF4-FFF2-40B4-BE49-F238E27FC236}">
                <a16:creationId xmlns:a16="http://schemas.microsoft.com/office/drawing/2014/main" id="{4F1E88FC-C85E-0278-2738-5E86ACA4816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8" name="Rectangle 8">
            <a:extLst>
              <a:ext uri="{FF2B5EF4-FFF2-40B4-BE49-F238E27FC236}">
                <a16:creationId xmlns:a16="http://schemas.microsoft.com/office/drawing/2014/main" id="{58713AEF-DB9E-D6C4-E9BF-3A539EB536B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9" name="Line 9">
            <a:extLst>
              <a:ext uri="{FF2B5EF4-FFF2-40B4-BE49-F238E27FC236}">
                <a16:creationId xmlns:a16="http://schemas.microsoft.com/office/drawing/2014/main" id="{FCE42F0C-6585-A580-3561-BC782E74A5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0" name="Line 10">
            <a:extLst>
              <a:ext uri="{FF2B5EF4-FFF2-40B4-BE49-F238E27FC236}">
                <a16:creationId xmlns:a16="http://schemas.microsoft.com/office/drawing/2014/main" id="{0997857A-D23D-F7EB-7197-C7A6EB369A2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1" name="Rectangle 11">
            <a:extLst>
              <a:ext uri="{FF2B5EF4-FFF2-40B4-BE49-F238E27FC236}">
                <a16:creationId xmlns:a16="http://schemas.microsoft.com/office/drawing/2014/main" id="{64542066-448F-4B93-8D4F-F54BC0A0B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38" y="3013075"/>
            <a:ext cx="8077200" cy="58578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aseline="0">
                <a:ea typeface="宋体" panose="02010600030101010101" pitchFamily="2" charset="-122"/>
              </a:rPr>
              <a:t>SYN</a:t>
            </a:r>
            <a:r>
              <a:rPr lang="zh-CN" altLang="en-US" baseline="0">
                <a:ea typeface="宋体" panose="02010600030101010101" pitchFamily="2" charset="-122"/>
              </a:rPr>
              <a:t>段不携带数据，但它占用一个序列号。</a:t>
            </a:r>
            <a:endParaRPr lang="en-US" altLang="zh-CN" baseline="0">
              <a:ea typeface="宋体" panose="02010600030101010101" pitchFamily="2" charset="-122"/>
            </a:endParaRPr>
          </a:p>
        </p:txBody>
      </p:sp>
      <p:grpSp>
        <p:nvGrpSpPr>
          <p:cNvPr id="37902" name="Group 12">
            <a:extLst>
              <a:ext uri="{FF2B5EF4-FFF2-40B4-BE49-F238E27FC236}">
                <a16:creationId xmlns:a16="http://schemas.microsoft.com/office/drawing/2014/main" id="{9300B76A-DC44-17DE-1C40-8E4A32FF03EF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37903" name="Picture 13">
              <a:extLst>
                <a:ext uri="{FF2B5EF4-FFF2-40B4-BE49-F238E27FC236}">
                  <a16:creationId xmlns:a16="http://schemas.microsoft.com/office/drawing/2014/main" id="{309C7647-5F9D-3F1C-261D-D11E69993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7904" name="Text Box 14">
              <a:extLst>
                <a:ext uri="{FF2B5EF4-FFF2-40B4-BE49-F238E27FC236}">
                  <a16:creationId xmlns:a16="http://schemas.microsoft.com/office/drawing/2014/main" id="{E2342470-2B2E-4316-4AF1-A5014580BC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1">
            <a:extLst>
              <a:ext uri="{FF2B5EF4-FFF2-40B4-BE49-F238E27FC236}">
                <a16:creationId xmlns:a16="http://schemas.microsoft.com/office/drawing/2014/main" id="{0A2E3B48-F64F-5A5E-0EB4-49A329F0C8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4FF83DF2-205A-44D2-8399-A355F7539235}" type="slidenum">
              <a:rPr lang="en-US" altLang="zh-CN" sz="2000" baseline="0">
                <a:solidFill>
                  <a:schemeClr val="bg2"/>
                </a:solidFill>
              </a:rPr>
              <a:pPr/>
              <a:t>36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8E61A45B-A69F-2A8F-4C3C-EA366DF914B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5E926913-B696-91A6-EBFB-D29296148A7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17" name="Rectangle 4">
            <a:extLst>
              <a:ext uri="{FF2B5EF4-FFF2-40B4-BE49-F238E27FC236}">
                <a16:creationId xmlns:a16="http://schemas.microsoft.com/office/drawing/2014/main" id="{7A2C5F14-9CCC-7FD5-88B1-4D083A5819E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18" name="Rectangle 5">
            <a:extLst>
              <a:ext uri="{FF2B5EF4-FFF2-40B4-BE49-F238E27FC236}">
                <a16:creationId xmlns:a16="http://schemas.microsoft.com/office/drawing/2014/main" id="{50D4F113-0ABE-40FE-09D8-B226DB5146A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19" name="Rectangle 6">
            <a:extLst>
              <a:ext uri="{FF2B5EF4-FFF2-40B4-BE49-F238E27FC236}">
                <a16:creationId xmlns:a16="http://schemas.microsoft.com/office/drawing/2014/main" id="{0F8C0275-2DC4-6EFF-E952-25529DFAC4D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20" name="Rectangle 7">
            <a:extLst>
              <a:ext uri="{FF2B5EF4-FFF2-40B4-BE49-F238E27FC236}">
                <a16:creationId xmlns:a16="http://schemas.microsoft.com/office/drawing/2014/main" id="{DB5D2A6A-9365-1855-8B8A-E4902F50883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21" name="Rectangle 8">
            <a:extLst>
              <a:ext uri="{FF2B5EF4-FFF2-40B4-BE49-F238E27FC236}">
                <a16:creationId xmlns:a16="http://schemas.microsoft.com/office/drawing/2014/main" id="{07F130A4-CD2C-0AA5-D98B-1EB24CD8C3C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22" name="Line 9">
            <a:extLst>
              <a:ext uri="{FF2B5EF4-FFF2-40B4-BE49-F238E27FC236}">
                <a16:creationId xmlns:a16="http://schemas.microsoft.com/office/drawing/2014/main" id="{B7BE1EAC-926C-DA60-3449-51EC4427CF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3" name="Line 10">
            <a:extLst>
              <a:ext uri="{FF2B5EF4-FFF2-40B4-BE49-F238E27FC236}">
                <a16:creationId xmlns:a16="http://schemas.microsoft.com/office/drawing/2014/main" id="{FDFE1383-B43A-CD7E-A643-B38F00F85A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4" name="Rectangle 11">
            <a:extLst>
              <a:ext uri="{FF2B5EF4-FFF2-40B4-BE49-F238E27FC236}">
                <a16:creationId xmlns:a16="http://schemas.microsoft.com/office/drawing/2014/main" id="{1754CA1C-1407-E4BD-E6E2-D534EF682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048000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aseline="0">
                <a:ea typeface="宋体" panose="02010600030101010101" pitchFamily="2" charset="-122"/>
              </a:rPr>
              <a:t> </a:t>
            </a:r>
            <a:r>
              <a:rPr lang="en-US" altLang="zh-CN" sz="2800" baseline="0">
                <a:ea typeface="宋体" panose="02010600030101010101" pitchFamily="2" charset="-122"/>
              </a:rPr>
              <a:t>SYN + ACK </a:t>
            </a:r>
            <a:r>
              <a:rPr lang="zh-CN" altLang="en-US" sz="2800" baseline="0">
                <a:ea typeface="宋体" panose="02010600030101010101" pitchFamily="2" charset="-122"/>
              </a:rPr>
              <a:t>段不携带数据，但它占用一个序列号</a:t>
            </a:r>
            <a:r>
              <a:rPr lang="en-US" altLang="zh-CN" sz="2800" baseline="0">
                <a:ea typeface="宋体" panose="02010600030101010101" pitchFamily="2" charset="-122"/>
              </a:rPr>
              <a:t> </a:t>
            </a:r>
            <a:br>
              <a:rPr lang="en-US" altLang="zh-CN" baseline="0">
                <a:ea typeface="宋体" panose="02010600030101010101" pitchFamily="2" charset="-122"/>
              </a:rPr>
            </a:br>
            <a:endParaRPr lang="en-US" altLang="zh-CN" baseline="0">
              <a:ea typeface="宋体" panose="02010600030101010101" pitchFamily="2" charset="-122"/>
            </a:endParaRPr>
          </a:p>
        </p:txBody>
      </p:sp>
      <p:grpSp>
        <p:nvGrpSpPr>
          <p:cNvPr id="38925" name="Group 12">
            <a:extLst>
              <a:ext uri="{FF2B5EF4-FFF2-40B4-BE49-F238E27FC236}">
                <a16:creationId xmlns:a16="http://schemas.microsoft.com/office/drawing/2014/main" id="{8EE57ABF-2AE4-F534-C5D4-384448431A7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38926" name="Picture 13">
              <a:extLst>
                <a:ext uri="{FF2B5EF4-FFF2-40B4-BE49-F238E27FC236}">
                  <a16:creationId xmlns:a16="http://schemas.microsoft.com/office/drawing/2014/main" id="{67819382-CD6A-9E3C-7EE9-3FA6015281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8927" name="Text Box 14">
              <a:extLst>
                <a:ext uri="{FF2B5EF4-FFF2-40B4-BE49-F238E27FC236}">
                  <a16:creationId xmlns:a16="http://schemas.microsoft.com/office/drawing/2014/main" id="{2A6BC286-976B-21DB-2064-8E38200F81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1">
            <a:extLst>
              <a:ext uri="{FF2B5EF4-FFF2-40B4-BE49-F238E27FC236}">
                <a16:creationId xmlns:a16="http://schemas.microsoft.com/office/drawing/2014/main" id="{D6B7796D-EF05-4D88-0E91-C78A22EDB2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0ABEB32A-C3E8-4153-BBB2-AE35EE09757B}" type="slidenum">
              <a:rPr lang="en-US" altLang="zh-CN" sz="2000" baseline="0">
                <a:solidFill>
                  <a:schemeClr val="bg2"/>
                </a:solidFill>
              </a:rPr>
              <a:pPr/>
              <a:t>37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39939" name="灯片编号占位符 1">
            <a:extLst>
              <a:ext uri="{FF2B5EF4-FFF2-40B4-BE49-F238E27FC236}">
                <a16:creationId xmlns:a16="http://schemas.microsoft.com/office/drawing/2014/main" id="{52296B18-F796-8D07-A472-CDA9B18901F1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A5A82602-0AB8-420F-BA11-2F25D96AC078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37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9940" name="Rectangle 2">
            <a:extLst>
              <a:ext uri="{FF2B5EF4-FFF2-40B4-BE49-F238E27FC236}">
                <a16:creationId xmlns:a16="http://schemas.microsoft.com/office/drawing/2014/main" id="{C953C9E9-C1D2-CD26-1400-4B3D3BAA14E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1" name="Rectangle 3">
            <a:extLst>
              <a:ext uri="{FF2B5EF4-FFF2-40B4-BE49-F238E27FC236}">
                <a16:creationId xmlns:a16="http://schemas.microsoft.com/office/drawing/2014/main" id="{E8F54754-637D-206B-48FF-145E1CDFE2C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2" name="Rectangle 4">
            <a:extLst>
              <a:ext uri="{FF2B5EF4-FFF2-40B4-BE49-F238E27FC236}">
                <a16:creationId xmlns:a16="http://schemas.microsoft.com/office/drawing/2014/main" id="{21DC2DC8-68B8-0842-883D-8A702DB12F0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3" name="Rectangle 5">
            <a:extLst>
              <a:ext uri="{FF2B5EF4-FFF2-40B4-BE49-F238E27FC236}">
                <a16:creationId xmlns:a16="http://schemas.microsoft.com/office/drawing/2014/main" id="{DA2EADFD-69BE-F109-D71D-5187FD59AA4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4" name="Rectangle 6">
            <a:extLst>
              <a:ext uri="{FF2B5EF4-FFF2-40B4-BE49-F238E27FC236}">
                <a16:creationId xmlns:a16="http://schemas.microsoft.com/office/drawing/2014/main" id="{D7D543B7-3F81-43B8-B8F3-982EB2101EB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5" name="Rectangle 7">
            <a:extLst>
              <a:ext uri="{FF2B5EF4-FFF2-40B4-BE49-F238E27FC236}">
                <a16:creationId xmlns:a16="http://schemas.microsoft.com/office/drawing/2014/main" id="{B48DFA89-A0C2-C25D-67ED-91B8FE377D8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6" name="Rectangle 8">
            <a:extLst>
              <a:ext uri="{FF2B5EF4-FFF2-40B4-BE49-F238E27FC236}">
                <a16:creationId xmlns:a16="http://schemas.microsoft.com/office/drawing/2014/main" id="{2E9314B1-3DDA-1734-582B-FC6C7B6E036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7" name="Line 9">
            <a:extLst>
              <a:ext uri="{FF2B5EF4-FFF2-40B4-BE49-F238E27FC236}">
                <a16:creationId xmlns:a16="http://schemas.microsoft.com/office/drawing/2014/main" id="{061E85A7-2560-2045-8D1E-F85D345E2A4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8" name="Line 10">
            <a:extLst>
              <a:ext uri="{FF2B5EF4-FFF2-40B4-BE49-F238E27FC236}">
                <a16:creationId xmlns:a16="http://schemas.microsoft.com/office/drawing/2014/main" id="{1CD7752F-BE32-454E-C8EE-7F56C15227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9" name="Rectangle 11">
            <a:extLst>
              <a:ext uri="{FF2B5EF4-FFF2-40B4-BE49-F238E27FC236}">
                <a16:creationId xmlns:a16="http://schemas.microsoft.com/office/drawing/2014/main" id="{68A37364-934C-4F2C-9077-7042C8C83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aseline="0">
                <a:ea typeface="宋体" panose="02010600030101010101" pitchFamily="2" charset="-122"/>
              </a:rPr>
              <a:t>ACK</a:t>
            </a:r>
            <a:r>
              <a:rPr lang="zh-CN" altLang="en-US" baseline="0">
                <a:ea typeface="宋体" panose="02010600030101010101" pitchFamily="2" charset="-122"/>
              </a:rPr>
              <a:t>段，如果不携带数据，则它不占用序列号</a:t>
            </a:r>
            <a:endParaRPr lang="en-US" altLang="zh-CN" baseline="0">
              <a:ea typeface="宋体" panose="02010600030101010101" pitchFamily="2" charset="-122"/>
            </a:endParaRPr>
          </a:p>
        </p:txBody>
      </p:sp>
      <p:grpSp>
        <p:nvGrpSpPr>
          <p:cNvPr id="39950" name="Group 12">
            <a:extLst>
              <a:ext uri="{FF2B5EF4-FFF2-40B4-BE49-F238E27FC236}">
                <a16:creationId xmlns:a16="http://schemas.microsoft.com/office/drawing/2014/main" id="{FC3345C1-D9D3-0B6A-08D6-B4E7EBD8073D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39951" name="Picture 13">
              <a:extLst>
                <a:ext uri="{FF2B5EF4-FFF2-40B4-BE49-F238E27FC236}">
                  <a16:creationId xmlns:a16="http://schemas.microsoft.com/office/drawing/2014/main" id="{5C0E79BA-00F6-708B-99C5-37B05B39F4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9952" name="Text Box 14">
              <a:extLst>
                <a:ext uri="{FF2B5EF4-FFF2-40B4-BE49-F238E27FC236}">
                  <a16:creationId xmlns:a16="http://schemas.microsoft.com/office/drawing/2014/main" id="{EE68B3D0-3BC7-BE0A-1A68-2BF847CB6F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1">
            <a:extLst>
              <a:ext uri="{FF2B5EF4-FFF2-40B4-BE49-F238E27FC236}">
                <a16:creationId xmlns:a16="http://schemas.microsoft.com/office/drawing/2014/main" id="{FB01B840-2271-8327-9F46-B6DB161C57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257C89AA-2E72-41D1-AB2E-C390402AAE76}" type="slidenum">
              <a:rPr lang="en-US" altLang="zh-CN" sz="2000" baseline="0">
                <a:solidFill>
                  <a:schemeClr val="bg2"/>
                </a:solidFill>
              </a:rPr>
              <a:pPr/>
              <a:t>38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40963" name="灯片编号占位符 1">
            <a:extLst>
              <a:ext uri="{FF2B5EF4-FFF2-40B4-BE49-F238E27FC236}">
                <a16:creationId xmlns:a16="http://schemas.microsoft.com/office/drawing/2014/main" id="{AEC03727-837A-18A4-EEFF-F65DB201BE6C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E79E9124-EF0B-4C6D-BD2D-640F5572D075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38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0964" name="Line 2">
            <a:extLst>
              <a:ext uri="{FF2B5EF4-FFF2-40B4-BE49-F238E27FC236}">
                <a16:creationId xmlns:a16="http://schemas.microsoft.com/office/drawing/2014/main" id="{FDA1EDC4-1CB3-8346-09F4-A31419D5B6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5" name="Line 3">
            <a:extLst>
              <a:ext uri="{FF2B5EF4-FFF2-40B4-BE49-F238E27FC236}">
                <a16:creationId xmlns:a16="http://schemas.microsoft.com/office/drawing/2014/main" id="{3F2A15D4-AE91-02DF-175D-9CEEC0784F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6" name="Text Box 4">
            <a:extLst>
              <a:ext uri="{FF2B5EF4-FFF2-40B4-BE49-F238E27FC236}">
                <a16:creationId xmlns:a16="http://schemas.microsoft.com/office/drawing/2014/main" id="{C71D6206-5671-83F6-4195-8A4C8950C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25781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23.19 </a:t>
            </a:r>
            <a:r>
              <a:rPr lang="zh-CN" altLang="en-US" sz="2400" baseline="0">
                <a:latin typeface="Times New Roman" panose="02020603050405020304" pitchFamily="18" charset="0"/>
                <a:ea typeface="宋体" panose="02010600030101010101" pitchFamily="2" charset="-122"/>
              </a:rPr>
              <a:t>数据传输</a:t>
            </a:r>
            <a:endParaRPr lang="en-US" altLang="zh-CN" sz="2000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7" name="Line 5">
            <a:extLst>
              <a:ext uri="{FF2B5EF4-FFF2-40B4-BE49-F238E27FC236}">
                <a16:creationId xmlns:a16="http://schemas.microsoft.com/office/drawing/2014/main" id="{A541CB10-9DD8-6A5D-EC62-43DA1C6DBD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0968" name="Picture 6">
            <a:extLst>
              <a:ext uri="{FF2B5EF4-FFF2-40B4-BE49-F238E27FC236}">
                <a16:creationId xmlns:a16="http://schemas.microsoft.com/office/drawing/2014/main" id="{88FC19AC-F45B-35BD-3BF4-D2896A0EB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788" y="1143000"/>
            <a:ext cx="4214812" cy="4884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1">
            <a:extLst>
              <a:ext uri="{FF2B5EF4-FFF2-40B4-BE49-F238E27FC236}">
                <a16:creationId xmlns:a16="http://schemas.microsoft.com/office/drawing/2014/main" id="{720D3032-1048-B582-167A-91AD49D2E0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4F22B3D0-F2BD-4391-8445-BA8F0A6E544B}" type="slidenum">
              <a:rPr lang="en-US" altLang="zh-CN" sz="2000" baseline="0">
                <a:solidFill>
                  <a:schemeClr val="bg2"/>
                </a:solidFill>
              </a:rPr>
              <a:pPr/>
              <a:t>39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41987" name="灯片编号占位符 1">
            <a:extLst>
              <a:ext uri="{FF2B5EF4-FFF2-40B4-BE49-F238E27FC236}">
                <a16:creationId xmlns:a16="http://schemas.microsoft.com/office/drawing/2014/main" id="{69325F58-D5CE-63B2-BC66-30EA912A1910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4F755763-179A-4F0B-B4B7-0A0BE06A45FE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39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1988" name="Line 2">
            <a:extLst>
              <a:ext uri="{FF2B5EF4-FFF2-40B4-BE49-F238E27FC236}">
                <a16:creationId xmlns:a16="http://schemas.microsoft.com/office/drawing/2014/main" id="{F0061AD6-E9E2-726A-24B3-A01A01C829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89" name="Line 3">
            <a:extLst>
              <a:ext uri="{FF2B5EF4-FFF2-40B4-BE49-F238E27FC236}">
                <a16:creationId xmlns:a16="http://schemas.microsoft.com/office/drawing/2014/main" id="{F0A9ABD6-8E73-9DD3-3A6D-C126B8E102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0" name="Text Box 4">
            <a:extLst>
              <a:ext uri="{FF2B5EF4-FFF2-40B4-BE49-F238E27FC236}">
                <a16:creationId xmlns:a16="http://schemas.microsoft.com/office/drawing/2014/main" id="{91FB4898-7751-718C-68EC-FD6BFF097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5878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23.20   </a:t>
            </a:r>
            <a:r>
              <a:rPr lang="zh-CN" altLang="en-US" sz="2400" baseline="0">
                <a:latin typeface="Times New Roman" panose="02020603050405020304" pitchFamily="18" charset="0"/>
                <a:ea typeface="宋体" panose="02010600030101010101" pitchFamily="2" charset="-122"/>
              </a:rPr>
              <a:t>使用三次握手终止连接</a:t>
            </a:r>
            <a:endParaRPr lang="en-US" altLang="zh-CN" sz="2000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91" name="Line 5">
            <a:extLst>
              <a:ext uri="{FF2B5EF4-FFF2-40B4-BE49-F238E27FC236}">
                <a16:creationId xmlns:a16="http://schemas.microsoft.com/office/drawing/2014/main" id="{F5D8600F-FB08-E067-2A0E-FB723E17BC8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992" name="Picture 6">
            <a:extLst>
              <a:ext uri="{FF2B5EF4-FFF2-40B4-BE49-F238E27FC236}">
                <a16:creationId xmlns:a16="http://schemas.microsoft.com/office/drawing/2014/main" id="{036038A5-424C-266C-EE4D-D8C1F38F5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50" y="1157288"/>
            <a:ext cx="6864350" cy="4862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1">
            <a:extLst>
              <a:ext uri="{FF2B5EF4-FFF2-40B4-BE49-F238E27FC236}">
                <a16:creationId xmlns:a16="http://schemas.microsoft.com/office/drawing/2014/main" id="{369F059A-2CBC-7529-2EBA-C0F1E5C178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3771A6BC-4684-4BCB-AE18-226ADFE13253}" type="slidenum">
              <a:rPr lang="en-US" altLang="zh-CN" sz="2000" baseline="0">
                <a:solidFill>
                  <a:schemeClr val="bg2"/>
                </a:solidFill>
              </a:rPr>
              <a:pPr/>
              <a:t>40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43011" name="灯片编号占位符 1">
            <a:extLst>
              <a:ext uri="{FF2B5EF4-FFF2-40B4-BE49-F238E27FC236}">
                <a16:creationId xmlns:a16="http://schemas.microsoft.com/office/drawing/2014/main" id="{91AC8A9E-854D-F5F5-5B31-A34BB72BB352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309B00F8-B190-495B-9E59-3B6C74E04E35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40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8BD7A9D2-0534-3502-0045-44B968937C8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3" name="Rectangle 3">
            <a:extLst>
              <a:ext uri="{FF2B5EF4-FFF2-40B4-BE49-F238E27FC236}">
                <a16:creationId xmlns:a16="http://schemas.microsoft.com/office/drawing/2014/main" id="{8E79251F-0843-31F4-E3E4-E626CFF2B9A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4" name="Rectangle 4">
            <a:extLst>
              <a:ext uri="{FF2B5EF4-FFF2-40B4-BE49-F238E27FC236}">
                <a16:creationId xmlns:a16="http://schemas.microsoft.com/office/drawing/2014/main" id="{AC4B5208-12ED-E116-E640-F4A0EBFBBAD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5" name="Rectangle 5">
            <a:extLst>
              <a:ext uri="{FF2B5EF4-FFF2-40B4-BE49-F238E27FC236}">
                <a16:creationId xmlns:a16="http://schemas.microsoft.com/office/drawing/2014/main" id="{839B7F02-3C29-6E60-BAF0-266D45CAA92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6" name="Rectangle 6">
            <a:extLst>
              <a:ext uri="{FF2B5EF4-FFF2-40B4-BE49-F238E27FC236}">
                <a16:creationId xmlns:a16="http://schemas.microsoft.com/office/drawing/2014/main" id="{79247991-D0B0-843D-625A-39C182B4B88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7" name="Rectangle 7">
            <a:extLst>
              <a:ext uri="{FF2B5EF4-FFF2-40B4-BE49-F238E27FC236}">
                <a16:creationId xmlns:a16="http://schemas.microsoft.com/office/drawing/2014/main" id="{776B3EEF-5451-CC49-FAE6-9F665C8D6E0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8" name="Rectangle 8">
            <a:extLst>
              <a:ext uri="{FF2B5EF4-FFF2-40B4-BE49-F238E27FC236}">
                <a16:creationId xmlns:a16="http://schemas.microsoft.com/office/drawing/2014/main" id="{4DC7C8A5-6FE3-DE10-FFDC-9843E37B421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9" name="Line 9">
            <a:extLst>
              <a:ext uri="{FF2B5EF4-FFF2-40B4-BE49-F238E27FC236}">
                <a16:creationId xmlns:a16="http://schemas.microsoft.com/office/drawing/2014/main" id="{7D2DE394-44E4-F100-1360-B316391694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20" name="Line 10">
            <a:extLst>
              <a:ext uri="{FF2B5EF4-FFF2-40B4-BE49-F238E27FC236}">
                <a16:creationId xmlns:a16="http://schemas.microsoft.com/office/drawing/2014/main" id="{F61A483D-A7D6-CEDE-B834-601EA4C2ED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21" name="Rectangle 11">
            <a:extLst>
              <a:ext uri="{FF2B5EF4-FFF2-40B4-BE49-F238E27FC236}">
                <a16:creationId xmlns:a16="http://schemas.microsoft.com/office/drawing/2014/main" id="{E4087713-1509-AFE3-A0CE-23576F505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971800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ea typeface="宋体" panose="02010600030101010101" pitchFamily="2" charset="-122"/>
              </a:rPr>
              <a:t>如果</a:t>
            </a:r>
            <a:r>
              <a:rPr lang="en-US" altLang="zh-CN" baseline="0">
                <a:ea typeface="宋体" panose="02010600030101010101" pitchFamily="2" charset="-122"/>
              </a:rPr>
              <a:t>FIN</a:t>
            </a:r>
            <a:r>
              <a:rPr lang="zh-CN" altLang="en-US" baseline="0">
                <a:ea typeface="宋体" panose="02010600030101010101" pitchFamily="2" charset="-122"/>
              </a:rPr>
              <a:t>段不携带数据，则该段占用一个序列号。</a:t>
            </a:r>
            <a:endParaRPr lang="en-US" altLang="zh-CN" baseline="0">
              <a:ea typeface="宋体" panose="02010600030101010101" pitchFamily="2" charset="-122"/>
            </a:endParaRPr>
          </a:p>
        </p:txBody>
      </p:sp>
      <p:grpSp>
        <p:nvGrpSpPr>
          <p:cNvPr id="43022" name="Group 12">
            <a:extLst>
              <a:ext uri="{FF2B5EF4-FFF2-40B4-BE49-F238E27FC236}">
                <a16:creationId xmlns:a16="http://schemas.microsoft.com/office/drawing/2014/main" id="{25E51878-57F9-21C5-CF59-6DCEEDFDE6D4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43023" name="Picture 13">
              <a:extLst>
                <a:ext uri="{FF2B5EF4-FFF2-40B4-BE49-F238E27FC236}">
                  <a16:creationId xmlns:a16="http://schemas.microsoft.com/office/drawing/2014/main" id="{A3A96F15-B3AA-7512-FE39-E5A2C40398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3024" name="Text Box 14">
              <a:extLst>
                <a:ext uri="{FF2B5EF4-FFF2-40B4-BE49-F238E27FC236}">
                  <a16:creationId xmlns:a16="http://schemas.microsoft.com/office/drawing/2014/main" id="{592F2D97-F117-AD75-B672-FBDF6E2E1C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1">
            <a:extLst>
              <a:ext uri="{FF2B5EF4-FFF2-40B4-BE49-F238E27FC236}">
                <a16:creationId xmlns:a16="http://schemas.microsoft.com/office/drawing/2014/main" id="{32F3E7C6-BEAE-3979-DBC7-B7BB86C9A5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5A31D45D-1F6E-4AF3-BF4B-B717909C1760}" type="slidenum">
              <a:rPr lang="en-US" altLang="zh-CN" sz="2000" baseline="0">
                <a:solidFill>
                  <a:schemeClr val="bg2"/>
                </a:solidFill>
              </a:rPr>
              <a:pPr/>
              <a:t>41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44035" name="灯片编号占位符 1">
            <a:extLst>
              <a:ext uri="{FF2B5EF4-FFF2-40B4-BE49-F238E27FC236}">
                <a16:creationId xmlns:a16="http://schemas.microsoft.com/office/drawing/2014/main" id="{673368A7-C213-9B2C-DA23-AABBC6FD9F8E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78ED7971-A164-4122-BBB8-4B40F8FE118D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41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4036" name="Rectangle 2">
            <a:extLst>
              <a:ext uri="{FF2B5EF4-FFF2-40B4-BE49-F238E27FC236}">
                <a16:creationId xmlns:a16="http://schemas.microsoft.com/office/drawing/2014/main" id="{098841CC-BA30-E96B-F964-26098363E36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7" name="Rectangle 3">
            <a:extLst>
              <a:ext uri="{FF2B5EF4-FFF2-40B4-BE49-F238E27FC236}">
                <a16:creationId xmlns:a16="http://schemas.microsoft.com/office/drawing/2014/main" id="{34189FAF-FB62-D22D-0018-DDC45A7A4EC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8" name="Rectangle 4">
            <a:extLst>
              <a:ext uri="{FF2B5EF4-FFF2-40B4-BE49-F238E27FC236}">
                <a16:creationId xmlns:a16="http://schemas.microsoft.com/office/drawing/2014/main" id="{BA2FC3F9-DEC8-E642-4BA8-BE2987A7FD4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9" name="Rectangle 5">
            <a:extLst>
              <a:ext uri="{FF2B5EF4-FFF2-40B4-BE49-F238E27FC236}">
                <a16:creationId xmlns:a16="http://schemas.microsoft.com/office/drawing/2014/main" id="{9F79ED00-F2AC-3372-45B8-7E460B2316C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40" name="Rectangle 6">
            <a:extLst>
              <a:ext uri="{FF2B5EF4-FFF2-40B4-BE49-F238E27FC236}">
                <a16:creationId xmlns:a16="http://schemas.microsoft.com/office/drawing/2014/main" id="{D6361E26-7903-5F3B-4C4D-F32355ADDD9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41" name="Rectangle 7">
            <a:extLst>
              <a:ext uri="{FF2B5EF4-FFF2-40B4-BE49-F238E27FC236}">
                <a16:creationId xmlns:a16="http://schemas.microsoft.com/office/drawing/2014/main" id="{5CE5D7A2-8D12-5818-28B4-015DBB83012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42" name="Rectangle 8">
            <a:extLst>
              <a:ext uri="{FF2B5EF4-FFF2-40B4-BE49-F238E27FC236}">
                <a16:creationId xmlns:a16="http://schemas.microsoft.com/office/drawing/2014/main" id="{EE75B86B-C1C1-A814-E757-472B828FC62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43" name="Line 9">
            <a:extLst>
              <a:ext uri="{FF2B5EF4-FFF2-40B4-BE49-F238E27FC236}">
                <a16:creationId xmlns:a16="http://schemas.microsoft.com/office/drawing/2014/main" id="{641438CB-0358-9718-C5B7-39764ABA2AA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4" name="Line 10">
            <a:extLst>
              <a:ext uri="{FF2B5EF4-FFF2-40B4-BE49-F238E27FC236}">
                <a16:creationId xmlns:a16="http://schemas.microsoft.com/office/drawing/2014/main" id="{9FF2E69A-CD20-B143-6627-BAB0D1323A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5" name="Rectangle 11">
            <a:extLst>
              <a:ext uri="{FF2B5EF4-FFF2-40B4-BE49-F238E27FC236}">
                <a16:creationId xmlns:a16="http://schemas.microsoft.com/office/drawing/2014/main" id="{7651A250-581B-9F0F-C6D3-783C32702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971800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ea typeface="宋体" panose="02010600030101010101" pitchFamily="2" charset="-122"/>
              </a:rPr>
              <a:t>如果 </a:t>
            </a:r>
            <a:r>
              <a:rPr lang="en-US" altLang="zh-CN" baseline="0">
                <a:ea typeface="宋体" panose="02010600030101010101" pitchFamily="2" charset="-122"/>
              </a:rPr>
              <a:t>FIN + ACK </a:t>
            </a:r>
            <a:r>
              <a:rPr lang="zh-CN" altLang="en-US" baseline="0">
                <a:ea typeface="宋体" panose="02010600030101010101" pitchFamily="2" charset="-122"/>
              </a:rPr>
              <a:t>段没有携带数据，则该段仅占用一个序列号。</a:t>
            </a:r>
            <a:endParaRPr lang="en-US" altLang="zh-CN" baseline="0">
              <a:ea typeface="宋体" panose="02010600030101010101" pitchFamily="2" charset="-122"/>
            </a:endParaRPr>
          </a:p>
        </p:txBody>
      </p:sp>
      <p:grpSp>
        <p:nvGrpSpPr>
          <p:cNvPr id="44046" name="Group 12">
            <a:extLst>
              <a:ext uri="{FF2B5EF4-FFF2-40B4-BE49-F238E27FC236}">
                <a16:creationId xmlns:a16="http://schemas.microsoft.com/office/drawing/2014/main" id="{15F41AD8-2533-8D21-29E7-A3255BAF714A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44047" name="Picture 13">
              <a:extLst>
                <a:ext uri="{FF2B5EF4-FFF2-40B4-BE49-F238E27FC236}">
                  <a16:creationId xmlns:a16="http://schemas.microsoft.com/office/drawing/2014/main" id="{7A92C825-D29F-9AA7-F341-82C155C5A8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4048" name="Text Box 14">
              <a:extLst>
                <a:ext uri="{FF2B5EF4-FFF2-40B4-BE49-F238E27FC236}">
                  <a16:creationId xmlns:a16="http://schemas.microsoft.com/office/drawing/2014/main" id="{5EA013BB-1784-6BBB-0DC3-2C554DA09F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1">
            <a:extLst>
              <a:ext uri="{FF2B5EF4-FFF2-40B4-BE49-F238E27FC236}">
                <a16:creationId xmlns:a16="http://schemas.microsoft.com/office/drawing/2014/main" id="{7ADD2413-6150-F5F6-7E3B-AB91A0593C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78BCD3A8-ED8F-4746-8E74-D44FA5ED4E05}" type="slidenum">
              <a:rPr lang="en-US" altLang="zh-CN" sz="2000" baseline="0">
                <a:solidFill>
                  <a:schemeClr val="bg2"/>
                </a:solidFill>
              </a:rPr>
              <a:pPr/>
              <a:t>42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45059" name="灯片编号占位符 1">
            <a:extLst>
              <a:ext uri="{FF2B5EF4-FFF2-40B4-BE49-F238E27FC236}">
                <a16:creationId xmlns:a16="http://schemas.microsoft.com/office/drawing/2014/main" id="{81E9857F-E64D-CAED-B5D2-59183F7F3114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4C8B71EC-8AD5-4E62-A895-F4F3DF7E5757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42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5060" name="Line 2">
            <a:extLst>
              <a:ext uri="{FF2B5EF4-FFF2-40B4-BE49-F238E27FC236}">
                <a16:creationId xmlns:a16="http://schemas.microsoft.com/office/drawing/2014/main" id="{B05D41B7-A017-DE81-7771-9CF913A434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1" name="Line 3">
            <a:extLst>
              <a:ext uri="{FF2B5EF4-FFF2-40B4-BE49-F238E27FC236}">
                <a16:creationId xmlns:a16="http://schemas.microsoft.com/office/drawing/2014/main" id="{E326D31D-186D-CC89-708A-1E08158F85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7620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2" name="Text Box 4">
            <a:extLst>
              <a:ext uri="{FF2B5EF4-FFF2-40B4-BE49-F238E27FC236}">
                <a16:creationId xmlns:a16="http://schemas.microsoft.com/office/drawing/2014/main" id="{984BDBD1-2630-B80E-01B7-3CF01EA7D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52400"/>
            <a:ext cx="21923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23.21  </a:t>
            </a:r>
            <a:r>
              <a:rPr lang="zh-CN" altLang="en-US" sz="2000" baseline="0">
                <a:latin typeface="Times New Roman" panose="02020603050405020304" pitchFamily="18" charset="0"/>
                <a:ea typeface="宋体" panose="02010600030101010101" pitchFamily="2" charset="-122"/>
              </a:rPr>
              <a:t>半关闭</a:t>
            </a:r>
            <a:endParaRPr lang="en-US" altLang="zh-CN" sz="20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63" name="Line 5">
            <a:extLst>
              <a:ext uri="{FF2B5EF4-FFF2-40B4-BE49-F238E27FC236}">
                <a16:creationId xmlns:a16="http://schemas.microsoft.com/office/drawing/2014/main" id="{75C9D4C3-24B6-C767-301F-88CDB9D821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008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5064" name="Picture 7">
            <a:extLst>
              <a:ext uri="{FF2B5EF4-FFF2-40B4-BE49-F238E27FC236}">
                <a16:creationId xmlns:a16="http://schemas.microsoft.com/office/drawing/2014/main" id="{96DBCA39-C2F2-5FD5-0B0C-A31D15704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3" y="838200"/>
            <a:ext cx="4579937" cy="535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1">
            <a:extLst>
              <a:ext uri="{FF2B5EF4-FFF2-40B4-BE49-F238E27FC236}">
                <a16:creationId xmlns:a16="http://schemas.microsoft.com/office/drawing/2014/main" id="{F5D736C8-D4A8-75F3-A14E-ED4CBD019D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A288809E-3F96-4F02-BF83-C5DA33B4A280}" type="slidenum">
              <a:rPr lang="en-US" altLang="zh-CN" sz="2000" baseline="0">
                <a:solidFill>
                  <a:schemeClr val="bg2"/>
                </a:solidFill>
              </a:rPr>
              <a:pPr/>
              <a:t>43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46083" name="灯片编号占位符 1">
            <a:extLst>
              <a:ext uri="{FF2B5EF4-FFF2-40B4-BE49-F238E27FC236}">
                <a16:creationId xmlns:a16="http://schemas.microsoft.com/office/drawing/2014/main" id="{46B9BDF4-2EDD-0DAD-B975-73D0718F9B99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A21B67C0-6F99-479E-8B57-EC924A0B867B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43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6084" name="Line 2">
            <a:extLst>
              <a:ext uri="{FF2B5EF4-FFF2-40B4-BE49-F238E27FC236}">
                <a16:creationId xmlns:a16="http://schemas.microsoft.com/office/drawing/2014/main" id="{80F5D995-84D7-79A5-9C53-6732CECEF0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5" name="Line 3">
            <a:extLst>
              <a:ext uri="{FF2B5EF4-FFF2-40B4-BE49-F238E27FC236}">
                <a16:creationId xmlns:a16="http://schemas.microsoft.com/office/drawing/2014/main" id="{2769180C-54DC-2A50-38B6-38551F6571E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6" name="Text Box 4">
            <a:extLst>
              <a:ext uri="{FF2B5EF4-FFF2-40B4-BE49-F238E27FC236}">
                <a16:creationId xmlns:a16="http://schemas.microsoft.com/office/drawing/2014/main" id="{9C8AD39F-F9D4-EC82-DF3E-76B6B66AA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24495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23.22  </a:t>
            </a:r>
            <a:r>
              <a:rPr lang="zh-CN" altLang="en-US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滑动窗口</a:t>
            </a:r>
            <a:endParaRPr lang="en-US" altLang="zh-CN" sz="2000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87" name="Line 5">
            <a:extLst>
              <a:ext uri="{FF2B5EF4-FFF2-40B4-BE49-F238E27FC236}">
                <a16:creationId xmlns:a16="http://schemas.microsoft.com/office/drawing/2014/main" id="{7DF0FB7B-ABE7-7D56-9E28-F1ADBE4459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6088" name="Picture 6">
            <a:extLst>
              <a:ext uri="{FF2B5EF4-FFF2-40B4-BE49-F238E27FC236}">
                <a16:creationId xmlns:a16="http://schemas.microsoft.com/office/drawing/2014/main" id="{CDB2BC18-D7D9-ECF4-EE0B-782E912C3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2057400"/>
            <a:ext cx="7065962" cy="259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1">
            <a:extLst>
              <a:ext uri="{FF2B5EF4-FFF2-40B4-BE49-F238E27FC236}">
                <a16:creationId xmlns:a16="http://schemas.microsoft.com/office/drawing/2014/main" id="{C90583AA-7B62-52B8-6171-92CA972B53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0B93A5E6-2740-41CD-BD40-CD819989EDDE}" type="slidenum">
              <a:rPr lang="en-US" altLang="zh-CN" sz="2000" baseline="0">
                <a:solidFill>
                  <a:schemeClr val="bg2"/>
                </a:solidFill>
              </a:rPr>
              <a:pPr/>
              <a:t>44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47107" name="灯片编号占位符 1">
            <a:extLst>
              <a:ext uri="{FF2B5EF4-FFF2-40B4-BE49-F238E27FC236}">
                <a16:creationId xmlns:a16="http://schemas.microsoft.com/office/drawing/2014/main" id="{833CDF00-D4E7-77DE-10BF-0F537B69D124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3BB88123-24C2-4AEE-AB77-619CF4E40002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44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7108" name="Rectangle 2">
            <a:extLst>
              <a:ext uri="{FF2B5EF4-FFF2-40B4-BE49-F238E27FC236}">
                <a16:creationId xmlns:a16="http://schemas.microsoft.com/office/drawing/2014/main" id="{D074D3CC-6C27-5FE4-52B0-285E27D5622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09" name="Rectangle 3">
            <a:extLst>
              <a:ext uri="{FF2B5EF4-FFF2-40B4-BE49-F238E27FC236}">
                <a16:creationId xmlns:a16="http://schemas.microsoft.com/office/drawing/2014/main" id="{9D8238AB-B861-954E-C3D3-736ABCD6E14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10" name="Rectangle 4">
            <a:extLst>
              <a:ext uri="{FF2B5EF4-FFF2-40B4-BE49-F238E27FC236}">
                <a16:creationId xmlns:a16="http://schemas.microsoft.com/office/drawing/2014/main" id="{029B4391-0B59-A6A1-74EE-737498CED0C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11" name="Rectangle 5">
            <a:extLst>
              <a:ext uri="{FF2B5EF4-FFF2-40B4-BE49-F238E27FC236}">
                <a16:creationId xmlns:a16="http://schemas.microsoft.com/office/drawing/2014/main" id="{0C8AD7B4-2549-A1A6-AFD1-057020A2A4D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12" name="Rectangle 6">
            <a:extLst>
              <a:ext uri="{FF2B5EF4-FFF2-40B4-BE49-F238E27FC236}">
                <a16:creationId xmlns:a16="http://schemas.microsoft.com/office/drawing/2014/main" id="{E2F6496D-82E8-85B7-6A8B-86ED25C239C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13" name="Rectangle 7">
            <a:extLst>
              <a:ext uri="{FF2B5EF4-FFF2-40B4-BE49-F238E27FC236}">
                <a16:creationId xmlns:a16="http://schemas.microsoft.com/office/drawing/2014/main" id="{C0911815-2AF9-4436-B327-B6001AB98D5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14" name="Rectangle 8">
            <a:extLst>
              <a:ext uri="{FF2B5EF4-FFF2-40B4-BE49-F238E27FC236}">
                <a16:creationId xmlns:a16="http://schemas.microsoft.com/office/drawing/2014/main" id="{18E7FDA3-E057-D372-5E61-007EFF5752C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15" name="Line 9">
            <a:extLst>
              <a:ext uri="{FF2B5EF4-FFF2-40B4-BE49-F238E27FC236}">
                <a16:creationId xmlns:a16="http://schemas.microsoft.com/office/drawing/2014/main" id="{5E2E68AE-1002-1FDA-DD0B-2797F3F3F2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133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6" name="Line 10">
            <a:extLst>
              <a:ext uri="{FF2B5EF4-FFF2-40B4-BE49-F238E27FC236}">
                <a16:creationId xmlns:a16="http://schemas.microsoft.com/office/drawing/2014/main" id="{699E6A29-7A8D-00FA-EB5E-276B6BB72B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334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7" name="Rectangle 11">
            <a:extLst>
              <a:ext uri="{FF2B5EF4-FFF2-40B4-BE49-F238E27FC236}">
                <a16:creationId xmlns:a16="http://schemas.microsoft.com/office/drawing/2014/main" id="{B3B66F59-C6F5-B45C-33A4-6D6AEEE75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09900"/>
            <a:ext cx="8077200" cy="15700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baseline="0">
                <a:ea typeface="宋体" panose="02010600030101010101" pitchFamily="2" charset="-122"/>
              </a:rPr>
              <a:t>使用滑动窗口可使传输更加有效，同时也可以控制数据流，使得目的端不致因数据来的过多而瘫痪。</a:t>
            </a:r>
            <a:r>
              <a:rPr lang="en-US" altLang="zh-CN" baseline="0">
                <a:ea typeface="宋体" panose="02010600030101010101" pitchFamily="2" charset="-122"/>
              </a:rPr>
              <a:t>TCP</a:t>
            </a:r>
            <a:r>
              <a:rPr lang="zh-CN" altLang="en-US" baseline="0">
                <a:ea typeface="宋体" panose="02010600030101010101" pitchFamily="2" charset="-122"/>
              </a:rPr>
              <a:t>的滑动窗口是面向字节的</a:t>
            </a:r>
            <a:endParaRPr lang="en-US" altLang="zh-CN" baseline="0">
              <a:ea typeface="宋体" panose="02010600030101010101" pitchFamily="2" charset="-122"/>
            </a:endParaRPr>
          </a:p>
        </p:txBody>
      </p:sp>
      <p:grpSp>
        <p:nvGrpSpPr>
          <p:cNvPr id="47118" name="Group 12">
            <a:extLst>
              <a:ext uri="{FF2B5EF4-FFF2-40B4-BE49-F238E27FC236}">
                <a16:creationId xmlns:a16="http://schemas.microsoft.com/office/drawing/2014/main" id="{57933F94-7600-0649-FA97-A9B4C1FF2CF5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447800"/>
            <a:ext cx="1143000" cy="566738"/>
            <a:chOff x="1200" y="1248"/>
            <a:chExt cx="720" cy="357"/>
          </a:xfrm>
        </p:grpSpPr>
        <p:pic>
          <p:nvPicPr>
            <p:cNvPr id="47119" name="Picture 13">
              <a:extLst>
                <a:ext uri="{FF2B5EF4-FFF2-40B4-BE49-F238E27FC236}">
                  <a16:creationId xmlns:a16="http://schemas.microsoft.com/office/drawing/2014/main" id="{754D782B-ED88-51A6-AB43-E46EC8AC34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7120" name="Text Box 14">
              <a:extLst>
                <a:ext uri="{FF2B5EF4-FFF2-40B4-BE49-F238E27FC236}">
                  <a16:creationId xmlns:a16="http://schemas.microsoft.com/office/drawing/2014/main" id="{A19E9765-B860-8CBE-7509-798A0F6F4F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1">
            <a:extLst>
              <a:ext uri="{FF2B5EF4-FFF2-40B4-BE49-F238E27FC236}">
                <a16:creationId xmlns:a16="http://schemas.microsoft.com/office/drawing/2014/main" id="{76896F68-9FB7-2C22-9EA5-58D13D2AD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9CBE7239-C6CF-41C4-BBD0-B005667BFD94}" type="slidenum">
              <a:rPr lang="en-US" altLang="zh-CN" sz="2000" baseline="0">
                <a:solidFill>
                  <a:schemeClr val="bg2"/>
                </a:solidFill>
              </a:rPr>
              <a:pPr/>
              <a:t>45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48131" name="灯片编号占位符 1">
            <a:extLst>
              <a:ext uri="{FF2B5EF4-FFF2-40B4-BE49-F238E27FC236}">
                <a16:creationId xmlns:a16="http://schemas.microsoft.com/office/drawing/2014/main" id="{F804D407-9F1D-BDD5-C73B-FE278F538C30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36FC8984-3F5D-4592-BC36-57372931F6EB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45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8132" name="Rectangle 2">
            <a:extLst>
              <a:ext uri="{FF2B5EF4-FFF2-40B4-BE49-F238E27FC236}">
                <a16:creationId xmlns:a16="http://schemas.microsoft.com/office/drawing/2014/main" id="{A08094FA-ACAF-CF83-0FF2-93A350BBCCC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133" name="Rectangle 3">
            <a:extLst>
              <a:ext uri="{FF2B5EF4-FFF2-40B4-BE49-F238E27FC236}">
                <a16:creationId xmlns:a16="http://schemas.microsoft.com/office/drawing/2014/main" id="{94F384D1-2214-86A2-FBC1-E88C207AFFD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134" name="Rectangle 4">
            <a:extLst>
              <a:ext uri="{FF2B5EF4-FFF2-40B4-BE49-F238E27FC236}">
                <a16:creationId xmlns:a16="http://schemas.microsoft.com/office/drawing/2014/main" id="{CD2F2939-72FA-5D1C-E201-833DD8EE611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135" name="Rectangle 5">
            <a:extLst>
              <a:ext uri="{FF2B5EF4-FFF2-40B4-BE49-F238E27FC236}">
                <a16:creationId xmlns:a16="http://schemas.microsoft.com/office/drawing/2014/main" id="{52F5FE07-EA55-B1F2-0A52-738EC1A87F5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136" name="Rectangle 6">
            <a:extLst>
              <a:ext uri="{FF2B5EF4-FFF2-40B4-BE49-F238E27FC236}">
                <a16:creationId xmlns:a16="http://schemas.microsoft.com/office/drawing/2014/main" id="{334F69C3-AD90-B7F2-DC0F-E3E168AE19F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137" name="Rectangle 7">
            <a:extLst>
              <a:ext uri="{FF2B5EF4-FFF2-40B4-BE49-F238E27FC236}">
                <a16:creationId xmlns:a16="http://schemas.microsoft.com/office/drawing/2014/main" id="{517640C8-60D6-E06B-9AF1-F854A9067CF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138" name="Rectangle 8">
            <a:extLst>
              <a:ext uri="{FF2B5EF4-FFF2-40B4-BE49-F238E27FC236}">
                <a16:creationId xmlns:a16="http://schemas.microsoft.com/office/drawing/2014/main" id="{7A2544AA-10EC-BD53-B53B-077B21B6B99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139" name="Rectangle 9">
            <a:extLst>
              <a:ext uri="{FF2B5EF4-FFF2-40B4-BE49-F238E27FC236}">
                <a16:creationId xmlns:a16="http://schemas.microsoft.com/office/drawing/2014/main" id="{D119AFEE-81F8-CD3B-310D-DC239F532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1384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如果接收方主机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有一个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5000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字节的缓冲区，已接收但并未处理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1000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个字节数据。试问主机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的接收方窗口（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rwnd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）的值是多少？</a:t>
            </a:r>
            <a:endParaRPr lang="en-US" altLang="zh-CN" sz="28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40" name="Text Box 10">
            <a:extLst>
              <a:ext uri="{FF2B5EF4-FFF2-40B4-BE49-F238E27FC236}">
                <a16:creationId xmlns:a16="http://schemas.microsoft.com/office/drawing/2014/main" id="{88720619-1862-40A5-101B-9344AE9D9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5225" y="-12700"/>
            <a:ext cx="14176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23.4</a:t>
            </a:r>
          </a:p>
        </p:txBody>
      </p:sp>
      <p:sp>
        <p:nvSpPr>
          <p:cNvPr id="48141" name="Rectangle 11">
            <a:extLst>
              <a:ext uri="{FF2B5EF4-FFF2-40B4-BE49-F238E27FC236}">
                <a16:creationId xmlns:a16="http://schemas.microsoft.com/office/drawing/2014/main" id="{350CFBB7-22CB-5B7F-C015-7F6D5794D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743200"/>
            <a:ext cx="8686800" cy="18161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baseline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en-US" altLang="zh-CN" sz="2800" baseline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rwnd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的值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=5000-1000=4000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，主机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在它的缓冲溢出之前仅能接收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4000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个字节数据。主机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在下一段向主机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宣布这个值。</a:t>
            </a:r>
            <a:endParaRPr lang="en-US" altLang="zh-CN" sz="28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1">
            <a:extLst>
              <a:ext uri="{FF2B5EF4-FFF2-40B4-BE49-F238E27FC236}">
                <a16:creationId xmlns:a16="http://schemas.microsoft.com/office/drawing/2014/main" id="{C97745B0-7C25-FA1F-241F-1E5B6A5EA1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7D542145-C4CB-45E4-9E26-643B601848F6}" type="slidenum">
              <a:rPr lang="en-US" altLang="zh-CN" sz="2000" baseline="0">
                <a:solidFill>
                  <a:schemeClr val="bg2"/>
                </a:solidFill>
              </a:rPr>
              <a:pPr/>
              <a:t>46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49155" name="灯片编号占位符 1">
            <a:extLst>
              <a:ext uri="{FF2B5EF4-FFF2-40B4-BE49-F238E27FC236}">
                <a16:creationId xmlns:a16="http://schemas.microsoft.com/office/drawing/2014/main" id="{ACC3FD7B-87C7-FFB4-42A0-F35414EB0AB4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7239C148-7475-4331-8D2F-51FE87515190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46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D4C05A01-EDB1-5FF5-6D07-EC297DE8ABA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57" name="Rectangle 3">
            <a:extLst>
              <a:ext uri="{FF2B5EF4-FFF2-40B4-BE49-F238E27FC236}">
                <a16:creationId xmlns:a16="http://schemas.microsoft.com/office/drawing/2014/main" id="{CE88A6B6-1F46-8292-0BFC-4321336D82C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58" name="Rectangle 4">
            <a:extLst>
              <a:ext uri="{FF2B5EF4-FFF2-40B4-BE49-F238E27FC236}">
                <a16:creationId xmlns:a16="http://schemas.microsoft.com/office/drawing/2014/main" id="{ED268F68-2D9C-682E-B926-1B5AE3F593C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59" name="Rectangle 5">
            <a:extLst>
              <a:ext uri="{FF2B5EF4-FFF2-40B4-BE49-F238E27FC236}">
                <a16:creationId xmlns:a16="http://schemas.microsoft.com/office/drawing/2014/main" id="{5254C18B-3F6D-236A-4074-FE2C0B3813F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60" name="Rectangle 6">
            <a:extLst>
              <a:ext uri="{FF2B5EF4-FFF2-40B4-BE49-F238E27FC236}">
                <a16:creationId xmlns:a16="http://schemas.microsoft.com/office/drawing/2014/main" id="{3BFB672A-4892-A8FD-C2A1-5FD6B5A055F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61" name="Rectangle 7">
            <a:extLst>
              <a:ext uri="{FF2B5EF4-FFF2-40B4-BE49-F238E27FC236}">
                <a16:creationId xmlns:a16="http://schemas.microsoft.com/office/drawing/2014/main" id="{1BDC36A0-F89D-B8E2-BB33-1EAE9DEAA16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62" name="Rectangle 8">
            <a:extLst>
              <a:ext uri="{FF2B5EF4-FFF2-40B4-BE49-F238E27FC236}">
                <a16:creationId xmlns:a16="http://schemas.microsoft.com/office/drawing/2014/main" id="{4EEC1763-6679-1F9A-BE11-2650EC41F5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63" name="Rectangle 9">
            <a:extLst>
              <a:ext uri="{FF2B5EF4-FFF2-40B4-BE49-F238E27FC236}">
                <a16:creationId xmlns:a16="http://schemas.microsoft.com/office/drawing/2014/main" id="{0387126A-F914-ABB1-1415-FAA77E661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9540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如果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rwnd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的值是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3000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个字节，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cwnd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的值是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3500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个字节，试问主机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的窗口大小是多少？</a:t>
            </a:r>
            <a:endParaRPr lang="en-US" altLang="zh-CN" sz="28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64" name="Text Box 10">
            <a:extLst>
              <a:ext uri="{FF2B5EF4-FFF2-40B4-BE49-F238E27FC236}">
                <a16:creationId xmlns:a16="http://schemas.microsoft.com/office/drawing/2014/main" id="{4A6929D8-74C0-EB50-6BE4-F90692B42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14176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23.5</a:t>
            </a:r>
          </a:p>
        </p:txBody>
      </p:sp>
      <p:sp>
        <p:nvSpPr>
          <p:cNvPr id="49165" name="Rectangle 11">
            <a:extLst>
              <a:ext uri="{FF2B5EF4-FFF2-40B4-BE49-F238E27FC236}">
                <a16:creationId xmlns:a16="http://schemas.microsoft.com/office/drawing/2014/main" id="{BB59F6B5-C8C7-1436-A2B1-1EB710A27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971800"/>
            <a:ext cx="8686800" cy="1384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en-US" altLang="zh-CN" sz="2800" baseline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窗口大小是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rwnd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cwnd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中较小的一个，它应该是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3000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个字节。</a:t>
            </a:r>
            <a:endParaRPr lang="en-US" altLang="zh-CN" sz="28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1">
            <a:extLst>
              <a:ext uri="{FF2B5EF4-FFF2-40B4-BE49-F238E27FC236}">
                <a16:creationId xmlns:a16="http://schemas.microsoft.com/office/drawing/2014/main" id="{7C6ADFAD-4C80-938A-E1F4-25F4073B73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180F8CFF-B33A-412D-BEEB-F618A3A163CD}" type="slidenum">
              <a:rPr lang="en-US" altLang="zh-CN" sz="2000" baseline="0">
                <a:solidFill>
                  <a:schemeClr val="bg2"/>
                </a:solidFill>
              </a:rPr>
              <a:pPr/>
              <a:t>47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50179" name="灯片编号占位符 1">
            <a:extLst>
              <a:ext uri="{FF2B5EF4-FFF2-40B4-BE49-F238E27FC236}">
                <a16:creationId xmlns:a16="http://schemas.microsoft.com/office/drawing/2014/main" id="{F14826DD-443C-1323-657C-BB02BB3C7383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EF91DCC8-08CC-4A4D-8177-98E4B901314B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47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50180" name="Rectangle 2">
            <a:extLst>
              <a:ext uri="{FF2B5EF4-FFF2-40B4-BE49-F238E27FC236}">
                <a16:creationId xmlns:a16="http://schemas.microsoft.com/office/drawing/2014/main" id="{FE536465-50C7-9E15-036B-1B5A5EA8EC8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181" name="Rectangle 3">
            <a:extLst>
              <a:ext uri="{FF2B5EF4-FFF2-40B4-BE49-F238E27FC236}">
                <a16:creationId xmlns:a16="http://schemas.microsoft.com/office/drawing/2014/main" id="{2B954E3E-951B-6054-2C71-EF06590A377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182" name="Rectangle 4">
            <a:extLst>
              <a:ext uri="{FF2B5EF4-FFF2-40B4-BE49-F238E27FC236}">
                <a16:creationId xmlns:a16="http://schemas.microsoft.com/office/drawing/2014/main" id="{1A1A9FFE-A082-A046-5218-04BD9C7A1B1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183" name="Rectangle 5">
            <a:extLst>
              <a:ext uri="{FF2B5EF4-FFF2-40B4-BE49-F238E27FC236}">
                <a16:creationId xmlns:a16="http://schemas.microsoft.com/office/drawing/2014/main" id="{3BD04E16-3F7A-38D3-EE5D-245A458BA00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184" name="Rectangle 6">
            <a:extLst>
              <a:ext uri="{FF2B5EF4-FFF2-40B4-BE49-F238E27FC236}">
                <a16:creationId xmlns:a16="http://schemas.microsoft.com/office/drawing/2014/main" id="{9950000F-5F46-8EF6-CF95-1FD89B3A413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185" name="Rectangle 7">
            <a:extLst>
              <a:ext uri="{FF2B5EF4-FFF2-40B4-BE49-F238E27FC236}">
                <a16:creationId xmlns:a16="http://schemas.microsoft.com/office/drawing/2014/main" id="{92F81DCF-67C9-7669-0A1E-5EED6C78186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186" name="Rectangle 8">
            <a:extLst>
              <a:ext uri="{FF2B5EF4-FFF2-40B4-BE49-F238E27FC236}">
                <a16:creationId xmlns:a16="http://schemas.microsoft.com/office/drawing/2014/main" id="{27CCD68A-EE87-0F9A-0C86-4CD851C5099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187" name="Rectangle 9">
            <a:extLst>
              <a:ext uri="{FF2B5EF4-FFF2-40B4-BE49-F238E27FC236}">
                <a16:creationId xmlns:a16="http://schemas.microsoft.com/office/drawing/2014/main" id="{A79058AC-A808-744D-CCAE-1304F2907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3970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 23.23 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表示了一个不切实际的滑动窗口，发送方已发送了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202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个字节。我们假定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cwnd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（实际上，这个值是上千个字节），接收方已经发送一个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rwnd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（实际上，这个值也是上千个字节）而确认号为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200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ACK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段。发送窗口的大小是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rwnd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cwnd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的最小值，即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个字节。字节号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200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到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202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都已发送但并未被确认。字节号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203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到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208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可以发送而不必考虑从另一端来的确认。字节号</a:t>
            </a:r>
            <a:r>
              <a:rPr lang="en-US" altLang="zh-CN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209</a:t>
            </a:r>
            <a:r>
              <a:rPr lang="zh-CN" altLang="en-US" sz="2800" baseline="0">
                <a:latin typeface="Times New Roman" panose="02020603050405020304" pitchFamily="18" charset="0"/>
                <a:ea typeface="宋体" panose="02010600030101010101" pitchFamily="2" charset="-122"/>
              </a:rPr>
              <a:t>和它以上各字节不可能被发送。</a:t>
            </a:r>
            <a:endParaRPr lang="en-US" altLang="zh-CN" sz="28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endParaRPr lang="en-US" altLang="zh-CN" sz="2800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188" name="Text Box 10">
            <a:extLst>
              <a:ext uri="{FF2B5EF4-FFF2-40B4-BE49-F238E27FC236}">
                <a16:creationId xmlns:a16="http://schemas.microsoft.com/office/drawing/2014/main" id="{CC15DDC1-D45B-2375-6DFC-25F6FCD7E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14176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1">
            <a:extLst>
              <a:ext uri="{FF2B5EF4-FFF2-40B4-BE49-F238E27FC236}">
                <a16:creationId xmlns:a16="http://schemas.microsoft.com/office/drawing/2014/main" id="{C1127A89-88EE-CE5F-8D9E-058C5B636A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2BB3B89A-6DAF-4D5B-9757-BB0A987A4D08}" type="slidenum">
              <a:rPr lang="en-US" altLang="zh-CN" sz="2000" baseline="0">
                <a:solidFill>
                  <a:schemeClr val="bg2"/>
                </a:solidFill>
              </a:rPr>
              <a:pPr/>
              <a:t>48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51203" name="灯片编号占位符 1">
            <a:extLst>
              <a:ext uri="{FF2B5EF4-FFF2-40B4-BE49-F238E27FC236}">
                <a16:creationId xmlns:a16="http://schemas.microsoft.com/office/drawing/2014/main" id="{94769DD1-DCAC-9DAD-891D-314F7976709F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EE9B02D3-4B6F-473D-8BB9-89BD7ABC8B1F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48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51204" name="Line 2">
            <a:extLst>
              <a:ext uri="{FF2B5EF4-FFF2-40B4-BE49-F238E27FC236}">
                <a16:creationId xmlns:a16="http://schemas.microsoft.com/office/drawing/2014/main" id="{69C6AE19-41B2-C269-0B7E-DAC5CEF3908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5" name="Line 3">
            <a:extLst>
              <a:ext uri="{FF2B5EF4-FFF2-40B4-BE49-F238E27FC236}">
                <a16:creationId xmlns:a16="http://schemas.microsoft.com/office/drawing/2014/main" id="{F153FD6E-3603-C962-F5BF-CDE368C03A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6" name="Text Box 4">
            <a:extLst>
              <a:ext uri="{FF2B5EF4-FFF2-40B4-BE49-F238E27FC236}">
                <a16:creationId xmlns:a16="http://schemas.microsoft.com/office/drawing/2014/main" id="{CD6AC41C-4669-C960-862D-A2B3B1B8F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223996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23.23  </a:t>
            </a:r>
            <a:r>
              <a:rPr lang="zh-CN" altLang="en-US" sz="2400" baseline="0"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2000" i="1" baseline="0">
                <a:latin typeface="Times New Roman" panose="02020603050405020304" pitchFamily="18" charset="0"/>
                <a:ea typeface="宋体" panose="02010600030101010101" pitchFamily="2" charset="-122"/>
              </a:rPr>
              <a:t> 23.6</a:t>
            </a:r>
          </a:p>
        </p:txBody>
      </p:sp>
      <p:sp>
        <p:nvSpPr>
          <p:cNvPr id="51207" name="Line 5">
            <a:extLst>
              <a:ext uri="{FF2B5EF4-FFF2-40B4-BE49-F238E27FC236}">
                <a16:creationId xmlns:a16="http://schemas.microsoft.com/office/drawing/2014/main" id="{E611AB75-1398-342F-8B69-E5DA6B42697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1208" name="Picture 6">
            <a:extLst>
              <a:ext uri="{FF2B5EF4-FFF2-40B4-BE49-F238E27FC236}">
                <a16:creationId xmlns:a16="http://schemas.microsoft.com/office/drawing/2014/main" id="{2651170C-39AD-BAF2-E7D8-2660BA6E1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3" y="1981200"/>
            <a:ext cx="7386637" cy="283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1">
            <a:extLst>
              <a:ext uri="{FF2B5EF4-FFF2-40B4-BE49-F238E27FC236}">
                <a16:creationId xmlns:a16="http://schemas.microsoft.com/office/drawing/2014/main" id="{70DB64E3-9C1A-4A7A-0ABA-FAAC0D056B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854E2D91-4F27-423D-8F5A-A78569BF5F22}" type="slidenum">
              <a:rPr lang="en-US" altLang="zh-CN" sz="2000" baseline="0">
                <a:solidFill>
                  <a:schemeClr val="bg2"/>
                </a:solidFill>
              </a:rPr>
              <a:pPr/>
              <a:t>49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52227" name="灯片编号占位符 1">
            <a:extLst>
              <a:ext uri="{FF2B5EF4-FFF2-40B4-BE49-F238E27FC236}">
                <a16:creationId xmlns:a16="http://schemas.microsoft.com/office/drawing/2014/main" id="{FCA4A2DF-BFC8-2676-8252-1CC7F3A4EFF5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6EBC3D90-44B1-4CBC-8905-7A8E8580A36D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49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52228" name="Rectangle 2">
            <a:extLst>
              <a:ext uri="{FF2B5EF4-FFF2-40B4-BE49-F238E27FC236}">
                <a16:creationId xmlns:a16="http://schemas.microsoft.com/office/drawing/2014/main" id="{C0798BC4-DFE1-C247-D8BE-53A9A6817CC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2229" name="Rectangle 3">
            <a:extLst>
              <a:ext uri="{FF2B5EF4-FFF2-40B4-BE49-F238E27FC236}">
                <a16:creationId xmlns:a16="http://schemas.microsoft.com/office/drawing/2014/main" id="{A49FCBF1-8812-A55A-1488-44772836DC7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2230" name="Rectangle 4">
            <a:extLst>
              <a:ext uri="{FF2B5EF4-FFF2-40B4-BE49-F238E27FC236}">
                <a16:creationId xmlns:a16="http://schemas.microsoft.com/office/drawing/2014/main" id="{E79AE661-4E91-E33F-6646-F6AC62C8000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2231" name="Rectangle 5">
            <a:extLst>
              <a:ext uri="{FF2B5EF4-FFF2-40B4-BE49-F238E27FC236}">
                <a16:creationId xmlns:a16="http://schemas.microsoft.com/office/drawing/2014/main" id="{D7AFBC50-C33F-8D67-712A-39C1E99B077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2232" name="Rectangle 6">
            <a:extLst>
              <a:ext uri="{FF2B5EF4-FFF2-40B4-BE49-F238E27FC236}">
                <a16:creationId xmlns:a16="http://schemas.microsoft.com/office/drawing/2014/main" id="{5DD958F3-35C0-F3B9-0444-D1F5478AF64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2233" name="Rectangle 7">
            <a:extLst>
              <a:ext uri="{FF2B5EF4-FFF2-40B4-BE49-F238E27FC236}">
                <a16:creationId xmlns:a16="http://schemas.microsoft.com/office/drawing/2014/main" id="{C7442B6F-3F3F-6617-68E5-1AC12CB140A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2234" name="Rectangle 8">
            <a:extLst>
              <a:ext uri="{FF2B5EF4-FFF2-40B4-BE49-F238E27FC236}">
                <a16:creationId xmlns:a16="http://schemas.microsoft.com/office/drawing/2014/main" id="{74A08846-67C9-6955-C126-265E6A9B3ED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2235" name="Line 9">
            <a:extLst>
              <a:ext uri="{FF2B5EF4-FFF2-40B4-BE49-F238E27FC236}">
                <a16:creationId xmlns:a16="http://schemas.microsoft.com/office/drawing/2014/main" id="{A84DA66B-562F-4C91-58A5-CB40F22D79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219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6" name="Line 10">
            <a:extLst>
              <a:ext uri="{FF2B5EF4-FFF2-40B4-BE49-F238E27FC236}">
                <a16:creationId xmlns:a16="http://schemas.microsoft.com/office/drawing/2014/main" id="{E87C13AF-7211-1101-C081-8CB4B01DB4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" y="5638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7" name="Rectangle 11">
            <a:extLst>
              <a:ext uri="{FF2B5EF4-FFF2-40B4-BE49-F238E27FC236}">
                <a16:creationId xmlns:a16="http://schemas.microsoft.com/office/drawing/2014/main" id="{32B2ED76-0A61-A30A-2779-104BD40D2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905000"/>
            <a:ext cx="8077200" cy="27384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800" baseline="0">
                <a:ea typeface="宋体" panose="02010600030101010101" pitchFamily="2" charset="-122"/>
              </a:rPr>
              <a:t>TCP</a:t>
            </a:r>
            <a:r>
              <a:rPr lang="zh-CN" altLang="en-US" sz="2800" baseline="0">
                <a:ea typeface="宋体" panose="02010600030101010101" pitchFamily="2" charset="-122"/>
              </a:rPr>
              <a:t>滑动窗口要点</a:t>
            </a:r>
            <a:r>
              <a:rPr lang="en-US" altLang="zh-CN" sz="2800" baseline="0">
                <a:ea typeface="宋体" panose="02010600030101010101" pitchFamily="2" charset="-122"/>
              </a:rPr>
              <a:t>:</a:t>
            </a:r>
          </a:p>
          <a:p>
            <a:r>
              <a:rPr lang="en-US" altLang="zh-CN" sz="2400" baseline="0">
                <a:solidFill>
                  <a:schemeClr val="hlink"/>
                </a:solidFill>
                <a:ea typeface="宋体" panose="02010600030101010101" pitchFamily="2" charset="-122"/>
              </a:rPr>
              <a:t>❏</a:t>
            </a:r>
            <a:r>
              <a:rPr lang="en-US" altLang="zh-CN" sz="2400" baseline="0">
                <a:ea typeface="宋体" panose="02010600030101010101" pitchFamily="2" charset="-122"/>
              </a:rPr>
              <a:t> </a:t>
            </a:r>
            <a:r>
              <a:rPr lang="zh-CN" altLang="en-US" sz="2400" baseline="0">
                <a:ea typeface="宋体" panose="02010600030101010101" pitchFamily="2" charset="-122"/>
              </a:rPr>
              <a:t>窗口大小是</a:t>
            </a:r>
            <a:r>
              <a:rPr lang="en-US" altLang="zh-CN" sz="2400" baseline="0">
                <a:ea typeface="宋体" panose="02010600030101010101" pitchFamily="2" charset="-122"/>
              </a:rPr>
              <a:t>rwnd</a:t>
            </a:r>
            <a:r>
              <a:rPr lang="zh-CN" altLang="en-US" sz="2400" baseline="0">
                <a:ea typeface="宋体" panose="02010600030101010101" pitchFamily="2" charset="-122"/>
              </a:rPr>
              <a:t>和</a:t>
            </a:r>
            <a:r>
              <a:rPr lang="en-US" altLang="zh-CN" sz="2400" baseline="0">
                <a:ea typeface="宋体" panose="02010600030101010101" pitchFamily="2" charset="-122"/>
              </a:rPr>
              <a:t>cwnd</a:t>
            </a:r>
            <a:r>
              <a:rPr lang="zh-CN" altLang="en-US" sz="2400" baseline="0">
                <a:ea typeface="宋体" panose="02010600030101010101" pitchFamily="2" charset="-122"/>
              </a:rPr>
              <a:t>中的最小值。</a:t>
            </a:r>
            <a:endParaRPr lang="en-US" altLang="zh-CN" sz="2400" baseline="0">
              <a:ea typeface="宋体" panose="02010600030101010101" pitchFamily="2" charset="-122"/>
            </a:endParaRPr>
          </a:p>
          <a:p>
            <a:r>
              <a:rPr lang="en-US" altLang="zh-CN" sz="2400" baseline="0">
                <a:solidFill>
                  <a:schemeClr val="hlink"/>
                </a:solidFill>
                <a:ea typeface="宋体" panose="02010600030101010101" pitchFamily="2" charset="-122"/>
              </a:rPr>
              <a:t>❏</a:t>
            </a:r>
            <a:r>
              <a:rPr lang="en-US" altLang="zh-CN" sz="2400" baseline="0">
                <a:ea typeface="宋体" panose="02010600030101010101" pitchFamily="2" charset="-122"/>
              </a:rPr>
              <a:t> </a:t>
            </a:r>
            <a:r>
              <a:rPr lang="zh-CN" altLang="en-US" sz="2400" baseline="0">
                <a:ea typeface="宋体" panose="02010600030101010101" pitchFamily="2" charset="-122"/>
              </a:rPr>
              <a:t>发送方不必发送一个全窗口大小的数据。</a:t>
            </a:r>
            <a:endParaRPr lang="en-US" altLang="zh-CN" sz="2400" baseline="0">
              <a:ea typeface="宋体" panose="02010600030101010101" pitchFamily="2" charset="-122"/>
            </a:endParaRPr>
          </a:p>
          <a:p>
            <a:r>
              <a:rPr lang="en-US" altLang="zh-CN" sz="2400" baseline="0">
                <a:solidFill>
                  <a:schemeClr val="hlink"/>
                </a:solidFill>
                <a:ea typeface="宋体" panose="02010600030101010101" pitchFamily="2" charset="-122"/>
              </a:rPr>
              <a:t>❏</a:t>
            </a:r>
            <a:r>
              <a:rPr lang="en-US" altLang="zh-CN" sz="2400" baseline="0">
                <a:ea typeface="宋体" panose="02010600030101010101" pitchFamily="2" charset="-122"/>
              </a:rPr>
              <a:t> </a:t>
            </a:r>
            <a:r>
              <a:rPr lang="zh-CN" altLang="en-US" sz="2400" baseline="0">
                <a:ea typeface="宋体" panose="02010600030101010101" pitchFamily="2" charset="-122"/>
              </a:rPr>
              <a:t>接收方可张开或合拢窗口，但不能收缩窗口。</a:t>
            </a:r>
            <a:endParaRPr lang="en-US" altLang="zh-CN" sz="2400" baseline="0">
              <a:ea typeface="宋体" panose="02010600030101010101" pitchFamily="2" charset="-122"/>
            </a:endParaRPr>
          </a:p>
          <a:p>
            <a:r>
              <a:rPr lang="en-US" altLang="zh-CN" sz="2400" baseline="0">
                <a:solidFill>
                  <a:schemeClr val="hlink"/>
                </a:solidFill>
                <a:ea typeface="宋体" panose="02010600030101010101" pitchFamily="2" charset="-122"/>
              </a:rPr>
              <a:t>❏</a:t>
            </a:r>
            <a:r>
              <a:rPr lang="en-US" altLang="zh-CN" sz="2400" baseline="0">
                <a:ea typeface="宋体" panose="02010600030101010101" pitchFamily="2" charset="-122"/>
              </a:rPr>
              <a:t> </a:t>
            </a:r>
            <a:r>
              <a:rPr lang="zh-CN" altLang="en-US" sz="2400" baseline="0">
                <a:ea typeface="宋体" panose="02010600030101010101" pitchFamily="2" charset="-122"/>
              </a:rPr>
              <a:t>只要不引起窗口收缩，目的方可随时发送一个确认。</a:t>
            </a:r>
            <a:endParaRPr lang="en-US" altLang="zh-CN" sz="2400" baseline="0">
              <a:ea typeface="宋体" panose="02010600030101010101" pitchFamily="2" charset="-122"/>
            </a:endParaRPr>
          </a:p>
          <a:p>
            <a:r>
              <a:rPr lang="en-US" altLang="zh-CN" sz="2400" baseline="0">
                <a:solidFill>
                  <a:schemeClr val="hlink"/>
                </a:solidFill>
                <a:ea typeface="宋体" panose="02010600030101010101" pitchFamily="2" charset="-122"/>
              </a:rPr>
              <a:t>❏</a:t>
            </a:r>
            <a:r>
              <a:rPr lang="en-US" altLang="zh-CN" sz="2400" baseline="0">
                <a:ea typeface="宋体" panose="02010600030101010101" pitchFamily="2" charset="-122"/>
              </a:rPr>
              <a:t> </a:t>
            </a:r>
            <a:r>
              <a:rPr lang="zh-CN" altLang="en-US" sz="2400" baseline="0">
                <a:ea typeface="宋体" panose="02010600030101010101" pitchFamily="2" charset="-122"/>
              </a:rPr>
              <a:t>接收方可暂时关闭窗口，但在窗口关闭后发送方总是发送一个</a:t>
            </a:r>
            <a:r>
              <a:rPr lang="en-US" altLang="zh-CN" sz="2400" baseline="0">
                <a:ea typeface="宋体" panose="02010600030101010101" pitchFamily="2" charset="-122"/>
              </a:rPr>
              <a:t>1</a:t>
            </a:r>
            <a:r>
              <a:rPr lang="zh-CN" altLang="en-US" sz="2400" baseline="0">
                <a:ea typeface="宋体" panose="02010600030101010101" pitchFamily="2" charset="-122"/>
              </a:rPr>
              <a:t>字节的段。</a:t>
            </a:r>
            <a:endParaRPr lang="en-US" altLang="zh-CN" sz="2400" baseline="0">
              <a:ea typeface="宋体" panose="02010600030101010101" pitchFamily="2" charset="-122"/>
            </a:endParaRPr>
          </a:p>
        </p:txBody>
      </p:sp>
      <p:grpSp>
        <p:nvGrpSpPr>
          <p:cNvPr id="52238" name="Group 12">
            <a:extLst>
              <a:ext uri="{FF2B5EF4-FFF2-40B4-BE49-F238E27FC236}">
                <a16:creationId xmlns:a16="http://schemas.microsoft.com/office/drawing/2014/main" id="{5AC36481-F59A-9E05-3FB3-3B1F31B9C99B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609600"/>
            <a:ext cx="1143000" cy="566738"/>
            <a:chOff x="1200" y="1248"/>
            <a:chExt cx="720" cy="357"/>
          </a:xfrm>
        </p:grpSpPr>
        <p:pic>
          <p:nvPicPr>
            <p:cNvPr id="52239" name="Picture 13">
              <a:extLst>
                <a:ext uri="{FF2B5EF4-FFF2-40B4-BE49-F238E27FC236}">
                  <a16:creationId xmlns:a16="http://schemas.microsoft.com/office/drawing/2014/main" id="{1C765420-624F-BA54-A9D5-E3D5D281FC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2240" name="Text Box 14">
              <a:extLst>
                <a:ext uri="{FF2B5EF4-FFF2-40B4-BE49-F238E27FC236}">
                  <a16:creationId xmlns:a16="http://schemas.microsoft.com/office/drawing/2014/main" id="{D059FB94-752E-FFFC-7C74-BAC5F0FB7C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1">
            <a:extLst>
              <a:ext uri="{FF2B5EF4-FFF2-40B4-BE49-F238E27FC236}">
                <a16:creationId xmlns:a16="http://schemas.microsoft.com/office/drawing/2014/main" id="{7E6AAF43-DB79-5D07-CC2D-2D12E69F7B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5E052D22-EA52-4A7B-92D2-BEAB7C148C34}" type="slidenum">
              <a:rPr lang="en-US" altLang="zh-CN" sz="2000" baseline="0">
                <a:solidFill>
                  <a:schemeClr val="bg2"/>
                </a:solidFill>
              </a:rPr>
              <a:pPr/>
              <a:t>50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53251" name="灯片编号占位符 1">
            <a:extLst>
              <a:ext uri="{FF2B5EF4-FFF2-40B4-BE49-F238E27FC236}">
                <a16:creationId xmlns:a16="http://schemas.microsoft.com/office/drawing/2014/main" id="{E0E26F8A-1F44-BC97-2065-BFBE14264487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9E187C0C-5BEA-48F9-A2B4-36F56DB4229C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50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53252" name="Rectangle 2">
            <a:extLst>
              <a:ext uri="{FF2B5EF4-FFF2-40B4-BE49-F238E27FC236}">
                <a16:creationId xmlns:a16="http://schemas.microsoft.com/office/drawing/2014/main" id="{0EC1CE38-62F4-48D6-D708-309D1D38D96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6FB525A3-12D1-08D6-F0E1-C327BA5851C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4" name="Rectangle 4">
            <a:extLst>
              <a:ext uri="{FF2B5EF4-FFF2-40B4-BE49-F238E27FC236}">
                <a16:creationId xmlns:a16="http://schemas.microsoft.com/office/drawing/2014/main" id="{47D00F19-856D-0DA5-D933-286AD90F0F4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5" name="Rectangle 5">
            <a:extLst>
              <a:ext uri="{FF2B5EF4-FFF2-40B4-BE49-F238E27FC236}">
                <a16:creationId xmlns:a16="http://schemas.microsoft.com/office/drawing/2014/main" id="{A286DF27-84E6-1D24-62C6-47A38D3C40F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6" name="Rectangle 6">
            <a:extLst>
              <a:ext uri="{FF2B5EF4-FFF2-40B4-BE49-F238E27FC236}">
                <a16:creationId xmlns:a16="http://schemas.microsoft.com/office/drawing/2014/main" id="{035F328A-39C8-746C-BE69-DEDA785A686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7" name="Rectangle 7">
            <a:extLst>
              <a:ext uri="{FF2B5EF4-FFF2-40B4-BE49-F238E27FC236}">
                <a16:creationId xmlns:a16="http://schemas.microsoft.com/office/drawing/2014/main" id="{0BD9D23A-6A45-E7A9-F8C1-DD4A89030CA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8" name="Rectangle 8">
            <a:extLst>
              <a:ext uri="{FF2B5EF4-FFF2-40B4-BE49-F238E27FC236}">
                <a16:creationId xmlns:a16="http://schemas.microsoft.com/office/drawing/2014/main" id="{CE94B962-4203-FD84-CCD2-22C56D9478E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9" name="Line 9">
            <a:extLst>
              <a:ext uri="{FF2B5EF4-FFF2-40B4-BE49-F238E27FC236}">
                <a16:creationId xmlns:a16="http://schemas.microsoft.com/office/drawing/2014/main" id="{64435192-C6A9-94D1-F13C-204DC129CC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0" name="Line 10">
            <a:extLst>
              <a:ext uri="{FF2B5EF4-FFF2-40B4-BE49-F238E27FC236}">
                <a16:creationId xmlns:a16="http://schemas.microsoft.com/office/drawing/2014/main" id="{C7C34FF8-CE12-067A-C81C-820CE1A6370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1" name="Rectangle 11">
            <a:extLst>
              <a:ext uri="{FF2B5EF4-FFF2-40B4-BE49-F238E27FC236}">
                <a16:creationId xmlns:a16="http://schemas.microsoft.com/office/drawing/2014/main" id="{0B0BA437-C884-21F8-40F1-8E7367FB6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788" y="3200400"/>
            <a:ext cx="8077200" cy="5842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aseline="0">
                <a:ea typeface="宋体" panose="02010600030101010101" pitchFamily="2" charset="-122"/>
              </a:rPr>
              <a:t>ACK</a:t>
            </a:r>
            <a:r>
              <a:rPr lang="zh-CN" altLang="en-US" baseline="0">
                <a:ea typeface="宋体" panose="02010600030101010101" pitchFamily="2" charset="-122"/>
              </a:rPr>
              <a:t>段不占用序列号，它不需要确认。</a:t>
            </a:r>
            <a:endParaRPr lang="en-US" altLang="zh-CN" baseline="0">
              <a:ea typeface="宋体" panose="02010600030101010101" pitchFamily="2" charset="-122"/>
            </a:endParaRPr>
          </a:p>
        </p:txBody>
      </p:sp>
      <p:grpSp>
        <p:nvGrpSpPr>
          <p:cNvPr id="53262" name="Group 12">
            <a:extLst>
              <a:ext uri="{FF2B5EF4-FFF2-40B4-BE49-F238E27FC236}">
                <a16:creationId xmlns:a16="http://schemas.microsoft.com/office/drawing/2014/main" id="{C1061571-2EAD-D2EA-6231-72C1C1E3F21C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53263" name="Picture 13">
              <a:extLst>
                <a:ext uri="{FF2B5EF4-FFF2-40B4-BE49-F238E27FC236}">
                  <a16:creationId xmlns:a16="http://schemas.microsoft.com/office/drawing/2014/main" id="{3316F1C8-B891-7F2B-4A66-332BE9A628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3264" name="Text Box 14">
              <a:extLst>
                <a:ext uri="{FF2B5EF4-FFF2-40B4-BE49-F238E27FC236}">
                  <a16:creationId xmlns:a16="http://schemas.microsoft.com/office/drawing/2014/main" id="{BF65BA81-0F19-5FD8-4927-232C2C4C06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1">
            <a:extLst>
              <a:ext uri="{FF2B5EF4-FFF2-40B4-BE49-F238E27FC236}">
                <a16:creationId xmlns:a16="http://schemas.microsoft.com/office/drawing/2014/main" id="{71E0952D-95CD-9792-1BB6-7A05505AFE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22F9EBDB-E4B3-4361-82EE-AA89BC3389D0}" type="slidenum">
              <a:rPr lang="en-US" altLang="zh-CN" sz="2000" baseline="0">
                <a:solidFill>
                  <a:schemeClr val="bg2"/>
                </a:solidFill>
              </a:rPr>
              <a:pPr/>
              <a:t>51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54275" name="灯片编号占位符 1">
            <a:extLst>
              <a:ext uri="{FF2B5EF4-FFF2-40B4-BE49-F238E27FC236}">
                <a16:creationId xmlns:a16="http://schemas.microsoft.com/office/drawing/2014/main" id="{AFB9CE94-50C5-0508-EF08-5D1B21618E08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736B9555-947B-4BB8-90A9-DC3AF7E47FCE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51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54276" name="Rectangle 2">
            <a:extLst>
              <a:ext uri="{FF2B5EF4-FFF2-40B4-BE49-F238E27FC236}">
                <a16:creationId xmlns:a16="http://schemas.microsoft.com/office/drawing/2014/main" id="{FF0991CA-E45F-2AAA-05BC-8DA6F4C4D19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77" name="Rectangle 3">
            <a:extLst>
              <a:ext uri="{FF2B5EF4-FFF2-40B4-BE49-F238E27FC236}">
                <a16:creationId xmlns:a16="http://schemas.microsoft.com/office/drawing/2014/main" id="{33CB59EC-0E7B-72EB-E0DF-FA8C204E62B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78" name="Rectangle 4">
            <a:extLst>
              <a:ext uri="{FF2B5EF4-FFF2-40B4-BE49-F238E27FC236}">
                <a16:creationId xmlns:a16="http://schemas.microsoft.com/office/drawing/2014/main" id="{6D13CEF5-F1AC-5AAE-AFC9-4BBAD52BD84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79" name="Rectangle 5">
            <a:extLst>
              <a:ext uri="{FF2B5EF4-FFF2-40B4-BE49-F238E27FC236}">
                <a16:creationId xmlns:a16="http://schemas.microsoft.com/office/drawing/2014/main" id="{A3440935-A3BF-E179-2BEC-91BF65052DF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80" name="Rectangle 6">
            <a:extLst>
              <a:ext uri="{FF2B5EF4-FFF2-40B4-BE49-F238E27FC236}">
                <a16:creationId xmlns:a16="http://schemas.microsoft.com/office/drawing/2014/main" id="{12DC5568-4C6B-1942-5066-8042754F052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81" name="Rectangle 7">
            <a:extLst>
              <a:ext uri="{FF2B5EF4-FFF2-40B4-BE49-F238E27FC236}">
                <a16:creationId xmlns:a16="http://schemas.microsoft.com/office/drawing/2014/main" id="{04D02DFB-EC02-6F17-F842-C0679DB503A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82" name="Rectangle 8">
            <a:extLst>
              <a:ext uri="{FF2B5EF4-FFF2-40B4-BE49-F238E27FC236}">
                <a16:creationId xmlns:a16="http://schemas.microsoft.com/office/drawing/2014/main" id="{7F6EF089-DB5F-B7EA-8598-FE9D41CBA0D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83" name="Line 9">
            <a:extLst>
              <a:ext uri="{FF2B5EF4-FFF2-40B4-BE49-F238E27FC236}">
                <a16:creationId xmlns:a16="http://schemas.microsoft.com/office/drawing/2014/main" id="{C3010C41-8713-DBB4-66B6-AFD0A6FD4A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4" name="Line 10">
            <a:extLst>
              <a:ext uri="{FF2B5EF4-FFF2-40B4-BE49-F238E27FC236}">
                <a16:creationId xmlns:a16="http://schemas.microsoft.com/office/drawing/2014/main" id="{54A8975B-721F-DABB-50CD-69089F0173A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876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5" name="Rectangle 11">
            <a:extLst>
              <a:ext uri="{FF2B5EF4-FFF2-40B4-BE49-F238E27FC236}">
                <a16:creationId xmlns:a16="http://schemas.microsoft.com/office/drawing/2014/main" id="{3A0C8A2E-F2E0-A023-0A6C-73361BA2A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" y="3200400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baseline="0">
                <a:ea typeface="宋体" panose="02010600030101010101" pitchFamily="2" charset="-122"/>
              </a:rPr>
              <a:t>在当前的实现中，如果重传计时器到时或当发送方收到三个重复的</a:t>
            </a:r>
            <a:r>
              <a:rPr lang="en-US" altLang="zh-CN" baseline="0">
                <a:ea typeface="宋体" panose="02010600030101010101" pitchFamily="2" charset="-122"/>
              </a:rPr>
              <a:t>ACK</a:t>
            </a:r>
            <a:r>
              <a:rPr lang="zh-CN" altLang="en-US" baseline="0">
                <a:ea typeface="宋体" panose="02010600030101010101" pitchFamily="2" charset="-122"/>
              </a:rPr>
              <a:t>时，则发生重传</a:t>
            </a:r>
            <a:endParaRPr lang="en-US" altLang="zh-CN" baseline="0">
              <a:ea typeface="宋体" panose="02010600030101010101" pitchFamily="2" charset="-122"/>
            </a:endParaRPr>
          </a:p>
        </p:txBody>
      </p:sp>
      <p:grpSp>
        <p:nvGrpSpPr>
          <p:cNvPr id="54286" name="Group 12">
            <a:extLst>
              <a:ext uri="{FF2B5EF4-FFF2-40B4-BE49-F238E27FC236}">
                <a16:creationId xmlns:a16="http://schemas.microsoft.com/office/drawing/2014/main" id="{E98C79CA-D702-F8A6-C418-054806610391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54287" name="Picture 13">
              <a:extLst>
                <a:ext uri="{FF2B5EF4-FFF2-40B4-BE49-F238E27FC236}">
                  <a16:creationId xmlns:a16="http://schemas.microsoft.com/office/drawing/2014/main" id="{F987B6E3-E347-72BA-0740-F0522109B9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4288" name="Text Box 14">
              <a:extLst>
                <a:ext uri="{FF2B5EF4-FFF2-40B4-BE49-F238E27FC236}">
                  <a16:creationId xmlns:a16="http://schemas.microsoft.com/office/drawing/2014/main" id="{AB10C5AC-E128-D8B5-49B6-4B9F723EF6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1">
            <a:extLst>
              <a:ext uri="{FF2B5EF4-FFF2-40B4-BE49-F238E27FC236}">
                <a16:creationId xmlns:a16="http://schemas.microsoft.com/office/drawing/2014/main" id="{07D06112-E63D-D6C6-619E-D1CE6C3BC7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7A245364-A67F-4947-85CB-6EBFB028F5FD}" type="slidenum">
              <a:rPr lang="en-US" altLang="zh-CN" sz="2000" baseline="0">
                <a:solidFill>
                  <a:schemeClr val="bg2"/>
                </a:solidFill>
              </a:rPr>
              <a:pPr/>
              <a:t>52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55299" name="灯片编号占位符 1">
            <a:extLst>
              <a:ext uri="{FF2B5EF4-FFF2-40B4-BE49-F238E27FC236}">
                <a16:creationId xmlns:a16="http://schemas.microsoft.com/office/drawing/2014/main" id="{EBD3F335-57C1-1E89-CB4D-0496A7E37C41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8B7BA2FC-0A8D-4490-B579-4F27E36BC206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52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55300" name="Rectangle 2">
            <a:extLst>
              <a:ext uri="{FF2B5EF4-FFF2-40B4-BE49-F238E27FC236}">
                <a16:creationId xmlns:a16="http://schemas.microsoft.com/office/drawing/2014/main" id="{F1241E04-CE18-FA34-7E21-674BD6F5AB0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301" name="Rectangle 3">
            <a:extLst>
              <a:ext uri="{FF2B5EF4-FFF2-40B4-BE49-F238E27FC236}">
                <a16:creationId xmlns:a16="http://schemas.microsoft.com/office/drawing/2014/main" id="{F5F4E433-5EAB-25C6-464A-FCDB22CD332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302" name="Rectangle 4">
            <a:extLst>
              <a:ext uri="{FF2B5EF4-FFF2-40B4-BE49-F238E27FC236}">
                <a16:creationId xmlns:a16="http://schemas.microsoft.com/office/drawing/2014/main" id="{5092641C-F8C3-81F4-A66C-A5CA22D012B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303" name="Rectangle 5">
            <a:extLst>
              <a:ext uri="{FF2B5EF4-FFF2-40B4-BE49-F238E27FC236}">
                <a16:creationId xmlns:a16="http://schemas.microsoft.com/office/drawing/2014/main" id="{93D5648B-3469-EB1E-EE61-5BC54976079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304" name="Rectangle 6">
            <a:extLst>
              <a:ext uri="{FF2B5EF4-FFF2-40B4-BE49-F238E27FC236}">
                <a16:creationId xmlns:a16="http://schemas.microsoft.com/office/drawing/2014/main" id="{F5098E6A-39F1-6FD5-CEB6-581E2DB756D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305" name="Rectangle 7">
            <a:extLst>
              <a:ext uri="{FF2B5EF4-FFF2-40B4-BE49-F238E27FC236}">
                <a16:creationId xmlns:a16="http://schemas.microsoft.com/office/drawing/2014/main" id="{8EC4A1DC-E8BF-A91F-F1F5-09FF8045490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306" name="Rectangle 8">
            <a:extLst>
              <a:ext uri="{FF2B5EF4-FFF2-40B4-BE49-F238E27FC236}">
                <a16:creationId xmlns:a16="http://schemas.microsoft.com/office/drawing/2014/main" id="{C24E1E09-2ED0-66F0-2D7E-E9CF239EF1F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307" name="Line 9">
            <a:extLst>
              <a:ext uri="{FF2B5EF4-FFF2-40B4-BE49-F238E27FC236}">
                <a16:creationId xmlns:a16="http://schemas.microsoft.com/office/drawing/2014/main" id="{97422DD1-240D-72A8-E227-6DC4C86194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8" name="Line 10">
            <a:extLst>
              <a:ext uri="{FF2B5EF4-FFF2-40B4-BE49-F238E27FC236}">
                <a16:creationId xmlns:a16="http://schemas.microsoft.com/office/drawing/2014/main" id="{D0719D20-A59E-5DCD-7CDC-6D410ED9F4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9" name="Rectangle 11">
            <a:extLst>
              <a:ext uri="{FF2B5EF4-FFF2-40B4-BE49-F238E27FC236}">
                <a16:creationId xmlns:a16="http://schemas.microsoft.com/office/drawing/2014/main" id="{DD6611D8-4FFA-0938-F5D9-0D6B23422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3051175"/>
            <a:ext cx="8077200" cy="58578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baseline="0">
                <a:ea typeface="宋体" panose="02010600030101010101" pitchFamily="2" charset="-122"/>
              </a:rPr>
              <a:t>对</a:t>
            </a:r>
            <a:r>
              <a:rPr lang="en-US" altLang="zh-CN" baseline="0">
                <a:ea typeface="宋体" panose="02010600030101010101" pitchFamily="2" charset="-122"/>
              </a:rPr>
              <a:t>ACK</a:t>
            </a:r>
            <a:r>
              <a:rPr lang="zh-CN" altLang="en-US" baseline="0">
                <a:ea typeface="宋体" panose="02010600030101010101" pitchFamily="2" charset="-122"/>
              </a:rPr>
              <a:t>段不设置重传计时器。</a:t>
            </a:r>
            <a:endParaRPr lang="en-US" altLang="zh-CN" baseline="0">
              <a:ea typeface="宋体" panose="02010600030101010101" pitchFamily="2" charset="-122"/>
            </a:endParaRPr>
          </a:p>
        </p:txBody>
      </p:sp>
      <p:grpSp>
        <p:nvGrpSpPr>
          <p:cNvPr id="55310" name="Group 12">
            <a:extLst>
              <a:ext uri="{FF2B5EF4-FFF2-40B4-BE49-F238E27FC236}">
                <a16:creationId xmlns:a16="http://schemas.microsoft.com/office/drawing/2014/main" id="{40197A29-6CD9-1F35-F3A1-714F554BDA49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55311" name="Picture 13">
              <a:extLst>
                <a:ext uri="{FF2B5EF4-FFF2-40B4-BE49-F238E27FC236}">
                  <a16:creationId xmlns:a16="http://schemas.microsoft.com/office/drawing/2014/main" id="{DA872E5B-E7AD-66F8-D6DA-743502B0FF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5312" name="Text Box 14">
              <a:extLst>
                <a:ext uri="{FF2B5EF4-FFF2-40B4-BE49-F238E27FC236}">
                  <a16:creationId xmlns:a16="http://schemas.microsoft.com/office/drawing/2014/main" id="{D8693904-F8E5-1081-C242-7DCCCF0934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1">
            <a:extLst>
              <a:ext uri="{FF2B5EF4-FFF2-40B4-BE49-F238E27FC236}">
                <a16:creationId xmlns:a16="http://schemas.microsoft.com/office/drawing/2014/main" id="{73EDC491-0E25-631C-91A0-47BD4455D2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E1F9442B-2918-4DFD-9752-38C5DC072119}" type="slidenum">
              <a:rPr lang="en-US" altLang="zh-CN" sz="2000" baseline="0">
                <a:solidFill>
                  <a:schemeClr val="bg2"/>
                </a:solidFill>
              </a:rPr>
              <a:pPr/>
              <a:t>53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56323" name="灯片编号占位符 1">
            <a:extLst>
              <a:ext uri="{FF2B5EF4-FFF2-40B4-BE49-F238E27FC236}">
                <a16:creationId xmlns:a16="http://schemas.microsoft.com/office/drawing/2014/main" id="{A5C767A5-E30B-8A16-818C-6E33BBDECAD4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4ADCD3DA-9375-4842-A4DE-80C7E079083F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53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56324" name="Rectangle 2">
            <a:extLst>
              <a:ext uri="{FF2B5EF4-FFF2-40B4-BE49-F238E27FC236}">
                <a16:creationId xmlns:a16="http://schemas.microsoft.com/office/drawing/2014/main" id="{11603E9F-2D44-FD5D-288C-EA1ADCB4BA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325" name="Rectangle 3">
            <a:extLst>
              <a:ext uri="{FF2B5EF4-FFF2-40B4-BE49-F238E27FC236}">
                <a16:creationId xmlns:a16="http://schemas.microsoft.com/office/drawing/2014/main" id="{EEA9449E-0C93-1A48-B09F-3940BC94E6B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326" name="Rectangle 4">
            <a:extLst>
              <a:ext uri="{FF2B5EF4-FFF2-40B4-BE49-F238E27FC236}">
                <a16:creationId xmlns:a16="http://schemas.microsoft.com/office/drawing/2014/main" id="{13B1DDDD-C452-C56C-D7E5-8246F6BBE34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327" name="Rectangle 5">
            <a:extLst>
              <a:ext uri="{FF2B5EF4-FFF2-40B4-BE49-F238E27FC236}">
                <a16:creationId xmlns:a16="http://schemas.microsoft.com/office/drawing/2014/main" id="{ECEC3E54-D9FC-2B22-49CF-BDD3B83A4A2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328" name="Rectangle 6">
            <a:extLst>
              <a:ext uri="{FF2B5EF4-FFF2-40B4-BE49-F238E27FC236}">
                <a16:creationId xmlns:a16="http://schemas.microsoft.com/office/drawing/2014/main" id="{BA0A5749-8C03-D626-6EB1-6E706AAED50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329" name="Rectangle 7">
            <a:extLst>
              <a:ext uri="{FF2B5EF4-FFF2-40B4-BE49-F238E27FC236}">
                <a16:creationId xmlns:a16="http://schemas.microsoft.com/office/drawing/2014/main" id="{7D0B4F67-9828-1EB0-C8CB-A7FC3457E22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330" name="Rectangle 8">
            <a:extLst>
              <a:ext uri="{FF2B5EF4-FFF2-40B4-BE49-F238E27FC236}">
                <a16:creationId xmlns:a16="http://schemas.microsoft.com/office/drawing/2014/main" id="{B780F87D-512B-627D-0AEA-75D44B3AF6B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331" name="Line 9">
            <a:extLst>
              <a:ext uri="{FF2B5EF4-FFF2-40B4-BE49-F238E27FC236}">
                <a16:creationId xmlns:a16="http://schemas.microsoft.com/office/drawing/2014/main" id="{71EDAC29-79D7-FBEE-A799-DF3A6006D24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32" name="Line 10">
            <a:extLst>
              <a:ext uri="{FF2B5EF4-FFF2-40B4-BE49-F238E27FC236}">
                <a16:creationId xmlns:a16="http://schemas.microsoft.com/office/drawing/2014/main" id="{45D70455-7FCA-B2E8-75AD-F44E9C22ED3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876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33" name="Rectangle 11">
            <a:extLst>
              <a:ext uri="{FF2B5EF4-FFF2-40B4-BE49-F238E27FC236}">
                <a16:creationId xmlns:a16="http://schemas.microsoft.com/office/drawing/2014/main" id="{573FB021-B502-2B6C-E789-B5582D819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971800"/>
            <a:ext cx="8077200" cy="157003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ea typeface="宋体" panose="02010600030101010101" pitchFamily="2" charset="-122"/>
              </a:rPr>
              <a:t>数据可以失序到达，并被接收的</a:t>
            </a:r>
            <a:r>
              <a:rPr lang="en-US" altLang="zh-CN" baseline="0">
                <a:ea typeface="宋体" panose="02010600030101010101" pitchFamily="2" charset="-122"/>
              </a:rPr>
              <a:t>TCP</a:t>
            </a:r>
            <a:r>
              <a:rPr lang="zh-CN" altLang="en-US" baseline="0">
                <a:ea typeface="宋体" panose="02010600030101010101" pitchFamily="2" charset="-122"/>
              </a:rPr>
              <a:t>暂时存储。但是</a:t>
            </a:r>
            <a:r>
              <a:rPr lang="en-US" altLang="zh-CN" baseline="0">
                <a:ea typeface="宋体" panose="02010600030101010101" pitchFamily="2" charset="-122"/>
              </a:rPr>
              <a:t>TCP</a:t>
            </a:r>
            <a:r>
              <a:rPr lang="zh-CN" altLang="en-US" baseline="0">
                <a:ea typeface="宋体" panose="02010600030101010101" pitchFamily="2" charset="-122"/>
              </a:rPr>
              <a:t>确保传递给进程的段是无失序的。</a:t>
            </a:r>
            <a:endParaRPr lang="en-US" altLang="zh-CN" baseline="0">
              <a:ea typeface="宋体" panose="02010600030101010101" pitchFamily="2" charset="-122"/>
            </a:endParaRPr>
          </a:p>
        </p:txBody>
      </p:sp>
      <p:grpSp>
        <p:nvGrpSpPr>
          <p:cNvPr id="56334" name="Group 12">
            <a:extLst>
              <a:ext uri="{FF2B5EF4-FFF2-40B4-BE49-F238E27FC236}">
                <a16:creationId xmlns:a16="http://schemas.microsoft.com/office/drawing/2014/main" id="{A740CB72-3B5D-1282-BAD9-74C3D12B27C1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56335" name="Picture 13">
              <a:extLst>
                <a:ext uri="{FF2B5EF4-FFF2-40B4-BE49-F238E27FC236}">
                  <a16:creationId xmlns:a16="http://schemas.microsoft.com/office/drawing/2014/main" id="{B7F16EA0-91AD-E255-9ED9-6C7108B208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6336" name="Text Box 14">
              <a:extLst>
                <a:ext uri="{FF2B5EF4-FFF2-40B4-BE49-F238E27FC236}">
                  <a16:creationId xmlns:a16="http://schemas.microsoft.com/office/drawing/2014/main" id="{D813BBBE-7AD5-A671-CCF4-6EE891F408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1">
            <a:extLst>
              <a:ext uri="{FF2B5EF4-FFF2-40B4-BE49-F238E27FC236}">
                <a16:creationId xmlns:a16="http://schemas.microsoft.com/office/drawing/2014/main" id="{F671639E-98D0-FE5A-32BE-6B6782F56A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C9E65A4B-7413-4BF4-BBDE-7A2C9C91178C}" type="slidenum">
              <a:rPr lang="en-US" altLang="zh-CN" sz="2000" baseline="0">
                <a:solidFill>
                  <a:schemeClr val="bg2"/>
                </a:solidFill>
              </a:rPr>
              <a:pPr/>
              <a:t>54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57347" name="灯片编号占位符 1">
            <a:extLst>
              <a:ext uri="{FF2B5EF4-FFF2-40B4-BE49-F238E27FC236}">
                <a16:creationId xmlns:a16="http://schemas.microsoft.com/office/drawing/2014/main" id="{70A8D017-5810-6DC4-BE22-3FBB6F477BB4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CCCDD78E-B54C-41BA-8F40-8597D545D97F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54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57348" name="Line 2">
            <a:extLst>
              <a:ext uri="{FF2B5EF4-FFF2-40B4-BE49-F238E27FC236}">
                <a16:creationId xmlns:a16="http://schemas.microsoft.com/office/drawing/2014/main" id="{98B68F5B-4823-E50F-F44A-D78EFD163E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9" name="Line 3">
            <a:extLst>
              <a:ext uri="{FF2B5EF4-FFF2-40B4-BE49-F238E27FC236}">
                <a16:creationId xmlns:a16="http://schemas.microsoft.com/office/drawing/2014/main" id="{D4EBA5B9-75DC-7D53-3A3D-27BC8C6EEB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50" name="Text Box 4">
            <a:extLst>
              <a:ext uri="{FF2B5EF4-FFF2-40B4-BE49-F238E27FC236}">
                <a16:creationId xmlns:a16="http://schemas.microsoft.com/office/drawing/2014/main" id="{F422F61E-4119-E40C-E19C-205EE3A86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"/>
            <a:ext cx="26543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23.24  </a:t>
            </a:r>
            <a:r>
              <a:rPr lang="zh-CN" altLang="en-US" sz="2400" baseline="0">
                <a:latin typeface="Times New Roman" panose="02020603050405020304" pitchFamily="18" charset="0"/>
                <a:ea typeface="宋体" panose="02010600030101010101" pitchFamily="2" charset="-122"/>
              </a:rPr>
              <a:t>正常操作</a:t>
            </a:r>
            <a:endParaRPr lang="en-US" altLang="zh-CN" sz="2400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351" name="Line 5">
            <a:extLst>
              <a:ext uri="{FF2B5EF4-FFF2-40B4-BE49-F238E27FC236}">
                <a16:creationId xmlns:a16="http://schemas.microsoft.com/office/drawing/2014/main" id="{648ED10F-8929-EB83-FAB1-47F2585EDD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7352" name="Picture 6">
            <a:extLst>
              <a:ext uri="{FF2B5EF4-FFF2-40B4-BE49-F238E27FC236}">
                <a16:creationId xmlns:a16="http://schemas.microsoft.com/office/drawing/2014/main" id="{3508CAD6-3785-30E3-083E-37172CBEE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288" y="1116013"/>
            <a:ext cx="6005512" cy="5056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1">
            <a:extLst>
              <a:ext uri="{FF2B5EF4-FFF2-40B4-BE49-F238E27FC236}">
                <a16:creationId xmlns:a16="http://schemas.microsoft.com/office/drawing/2014/main" id="{C54C87D1-5ADB-4937-4296-254E073BC6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2F544AF5-9BF0-4A8B-8899-155622990258}" type="slidenum">
              <a:rPr lang="en-US" altLang="zh-CN" sz="2000" baseline="0">
                <a:solidFill>
                  <a:schemeClr val="bg2"/>
                </a:solidFill>
              </a:rPr>
              <a:pPr/>
              <a:t>55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58371" name="灯片编号占位符 1">
            <a:extLst>
              <a:ext uri="{FF2B5EF4-FFF2-40B4-BE49-F238E27FC236}">
                <a16:creationId xmlns:a16="http://schemas.microsoft.com/office/drawing/2014/main" id="{9D154275-3FE3-E832-B6D7-F030552408A7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000BCBCC-8B86-440A-A464-45CF2E3E8A32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55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58372" name="Line 2">
            <a:extLst>
              <a:ext uri="{FF2B5EF4-FFF2-40B4-BE49-F238E27FC236}">
                <a16:creationId xmlns:a16="http://schemas.microsoft.com/office/drawing/2014/main" id="{A027E6C5-0831-D87A-907C-44D36DAFBE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73" name="Line 3">
            <a:extLst>
              <a:ext uri="{FF2B5EF4-FFF2-40B4-BE49-F238E27FC236}">
                <a16:creationId xmlns:a16="http://schemas.microsoft.com/office/drawing/2014/main" id="{9BAADDA2-B340-142E-EB6C-205EE41A1E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74" name="Text Box 4">
            <a:extLst>
              <a:ext uri="{FF2B5EF4-FFF2-40B4-BE49-F238E27FC236}">
                <a16:creationId xmlns:a16="http://schemas.microsoft.com/office/drawing/2014/main" id="{51EB80D5-45AB-B827-0ACA-5C97F3AB1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20764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0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23.25 </a:t>
            </a:r>
            <a:r>
              <a:rPr lang="zh-CN" altLang="en-US" sz="2400" baseline="0">
                <a:latin typeface="Times New Roman" panose="02020603050405020304" pitchFamily="18" charset="0"/>
                <a:ea typeface="宋体" panose="02010600030101010101" pitchFamily="2" charset="-122"/>
              </a:rPr>
              <a:t>丢失段</a:t>
            </a:r>
            <a:endParaRPr lang="en-US" altLang="zh-CN" sz="2000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375" name="Line 5">
            <a:extLst>
              <a:ext uri="{FF2B5EF4-FFF2-40B4-BE49-F238E27FC236}">
                <a16:creationId xmlns:a16="http://schemas.microsoft.com/office/drawing/2014/main" id="{D304FBA8-DF86-7469-1ECB-498D6009CA4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8376" name="Picture 7">
            <a:extLst>
              <a:ext uri="{FF2B5EF4-FFF2-40B4-BE49-F238E27FC236}">
                <a16:creationId xmlns:a16="http://schemas.microsoft.com/office/drawing/2014/main" id="{5513C7F9-6BDA-DEA4-F6EA-022D8F620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1143000"/>
            <a:ext cx="7477125" cy="501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1">
            <a:extLst>
              <a:ext uri="{FF2B5EF4-FFF2-40B4-BE49-F238E27FC236}">
                <a16:creationId xmlns:a16="http://schemas.microsoft.com/office/drawing/2014/main" id="{79E47DC5-96EC-63CA-DD5E-B04FFF0BFE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524CEA36-513D-401A-8A7A-FAAF8C0392D5}" type="slidenum">
              <a:rPr lang="en-US" altLang="zh-CN" sz="2000" baseline="0">
                <a:solidFill>
                  <a:schemeClr val="bg2"/>
                </a:solidFill>
              </a:rPr>
              <a:pPr/>
              <a:t>56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59395" name="灯片编号占位符 1">
            <a:extLst>
              <a:ext uri="{FF2B5EF4-FFF2-40B4-BE49-F238E27FC236}">
                <a16:creationId xmlns:a16="http://schemas.microsoft.com/office/drawing/2014/main" id="{07086EBB-461D-9600-C3D8-78EF3E1263E3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D0FE20BE-66D6-462F-B141-BB56BCA3A9EB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56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59396" name="Rectangle 2">
            <a:extLst>
              <a:ext uri="{FF2B5EF4-FFF2-40B4-BE49-F238E27FC236}">
                <a16:creationId xmlns:a16="http://schemas.microsoft.com/office/drawing/2014/main" id="{2FFADC84-F785-10A8-418D-C55CA2259AF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9397" name="Rectangle 3">
            <a:extLst>
              <a:ext uri="{FF2B5EF4-FFF2-40B4-BE49-F238E27FC236}">
                <a16:creationId xmlns:a16="http://schemas.microsoft.com/office/drawing/2014/main" id="{0D310BB2-20F5-8AE7-4DD6-179A5CED13E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9398" name="Rectangle 4">
            <a:extLst>
              <a:ext uri="{FF2B5EF4-FFF2-40B4-BE49-F238E27FC236}">
                <a16:creationId xmlns:a16="http://schemas.microsoft.com/office/drawing/2014/main" id="{ED207BB1-B62B-D0F1-9412-51BC4B17263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9399" name="Rectangle 5">
            <a:extLst>
              <a:ext uri="{FF2B5EF4-FFF2-40B4-BE49-F238E27FC236}">
                <a16:creationId xmlns:a16="http://schemas.microsoft.com/office/drawing/2014/main" id="{C541E5A0-0DEF-EADF-0DAB-0E6DFA18FF2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9400" name="Rectangle 6">
            <a:extLst>
              <a:ext uri="{FF2B5EF4-FFF2-40B4-BE49-F238E27FC236}">
                <a16:creationId xmlns:a16="http://schemas.microsoft.com/office/drawing/2014/main" id="{E9EB9BCA-2322-F8FE-5ED5-76126414774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9401" name="Rectangle 7">
            <a:extLst>
              <a:ext uri="{FF2B5EF4-FFF2-40B4-BE49-F238E27FC236}">
                <a16:creationId xmlns:a16="http://schemas.microsoft.com/office/drawing/2014/main" id="{932C2468-2643-9C1F-A972-A939E4D4F00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9402" name="Rectangle 8">
            <a:extLst>
              <a:ext uri="{FF2B5EF4-FFF2-40B4-BE49-F238E27FC236}">
                <a16:creationId xmlns:a16="http://schemas.microsoft.com/office/drawing/2014/main" id="{EE3B7C8A-EA92-E25C-9301-CB1F6EAEAA9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9403" name="Line 9">
            <a:extLst>
              <a:ext uri="{FF2B5EF4-FFF2-40B4-BE49-F238E27FC236}">
                <a16:creationId xmlns:a16="http://schemas.microsoft.com/office/drawing/2014/main" id="{3D694BA6-0715-ED74-17B9-86598D6240B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04" name="Line 10">
            <a:extLst>
              <a:ext uri="{FF2B5EF4-FFF2-40B4-BE49-F238E27FC236}">
                <a16:creationId xmlns:a16="http://schemas.microsoft.com/office/drawing/2014/main" id="{802E58A1-470F-57F7-3963-1F7F9CE83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05" name="Rectangle 11">
            <a:extLst>
              <a:ext uri="{FF2B5EF4-FFF2-40B4-BE49-F238E27FC236}">
                <a16:creationId xmlns:a16="http://schemas.microsoft.com/office/drawing/2014/main" id="{366EDBDC-78C3-A8B9-2734-086E16F68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00" y="3051175"/>
            <a:ext cx="8077200" cy="58578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baseline="0">
                <a:ea typeface="宋体" panose="02010600030101010101" pitchFamily="2" charset="-122"/>
              </a:rPr>
              <a:t>接收方</a:t>
            </a:r>
            <a:r>
              <a:rPr lang="en-US" altLang="zh-CN" baseline="0">
                <a:ea typeface="宋体" panose="02010600030101010101" pitchFamily="2" charset="-122"/>
              </a:rPr>
              <a:t>TCP</a:t>
            </a:r>
            <a:r>
              <a:rPr lang="zh-CN" altLang="en-US" baseline="0">
                <a:ea typeface="宋体" panose="02010600030101010101" pitchFamily="2" charset="-122"/>
              </a:rPr>
              <a:t>仅将有序的数据传递给进程。</a:t>
            </a:r>
            <a:endParaRPr lang="en-US" altLang="zh-CN" baseline="0">
              <a:ea typeface="宋体" panose="02010600030101010101" pitchFamily="2" charset="-122"/>
            </a:endParaRPr>
          </a:p>
        </p:txBody>
      </p:sp>
      <p:grpSp>
        <p:nvGrpSpPr>
          <p:cNvPr id="59406" name="Group 12">
            <a:extLst>
              <a:ext uri="{FF2B5EF4-FFF2-40B4-BE49-F238E27FC236}">
                <a16:creationId xmlns:a16="http://schemas.microsoft.com/office/drawing/2014/main" id="{7B7B6E86-C4CF-66FF-F987-3C86E5BB3170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59407" name="Picture 13">
              <a:extLst>
                <a:ext uri="{FF2B5EF4-FFF2-40B4-BE49-F238E27FC236}">
                  <a16:creationId xmlns:a16="http://schemas.microsoft.com/office/drawing/2014/main" id="{60077BA0-25D1-F297-CA9D-BF7F709F76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9408" name="Text Box 14">
              <a:extLst>
                <a:ext uri="{FF2B5EF4-FFF2-40B4-BE49-F238E27FC236}">
                  <a16:creationId xmlns:a16="http://schemas.microsoft.com/office/drawing/2014/main" id="{18569A0E-2318-BE83-8743-E4CE6D4332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i="1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1">
            <a:extLst>
              <a:ext uri="{FF2B5EF4-FFF2-40B4-BE49-F238E27FC236}">
                <a16:creationId xmlns:a16="http://schemas.microsoft.com/office/drawing/2014/main" id="{7BFE05B4-56EC-1A24-0529-F846654B4E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28E20BDF-C4AF-4591-8F9A-5E1940E680FD}" type="slidenum">
              <a:rPr lang="en-US" altLang="zh-CN" sz="2000" baseline="0">
                <a:solidFill>
                  <a:schemeClr val="bg2"/>
                </a:solidFill>
              </a:rPr>
              <a:pPr/>
              <a:t>57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60419" name="灯片编号占位符 1">
            <a:extLst>
              <a:ext uri="{FF2B5EF4-FFF2-40B4-BE49-F238E27FC236}">
                <a16:creationId xmlns:a16="http://schemas.microsoft.com/office/drawing/2014/main" id="{45C3F3BF-630A-CEF5-681B-836C1FFFF19E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AFDAB18B-2324-4271-AF66-9075335C7160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57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60420" name="Line 2">
            <a:extLst>
              <a:ext uri="{FF2B5EF4-FFF2-40B4-BE49-F238E27FC236}">
                <a16:creationId xmlns:a16="http://schemas.microsoft.com/office/drawing/2014/main" id="{AEBD3B7F-AC21-CBCD-EA9E-E1634956925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1" name="Line 3">
            <a:extLst>
              <a:ext uri="{FF2B5EF4-FFF2-40B4-BE49-F238E27FC236}">
                <a16:creationId xmlns:a16="http://schemas.microsoft.com/office/drawing/2014/main" id="{2184E583-D459-4A59-136E-2B60B2CC5B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2" name="Text Box 4">
            <a:extLst>
              <a:ext uri="{FF2B5EF4-FFF2-40B4-BE49-F238E27FC236}">
                <a16:creationId xmlns:a16="http://schemas.microsoft.com/office/drawing/2014/main" id="{5E8B5B08-857F-6976-80E9-31B2A9917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25781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23.26 </a:t>
            </a:r>
            <a:r>
              <a:rPr lang="zh-CN" altLang="en-US" sz="2400" baseline="0">
                <a:latin typeface="Times New Roman" panose="02020603050405020304" pitchFamily="18" charset="0"/>
                <a:ea typeface="宋体" panose="02010600030101010101" pitchFamily="2" charset="-122"/>
              </a:rPr>
              <a:t>快速重传</a:t>
            </a:r>
            <a:endParaRPr lang="en-US" altLang="zh-CN" sz="2000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423" name="Line 5">
            <a:extLst>
              <a:ext uri="{FF2B5EF4-FFF2-40B4-BE49-F238E27FC236}">
                <a16:creationId xmlns:a16="http://schemas.microsoft.com/office/drawing/2014/main" id="{457D43E9-0E69-E33E-42C7-82FA41EB7D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0424" name="Picture 6">
            <a:extLst>
              <a:ext uri="{FF2B5EF4-FFF2-40B4-BE49-F238E27FC236}">
                <a16:creationId xmlns:a16="http://schemas.microsoft.com/office/drawing/2014/main" id="{4DE89C26-877C-A676-D7F1-29D2D9230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200" y="1238250"/>
            <a:ext cx="5969000" cy="485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1">
            <a:extLst>
              <a:ext uri="{FF2B5EF4-FFF2-40B4-BE49-F238E27FC236}">
                <a16:creationId xmlns:a16="http://schemas.microsoft.com/office/drawing/2014/main" id="{00CD658C-05A9-AD8F-C2E6-DFE6CC91C8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FE9DC8EA-2CB2-4190-9D6B-1D5456DA2E2C}" type="slidenum">
              <a:rPr lang="en-US" altLang="zh-CN" sz="2000" baseline="0">
                <a:solidFill>
                  <a:schemeClr val="bg2"/>
                </a:solidFill>
              </a:rPr>
              <a:pPr/>
              <a:t>58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16B91D5-357B-D94D-759F-E754C0C6A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zh-CN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23-4   SCTP</a:t>
            </a:r>
          </a:p>
        </p:txBody>
      </p:sp>
      <p:sp>
        <p:nvSpPr>
          <p:cNvPr id="61444" name="矩形 4">
            <a:extLst>
              <a:ext uri="{FF2B5EF4-FFF2-40B4-BE49-F238E27FC236}">
                <a16:creationId xmlns:a16="http://schemas.microsoft.com/office/drawing/2014/main" id="{97200A02-1286-DD11-7457-6BD9AF8AE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447800"/>
            <a:ext cx="883920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4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4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流控传输协议</a:t>
            </a:r>
            <a:r>
              <a:rPr lang="en-US" altLang="zh-CN" sz="4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(SCTP)</a:t>
            </a:r>
            <a:r>
              <a:rPr lang="zh-CN" altLang="en-US" sz="4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是一种新的可靠的、面向报文的传输层协议。然而，</a:t>
            </a:r>
            <a:r>
              <a:rPr lang="en-US" altLang="zh-CN" sz="4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SCTP</a:t>
            </a:r>
            <a:r>
              <a:rPr lang="zh-CN" altLang="en-US" sz="4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主要是为最近引入的因特网应用而设计的。这些新应用所需要的服务都比</a:t>
            </a:r>
            <a:r>
              <a:rPr lang="en-US" altLang="zh-CN" sz="4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</a:t>
            </a:r>
            <a:r>
              <a:rPr lang="zh-CN" altLang="en-US" sz="4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能提供的更复杂。</a:t>
            </a:r>
            <a:endParaRPr lang="zh-CN" altLang="en-US" sz="40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445" name="TextBox 5">
            <a:extLst>
              <a:ext uri="{FF2B5EF4-FFF2-40B4-BE49-F238E27FC236}">
                <a16:creationId xmlns:a16="http://schemas.microsoft.com/office/drawing/2014/main" id="{53557E9A-70D1-7BF9-D4B7-42982467F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352800"/>
            <a:ext cx="5410200" cy="460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4000" u="sng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本节要点：</a:t>
            </a:r>
            <a:endParaRPr lang="en-US" altLang="zh-CN" sz="4000" u="sng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4000" u="sng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4000">
                <a:solidFill>
                  <a:srgbClr val="2611B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SCTP</a:t>
            </a:r>
            <a:r>
              <a:rPr lang="zh-CN" altLang="en-US" sz="4000">
                <a:solidFill>
                  <a:srgbClr val="2611B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服务及其特性</a:t>
            </a:r>
            <a:endParaRPr lang="en-US" altLang="zh-CN" sz="4000">
              <a:solidFill>
                <a:srgbClr val="2611B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4000">
                <a:solidFill>
                  <a:srgbClr val="2611B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分组格式</a:t>
            </a:r>
            <a:endParaRPr lang="en-US" altLang="zh-CN" sz="4000">
              <a:solidFill>
                <a:srgbClr val="2611B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4000">
                <a:solidFill>
                  <a:srgbClr val="2611B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SCTP</a:t>
            </a:r>
            <a:r>
              <a:rPr lang="zh-CN" altLang="en-US" sz="4000">
                <a:solidFill>
                  <a:srgbClr val="2611B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关联</a:t>
            </a:r>
            <a:endParaRPr lang="en-US" altLang="zh-CN" sz="4000">
              <a:solidFill>
                <a:srgbClr val="2611B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4000">
                <a:solidFill>
                  <a:srgbClr val="2611B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流量控制和差错控制</a:t>
            </a:r>
            <a:endParaRPr lang="en-US" altLang="zh-CN" sz="4000">
              <a:solidFill>
                <a:srgbClr val="2611B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4000" u="sng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4000" u="sng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4000" u="sng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4000">
              <a:solidFill>
                <a:srgbClr val="3366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4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1">
            <a:extLst>
              <a:ext uri="{FF2B5EF4-FFF2-40B4-BE49-F238E27FC236}">
                <a16:creationId xmlns:a16="http://schemas.microsoft.com/office/drawing/2014/main" id="{96586B91-4362-45D8-ABB3-DAEFE7C03A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402A1CD0-CA54-4FD6-B0B4-2BDA9014699A}" type="slidenum">
              <a:rPr lang="en-US" altLang="zh-CN" sz="2000" baseline="0">
                <a:solidFill>
                  <a:schemeClr val="bg2"/>
                </a:solidFill>
              </a:rPr>
              <a:pPr/>
              <a:t>59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grpSp>
        <p:nvGrpSpPr>
          <p:cNvPr id="62467" name="Group 12">
            <a:extLst>
              <a:ext uri="{FF2B5EF4-FFF2-40B4-BE49-F238E27FC236}">
                <a16:creationId xmlns:a16="http://schemas.microsoft.com/office/drawing/2014/main" id="{0B71C98B-9C3A-1FCD-74BD-A56BA7A897D0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05000"/>
            <a:ext cx="1143000" cy="641350"/>
            <a:chOff x="1200" y="1248"/>
            <a:chExt cx="720" cy="357"/>
          </a:xfrm>
        </p:grpSpPr>
        <p:pic>
          <p:nvPicPr>
            <p:cNvPr id="62476" name="Picture 13">
              <a:extLst>
                <a:ext uri="{FF2B5EF4-FFF2-40B4-BE49-F238E27FC236}">
                  <a16:creationId xmlns:a16="http://schemas.microsoft.com/office/drawing/2014/main" id="{85B31837-9FF7-3494-021B-3B0C83946C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477" name="Text Box 14">
              <a:extLst>
                <a:ext uri="{FF2B5EF4-FFF2-40B4-BE49-F238E27FC236}">
                  <a16:creationId xmlns:a16="http://schemas.microsoft.com/office/drawing/2014/main" id="{CB1C3517-5352-1BCE-AAF5-E5DB08766A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8" y="1248"/>
              <a:ext cx="681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2468" name="Line 9">
            <a:extLst>
              <a:ext uri="{FF2B5EF4-FFF2-40B4-BE49-F238E27FC236}">
                <a16:creationId xmlns:a16="http://schemas.microsoft.com/office/drawing/2014/main" id="{9626A821-E32C-C448-D21B-8E544E3C53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69" name="Line 10">
            <a:extLst>
              <a:ext uri="{FF2B5EF4-FFF2-40B4-BE49-F238E27FC236}">
                <a16:creationId xmlns:a16="http://schemas.microsoft.com/office/drawing/2014/main" id="{FA1CE3E0-9835-F7A0-6139-63F92432EB9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70" name="Rectangle 11">
            <a:extLst>
              <a:ext uri="{FF2B5EF4-FFF2-40B4-BE49-F238E27FC236}">
                <a16:creationId xmlns:a16="http://schemas.microsoft.com/office/drawing/2014/main" id="{7AA8716F-460C-D046-0224-AB9F27FBB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19400"/>
            <a:ext cx="8039100" cy="99536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4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SCTP</a:t>
            </a:r>
            <a:r>
              <a:rPr lang="zh-CN" altLang="en-US" sz="4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是一种面向报文的可靠的协议</a:t>
            </a:r>
            <a:r>
              <a:rPr lang="en-US" altLang="zh-CN" sz="4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4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它兼有 </a:t>
            </a:r>
            <a:r>
              <a:rPr lang="en-US" altLang="zh-CN" sz="4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UDP</a:t>
            </a:r>
            <a:r>
              <a:rPr lang="zh-CN" altLang="en-US" sz="4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4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</a:t>
            </a:r>
            <a:r>
              <a:rPr lang="zh-CN" altLang="en-US" sz="4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的最佳特性</a:t>
            </a:r>
          </a:p>
        </p:txBody>
      </p:sp>
      <p:sp>
        <p:nvSpPr>
          <p:cNvPr id="62471" name="Rectangle 2">
            <a:extLst>
              <a:ext uri="{FF2B5EF4-FFF2-40B4-BE49-F238E27FC236}">
                <a16:creationId xmlns:a16="http://schemas.microsoft.com/office/drawing/2014/main" id="{FE8D70C3-4888-5233-B7FE-4FC2C1A7EC9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2472" name="Rectangle 5">
            <a:extLst>
              <a:ext uri="{FF2B5EF4-FFF2-40B4-BE49-F238E27FC236}">
                <a16:creationId xmlns:a16="http://schemas.microsoft.com/office/drawing/2014/main" id="{B004CED5-6A89-2264-AD2F-E9375BAE2E9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2473" name="Rectangle 6">
            <a:extLst>
              <a:ext uri="{FF2B5EF4-FFF2-40B4-BE49-F238E27FC236}">
                <a16:creationId xmlns:a16="http://schemas.microsoft.com/office/drawing/2014/main" id="{45FB7C29-B650-F0D3-E801-44C85C14487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2474" name="Rectangle 7">
            <a:extLst>
              <a:ext uri="{FF2B5EF4-FFF2-40B4-BE49-F238E27FC236}">
                <a16:creationId xmlns:a16="http://schemas.microsoft.com/office/drawing/2014/main" id="{2D20D12C-C7F9-4609-6F39-6FBC2D677D7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2475" name="Rectangle 8">
            <a:extLst>
              <a:ext uri="{FF2B5EF4-FFF2-40B4-BE49-F238E27FC236}">
                <a16:creationId xmlns:a16="http://schemas.microsoft.com/office/drawing/2014/main" id="{101F6F69-5E11-1605-A751-0F667BD5A4B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1">
            <a:extLst>
              <a:ext uri="{FF2B5EF4-FFF2-40B4-BE49-F238E27FC236}">
                <a16:creationId xmlns:a16="http://schemas.microsoft.com/office/drawing/2014/main" id="{AD7C5813-4F08-155F-310D-8CC5A24139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41D741F5-765D-4CA6-A073-9D102830755D}" type="slidenum">
              <a:rPr lang="en-US" altLang="zh-CN" sz="2000" baseline="0">
                <a:solidFill>
                  <a:schemeClr val="bg2"/>
                </a:solidFill>
              </a:rPr>
              <a:pPr/>
              <a:t>60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63491" name="TextBox 2">
            <a:extLst>
              <a:ext uri="{FF2B5EF4-FFF2-40B4-BE49-F238E27FC236}">
                <a16:creationId xmlns:a16="http://schemas.microsoft.com/office/drawing/2014/main" id="{E6F60EE5-B5EA-D77D-2CC0-F18439255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914400"/>
            <a:ext cx="6477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23.4 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</a:rPr>
              <a:t>某些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</a:rPr>
              <a:t>SCTP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</a:rPr>
              <a:t>应用</a:t>
            </a:r>
          </a:p>
        </p:txBody>
      </p:sp>
      <p:pic>
        <p:nvPicPr>
          <p:cNvPr id="63492" name="Picture 4">
            <a:extLst>
              <a:ext uri="{FF2B5EF4-FFF2-40B4-BE49-F238E27FC236}">
                <a16:creationId xmlns:a16="http://schemas.microsoft.com/office/drawing/2014/main" id="{6F90466D-CE46-3D08-9C67-9631C5A5F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752600"/>
            <a:ext cx="7277100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1">
            <a:extLst>
              <a:ext uri="{FF2B5EF4-FFF2-40B4-BE49-F238E27FC236}">
                <a16:creationId xmlns:a16="http://schemas.microsoft.com/office/drawing/2014/main" id="{9734DCA9-1907-AAE8-5543-A99B8E3B51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0FB5A1E9-917F-49E6-BD13-D8CF4955EADD}" type="slidenum">
              <a:rPr lang="en-US" altLang="zh-CN" sz="2000" baseline="0">
                <a:solidFill>
                  <a:schemeClr val="bg2"/>
                </a:solidFill>
              </a:rPr>
              <a:pPr/>
              <a:t>61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64515" name="Line 2">
            <a:extLst>
              <a:ext uri="{FF2B5EF4-FFF2-40B4-BE49-F238E27FC236}">
                <a16:creationId xmlns:a16="http://schemas.microsoft.com/office/drawing/2014/main" id="{797A57C9-8E0A-DA70-1AD4-149D518A0C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16" name="Line 3">
            <a:extLst>
              <a:ext uri="{FF2B5EF4-FFF2-40B4-BE49-F238E27FC236}">
                <a16:creationId xmlns:a16="http://schemas.microsoft.com/office/drawing/2014/main" id="{0F096466-9523-AF4D-EA99-343E63ECF7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17" name="Line 5">
            <a:extLst>
              <a:ext uri="{FF2B5EF4-FFF2-40B4-BE49-F238E27FC236}">
                <a16:creationId xmlns:a16="http://schemas.microsoft.com/office/drawing/2014/main" id="{FF4023D0-591A-4721-C9F7-C9DED938B6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4518" name="Picture 6">
            <a:extLst>
              <a:ext uri="{FF2B5EF4-FFF2-40B4-BE49-F238E27FC236}">
                <a16:creationId xmlns:a16="http://schemas.microsoft.com/office/drawing/2014/main" id="{458DD4FA-31D9-5E61-7CB4-84FB90559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63" y="1695450"/>
            <a:ext cx="7450137" cy="36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9" name="TextBox 6">
            <a:extLst>
              <a:ext uri="{FF2B5EF4-FFF2-40B4-BE49-F238E27FC236}">
                <a16:creationId xmlns:a16="http://schemas.microsoft.com/office/drawing/2014/main" id="{2B9A350D-DFFE-52DC-02B2-59FE7A2BB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04800"/>
            <a:ext cx="4953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23.27 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</a:rPr>
              <a:t>多流概念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1">
            <a:extLst>
              <a:ext uri="{FF2B5EF4-FFF2-40B4-BE49-F238E27FC236}">
                <a16:creationId xmlns:a16="http://schemas.microsoft.com/office/drawing/2014/main" id="{979E9C3D-3E2F-73E9-A4E1-EF799C8C3B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07B517F0-9FF8-4E28-A3C5-1943905333E0}" type="slidenum">
              <a:rPr lang="en-US" altLang="zh-CN" sz="2000" baseline="0">
                <a:solidFill>
                  <a:schemeClr val="bg2"/>
                </a:solidFill>
              </a:rPr>
              <a:pPr/>
              <a:t>62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65539" name="灯片编号占位符 1">
            <a:extLst>
              <a:ext uri="{FF2B5EF4-FFF2-40B4-BE49-F238E27FC236}">
                <a16:creationId xmlns:a16="http://schemas.microsoft.com/office/drawing/2014/main" id="{4776886C-33B1-E62B-2F2E-DECDB13A9AD7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033D583B-3C11-4EBB-ADD4-8600A79CFCE2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62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grpSp>
        <p:nvGrpSpPr>
          <p:cNvPr id="65540" name="Group 12">
            <a:extLst>
              <a:ext uri="{FF2B5EF4-FFF2-40B4-BE49-F238E27FC236}">
                <a16:creationId xmlns:a16="http://schemas.microsoft.com/office/drawing/2014/main" id="{397BD058-D5CC-0BC5-5CFB-0CDD71EA7C2B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05000"/>
            <a:ext cx="1143000" cy="641350"/>
            <a:chOff x="1200" y="1248"/>
            <a:chExt cx="720" cy="357"/>
          </a:xfrm>
        </p:grpSpPr>
        <p:pic>
          <p:nvPicPr>
            <p:cNvPr id="65549" name="Picture 13">
              <a:extLst>
                <a:ext uri="{FF2B5EF4-FFF2-40B4-BE49-F238E27FC236}">
                  <a16:creationId xmlns:a16="http://schemas.microsoft.com/office/drawing/2014/main" id="{B27837E3-812C-37DA-F172-5B394A2AFF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550" name="Text Box 14">
              <a:extLst>
                <a:ext uri="{FF2B5EF4-FFF2-40B4-BE49-F238E27FC236}">
                  <a16:creationId xmlns:a16="http://schemas.microsoft.com/office/drawing/2014/main" id="{80B48046-4763-5535-7D0E-A85C731653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8" y="1248"/>
              <a:ext cx="681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5541" name="Line 9">
            <a:extLst>
              <a:ext uri="{FF2B5EF4-FFF2-40B4-BE49-F238E27FC236}">
                <a16:creationId xmlns:a16="http://schemas.microsoft.com/office/drawing/2014/main" id="{30BC1961-0A18-2EFA-D88B-EFCAFCDAF1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2" name="Line 10">
            <a:extLst>
              <a:ext uri="{FF2B5EF4-FFF2-40B4-BE49-F238E27FC236}">
                <a16:creationId xmlns:a16="http://schemas.microsoft.com/office/drawing/2014/main" id="{198D64B0-5527-73F5-DE37-305ECBFFB2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581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3" name="Rectangle 11">
            <a:extLst>
              <a:ext uri="{FF2B5EF4-FFF2-40B4-BE49-F238E27FC236}">
                <a16:creationId xmlns:a16="http://schemas.microsoft.com/office/drawing/2014/main" id="{3FB6C0B3-BC16-1676-1BA9-08FB4C87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19400"/>
            <a:ext cx="8039100" cy="5842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4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SCTP</a:t>
            </a:r>
            <a:r>
              <a:rPr lang="zh-CN" altLang="en-US" sz="4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的一次关联可以包含多个流</a:t>
            </a:r>
          </a:p>
        </p:txBody>
      </p:sp>
      <p:sp>
        <p:nvSpPr>
          <p:cNvPr id="65544" name="Rectangle 2">
            <a:extLst>
              <a:ext uri="{FF2B5EF4-FFF2-40B4-BE49-F238E27FC236}">
                <a16:creationId xmlns:a16="http://schemas.microsoft.com/office/drawing/2014/main" id="{9959CBAE-8F9E-5A45-CF87-513B3D1333D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5545" name="Rectangle 5">
            <a:extLst>
              <a:ext uri="{FF2B5EF4-FFF2-40B4-BE49-F238E27FC236}">
                <a16:creationId xmlns:a16="http://schemas.microsoft.com/office/drawing/2014/main" id="{C141D001-CF96-8078-6FAA-3E7AC00C506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5546" name="Rectangle 6">
            <a:extLst>
              <a:ext uri="{FF2B5EF4-FFF2-40B4-BE49-F238E27FC236}">
                <a16:creationId xmlns:a16="http://schemas.microsoft.com/office/drawing/2014/main" id="{94546CAA-F5C5-5DC0-2E14-ACF27C4C8E4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5547" name="Rectangle 7">
            <a:extLst>
              <a:ext uri="{FF2B5EF4-FFF2-40B4-BE49-F238E27FC236}">
                <a16:creationId xmlns:a16="http://schemas.microsoft.com/office/drawing/2014/main" id="{316B6158-D842-45F1-C11E-9685F694BD6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5548" name="Rectangle 8">
            <a:extLst>
              <a:ext uri="{FF2B5EF4-FFF2-40B4-BE49-F238E27FC236}">
                <a16:creationId xmlns:a16="http://schemas.microsoft.com/office/drawing/2014/main" id="{E3D3AC97-B0B0-4B99-7E6A-6A9A6BAF61F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1">
            <a:extLst>
              <a:ext uri="{FF2B5EF4-FFF2-40B4-BE49-F238E27FC236}">
                <a16:creationId xmlns:a16="http://schemas.microsoft.com/office/drawing/2014/main" id="{3C65E6A0-29BA-2331-A31D-7DD4D8CC6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AAA053B8-38DD-4D6A-8783-029C95F44639}" type="slidenum">
              <a:rPr lang="en-US" altLang="zh-CN" sz="2000" baseline="0">
                <a:solidFill>
                  <a:schemeClr val="bg2"/>
                </a:solidFill>
              </a:rPr>
              <a:pPr/>
              <a:t>63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66563" name="灯片编号占位符 1">
            <a:extLst>
              <a:ext uri="{FF2B5EF4-FFF2-40B4-BE49-F238E27FC236}">
                <a16:creationId xmlns:a16="http://schemas.microsoft.com/office/drawing/2014/main" id="{4C0C95D5-5B9B-527F-2B2F-02B80B2E14B0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9E97ED62-F171-4BB9-8AE9-97D226888E68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63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66564" name="Line 2">
            <a:extLst>
              <a:ext uri="{FF2B5EF4-FFF2-40B4-BE49-F238E27FC236}">
                <a16:creationId xmlns:a16="http://schemas.microsoft.com/office/drawing/2014/main" id="{B203D25B-3981-2FB9-B86E-23CBBB4A2DA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65" name="Line 3">
            <a:extLst>
              <a:ext uri="{FF2B5EF4-FFF2-40B4-BE49-F238E27FC236}">
                <a16:creationId xmlns:a16="http://schemas.microsoft.com/office/drawing/2014/main" id="{E23A5229-CDA8-0AD3-998D-4F721122A6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66" name="Text Box 4">
            <a:extLst>
              <a:ext uri="{FF2B5EF4-FFF2-40B4-BE49-F238E27FC236}">
                <a16:creationId xmlns:a16="http://schemas.microsoft.com/office/drawing/2014/main" id="{20ABE90A-AADA-6ACE-B76A-563842A60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8877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23.28 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</a:rPr>
              <a:t>多接口概念</a:t>
            </a:r>
            <a:endParaRPr lang="en-US" altLang="zh-CN" i="1" baseline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67" name="Line 5">
            <a:extLst>
              <a:ext uri="{FF2B5EF4-FFF2-40B4-BE49-F238E27FC236}">
                <a16:creationId xmlns:a16="http://schemas.microsoft.com/office/drawing/2014/main" id="{0AE48DCF-4EFE-7521-2B9D-0CFCD1032F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6568" name="Picture 6">
            <a:extLst>
              <a:ext uri="{FF2B5EF4-FFF2-40B4-BE49-F238E27FC236}">
                <a16:creationId xmlns:a16="http://schemas.microsoft.com/office/drawing/2014/main" id="{D58DDE06-8CE0-80EF-EFBC-A8081A0A7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1905000"/>
            <a:ext cx="7851775" cy="290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1">
            <a:extLst>
              <a:ext uri="{FF2B5EF4-FFF2-40B4-BE49-F238E27FC236}">
                <a16:creationId xmlns:a16="http://schemas.microsoft.com/office/drawing/2014/main" id="{E4409558-EE4F-0129-34C9-ADEE5ED54E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0F5F7D68-7A96-4B9A-9D3E-CDED49F89455}" type="slidenum">
              <a:rPr lang="en-US" altLang="zh-CN" sz="2000" baseline="0">
                <a:solidFill>
                  <a:schemeClr val="bg2"/>
                </a:solidFill>
              </a:rPr>
              <a:pPr/>
              <a:t>64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67587" name="灯片编号占位符 1">
            <a:extLst>
              <a:ext uri="{FF2B5EF4-FFF2-40B4-BE49-F238E27FC236}">
                <a16:creationId xmlns:a16="http://schemas.microsoft.com/office/drawing/2014/main" id="{7CBD4C73-F2D8-7FEB-2C61-E53892DBD5C0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ACDF659E-34B9-4B19-9BA3-5B388BDEA4FD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64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67588" name="Rectangle 2">
            <a:extLst>
              <a:ext uri="{FF2B5EF4-FFF2-40B4-BE49-F238E27FC236}">
                <a16:creationId xmlns:a16="http://schemas.microsoft.com/office/drawing/2014/main" id="{82B29B6B-657C-6C22-4DA7-DA8125BA641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7589" name="Rectangle 3">
            <a:extLst>
              <a:ext uri="{FF2B5EF4-FFF2-40B4-BE49-F238E27FC236}">
                <a16:creationId xmlns:a16="http://schemas.microsoft.com/office/drawing/2014/main" id="{D98859A2-7CBA-F8C0-C790-EC3FBE0F018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7590" name="Rectangle 4">
            <a:extLst>
              <a:ext uri="{FF2B5EF4-FFF2-40B4-BE49-F238E27FC236}">
                <a16:creationId xmlns:a16="http://schemas.microsoft.com/office/drawing/2014/main" id="{11A49708-73B7-8CEC-617B-217CB3291DD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7591" name="Rectangle 5">
            <a:extLst>
              <a:ext uri="{FF2B5EF4-FFF2-40B4-BE49-F238E27FC236}">
                <a16:creationId xmlns:a16="http://schemas.microsoft.com/office/drawing/2014/main" id="{8E1E9E56-5134-DC00-839A-C6882323DBD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7592" name="Rectangle 6">
            <a:extLst>
              <a:ext uri="{FF2B5EF4-FFF2-40B4-BE49-F238E27FC236}">
                <a16:creationId xmlns:a16="http://schemas.microsoft.com/office/drawing/2014/main" id="{8F41987D-8101-B974-B240-F0051978E06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7593" name="Rectangle 7">
            <a:extLst>
              <a:ext uri="{FF2B5EF4-FFF2-40B4-BE49-F238E27FC236}">
                <a16:creationId xmlns:a16="http://schemas.microsoft.com/office/drawing/2014/main" id="{87073261-1B49-5551-6ADA-5984B479FED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7594" name="Rectangle 8">
            <a:extLst>
              <a:ext uri="{FF2B5EF4-FFF2-40B4-BE49-F238E27FC236}">
                <a16:creationId xmlns:a16="http://schemas.microsoft.com/office/drawing/2014/main" id="{19665CD5-4B9B-7B95-0355-CA4CE60E3EA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7595" name="Line 9">
            <a:extLst>
              <a:ext uri="{FF2B5EF4-FFF2-40B4-BE49-F238E27FC236}">
                <a16:creationId xmlns:a16="http://schemas.microsoft.com/office/drawing/2014/main" id="{4AEF1B9B-E6A0-E861-93BB-01268EA346F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6" name="Line 10">
            <a:extLst>
              <a:ext uri="{FF2B5EF4-FFF2-40B4-BE49-F238E27FC236}">
                <a16:creationId xmlns:a16="http://schemas.microsoft.com/office/drawing/2014/main" id="{678EA1EA-56FB-5121-2D55-31B29E9457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581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7" name="Rectangle 11">
            <a:extLst>
              <a:ext uri="{FF2B5EF4-FFF2-40B4-BE49-F238E27FC236}">
                <a16:creationId xmlns:a16="http://schemas.microsoft.com/office/drawing/2014/main" id="{6259F45D-8D38-2C85-FCE7-D6F0D6A81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844800"/>
            <a:ext cx="8077200" cy="5842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SCTP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关联允许每个端有多个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地址</a:t>
            </a:r>
            <a:endParaRPr lang="en-US" altLang="zh-CN" baseline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67598" name="Group 12">
            <a:extLst>
              <a:ext uri="{FF2B5EF4-FFF2-40B4-BE49-F238E27FC236}">
                <a16:creationId xmlns:a16="http://schemas.microsoft.com/office/drawing/2014/main" id="{1362612C-132B-33A7-88C3-FDA2A018C964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67599" name="Picture 13">
              <a:extLst>
                <a:ext uri="{FF2B5EF4-FFF2-40B4-BE49-F238E27FC236}">
                  <a16:creationId xmlns:a16="http://schemas.microsoft.com/office/drawing/2014/main" id="{399833F1-4030-2FFA-25C4-0678832DF4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600" name="Text Box 14">
              <a:extLst>
                <a:ext uri="{FF2B5EF4-FFF2-40B4-BE49-F238E27FC236}">
                  <a16:creationId xmlns:a16="http://schemas.microsoft.com/office/drawing/2014/main" id="{AB475479-52B4-6221-2461-D42EE445ED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1">
            <a:extLst>
              <a:ext uri="{FF2B5EF4-FFF2-40B4-BE49-F238E27FC236}">
                <a16:creationId xmlns:a16="http://schemas.microsoft.com/office/drawing/2014/main" id="{14A458A1-7D23-FC57-B24D-D2C78A2468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B4A7F3FA-AEAA-4245-A351-33224515667A}" type="slidenum">
              <a:rPr lang="en-US" altLang="zh-CN" sz="2000" baseline="0">
                <a:solidFill>
                  <a:schemeClr val="bg2"/>
                </a:solidFill>
              </a:rPr>
              <a:pPr/>
              <a:t>65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68611" name="灯片编号占位符 1">
            <a:extLst>
              <a:ext uri="{FF2B5EF4-FFF2-40B4-BE49-F238E27FC236}">
                <a16:creationId xmlns:a16="http://schemas.microsoft.com/office/drawing/2014/main" id="{76579ABD-2E5A-4ED0-9B41-950854D00763}"/>
              </a:ext>
            </a:extLst>
          </p:cNvPr>
          <p:cNvSpPr>
            <a:spLocks noGrp="1"/>
          </p:cNvSpPr>
          <p:nvPr/>
        </p:nvSpPr>
        <p:spPr bwMode="auto">
          <a:xfrm>
            <a:off x="198438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3BE6D447-2716-41B9-87C4-B288BD385D77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65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284ED0ED-57A9-1AF8-2DCC-8F988B380CA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642938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5C1BEDDA-C666-2E91-965C-AE6B1ADF736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023938" y="107950"/>
            <a:ext cx="330200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8614" name="Rectangle 4">
            <a:extLst>
              <a:ext uri="{FF2B5EF4-FFF2-40B4-BE49-F238E27FC236}">
                <a16:creationId xmlns:a16="http://schemas.microsoft.com/office/drawing/2014/main" id="{2151A5DB-B773-C17D-8473-519BA98A69A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6763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8615" name="Rectangle 5">
            <a:extLst>
              <a:ext uri="{FF2B5EF4-FFF2-40B4-BE49-F238E27FC236}">
                <a16:creationId xmlns:a16="http://schemas.microsoft.com/office/drawing/2014/main" id="{C68A5897-EC2F-1BDF-3CE0-090B3A51E81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135063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8616" name="Rectangle 6">
            <a:extLst>
              <a:ext uri="{FF2B5EF4-FFF2-40B4-BE49-F238E27FC236}">
                <a16:creationId xmlns:a16="http://schemas.microsoft.com/office/drawing/2014/main" id="{2D11115C-855E-67F3-D3E5-04B27369E5E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50838" y="457200"/>
            <a:ext cx="561975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8617" name="Rectangle 7">
            <a:extLst>
              <a:ext uri="{FF2B5EF4-FFF2-40B4-BE49-F238E27FC236}">
                <a16:creationId xmlns:a16="http://schemas.microsoft.com/office/drawing/2014/main" id="{586CCA65-86D8-2802-4505-541C3B20C8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5838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8618" name="Rectangle 8">
            <a:extLst>
              <a:ext uri="{FF2B5EF4-FFF2-40B4-BE49-F238E27FC236}">
                <a16:creationId xmlns:a16="http://schemas.microsoft.com/office/drawing/2014/main" id="{F767C215-0FFA-7514-B7EF-EB40EB1E4ED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138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8619" name="Line 9">
            <a:extLst>
              <a:ext uri="{FF2B5EF4-FFF2-40B4-BE49-F238E27FC236}">
                <a16:creationId xmlns:a16="http://schemas.microsoft.com/office/drawing/2014/main" id="{48852836-DAB0-B823-599E-7FE93FF998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838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20" name="Line 10">
            <a:extLst>
              <a:ext uri="{FF2B5EF4-FFF2-40B4-BE49-F238E27FC236}">
                <a16:creationId xmlns:a16="http://schemas.microsoft.com/office/drawing/2014/main" id="{DF3E1D74-444A-48BD-9167-4DDA973A64D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013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21" name="Rectangle 11">
            <a:extLst>
              <a:ext uri="{FF2B5EF4-FFF2-40B4-BE49-F238E27FC236}">
                <a16:creationId xmlns:a16="http://schemas.microsoft.com/office/drawing/2014/main" id="{08852BBF-4503-7E90-1E7F-04258E5A5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38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SCTP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中，数据大块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(data chunk )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按传输序列号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(TSN)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编号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68622" name="Group 12">
            <a:extLst>
              <a:ext uri="{FF2B5EF4-FFF2-40B4-BE49-F238E27FC236}">
                <a16:creationId xmlns:a16="http://schemas.microsoft.com/office/drawing/2014/main" id="{CDB85243-1D95-1149-2BBA-FFE8DF1DA630}"/>
              </a:ext>
            </a:extLst>
          </p:cNvPr>
          <p:cNvGrpSpPr>
            <a:grpSpLocks/>
          </p:cNvGrpSpPr>
          <p:nvPr/>
        </p:nvGrpSpPr>
        <p:grpSpPr bwMode="auto">
          <a:xfrm>
            <a:off x="731838" y="1981200"/>
            <a:ext cx="1143000" cy="566738"/>
            <a:chOff x="1200" y="1248"/>
            <a:chExt cx="720" cy="357"/>
          </a:xfrm>
        </p:grpSpPr>
        <p:pic>
          <p:nvPicPr>
            <p:cNvPr id="68623" name="Picture 13">
              <a:extLst>
                <a:ext uri="{FF2B5EF4-FFF2-40B4-BE49-F238E27FC236}">
                  <a16:creationId xmlns:a16="http://schemas.microsoft.com/office/drawing/2014/main" id="{F90576B6-61F0-9711-A8DE-7F07C4F930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624" name="Text Box 14">
              <a:extLst>
                <a:ext uri="{FF2B5EF4-FFF2-40B4-BE49-F238E27FC236}">
                  <a16:creationId xmlns:a16="http://schemas.microsoft.com/office/drawing/2014/main" id="{EC439415-DB21-B83F-B7F3-F32895AC09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1">
            <a:extLst>
              <a:ext uri="{FF2B5EF4-FFF2-40B4-BE49-F238E27FC236}">
                <a16:creationId xmlns:a16="http://schemas.microsoft.com/office/drawing/2014/main" id="{29D3FC15-3CEE-63B5-7815-924B7DC307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627442B9-19D6-4A83-ABCF-842D5617C727}" type="slidenum">
              <a:rPr lang="en-US" altLang="zh-CN" sz="2000" baseline="0">
                <a:solidFill>
                  <a:schemeClr val="bg2"/>
                </a:solidFill>
              </a:rPr>
              <a:pPr/>
              <a:t>66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69635" name="灯片编号占位符 1">
            <a:extLst>
              <a:ext uri="{FF2B5EF4-FFF2-40B4-BE49-F238E27FC236}">
                <a16:creationId xmlns:a16="http://schemas.microsoft.com/office/drawing/2014/main" id="{DF1ADD6F-9C6C-94ED-B524-C59F75FB1BB8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578768CB-7DBC-43E3-9FE4-EB3807463858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66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69636" name="Rectangle 2">
            <a:extLst>
              <a:ext uri="{FF2B5EF4-FFF2-40B4-BE49-F238E27FC236}">
                <a16:creationId xmlns:a16="http://schemas.microsoft.com/office/drawing/2014/main" id="{2707E212-458A-5E6A-4E3C-10A36F8FAD4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637" name="Rectangle 3">
            <a:extLst>
              <a:ext uri="{FF2B5EF4-FFF2-40B4-BE49-F238E27FC236}">
                <a16:creationId xmlns:a16="http://schemas.microsoft.com/office/drawing/2014/main" id="{35E6A656-6D64-EEDA-9424-3FD5CA8B7A5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638" name="Rectangle 4">
            <a:extLst>
              <a:ext uri="{FF2B5EF4-FFF2-40B4-BE49-F238E27FC236}">
                <a16:creationId xmlns:a16="http://schemas.microsoft.com/office/drawing/2014/main" id="{EECDFFA5-3D2A-41B4-1137-722D7DBAB5A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639" name="Rectangle 5">
            <a:extLst>
              <a:ext uri="{FF2B5EF4-FFF2-40B4-BE49-F238E27FC236}">
                <a16:creationId xmlns:a16="http://schemas.microsoft.com/office/drawing/2014/main" id="{4F4485FD-78C7-767D-F22C-8B930A8B3A3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640" name="Rectangle 6">
            <a:extLst>
              <a:ext uri="{FF2B5EF4-FFF2-40B4-BE49-F238E27FC236}">
                <a16:creationId xmlns:a16="http://schemas.microsoft.com/office/drawing/2014/main" id="{13A7A240-17E9-5037-8951-61936B8B232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641" name="Rectangle 7">
            <a:extLst>
              <a:ext uri="{FF2B5EF4-FFF2-40B4-BE49-F238E27FC236}">
                <a16:creationId xmlns:a16="http://schemas.microsoft.com/office/drawing/2014/main" id="{948EA2F5-2376-A5FD-875A-19B43850FBE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642" name="Rectangle 8">
            <a:extLst>
              <a:ext uri="{FF2B5EF4-FFF2-40B4-BE49-F238E27FC236}">
                <a16:creationId xmlns:a16="http://schemas.microsoft.com/office/drawing/2014/main" id="{6621FFF2-855E-E9F1-5ACD-7E18890F631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643" name="Line 9">
            <a:extLst>
              <a:ext uri="{FF2B5EF4-FFF2-40B4-BE49-F238E27FC236}">
                <a16:creationId xmlns:a16="http://schemas.microsoft.com/office/drawing/2014/main" id="{1BD4CB9A-C4E6-229F-8F9A-AF8508AB3E4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048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4" name="Line 10">
            <a:extLst>
              <a:ext uri="{FF2B5EF4-FFF2-40B4-BE49-F238E27FC236}">
                <a16:creationId xmlns:a16="http://schemas.microsoft.com/office/drawing/2014/main" id="{547BCCD1-4F82-E280-8890-F38A902F8D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810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5" name="Rectangle 11">
            <a:extLst>
              <a:ext uri="{FF2B5EF4-FFF2-40B4-BE49-F238E27FC236}">
                <a16:creationId xmlns:a16="http://schemas.microsoft.com/office/drawing/2014/main" id="{F2968063-0894-5BBE-AFA7-3CA63F8C8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140075"/>
            <a:ext cx="8077200" cy="5842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为了区别不同的流， 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SCTP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</a:t>
            </a:r>
          </a:p>
        </p:txBody>
      </p:sp>
      <p:grpSp>
        <p:nvGrpSpPr>
          <p:cNvPr id="69646" name="Group 12">
            <a:extLst>
              <a:ext uri="{FF2B5EF4-FFF2-40B4-BE49-F238E27FC236}">
                <a16:creationId xmlns:a16="http://schemas.microsoft.com/office/drawing/2014/main" id="{0D5874A4-7A90-4A29-2E4E-0365AF95AD0E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362200"/>
            <a:ext cx="1143000" cy="566738"/>
            <a:chOff x="1200" y="1248"/>
            <a:chExt cx="720" cy="357"/>
          </a:xfrm>
        </p:grpSpPr>
        <p:pic>
          <p:nvPicPr>
            <p:cNvPr id="69647" name="Picture 13">
              <a:extLst>
                <a:ext uri="{FF2B5EF4-FFF2-40B4-BE49-F238E27FC236}">
                  <a16:creationId xmlns:a16="http://schemas.microsoft.com/office/drawing/2014/main" id="{8E739E4F-5F96-A07F-CD30-2CBD48A97C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9648" name="Text Box 14">
              <a:extLst>
                <a:ext uri="{FF2B5EF4-FFF2-40B4-BE49-F238E27FC236}">
                  <a16:creationId xmlns:a16="http://schemas.microsoft.com/office/drawing/2014/main" id="{A04FF1AB-E5C3-C01F-13A7-484BE6CD56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灯片编号占位符 1">
            <a:extLst>
              <a:ext uri="{FF2B5EF4-FFF2-40B4-BE49-F238E27FC236}">
                <a16:creationId xmlns:a16="http://schemas.microsoft.com/office/drawing/2014/main" id="{5FD7AA14-307E-EF01-1C2F-2B0C05C737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E62D3A6F-13C9-4153-B9E7-8B8577309ECD}" type="slidenum">
              <a:rPr lang="en-US" altLang="zh-CN" sz="2000" baseline="0">
                <a:solidFill>
                  <a:schemeClr val="bg2"/>
                </a:solidFill>
              </a:rPr>
              <a:pPr/>
              <a:t>67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496710A1-150A-DA1D-256B-BFBC0B85B3F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7B0F3F9D-4F38-F2A4-CC16-966FFE49C06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0661" name="Rectangle 4">
            <a:extLst>
              <a:ext uri="{FF2B5EF4-FFF2-40B4-BE49-F238E27FC236}">
                <a16:creationId xmlns:a16="http://schemas.microsoft.com/office/drawing/2014/main" id="{63F8A19F-CAB5-5D32-CD97-810536BBA57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0662" name="Rectangle 5">
            <a:extLst>
              <a:ext uri="{FF2B5EF4-FFF2-40B4-BE49-F238E27FC236}">
                <a16:creationId xmlns:a16="http://schemas.microsoft.com/office/drawing/2014/main" id="{087455D1-511C-82A6-871E-D24340EF0CC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0663" name="Rectangle 6">
            <a:extLst>
              <a:ext uri="{FF2B5EF4-FFF2-40B4-BE49-F238E27FC236}">
                <a16:creationId xmlns:a16="http://schemas.microsoft.com/office/drawing/2014/main" id="{90BB0E1B-4EE8-9128-357F-BFC73C39D74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0664" name="Rectangle 8">
            <a:extLst>
              <a:ext uri="{FF2B5EF4-FFF2-40B4-BE49-F238E27FC236}">
                <a16:creationId xmlns:a16="http://schemas.microsoft.com/office/drawing/2014/main" id="{8A4DA546-4C16-A7BF-3DA8-7F4DCE6D74A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0665" name="Line 9">
            <a:extLst>
              <a:ext uri="{FF2B5EF4-FFF2-40B4-BE49-F238E27FC236}">
                <a16:creationId xmlns:a16="http://schemas.microsoft.com/office/drawing/2014/main" id="{E145E47A-1A98-7B58-B66B-BC8BDE2C78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66" name="Line 10">
            <a:extLst>
              <a:ext uri="{FF2B5EF4-FFF2-40B4-BE49-F238E27FC236}">
                <a16:creationId xmlns:a16="http://schemas.microsoft.com/office/drawing/2014/main" id="{4B78F634-5BB7-7BDA-FBB3-06DE019D7F1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4038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67" name="Rectangle 11">
            <a:extLst>
              <a:ext uri="{FF2B5EF4-FFF2-40B4-BE49-F238E27FC236}">
                <a16:creationId xmlns:a16="http://schemas.microsoft.com/office/drawing/2014/main" id="{9FBE4FA7-2AE5-6C68-8269-0A559B0E6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19400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为了区别属于同一个流中的不同数据大块， 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SCTP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使用流序列号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(SSN)</a:t>
            </a:r>
          </a:p>
        </p:txBody>
      </p:sp>
      <p:grpSp>
        <p:nvGrpSpPr>
          <p:cNvPr id="70668" name="Group 12">
            <a:extLst>
              <a:ext uri="{FF2B5EF4-FFF2-40B4-BE49-F238E27FC236}">
                <a16:creationId xmlns:a16="http://schemas.microsoft.com/office/drawing/2014/main" id="{892D9A44-26FD-7273-A337-71524768F71A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70669" name="Picture 13">
              <a:extLst>
                <a:ext uri="{FF2B5EF4-FFF2-40B4-BE49-F238E27FC236}">
                  <a16:creationId xmlns:a16="http://schemas.microsoft.com/office/drawing/2014/main" id="{8178F3E0-ACDC-0AD9-5563-C69BB66836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670" name="Text Box 14">
              <a:extLst>
                <a:ext uri="{FF2B5EF4-FFF2-40B4-BE49-F238E27FC236}">
                  <a16:creationId xmlns:a16="http://schemas.microsoft.com/office/drawing/2014/main" id="{BC8BF369-B830-15AE-11DB-C1CB7081D8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1">
            <a:extLst>
              <a:ext uri="{FF2B5EF4-FFF2-40B4-BE49-F238E27FC236}">
                <a16:creationId xmlns:a16="http://schemas.microsoft.com/office/drawing/2014/main" id="{C5FC396B-634D-B9A0-CFAA-D06B560630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06EE5D82-4D14-49C9-9DC2-7CBA19808CEF}" type="slidenum">
              <a:rPr lang="en-US" altLang="zh-CN" sz="2000" baseline="0">
                <a:solidFill>
                  <a:schemeClr val="bg2"/>
                </a:solidFill>
              </a:rPr>
              <a:pPr/>
              <a:t>68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062D98F1-499D-68A7-67E1-6FF9D8B366F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033F83D4-6DE5-E8E9-2DD6-EE2AA4CB0D2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685" name="Rectangle 4">
            <a:extLst>
              <a:ext uri="{FF2B5EF4-FFF2-40B4-BE49-F238E27FC236}">
                <a16:creationId xmlns:a16="http://schemas.microsoft.com/office/drawing/2014/main" id="{0DD4E53C-EB28-209A-018B-F5913D4395C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686" name="Rectangle 5">
            <a:extLst>
              <a:ext uri="{FF2B5EF4-FFF2-40B4-BE49-F238E27FC236}">
                <a16:creationId xmlns:a16="http://schemas.microsoft.com/office/drawing/2014/main" id="{4D6512BF-4AD6-BBC8-2585-EDBA1D2F9C4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687" name="Rectangle 8">
            <a:extLst>
              <a:ext uri="{FF2B5EF4-FFF2-40B4-BE49-F238E27FC236}">
                <a16:creationId xmlns:a16="http://schemas.microsoft.com/office/drawing/2014/main" id="{6632A925-8C5C-5321-B160-2EE58FAE392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688" name="Line 9">
            <a:extLst>
              <a:ext uri="{FF2B5EF4-FFF2-40B4-BE49-F238E27FC236}">
                <a16:creationId xmlns:a16="http://schemas.microsoft.com/office/drawing/2014/main" id="{7D3F59DC-D13A-3C7D-4C56-0CD444171A9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9" name="Line 10">
            <a:extLst>
              <a:ext uri="{FF2B5EF4-FFF2-40B4-BE49-F238E27FC236}">
                <a16:creationId xmlns:a16="http://schemas.microsoft.com/office/drawing/2014/main" id="{516F422E-4E5B-A00C-3629-DC8158D25A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429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0" name="Rectangle 11">
            <a:extLst>
              <a:ext uri="{FF2B5EF4-FFF2-40B4-BE49-F238E27FC236}">
                <a16:creationId xmlns:a16="http://schemas.microsoft.com/office/drawing/2014/main" id="{2E0222B9-46FC-F214-3022-438F846CB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5842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aseline="0">
                <a:ea typeface="宋体" panose="02010600030101010101" pitchFamily="2" charset="-122"/>
              </a:rPr>
              <a:t>TCP </a:t>
            </a:r>
            <a:r>
              <a:rPr lang="zh-CN" altLang="en-US" baseline="0">
                <a:ea typeface="宋体" panose="02010600030101010101" pitchFamily="2" charset="-122"/>
              </a:rPr>
              <a:t>有段</a:t>
            </a:r>
            <a:r>
              <a:rPr lang="en-US" altLang="zh-CN" baseline="0">
                <a:ea typeface="宋体" panose="02010600030101010101" pitchFamily="2" charset="-122"/>
              </a:rPr>
              <a:t>; SCTP </a:t>
            </a:r>
            <a:r>
              <a:rPr lang="zh-CN" altLang="en-US" baseline="0">
                <a:ea typeface="宋体" panose="02010600030101010101" pitchFamily="2" charset="-122"/>
              </a:rPr>
              <a:t>有分组。</a:t>
            </a:r>
            <a:endParaRPr lang="en-US" altLang="zh-CN" baseline="0">
              <a:ea typeface="宋体" panose="02010600030101010101" pitchFamily="2" charset="-122"/>
            </a:endParaRPr>
          </a:p>
        </p:txBody>
      </p:sp>
      <p:grpSp>
        <p:nvGrpSpPr>
          <p:cNvPr id="71691" name="Group 12">
            <a:extLst>
              <a:ext uri="{FF2B5EF4-FFF2-40B4-BE49-F238E27FC236}">
                <a16:creationId xmlns:a16="http://schemas.microsoft.com/office/drawing/2014/main" id="{ACD00AC0-A99B-F4B6-F448-2BE352AA0717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71692" name="Picture 13">
              <a:extLst>
                <a:ext uri="{FF2B5EF4-FFF2-40B4-BE49-F238E27FC236}">
                  <a16:creationId xmlns:a16="http://schemas.microsoft.com/office/drawing/2014/main" id="{559812AC-7B75-A775-92DA-E772C1F11B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693" name="Text Box 14">
              <a:extLst>
                <a:ext uri="{FF2B5EF4-FFF2-40B4-BE49-F238E27FC236}">
                  <a16:creationId xmlns:a16="http://schemas.microsoft.com/office/drawing/2014/main" id="{3975DE6F-7AD7-0F92-DF9C-5FE61C05E5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1">
            <a:extLst>
              <a:ext uri="{FF2B5EF4-FFF2-40B4-BE49-F238E27FC236}">
                <a16:creationId xmlns:a16="http://schemas.microsoft.com/office/drawing/2014/main" id="{50BBAE60-D3FA-472F-69CA-FF5758CC49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B9DB4229-C8FD-494D-B22F-1EC0FFD938F8}" type="slidenum">
              <a:rPr lang="en-US" altLang="zh-CN" sz="2000" baseline="0">
                <a:solidFill>
                  <a:schemeClr val="bg2"/>
                </a:solidFill>
              </a:rPr>
              <a:pPr/>
              <a:t>69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72707" name="Line 2">
            <a:extLst>
              <a:ext uri="{FF2B5EF4-FFF2-40B4-BE49-F238E27FC236}">
                <a16:creationId xmlns:a16="http://schemas.microsoft.com/office/drawing/2014/main" id="{37122866-25FD-6BFE-69B2-1BED49F152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08" name="Line 3">
            <a:extLst>
              <a:ext uri="{FF2B5EF4-FFF2-40B4-BE49-F238E27FC236}">
                <a16:creationId xmlns:a16="http://schemas.microsoft.com/office/drawing/2014/main" id="{65FBC6C9-9CC5-6063-1D98-14E4BDA4E1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09" name="Text Box 4">
            <a:extLst>
              <a:ext uri="{FF2B5EF4-FFF2-40B4-BE49-F238E27FC236}">
                <a16:creationId xmlns:a16="http://schemas.microsoft.com/office/drawing/2014/main" id="{8B574297-F829-637F-DF9D-AF3760CE9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5738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23.29  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段与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SCTP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分组的比较</a:t>
            </a:r>
            <a:endParaRPr lang="en-US" altLang="zh-CN" i="1" baseline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710" name="Line 5">
            <a:extLst>
              <a:ext uri="{FF2B5EF4-FFF2-40B4-BE49-F238E27FC236}">
                <a16:creationId xmlns:a16="http://schemas.microsoft.com/office/drawing/2014/main" id="{CB6FAD7C-6DD4-216B-A0B0-8AB9DFA31F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2711" name="Picture 6">
            <a:extLst>
              <a:ext uri="{FF2B5EF4-FFF2-40B4-BE49-F238E27FC236}">
                <a16:creationId xmlns:a16="http://schemas.microsoft.com/office/drawing/2014/main" id="{B299644E-84EE-EA20-92ED-F4CF6A2A6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2420938"/>
            <a:ext cx="9004300" cy="253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1">
            <a:extLst>
              <a:ext uri="{FF2B5EF4-FFF2-40B4-BE49-F238E27FC236}">
                <a16:creationId xmlns:a16="http://schemas.microsoft.com/office/drawing/2014/main" id="{596887AD-C367-A3C6-5523-B6D44242F2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5D32C6F0-ED11-4254-B233-66F08FE1A08F}" type="slidenum">
              <a:rPr lang="en-US" altLang="zh-CN" sz="2000" baseline="0">
                <a:solidFill>
                  <a:schemeClr val="bg2"/>
                </a:solidFill>
              </a:rPr>
              <a:pPr/>
              <a:t>70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A90A739C-3E5D-2D6C-D463-5B544ECFD66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DB8398E3-4B6F-2287-57B7-31F23D67779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3733" name="Rectangle 4">
            <a:extLst>
              <a:ext uri="{FF2B5EF4-FFF2-40B4-BE49-F238E27FC236}">
                <a16:creationId xmlns:a16="http://schemas.microsoft.com/office/drawing/2014/main" id="{2EF45900-8F8E-8A16-FCDA-C73B6D58CF1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3734" name="Rectangle 5">
            <a:extLst>
              <a:ext uri="{FF2B5EF4-FFF2-40B4-BE49-F238E27FC236}">
                <a16:creationId xmlns:a16="http://schemas.microsoft.com/office/drawing/2014/main" id="{3B7A6DC2-6820-FEAC-2BF2-68BDB6E9CEE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3735" name="Rectangle 6">
            <a:extLst>
              <a:ext uri="{FF2B5EF4-FFF2-40B4-BE49-F238E27FC236}">
                <a16:creationId xmlns:a16="http://schemas.microsoft.com/office/drawing/2014/main" id="{829FC32C-93A5-ED44-C138-9B5B2C9AB7E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3736" name="Rectangle 8">
            <a:extLst>
              <a:ext uri="{FF2B5EF4-FFF2-40B4-BE49-F238E27FC236}">
                <a16:creationId xmlns:a16="http://schemas.microsoft.com/office/drawing/2014/main" id="{7A76B133-A476-B983-077F-8CB77221890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3737" name="Line 9">
            <a:extLst>
              <a:ext uri="{FF2B5EF4-FFF2-40B4-BE49-F238E27FC236}">
                <a16:creationId xmlns:a16="http://schemas.microsoft.com/office/drawing/2014/main" id="{369BC759-F0F0-0FE2-B5D2-9845A323D8C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38" name="Line 10">
            <a:extLst>
              <a:ext uri="{FF2B5EF4-FFF2-40B4-BE49-F238E27FC236}">
                <a16:creationId xmlns:a16="http://schemas.microsoft.com/office/drawing/2014/main" id="{81276398-E446-0F43-0E30-8A872A8EF9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39" name="Rectangle 11">
            <a:extLst>
              <a:ext uri="{FF2B5EF4-FFF2-40B4-BE49-F238E27FC236}">
                <a16:creationId xmlns:a16="http://schemas.microsoft.com/office/drawing/2014/main" id="{ABCC7ADC-1CCD-E50C-A5F7-3F66B15E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43200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SCTP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中，控制信息和数据信息在分开的大块中携带</a:t>
            </a:r>
            <a:r>
              <a:rPr lang="zh-CN" altLang="en-US" baseline="0"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baseline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3740" name="Group 12">
            <a:extLst>
              <a:ext uri="{FF2B5EF4-FFF2-40B4-BE49-F238E27FC236}">
                <a16:creationId xmlns:a16="http://schemas.microsoft.com/office/drawing/2014/main" id="{0611904F-D6EC-4881-37D5-A038D880667F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73741" name="Picture 13">
              <a:extLst>
                <a:ext uri="{FF2B5EF4-FFF2-40B4-BE49-F238E27FC236}">
                  <a16:creationId xmlns:a16="http://schemas.microsoft.com/office/drawing/2014/main" id="{5219B174-BC91-5292-C7CC-D5A6BB5F19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3742" name="Text Box 14">
              <a:extLst>
                <a:ext uri="{FF2B5EF4-FFF2-40B4-BE49-F238E27FC236}">
                  <a16:creationId xmlns:a16="http://schemas.microsoft.com/office/drawing/2014/main" id="{A5EE96DA-B3E1-B8CA-42FE-5A5C68BA3F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1">
            <a:extLst>
              <a:ext uri="{FF2B5EF4-FFF2-40B4-BE49-F238E27FC236}">
                <a16:creationId xmlns:a16="http://schemas.microsoft.com/office/drawing/2014/main" id="{B7867B0E-9342-E987-6526-55B9FD61A6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6A2CB297-DAF7-4E25-A90E-E715B37DF103}" type="slidenum">
              <a:rPr lang="en-US" altLang="zh-CN" sz="2000" baseline="0">
                <a:solidFill>
                  <a:schemeClr val="bg2"/>
                </a:solidFill>
              </a:rPr>
              <a:pPr/>
              <a:t>71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74755" name="Line 2">
            <a:extLst>
              <a:ext uri="{FF2B5EF4-FFF2-40B4-BE49-F238E27FC236}">
                <a16:creationId xmlns:a16="http://schemas.microsoft.com/office/drawing/2014/main" id="{E02C155E-0CF6-0690-E54E-8A3653AC43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756" name="Line 3">
            <a:extLst>
              <a:ext uri="{FF2B5EF4-FFF2-40B4-BE49-F238E27FC236}">
                <a16:creationId xmlns:a16="http://schemas.microsoft.com/office/drawing/2014/main" id="{140CB9BF-6F5A-E1EB-77C4-076AD0192D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757" name="Text Box 4">
            <a:extLst>
              <a:ext uri="{FF2B5EF4-FFF2-40B4-BE49-F238E27FC236}">
                <a16:creationId xmlns:a16="http://schemas.microsoft.com/office/drawing/2014/main" id="{22587F82-6E97-B4B1-8022-144552AF9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5356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23.30  </a:t>
            </a:r>
            <a:r>
              <a:rPr lang="zh-CN" altLang="en-US" baseline="0">
                <a:latin typeface="宋体" panose="02010600030101010101" pitchFamily="2" charset="-122"/>
                <a:ea typeface="宋体" panose="02010600030101010101" pitchFamily="2" charset="-122"/>
              </a:rPr>
              <a:t>分组、数据大块和流</a:t>
            </a:r>
            <a:endParaRPr lang="en-US" altLang="zh-CN" i="1" baseline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758" name="Line 5">
            <a:extLst>
              <a:ext uri="{FF2B5EF4-FFF2-40B4-BE49-F238E27FC236}">
                <a16:creationId xmlns:a16="http://schemas.microsoft.com/office/drawing/2014/main" id="{6A54E95F-85AB-F14E-8617-9124DFE9DE9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4759" name="Picture 6">
            <a:extLst>
              <a:ext uri="{FF2B5EF4-FFF2-40B4-BE49-F238E27FC236}">
                <a16:creationId xmlns:a16="http://schemas.microsoft.com/office/drawing/2014/main" id="{C1F9990C-F8D7-679B-F36A-71D71180C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141538"/>
            <a:ext cx="8894762" cy="296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1">
            <a:extLst>
              <a:ext uri="{FF2B5EF4-FFF2-40B4-BE49-F238E27FC236}">
                <a16:creationId xmlns:a16="http://schemas.microsoft.com/office/drawing/2014/main" id="{A26AA0C4-0828-1EA0-01C4-36F0B16D3D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7525F8F6-6B52-4900-93A4-30858E712382}" type="slidenum">
              <a:rPr lang="en-US" altLang="zh-CN" sz="2000" baseline="0">
                <a:solidFill>
                  <a:schemeClr val="bg2"/>
                </a:solidFill>
              </a:rPr>
              <a:pPr/>
              <a:t>72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D430B87A-06D8-875C-7257-10B1344131F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E11CD030-0EF9-9C19-BEC9-ED9D843D029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781" name="Rectangle 4">
            <a:extLst>
              <a:ext uri="{FF2B5EF4-FFF2-40B4-BE49-F238E27FC236}">
                <a16:creationId xmlns:a16="http://schemas.microsoft.com/office/drawing/2014/main" id="{428126B1-5249-779A-3FD1-81411B3108E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782" name="Rectangle 5">
            <a:extLst>
              <a:ext uri="{FF2B5EF4-FFF2-40B4-BE49-F238E27FC236}">
                <a16:creationId xmlns:a16="http://schemas.microsoft.com/office/drawing/2014/main" id="{CCBB8EC2-15B1-7C49-440B-B11F6EA298D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783" name="Rectangle 8">
            <a:extLst>
              <a:ext uri="{FF2B5EF4-FFF2-40B4-BE49-F238E27FC236}">
                <a16:creationId xmlns:a16="http://schemas.microsoft.com/office/drawing/2014/main" id="{48D023A3-7FC1-0DAD-DD79-54589B76D5D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784" name="Line 9">
            <a:extLst>
              <a:ext uri="{FF2B5EF4-FFF2-40B4-BE49-F238E27FC236}">
                <a16:creationId xmlns:a16="http://schemas.microsoft.com/office/drawing/2014/main" id="{9DB9976E-06B3-5A02-DF02-B34C603CEB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362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785" name="Line 10">
            <a:extLst>
              <a:ext uri="{FF2B5EF4-FFF2-40B4-BE49-F238E27FC236}">
                <a16:creationId xmlns:a16="http://schemas.microsoft.com/office/drawing/2014/main" id="{04BDC069-E662-387A-F5DC-F482E3DBFE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114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786" name="Rectangle 11">
            <a:extLst>
              <a:ext uri="{FF2B5EF4-FFF2-40B4-BE49-F238E27FC236}">
                <a16:creationId xmlns:a16="http://schemas.microsoft.com/office/drawing/2014/main" id="{3E9A6278-D5A5-F298-C15D-84CD6B388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454275"/>
            <a:ext cx="8077200" cy="157003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数据大块由三个标识符来标识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TSN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SSN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TSN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是用来标识关联的累计数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 SI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</a:t>
            </a:r>
          </a:p>
          <a:p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义流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 SSN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定义流中的块。</a:t>
            </a:r>
            <a:endParaRPr lang="en-US" altLang="zh-CN" baseline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5787" name="Group 12">
            <a:extLst>
              <a:ext uri="{FF2B5EF4-FFF2-40B4-BE49-F238E27FC236}">
                <a16:creationId xmlns:a16="http://schemas.microsoft.com/office/drawing/2014/main" id="{26F2A085-8ABB-B95E-C3F0-F782B9B05529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676400"/>
            <a:ext cx="1143000" cy="566738"/>
            <a:chOff x="1200" y="1248"/>
            <a:chExt cx="720" cy="357"/>
          </a:xfrm>
        </p:grpSpPr>
        <p:pic>
          <p:nvPicPr>
            <p:cNvPr id="75788" name="Picture 13">
              <a:extLst>
                <a:ext uri="{FF2B5EF4-FFF2-40B4-BE49-F238E27FC236}">
                  <a16:creationId xmlns:a16="http://schemas.microsoft.com/office/drawing/2014/main" id="{650A1B66-6FD3-7C05-9B70-A78CC51A7F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789" name="Text Box 14">
              <a:extLst>
                <a:ext uri="{FF2B5EF4-FFF2-40B4-BE49-F238E27FC236}">
                  <a16:creationId xmlns:a16="http://schemas.microsoft.com/office/drawing/2014/main" id="{D1E917ED-382D-B91C-9AFD-975C74912D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灯片编号占位符 1">
            <a:extLst>
              <a:ext uri="{FF2B5EF4-FFF2-40B4-BE49-F238E27FC236}">
                <a16:creationId xmlns:a16="http://schemas.microsoft.com/office/drawing/2014/main" id="{CAAB40EE-67B6-7B23-735C-7C5175F3B6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77E81E44-6A36-4ACC-B96E-47F029D2BEEF}" type="slidenum">
              <a:rPr lang="en-US" altLang="zh-CN" sz="2000" baseline="0">
                <a:solidFill>
                  <a:schemeClr val="bg2"/>
                </a:solidFill>
              </a:rPr>
              <a:pPr/>
              <a:t>73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725A89F-0E33-8D9D-5634-E733FA8A646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3CB43E7E-9B91-42AE-1D1F-2E8A300BDDB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6805" name="Rectangle 4">
            <a:extLst>
              <a:ext uri="{FF2B5EF4-FFF2-40B4-BE49-F238E27FC236}">
                <a16:creationId xmlns:a16="http://schemas.microsoft.com/office/drawing/2014/main" id="{ADDA35F9-9FC9-0C80-5B82-C51C8A4E1A0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6806" name="Rectangle 5">
            <a:extLst>
              <a:ext uri="{FF2B5EF4-FFF2-40B4-BE49-F238E27FC236}">
                <a16:creationId xmlns:a16="http://schemas.microsoft.com/office/drawing/2014/main" id="{65ED9E5B-EDCF-4B73-08E6-046D351B011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6807" name="Rectangle 6">
            <a:extLst>
              <a:ext uri="{FF2B5EF4-FFF2-40B4-BE49-F238E27FC236}">
                <a16:creationId xmlns:a16="http://schemas.microsoft.com/office/drawing/2014/main" id="{390F564D-870F-F0B8-ACC1-15ECE4550C0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6808" name="Rectangle 8">
            <a:extLst>
              <a:ext uri="{FF2B5EF4-FFF2-40B4-BE49-F238E27FC236}">
                <a16:creationId xmlns:a16="http://schemas.microsoft.com/office/drawing/2014/main" id="{9A1AEC72-0793-C2B5-2A36-B52A18A1F4B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6809" name="Line 9">
            <a:extLst>
              <a:ext uri="{FF2B5EF4-FFF2-40B4-BE49-F238E27FC236}">
                <a16:creationId xmlns:a16="http://schemas.microsoft.com/office/drawing/2014/main" id="{01D86FBF-E0F2-1985-08CB-113375E1EE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10" name="Line 10">
            <a:extLst>
              <a:ext uri="{FF2B5EF4-FFF2-40B4-BE49-F238E27FC236}">
                <a16:creationId xmlns:a16="http://schemas.microsoft.com/office/drawing/2014/main" id="{7A38AC28-9454-DB6B-A069-1F0B2CE9B5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11" name="Rectangle 11">
            <a:extLst>
              <a:ext uri="{FF2B5EF4-FFF2-40B4-BE49-F238E27FC236}">
                <a16:creationId xmlns:a16="http://schemas.microsoft.com/office/drawing/2014/main" id="{56A878BC-09D8-EC2E-7162-FD88BFCB9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57003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SCTP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中，确认号仅用于对数据大块的确认。如果需要的话，控制大块用另一个控制</a:t>
            </a:r>
          </a:p>
          <a:p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大块来确认。</a:t>
            </a:r>
            <a:endParaRPr lang="en-US" altLang="zh-CN" baseline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6812" name="Group 12">
            <a:extLst>
              <a:ext uri="{FF2B5EF4-FFF2-40B4-BE49-F238E27FC236}">
                <a16:creationId xmlns:a16="http://schemas.microsoft.com/office/drawing/2014/main" id="{A6DA3999-9C92-6A32-68A0-E04CD16682A3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981200"/>
            <a:ext cx="1143000" cy="566738"/>
            <a:chOff x="1200" y="1248"/>
            <a:chExt cx="720" cy="357"/>
          </a:xfrm>
        </p:grpSpPr>
        <p:pic>
          <p:nvPicPr>
            <p:cNvPr id="76813" name="Picture 13">
              <a:extLst>
                <a:ext uri="{FF2B5EF4-FFF2-40B4-BE49-F238E27FC236}">
                  <a16:creationId xmlns:a16="http://schemas.microsoft.com/office/drawing/2014/main" id="{1A671925-5457-3307-E120-F8E6785018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814" name="Text Box 14">
              <a:extLst>
                <a:ext uri="{FF2B5EF4-FFF2-40B4-BE49-F238E27FC236}">
                  <a16:creationId xmlns:a16="http://schemas.microsoft.com/office/drawing/2014/main" id="{A8DEE79C-1AA4-206A-F4FD-24221FF4D8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1">
            <a:extLst>
              <a:ext uri="{FF2B5EF4-FFF2-40B4-BE49-F238E27FC236}">
                <a16:creationId xmlns:a16="http://schemas.microsoft.com/office/drawing/2014/main" id="{5092EDC8-6377-50DC-DBA2-038A1338DC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04206131-9EE4-413D-ADFE-5AD9CCFEE82A}" type="slidenum">
              <a:rPr lang="en-US" altLang="zh-CN" sz="2000" baseline="0">
                <a:solidFill>
                  <a:schemeClr val="bg2"/>
                </a:solidFill>
              </a:rPr>
              <a:pPr/>
              <a:t>74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77827" name="Line 2">
            <a:extLst>
              <a:ext uri="{FF2B5EF4-FFF2-40B4-BE49-F238E27FC236}">
                <a16:creationId xmlns:a16="http://schemas.microsoft.com/office/drawing/2014/main" id="{AA12FBFE-066D-E4EC-AEFB-90E5DF4E5D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28" name="Line 3">
            <a:extLst>
              <a:ext uri="{FF2B5EF4-FFF2-40B4-BE49-F238E27FC236}">
                <a16:creationId xmlns:a16="http://schemas.microsoft.com/office/drawing/2014/main" id="{4580772E-F879-7B87-2E64-7A4538DBEFC1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9144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29" name="Text Box 4">
            <a:extLst>
              <a:ext uri="{FF2B5EF4-FFF2-40B4-BE49-F238E27FC236}">
                <a16:creationId xmlns:a16="http://schemas.microsoft.com/office/drawing/2014/main" id="{7B2F966B-49AD-7F45-FF16-EBCF38E67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5243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23.31  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SCTP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分组格式</a:t>
            </a:r>
            <a:endParaRPr lang="en-US" altLang="zh-CN" baseline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7830" name="Line 5">
            <a:extLst>
              <a:ext uri="{FF2B5EF4-FFF2-40B4-BE49-F238E27FC236}">
                <a16:creationId xmlns:a16="http://schemas.microsoft.com/office/drawing/2014/main" id="{AA28F5D8-03A4-B970-DD5F-A117A87CE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7831" name="Picture 6">
            <a:extLst>
              <a:ext uri="{FF2B5EF4-FFF2-40B4-BE49-F238E27FC236}">
                <a16:creationId xmlns:a16="http://schemas.microsoft.com/office/drawing/2014/main" id="{86C6D998-574B-4222-14C1-8F066AFBC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8800"/>
            <a:ext cx="7586663" cy="349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1">
            <a:extLst>
              <a:ext uri="{FF2B5EF4-FFF2-40B4-BE49-F238E27FC236}">
                <a16:creationId xmlns:a16="http://schemas.microsoft.com/office/drawing/2014/main" id="{84CAA2BC-35E9-CA6C-3EAC-5F8AB7412E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9D0F8829-D7D6-4FE5-8F79-089026EA27BB}" type="slidenum">
              <a:rPr lang="en-US" altLang="zh-CN" sz="2000" baseline="0">
                <a:solidFill>
                  <a:schemeClr val="bg2"/>
                </a:solidFill>
              </a:rPr>
              <a:pPr/>
              <a:t>75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F43D0816-8030-ADC6-0E06-23FCBBE3719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85D65D03-D649-7631-0C79-AD6DC414FAA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8853" name="Rectangle 4">
            <a:extLst>
              <a:ext uri="{FF2B5EF4-FFF2-40B4-BE49-F238E27FC236}">
                <a16:creationId xmlns:a16="http://schemas.microsoft.com/office/drawing/2014/main" id="{2EE081E6-F72C-20EC-AD49-D2D6C13DAE7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8854" name="Rectangle 5">
            <a:extLst>
              <a:ext uri="{FF2B5EF4-FFF2-40B4-BE49-F238E27FC236}">
                <a16:creationId xmlns:a16="http://schemas.microsoft.com/office/drawing/2014/main" id="{8DFB579F-2403-0833-A3C1-0F21156236F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8855" name="Rectangle 7">
            <a:extLst>
              <a:ext uri="{FF2B5EF4-FFF2-40B4-BE49-F238E27FC236}">
                <a16:creationId xmlns:a16="http://schemas.microsoft.com/office/drawing/2014/main" id="{FBE9C952-68CD-62CB-7838-F2913DD7AF3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8856" name="Rectangle 8">
            <a:extLst>
              <a:ext uri="{FF2B5EF4-FFF2-40B4-BE49-F238E27FC236}">
                <a16:creationId xmlns:a16="http://schemas.microsoft.com/office/drawing/2014/main" id="{3C40B51E-56E0-3D06-EC28-C81FCEB7DCF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8857" name="Line 9">
            <a:extLst>
              <a:ext uri="{FF2B5EF4-FFF2-40B4-BE49-F238E27FC236}">
                <a16:creationId xmlns:a16="http://schemas.microsoft.com/office/drawing/2014/main" id="{2ECFEC9C-6B96-E93A-870B-C496E0E865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858" name="Line 10">
            <a:extLst>
              <a:ext uri="{FF2B5EF4-FFF2-40B4-BE49-F238E27FC236}">
                <a16:creationId xmlns:a16="http://schemas.microsoft.com/office/drawing/2014/main" id="{DE94B361-8EC5-3C29-9369-F51F5CD1224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859" name="Rectangle 11">
            <a:extLst>
              <a:ext uri="{FF2B5EF4-FFF2-40B4-BE49-F238E27FC236}">
                <a16:creationId xmlns:a16="http://schemas.microsoft.com/office/drawing/2014/main" id="{4C34D31A-FEB0-A359-8F50-2973F689E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ea typeface="宋体" panose="02010600030101010101" pitchFamily="2" charset="-122"/>
              </a:rPr>
              <a:t>在</a:t>
            </a:r>
            <a:r>
              <a:rPr lang="en-US" altLang="zh-CN" baseline="0">
                <a:ea typeface="宋体" panose="02010600030101010101" pitchFamily="2" charset="-122"/>
              </a:rPr>
              <a:t>SCTP </a:t>
            </a:r>
            <a:r>
              <a:rPr lang="zh-CN" altLang="en-US" baseline="0">
                <a:ea typeface="宋体" panose="02010600030101010101" pitchFamily="2" charset="-122"/>
              </a:rPr>
              <a:t>分组中，控制大块在数据大块</a:t>
            </a:r>
          </a:p>
          <a:p>
            <a:r>
              <a:rPr lang="zh-CN" altLang="en-US" baseline="0">
                <a:ea typeface="宋体" panose="02010600030101010101" pitchFamily="2" charset="-122"/>
              </a:rPr>
              <a:t>之前。</a:t>
            </a:r>
            <a:endParaRPr lang="en-US" altLang="zh-CN" baseline="0">
              <a:ea typeface="宋体" panose="02010600030101010101" pitchFamily="2" charset="-122"/>
            </a:endParaRPr>
          </a:p>
        </p:txBody>
      </p:sp>
      <p:grpSp>
        <p:nvGrpSpPr>
          <p:cNvPr id="78860" name="Group 12">
            <a:extLst>
              <a:ext uri="{FF2B5EF4-FFF2-40B4-BE49-F238E27FC236}">
                <a16:creationId xmlns:a16="http://schemas.microsoft.com/office/drawing/2014/main" id="{142FE3BC-519C-143D-6F49-57FECAEEB72D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78861" name="Picture 13">
              <a:extLst>
                <a:ext uri="{FF2B5EF4-FFF2-40B4-BE49-F238E27FC236}">
                  <a16:creationId xmlns:a16="http://schemas.microsoft.com/office/drawing/2014/main" id="{18D13206-5434-8870-9AD9-A888F35212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862" name="Text Box 14">
              <a:extLst>
                <a:ext uri="{FF2B5EF4-FFF2-40B4-BE49-F238E27FC236}">
                  <a16:creationId xmlns:a16="http://schemas.microsoft.com/office/drawing/2014/main" id="{EBCCF9F0-FD58-A772-9B41-34EC59C206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1">
            <a:extLst>
              <a:ext uri="{FF2B5EF4-FFF2-40B4-BE49-F238E27FC236}">
                <a16:creationId xmlns:a16="http://schemas.microsoft.com/office/drawing/2014/main" id="{2D6F35D4-C4A6-7CB9-4896-8DCFD20F93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4DE27B8E-4FB6-46D8-95A5-4A54872EF0AF}" type="slidenum">
              <a:rPr lang="en-US" altLang="zh-CN" sz="2000" baseline="0">
                <a:solidFill>
                  <a:schemeClr val="bg2"/>
                </a:solidFill>
              </a:rPr>
              <a:pPr/>
              <a:t>76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79875" name="Line 2">
            <a:extLst>
              <a:ext uri="{FF2B5EF4-FFF2-40B4-BE49-F238E27FC236}">
                <a16:creationId xmlns:a16="http://schemas.microsoft.com/office/drawing/2014/main" id="{75F743BF-E6D4-371A-F416-A38D894B73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76" name="Line 3">
            <a:extLst>
              <a:ext uri="{FF2B5EF4-FFF2-40B4-BE49-F238E27FC236}">
                <a16:creationId xmlns:a16="http://schemas.microsoft.com/office/drawing/2014/main" id="{AA4BCFF7-3EE3-4A4F-9C34-07981BC5AE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77" name="Text Box 4">
            <a:extLst>
              <a:ext uri="{FF2B5EF4-FFF2-40B4-BE49-F238E27FC236}">
                <a16:creationId xmlns:a16="http://schemas.microsoft.com/office/drawing/2014/main" id="{10D3DFBB-4AB3-FE5E-DD6F-377418962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4750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23.32  </a:t>
            </a:r>
            <a:r>
              <a:rPr lang="zh-CN" altLang="en-US" baseline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通用头部</a:t>
            </a:r>
            <a:endParaRPr lang="en-US" altLang="zh-CN" baseline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9878" name="Line 5">
            <a:extLst>
              <a:ext uri="{FF2B5EF4-FFF2-40B4-BE49-F238E27FC236}">
                <a16:creationId xmlns:a16="http://schemas.microsoft.com/office/drawing/2014/main" id="{4EF66D12-69E3-FED6-B357-54372BBD5A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943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9879" name="Picture 6">
            <a:extLst>
              <a:ext uri="{FF2B5EF4-FFF2-40B4-BE49-F238E27FC236}">
                <a16:creationId xmlns:a16="http://schemas.microsoft.com/office/drawing/2014/main" id="{A8FA6662-F0D9-6669-C3C4-CC59C44AF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86000"/>
            <a:ext cx="7578725" cy="171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灯片编号占位符 1">
            <a:extLst>
              <a:ext uri="{FF2B5EF4-FFF2-40B4-BE49-F238E27FC236}">
                <a16:creationId xmlns:a16="http://schemas.microsoft.com/office/drawing/2014/main" id="{1E680E06-D1AD-5CF2-B4A6-393A631887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D83D98A4-EBEA-414D-A632-CCEF986C46BA}" type="slidenum">
              <a:rPr lang="en-US" altLang="zh-CN" sz="2000" baseline="0">
                <a:solidFill>
                  <a:schemeClr val="bg2"/>
                </a:solidFill>
              </a:rPr>
              <a:pPr/>
              <a:t>77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80899" name="灯片编号占位符 1">
            <a:extLst>
              <a:ext uri="{FF2B5EF4-FFF2-40B4-BE49-F238E27FC236}">
                <a16:creationId xmlns:a16="http://schemas.microsoft.com/office/drawing/2014/main" id="{833AD314-BF7F-985F-17B9-10CF43C02A66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254434AB-8322-4857-A259-27B5CC8AD941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77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0900" name="Text Box 2">
            <a:extLst>
              <a:ext uri="{FF2B5EF4-FFF2-40B4-BE49-F238E27FC236}">
                <a16:creationId xmlns:a16="http://schemas.microsoft.com/office/drawing/2014/main" id="{EF3BC33A-7026-29FB-5F89-E8F049721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3" y="304800"/>
            <a:ext cx="24463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lang="en-US" altLang="zh-CN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23.5  </a:t>
            </a:r>
            <a:r>
              <a:rPr lang="zh-CN" altLang="en-US" baseline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大块</a:t>
            </a:r>
            <a:endParaRPr lang="en-US" altLang="zh-CN" i="1" baseline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0901" name="Picture 4">
            <a:extLst>
              <a:ext uri="{FF2B5EF4-FFF2-40B4-BE49-F238E27FC236}">
                <a16:creationId xmlns:a16="http://schemas.microsoft.com/office/drawing/2014/main" id="{E326F5EE-2AE3-D8ED-E5D9-EE5AACCF6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82675"/>
            <a:ext cx="8455025" cy="531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1">
            <a:extLst>
              <a:ext uri="{FF2B5EF4-FFF2-40B4-BE49-F238E27FC236}">
                <a16:creationId xmlns:a16="http://schemas.microsoft.com/office/drawing/2014/main" id="{5906F602-693F-E8A6-5BDE-6206979F95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0909ADE6-AF56-42A3-B22D-BBB485E4041E}" type="slidenum">
              <a:rPr lang="en-US" altLang="zh-CN" sz="2000" baseline="0">
                <a:solidFill>
                  <a:schemeClr val="bg2"/>
                </a:solidFill>
              </a:rPr>
              <a:pPr/>
              <a:t>78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81923" name="灯片编号占位符 1">
            <a:extLst>
              <a:ext uri="{FF2B5EF4-FFF2-40B4-BE49-F238E27FC236}">
                <a16:creationId xmlns:a16="http://schemas.microsoft.com/office/drawing/2014/main" id="{92F8ACAD-C5B0-CD37-33D7-1C7CB5A4EF76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161AC4C9-325F-4844-93D2-5CF4D71471D0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78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1924" name="Rectangle 2">
            <a:extLst>
              <a:ext uri="{FF2B5EF4-FFF2-40B4-BE49-F238E27FC236}">
                <a16:creationId xmlns:a16="http://schemas.microsoft.com/office/drawing/2014/main" id="{E500B173-1317-2DBC-A8F3-F921A0BBFE4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925" name="Rectangle 3">
            <a:extLst>
              <a:ext uri="{FF2B5EF4-FFF2-40B4-BE49-F238E27FC236}">
                <a16:creationId xmlns:a16="http://schemas.microsoft.com/office/drawing/2014/main" id="{9C25FC9D-FAD9-9B12-4AF2-09CB2E537D9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926" name="Rectangle 4">
            <a:extLst>
              <a:ext uri="{FF2B5EF4-FFF2-40B4-BE49-F238E27FC236}">
                <a16:creationId xmlns:a16="http://schemas.microsoft.com/office/drawing/2014/main" id="{BFA38AD5-0AD8-E82A-B6B7-760388B3633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927" name="Rectangle 5">
            <a:extLst>
              <a:ext uri="{FF2B5EF4-FFF2-40B4-BE49-F238E27FC236}">
                <a16:creationId xmlns:a16="http://schemas.microsoft.com/office/drawing/2014/main" id="{3B81179E-82DF-9245-ABD9-7AA12CDEAA2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928" name="Rectangle 6">
            <a:extLst>
              <a:ext uri="{FF2B5EF4-FFF2-40B4-BE49-F238E27FC236}">
                <a16:creationId xmlns:a16="http://schemas.microsoft.com/office/drawing/2014/main" id="{65FDED39-1F65-3094-0690-D3BDBB47BE9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929" name="Rectangle 7">
            <a:extLst>
              <a:ext uri="{FF2B5EF4-FFF2-40B4-BE49-F238E27FC236}">
                <a16:creationId xmlns:a16="http://schemas.microsoft.com/office/drawing/2014/main" id="{CE47C854-7308-5F24-384D-CD948620BD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930" name="Rectangle 8">
            <a:extLst>
              <a:ext uri="{FF2B5EF4-FFF2-40B4-BE49-F238E27FC236}">
                <a16:creationId xmlns:a16="http://schemas.microsoft.com/office/drawing/2014/main" id="{FF1741D8-9B8C-7309-582F-689233254C8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931" name="Line 9">
            <a:extLst>
              <a:ext uri="{FF2B5EF4-FFF2-40B4-BE49-F238E27FC236}">
                <a16:creationId xmlns:a16="http://schemas.microsoft.com/office/drawing/2014/main" id="{011AC41E-EC82-BBFB-8160-33137491E0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2" name="Line 10">
            <a:extLst>
              <a:ext uri="{FF2B5EF4-FFF2-40B4-BE49-F238E27FC236}">
                <a16:creationId xmlns:a16="http://schemas.microsoft.com/office/drawing/2014/main" id="{C103A41A-B09A-C078-BE76-AA1FC2F9CB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429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3" name="Rectangle 11">
            <a:extLst>
              <a:ext uri="{FF2B5EF4-FFF2-40B4-BE49-F238E27FC236}">
                <a16:creationId xmlns:a16="http://schemas.microsoft.com/office/drawing/2014/main" id="{8FEF7AAA-06A3-9A8B-08AF-977B85163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5842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SCTP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中的连接被称为关联。</a:t>
            </a:r>
            <a:endParaRPr lang="en-US" altLang="zh-CN" baseline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1934" name="TextBox 16">
            <a:extLst>
              <a:ext uri="{FF2B5EF4-FFF2-40B4-BE49-F238E27FC236}">
                <a16:creationId xmlns:a16="http://schemas.microsoft.com/office/drawing/2014/main" id="{FBA83766-7BA5-3D31-C3F3-FE9B55506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057400"/>
            <a:ext cx="76200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</a:t>
            </a:r>
          </a:p>
        </p:txBody>
      </p:sp>
      <p:grpSp>
        <p:nvGrpSpPr>
          <p:cNvPr id="81935" name="Group 12">
            <a:extLst>
              <a:ext uri="{FF2B5EF4-FFF2-40B4-BE49-F238E27FC236}">
                <a16:creationId xmlns:a16="http://schemas.microsoft.com/office/drawing/2014/main" id="{EFF69AE0-95D0-88C0-7EB2-4478EE7449AD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981200"/>
            <a:ext cx="1143000" cy="566738"/>
            <a:chOff x="1200" y="1248"/>
            <a:chExt cx="720" cy="357"/>
          </a:xfrm>
        </p:grpSpPr>
        <p:pic>
          <p:nvPicPr>
            <p:cNvPr id="81936" name="Picture 13">
              <a:extLst>
                <a:ext uri="{FF2B5EF4-FFF2-40B4-BE49-F238E27FC236}">
                  <a16:creationId xmlns:a16="http://schemas.microsoft.com/office/drawing/2014/main" id="{60C4F36A-C50E-94B0-A933-440DAD56DB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937" name="Text Box 14">
              <a:extLst>
                <a:ext uri="{FF2B5EF4-FFF2-40B4-BE49-F238E27FC236}">
                  <a16:creationId xmlns:a16="http://schemas.microsoft.com/office/drawing/2014/main" id="{89492621-00EB-1E59-C189-D0A848E7AB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灯片编号占位符 1">
            <a:extLst>
              <a:ext uri="{FF2B5EF4-FFF2-40B4-BE49-F238E27FC236}">
                <a16:creationId xmlns:a16="http://schemas.microsoft.com/office/drawing/2014/main" id="{19C64A42-C427-E478-BA0B-4D1A910DA1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87CB891E-5DF0-4477-BE2B-AF9309E90F43}" type="slidenum">
              <a:rPr lang="en-US" altLang="zh-CN" sz="2000" baseline="0">
                <a:solidFill>
                  <a:schemeClr val="bg2"/>
                </a:solidFill>
              </a:rPr>
              <a:pPr/>
              <a:t>79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82947" name="灯片编号占位符 1">
            <a:extLst>
              <a:ext uri="{FF2B5EF4-FFF2-40B4-BE49-F238E27FC236}">
                <a16:creationId xmlns:a16="http://schemas.microsoft.com/office/drawing/2014/main" id="{73AC9909-C203-096E-CE17-17EA8A5EBD0B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BE90BFB6-5F6D-4A7C-97CF-35907CE7B631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79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2948" name="Rectangle 2">
            <a:extLst>
              <a:ext uri="{FF2B5EF4-FFF2-40B4-BE49-F238E27FC236}">
                <a16:creationId xmlns:a16="http://schemas.microsoft.com/office/drawing/2014/main" id="{937B20A5-3F42-256D-054C-950701A3B9D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949" name="Rectangle 3">
            <a:extLst>
              <a:ext uri="{FF2B5EF4-FFF2-40B4-BE49-F238E27FC236}">
                <a16:creationId xmlns:a16="http://schemas.microsoft.com/office/drawing/2014/main" id="{01A43980-E02C-7036-5FD9-70B3F98F9DA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950" name="Rectangle 4">
            <a:extLst>
              <a:ext uri="{FF2B5EF4-FFF2-40B4-BE49-F238E27FC236}">
                <a16:creationId xmlns:a16="http://schemas.microsoft.com/office/drawing/2014/main" id="{C8CF8074-9946-F15B-0D12-D8BB4621CA4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951" name="Rectangle 5">
            <a:extLst>
              <a:ext uri="{FF2B5EF4-FFF2-40B4-BE49-F238E27FC236}">
                <a16:creationId xmlns:a16="http://schemas.microsoft.com/office/drawing/2014/main" id="{69271E5B-3328-F5F6-3E80-FCD6E4EB2AA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952" name="Rectangle 6">
            <a:extLst>
              <a:ext uri="{FF2B5EF4-FFF2-40B4-BE49-F238E27FC236}">
                <a16:creationId xmlns:a16="http://schemas.microsoft.com/office/drawing/2014/main" id="{6934150F-70B4-1009-2C07-2C1AB613BDA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953" name="Rectangle 7">
            <a:extLst>
              <a:ext uri="{FF2B5EF4-FFF2-40B4-BE49-F238E27FC236}">
                <a16:creationId xmlns:a16="http://schemas.microsoft.com/office/drawing/2014/main" id="{6BC5640E-3585-EF30-F148-E250A814E8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954" name="Rectangle 8">
            <a:extLst>
              <a:ext uri="{FF2B5EF4-FFF2-40B4-BE49-F238E27FC236}">
                <a16:creationId xmlns:a16="http://schemas.microsoft.com/office/drawing/2014/main" id="{64D3E99B-3E0C-4E36-A603-B08F7E7F88C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955" name="Line 9">
            <a:extLst>
              <a:ext uri="{FF2B5EF4-FFF2-40B4-BE49-F238E27FC236}">
                <a16:creationId xmlns:a16="http://schemas.microsoft.com/office/drawing/2014/main" id="{605706ED-586F-6641-DFBD-B1F53E48F6E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56" name="Line 10">
            <a:extLst>
              <a:ext uri="{FF2B5EF4-FFF2-40B4-BE49-F238E27FC236}">
                <a16:creationId xmlns:a16="http://schemas.microsoft.com/office/drawing/2014/main" id="{EFF58E3A-077C-00FB-8D91-9033E25FAD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57" name="Rectangle 11">
            <a:extLst>
              <a:ext uri="{FF2B5EF4-FFF2-40B4-BE49-F238E27FC236}">
                <a16:creationId xmlns:a16="http://schemas.microsoft.com/office/drawing/2014/main" id="{4F57AA7D-D6C2-C234-7FDD-49B0ACD62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57003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携带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INIT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INITACK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大块的分组中不允许有其他大块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而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COOKIE ECHO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COOKIE</a:t>
            </a:r>
          </a:p>
          <a:p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ACK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大块可携带数据大块。</a:t>
            </a:r>
            <a:endParaRPr lang="en-US" altLang="zh-CN" baseline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2958" name="Group 12">
            <a:extLst>
              <a:ext uri="{FF2B5EF4-FFF2-40B4-BE49-F238E27FC236}">
                <a16:creationId xmlns:a16="http://schemas.microsoft.com/office/drawing/2014/main" id="{B62A9507-DA2A-1906-5A54-9904592C7EDB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82959" name="Picture 13">
              <a:extLst>
                <a:ext uri="{FF2B5EF4-FFF2-40B4-BE49-F238E27FC236}">
                  <a16:creationId xmlns:a16="http://schemas.microsoft.com/office/drawing/2014/main" id="{079BCD9A-4FF0-190C-52AF-58E720D975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960" name="Text Box 14">
              <a:extLst>
                <a:ext uri="{FF2B5EF4-FFF2-40B4-BE49-F238E27FC236}">
                  <a16:creationId xmlns:a16="http://schemas.microsoft.com/office/drawing/2014/main" id="{032F4A98-B1A0-B906-B863-DC2DD3F031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灯片编号占位符 1">
            <a:extLst>
              <a:ext uri="{FF2B5EF4-FFF2-40B4-BE49-F238E27FC236}">
                <a16:creationId xmlns:a16="http://schemas.microsoft.com/office/drawing/2014/main" id="{6433B3DF-3EFD-BEAC-4C9E-40E5D68CF6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3348FC85-9359-4BBD-B325-7305C20F7B55}" type="slidenum">
              <a:rPr lang="en-US" altLang="zh-CN" sz="2000" baseline="0">
                <a:solidFill>
                  <a:schemeClr val="bg2"/>
                </a:solidFill>
              </a:rPr>
              <a:pPr/>
              <a:t>80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83971" name="灯片编号占位符 1">
            <a:extLst>
              <a:ext uri="{FF2B5EF4-FFF2-40B4-BE49-F238E27FC236}">
                <a16:creationId xmlns:a16="http://schemas.microsoft.com/office/drawing/2014/main" id="{16D48B01-BB01-0C8C-9146-5D8E4E2699C1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FD8269A6-2CBC-48F1-8741-6EC4497CF14A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80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3972" name="Line 2">
            <a:extLst>
              <a:ext uri="{FF2B5EF4-FFF2-40B4-BE49-F238E27FC236}">
                <a16:creationId xmlns:a16="http://schemas.microsoft.com/office/drawing/2014/main" id="{01FC281B-042C-9028-6CE9-9753D1D1E2D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3" name="Line 3">
            <a:extLst>
              <a:ext uri="{FF2B5EF4-FFF2-40B4-BE49-F238E27FC236}">
                <a16:creationId xmlns:a16="http://schemas.microsoft.com/office/drawing/2014/main" id="{BEA6434C-EF22-01E1-BC4D-1E192637AC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4" name="Text Box 4">
            <a:extLst>
              <a:ext uri="{FF2B5EF4-FFF2-40B4-BE49-F238E27FC236}">
                <a16:creationId xmlns:a16="http://schemas.microsoft.com/office/drawing/2014/main" id="{F3F12E68-DB38-E778-C99C-9FF17DF22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4750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23.33 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四次握手</a:t>
            </a:r>
            <a:endParaRPr lang="en-US" altLang="zh-CN" i="1" baseline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3975" name="Line 5">
            <a:extLst>
              <a:ext uri="{FF2B5EF4-FFF2-40B4-BE49-F238E27FC236}">
                <a16:creationId xmlns:a16="http://schemas.microsoft.com/office/drawing/2014/main" id="{95C68BB9-17D4-D974-9C9B-6AD367B756A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3976" name="Picture 6">
            <a:extLst>
              <a:ext uri="{FF2B5EF4-FFF2-40B4-BE49-F238E27FC236}">
                <a16:creationId xmlns:a16="http://schemas.microsoft.com/office/drawing/2014/main" id="{1A6DDE6D-A4C9-9A25-0039-47F2652E6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47800"/>
            <a:ext cx="7056438" cy="416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灯片编号占位符 1">
            <a:extLst>
              <a:ext uri="{FF2B5EF4-FFF2-40B4-BE49-F238E27FC236}">
                <a16:creationId xmlns:a16="http://schemas.microsoft.com/office/drawing/2014/main" id="{A1FDE675-4678-6E8B-DE63-69B7CC1D37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9281C334-3507-41F8-BAD0-1FC6700BBC21}" type="slidenum">
              <a:rPr lang="en-US" altLang="zh-CN" sz="2000" baseline="0">
                <a:solidFill>
                  <a:schemeClr val="bg2"/>
                </a:solidFill>
              </a:rPr>
              <a:pPr/>
              <a:t>81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84995" name="灯片编号占位符 1">
            <a:extLst>
              <a:ext uri="{FF2B5EF4-FFF2-40B4-BE49-F238E27FC236}">
                <a16:creationId xmlns:a16="http://schemas.microsoft.com/office/drawing/2014/main" id="{98C018F8-9394-AA09-2675-771BB9FCF1F8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E7052F23-615A-4C45-A0D4-4393D620831D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81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4996" name="Rectangle 2">
            <a:extLst>
              <a:ext uri="{FF2B5EF4-FFF2-40B4-BE49-F238E27FC236}">
                <a16:creationId xmlns:a16="http://schemas.microsoft.com/office/drawing/2014/main" id="{999D5BF6-06EF-6431-D5FC-ED8BD524A3B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4997" name="Rectangle 3">
            <a:extLst>
              <a:ext uri="{FF2B5EF4-FFF2-40B4-BE49-F238E27FC236}">
                <a16:creationId xmlns:a16="http://schemas.microsoft.com/office/drawing/2014/main" id="{35BFD230-7C4E-C7CC-EB5C-868217F15F8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4998" name="Rectangle 4">
            <a:extLst>
              <a:ext uri="{FF2B5EF4-FFF2-40B4-BE49-F238E27FC236}">
                <a16:creationId xmlns:a16="http://schemas.microsoft.com/office/drawing/2014/main" id="{5686A572-4FFD-E878-C1DE-FB849C130F4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4999" name="Rectangle 5">
            <a:extLst>
              <a:ext uri="{FF2B5EF4-FFF2-40B4-BE49-F238E27FC236}">
                <a16:creationId xmlns:a16="http://schemas.microsoft.com/office/drawing/2014/main" id="{869E7565-6DC3-B813-5834-8949552A336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5000" name="Rectangle 6">
            <a:extLst>
              <a:ext uri="{FF2B5EF4-FFF2-40B4-BE49-F238E27FC236}">
                <a16:creationId xmlns:a16="http://schemas.microsoft.com/office/drawing/2014/main" id="{9410CB36-AAA4-792C-96C5-42D081F4A01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5001" name="Rectangle 7">
            <a:extLst>
              <a:ext uri="{FF2B5EF4-FFF2-40B4-BE49-F238E27FC236}">
                <a16:creationId xmlns:a16="http://schemas.microsoft.com/office/drawing/2014/main" id="{F83A7AE9-6F0C-885C-2582-711A63BC635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5002" name="Rectangle 8">
            <a:extLst>
              <a:ext uri="{FF2B5EF4-FFF2-40B4-BE49-F238E27FC236}">
                <a16:creationId xmlns:a16="http://schemas.microsoft.com/office/drawing/2014/main" id="{A03918D7-15FC-2A03-0603-DC4820D6328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5003" name="Line 9">
            <a:extLst>
              <a:ext uri="{FF2B5EF4-FFF2-40B4-BE49-F238E27FC236}">
                <a16:creationId xmlns:a16="http://schemas.microsoft.com/office/drawing/2014/main" id="{E8038ED3-2C08-43D3-6BE1-586D05795B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04" name="Line 10">
            <a:extLst>
              <a:ext uri="{FF2B5EF4-FFF2-40B4-BE49-F238E27FC236}">
                <a16:creationId xmlns:a16="http://schemas.microsoft.com/office/drawing/2014/main" id="{ECC21CD3-0B75-FBA4-ACC0-DF6224A280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05" name="Rectangle 11">
            <a:extLst>
              <a:ext uri="{FF2B5EF4-FFF2-40B4-BE49-F238E27FC236}">
                <a16:creationId xmlns:a16="http://schemas.microsoft.com/office/drawing/2014/main" id="{405C0C07-F766-E4C9-3008-FB2003EAC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SCTP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中，只有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大块占用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TNS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，也只有这种大块需要确认。</a:t>
            </a:r>
            <a:endParaRPr lang="en-US" altLang="zh-CN" baseline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5006" name="Group 12">
            <a:extLst>
              <a:ext uri="{FF2B5EF4-FFF2-40B4-BE49-F238E27FC236}">
                <a16:creationId xmlns:a16="http://schemas.microsoft.com/office/drawing/2014/main" id="{2CD2012A-2E50-D658-0D13-B8735EDB0C2C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85007" name="Picture 13">
              <a:extLst>
                <a:ext uri="{FF2B5EF4-FFF2-40B4-BE49-F238E27FC236}">
                  <a16:creationId xmlns:a16="http://schemas.microsoft.com/office/drawing/2014/main" id="{522D067D-F3C7-44A7-1FB8-D9949CE029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5008" name="Text Box 14">
              <a:extLst>
                <a:ext uri="{FF2B5EF4-FFF2-40B4-BE49-F238E27FC236}">
                  <a16:creationId xmlns:a16="http://schemas.microsoft.com/office/drawing/2014/main" id="{F8475F38-B15D-91E0-EA22-7531BD2B57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灯片编号占位符 1">
            <a:extLst>
              <a:ext uri="{FF2B5EF4-FFF2-40B4-BE49-F238E27FC236}">
                <a16:creationId xmlns:a16="http://schemas.microsoft.com/office/drawing/2014/main" id="{024DCB2E-8AE9-38B6-C7BA-902E94A2B5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735FE139-7EAB-4C24-B8E5-CBFA557B5673}" type="slidenum">
              <a:rPr lang="en-US" altLang="zh-CN" sz="2000" baseline="0">
                <a:solidFill>
                  <a:schemeClr val="bg2"/>
                </a:solidFill>
              </a:rPr>
              <a:pPr/>
              <a:t>82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86019" name="灯片编号占位符 1">
            <a:extLst>
              <a:ext uri="{FF2B5EF4-FFF2-40B4-BE49-F238E27FC236}">
                <a16:creationId xmlns:a16="http://schemas.microsoft.com/office/drawing/2014/main" id="{157BFF31-3FC2-CDF3-A641-027310ACBA48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57712C5D-90C1-40FF-80F3-D4913DE8A0AD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82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6020" name="Line 2">
            <a:extLst>
              <a:ext uri="{FF2B5EF4-FFF2-40B4-BE49-F238E27FC236}">
                <a16:creationId xmlns:a16="http://schemas.microsoft.com/office/drawing/2014/main" id="{BBFE0B77-3660-AC98-2C0C-F5DAE92788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21" name="Line 3">
            <a:extLst>
              <a:ext uri="{FF2B5EF4-FFF2-40B4-BE49-F238E27FC236}">
                <a16:creationId xmlns:a16="http://schemas.microsoft.com/office/drawing/2014/main" id="{552B28D6-A2FC-7002-DB43-426068E4C9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22" name="Text Box 4">
            <a:extLst>
              <a:ext uri="{FF2B5EF4-FFF2-40B4-BE49-F238E27FC236}">
                <a16:creationId xmlns:a16="http://schemas.microsoft.com/office/drawing/2014/main" id="{97BDDDBF-175D-5FCB-89C0-4B3EDF9E7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"/>
            <a:ext cx="4298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23.34 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简单数据传输</a:t>
            </a:r>
            <a:endParaRPr lang="en-US" altLang="zh-CN" i="1" baseline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6023" name="Line 5">
            <a:extLst>
              <a:ext uri="{FF2B5EF4-FFF2-40B4-BE49-F238E27FC236}">
                <a16:creationId xmlns:a16="http://schemas.microsoft.com/office/drawing/2014/main" id="{1A11A338-4AB9-01FD-468B-7FDEB96EDE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6024" name="Picture 6">
            <a:extLst>
              <a:ext uri="{FF2B5EF4-FFF2-40B4-BE49-F238E27FC236}">
                <a16:creationId xmlns:a16="http://schemas.microsoft.com/office/drawing/2014/main" id="{5A27585C-D9D1-DA34-8B4A-A5A96C2C2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688" y="1006475"/>
            <a:ext cx="5776912" cy="524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灯片编号占位符 1">
            <a:extLst>
              <a:ext uri="{FF2B5EF4-FFF2-40B4-BE49-F238E27FC236}">
                <a16:creationId xmlns:a16="http://schemas.microsoft.com/office/drawing/2014/main" id="{61913B1A-BB23-EE46-600D-8930ACEB2D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5DA77C0A-E54F-4971-BB29-423198952E5E}" type="slidenum">
              <a:rPr lang="en-US" altLang="zh-CN" sz="2000" baseline="0">
                <a:solidFill>
                  <a:schemeClr val="bg2"/>
                </a:solidFill>
              </a:rPr>
              <a:pPr/>
              <a:t>83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87043" name="灯片编号占位符 1">
            <a:extLst>
              <a:ext uri="{FF2B5EF4-FFF2-40B4-BE49-F238E27FC236}">
                <a16:creationId xmlns:a16="http://schemas.microsoft.com/office/drawing/2014/main" id="{023E1441-47B8-9F5D-56E2-DF49A327BCDA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FB21E9C0-68E2-4BE2-BC59-B294BB2ABEE7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83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7044" name="Rectangle 2">
            <a:extLst>
              <a:ext uri="{FF2B5EF4-FFF2-40B4-BE49-F238E27FC236}">
                <a16:creationId xmlns:a16="http://schemas.microsoft.com/office/drawing/2014/main" id="{9D017ED0-1EC8-AAE1-EA20-4B1D9F25BA3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45" name="Rectangle 3">
            <a:extLst>
              <a:ext uri="{FF2B5EF4-FFF2-40B4-BE49-F238E27FC236}">
                <a16:creationId xmlns:a16="http://schemas.microsoft.com/office/drawing/2014/main" id="{F0BAC941-B73D-D47A-430C-8826EBFEEE6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46" name="Rectangle 4">
            <a:extLst>
              <a:ext uri="{FF2B5EF4-FFF2-40B4-BE49-F238E27FC236}">
                <a16:creationId xmlns:a16="http://schemas.microsoft.com/office/drawing/2014/main" id="{72038FA3-C848-27BF-4E43-390D3C5C705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47" name="Rectangle 5">
            <a:extLst>
              <a:ext uri="{FF2B5EF4-FFF2-40B4-BE49-F238E27FC236}">
                <a16:creationId xmlns:a16="http://schemas.microsoft.com/office/drawing/2014/main" id="{F51CABF5-5DFE-985B-A6FF-7623CDEBAAB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48" name="Rectangle 6">
            <a:extLst>
              <a:ext uri="{FF2B5EF4-FFF2-40B4-BE49-F238E27FC236}">
                <a16:creationId xmlns:a16="http://schemas.microsoft.com/office/drawing/2014/main" id="{B8CFBAC7-0378-3778-26EE-F83CB157133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49" name="Rectangle 7">
            <a:extLst>
              <a:ext uri="{FF2B5EF4-FFF2-40B4-BE49-F238E27FC236}">
                <a16:creationId xmlns:a16="http://schemas.microsoft.com/office/drawing/2014/main" id="{6A507153-FDEF-B034-A9A5-F68BA0C159C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50" name="Rectangle 8">
            <a:extLst>
              <a:ext uri="{FF2B5EF4-FFF2-40B4-BE49-F238E27FC236}">
                <a16:creationId xmlns:a16="http://schemas.microsoft.com/office/drawing/2014/main" id="{5628E87F-3585-D957-6C1C-76E01E6ECB1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 baseline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51" name="Line 9">
            <a:extLst>
              <a:ext uri="{FF2B5EF4-FFF2-40B4-BE49-F238E27FC236}">
                <a16:creationId xmlns:a16="http://schemas.microsoft.com/office/drawing/2014/main" id="{01CDF35C-7888-014D-948F-793784BE4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52" name="Line 10">
            <a:extLst>
              <a:ext uri="{FF2B5EF4-FFF2-40B4-BE49-F238E27FC236}">
                <a16:creationId xmlns:a16="http://schemas.microsoft.com/office/drawing/2014/main" id="{F6793389-6C89-54EC-A295-868AABF1B7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53" name="Rectangle 11">
            <a:extLst>
              <a:ext uri="{FF2B5EF4-FFF2-40B4-BE49-F238E27FC236}">
                <a16:creationId xmlns:a16="http://schemas.microsoft.com/office/drawing/2014/main" id="{49B210F2-C58D-A1A9-D252-AC1339BCC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SCTP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中的确认定义了累计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TSN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，最后数据大块的</a:t>
            </a:r>
            <a:r>
              <a:rPr lang="en-US" altLang="zh-CN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TSN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是按序接收的。</a:t>
            </a:r>
            <a:endParaRPr lang="en-US" altLang="zh-CN" baseline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7054" name="Group 12">
            <a:extLst>
              <a:ext uri="{FF2B5EF4-FFF2-40B4-BE49-F238E27FC236}">
                <a16:creationId xmlns:a16="http://schemas.microsoft.com/office/drawing/2014/main" id="{B62A4028-9FB0-31DD-64CB-6CA825CF2958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87055" name="Picture 13">
              <a:extLst>
                <a:ext uri="{FF2B5EF4-FFF2-40B4-BE49-F238E27FC236}">
                  <a16:creationId xmlns:a16="http://schemas.microsoft.com/office/drawing/2014/main" id="{C8DDB0CE-419D-6A51-EF62-26132F919E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056" name="Text Box 14">
              <a:extLst>
                <a:ext uri="{FF2B5EF4-FFF2-40B4-BE49-F238E27FC236}">
                  <a16:creationId xmlns:a16="http://schemas.microsoft.com/office/drawing/2014/main" id="{B98DCED2-D77F-2913-0DDB-EA6DF1D666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baseline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baseline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1">
            <a:extLst>
              <a:ext uri="{FF2B5EF4-FFF2-40B4-BE49-F238E27FC236}">
                <a16:creationId xmlns:a16="http://schemas.microsoft.com/office/drawing/2014/main" id="{24D8935C-BEA8-5A20-308B-F6924A1EFD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65F8489F-C9B5-49A6-B571-9293F569F321}" type="slidenum">
              <a:rPr lang="en-US" altLang="zh-CN" sz="2000" baseline="0">
                <a:solidFill>
                  <a:schemeClr val="bg2"/>
                </a:solidFill>
              </a:rPr>
              <a:pPr/>
              <a:t>84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88067" name="灯片编号占位符 1">
            <a:extLst>
              <a:ext uri="{FF2B5EF4-FFF2-40B4-BE49-F238E27FC236}">
                <a16:creationId xmlns:a16="http://schemas.microsoft.com/office/drawing/2014/main" id="{BBAA73C8-C22C-59DF-AAF6-B1FEF1BEBBB3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9648CC1E-BCC9-4A10-9A68-895709B743FB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84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8068" name="Line 2">
            <a:extLst>
              <a:ext uri="{FF2B5EF4-FFF2-40B4-BE49-F238E27FC236}">
                <a16:creationId xmlns:a16="http://schemas.microsoft.com/office/drawing/2014/main" id="{218F4802-C3AB-B94A-A369-D30BFE2ADB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69" name="Line 3">
            <a:extLst>
              <a:ext uri="{FF2B5EF4-FFF2-40B4-BE49-F238E27FC236}">
                <a16:creationId xmlns:a16="http://schemas.microsoft.com/office/drawing/2014/main" id="{62141637-8645-D2CB-835C-E6928CEEFC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70" name="Text Box 4">
            <a:extLst>
              <a:ext uri="{FF2B5EF4-FFF2-40B4-BE49-F238E27FC236}">
                <a16:creationId xmlns:a16="http://schemas.microsoft.com/office/drawing/2014/main" id="{7E4270D2-DBF7-32D7-7FE6-AF981C67E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4750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23.35 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关联终止</a:t>
            </a:r>
            <a:endParaRPr lang="en-US" altLang="zh-CN" i="1" baseline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8071" name="Line 5">
            <a:extLst>
              <a:ext uri="{FF2B5EF4-FFF2-40B4-BE49-F238E27FC236}">
                <a16:creationId xmlns:a16="http://schemas.microsoft.com/office/drawing/2014/main" id="{D3AEDCE2-2ECE-648F-51F0-21C200BFEE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8072" name="Picture 6">
            <a:extLst>
              <a:ext uri="{FF2B5EF4-FFF2-40B4-BE49-F238E27FC236}">
                <a16:creationId xmlns:a16="http://schemas.microsoft.com/office/drawing/2014/main" id="{545B115B-7308-C235-26DB-6AD3CC072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25" y="1600200"/>
            <a:ext cx="7788275" cy="412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灯片编号占位符 1">
            <a:extLst>
              <a:ext uri="{FF2B5EF4-FFF2-40B4-BE49-F238E27FC236}">
                <a16:creationId xmlns:a16="http://schemas.microsoft.com/office/drawing/2014/main" id="{13D79E5F-92F8-A85A-32A3-0A561B1736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4BAA5637-94AA-40B2-BD16-92E89022BB9F}" type="slidenum">
              <a:rPr lang="en-US" altLang="zh-CN" sz="2000" baseline="0">
                <a:solidFill>
                  <a:schemeClr val="bg2"/>
                </a:solidFill>
              </a:rPr>
              <a:pPr/>
              <a:t>85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89091" name="灯片编号占位符 1">
            <a:extLst>
              <a:ext uri="{FF2B5EF4-FFF2-40B4-BE49-F238E27FC236}">
                <a16:creationId xmlns:a16="http://schemas.microsoft.com/office/drawing/2014/main" id="{D2F6E928-B1E1-0CAD-E7F9-5607C4B8180B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B69E8E6F-A24E-4107-8557-BAB50F39BE8C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85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9092" name="Line 2">
            <a:extLst>
              <a:ext uri="{FF2B5EF4-FFF2-40B4-BE49-F238E27FC236}">
                <a16:creationId xmlns:a16="http://schemas.microsoft.com/office/drawing/2014/main" id="{33237DB8-C155-91DB-97B8-D9A9EDF976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093" name="Line 3">
            <a:extLst>
              <a:ext uri="{FF2B5EF4-FFF2-40B4-BE49-F238E27FC236}">
                <a16:creationId xmlns:a16="http://schemas.microsoft.com/office/drawing/2014/main" id="{374C2CF6-4049-0E43-6DAB-CDABCC14E1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094" name="Text Box 4">
            <a:extLst>
              <a:ext uri="{FF2B5EF4-FFF2-40B4-BE49-F238E27FC236}">
                <a16:creationId xmlns:a16="http://schemas.microsoft.com/office/drawing/2014/main" id="{2217AEBA-C4D0-6F6D-2513-4E7EDA508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9467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23.36 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接收方站点的流量控制</a:t>
            </a:r>
            <a:endParaRPr lang="en-US" altLang="zh-CN" i="1" baseline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9095" name="Line 5">
            <a:extLst>
              <a:ext uri="{FF2B5EF4-FFF2-40B4-BE49-F238E27FC236}">
                <a16:creationId xmlns:a16="http://schemas.microsoft.com/office/drawing/2014/main" id="{AF7C4974-2E44-AAF8-78AD-1B2E2444BD1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9096" name="Picture 6">
            <a:extLst>
              <a:ext uri="{FF2B5EF4-FFF2-40B4-BE49-F238E27FC236}">
                <a16:creationId xmlns:a16="http://schemas.microsoft.com/office/drawing/2014/main" id="{AD0744AE-BD19-C9C2-E721-A6E5E91E2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871663"/>
            <a:ext cx="8902700" cy="292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1">
            <a:extLst>
              <a:ext uri="{FF2B5EF4-FFF2-40B4-BE49-F238E27FC236}">
                <a16:creationId xmlns:a16="http://schemas.microsoft.com/office/drawing/2014/main" id="{2A8623DB-DB24-0BD6-5EA1-56EA39B144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110DB1F1-B91B-42C6-85C4-272C045C6081}" type="slidenum">
              <a:rPr lang="en-US" altLang="zh-CN" sz="2000" baseline="0">
                <a:solidFill>
                  <a:schemeClr val="bg2"/>
                </a:solidFill>
              </a:rPr>
              <a:pPr/>
              <a:t>86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90115" name="灯片编号占位符 1">
            <a:extLst>
              <a:ext uri="{FF2B5EF4-FFF2-40B4-BE49-F238E27FC236}">
                <a16:creationId xmlns:a16="http://schemas.microsoft.com/office/drawing/2014/main" id="{0F8B63E7-953C-F7B2-5946-581C6955A0A9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FC3FBC55-B3BC-4BB1-93CD-09EC8ACCFF50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86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90116" name="Line 2">
            <a:extLst>
              <a:ext uri="{FF2B5EF4-FFF2-40B4-BE49-F238E27FC236}">
                <a16:creationId xmlns:a16="http://schemas.microsoft.com/office/drawing/2014/main" id="{0C140223-0A27-8603-F49E-FBFB039F19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17" name="Line 3">
            <a:extLst>
              <a:ext uri="{FF2B5EF4-FFF2-40B4-BE49-F238E27FC236}">
                <a16:creationId xmlns:a16="http://schemas.microsoft.com/office/drawing/2014/main" id="{FA00A3EA-E0B6-6B57-9C63-8F1A5435D8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18" name="Text Box 4">
            <a:extLst>
              <a:ext uri="{FF2B5EF4-FFF2-40B4-BE49-F238E27FC236}">
                <a16:creationId xmlns:a16="http://schemas.microsoft.com/office/drawing/2014/main" id="{A732EFD8-58D2-36A4-23B4-F89ED7E30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0499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23.37  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发送方站点的流量控制</a:t>
            </a:r>
            <a:endParaRPr lang="en-US" altLang="zh-CN" i="1" baseline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0119" name="Line 5">
            <a:extLst>
              <a:ext uri="{FF2B5EF4-FFF2-40B4-BE49-F238E27FC236}">
                <a16:creationId xmlns:a16="http://schemas.microsoft.com/office/drawing/2014/main" id="{9B9569B6-2C27-4866-05E7-F80616EBF6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0120" name="Picture 6">
            <a:extLst>
              <a:ext uri="{FF2B5EF4-FFF2-40B4-BE49-F238E27FC236}">
                <a16:creationId xmlns:a16="http://schemas.microsoft.com/office/drawing/2014/main" id="{BCC124CC-29F7-F9D6-D917-782D84A74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2297113"/>
            <a:ext cx="8410575" cy="195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灯片编号占位符 1">
            <a:extLst>
              <a:ext uri="{FF2B5EF4-FFF2-40B4-BE49-F238E27FC236}">
                <a16:creationId xmlns:a16="http://schemas.microsoft.com/office/drawing/2014/main" id="{1A48FEE2-93BA-60D7-A5AE-525E9CBAD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02784E8C-D754-412B-8F37-34F7276A67A4}" type="slidenum">
              <a:rPr lang="en-US" altLang="zh-CN" sz="2000" baseline="0">
                <a:solidFill>
                  <a:schemeClr val="bg2"/>
                </a:solidFill>
              </a:rPr>
              <a:pPr/>
              <a:t>87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91139" name="灯片编号占位符 1">
            <a:extLst>
              <a:ext uri="{FF2B5EF4-FFF2-40B4-BE49-F238E27FC236}">
                <a16:creationId xmlns:a16="http://schemas.microsoft.com/office/drawing/2014/main" id="{F7BE1214-12C8-619D-264B-9E1B1D7C5829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1EB72651-E4E2-40A3-BECF-1D8C386B6C95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87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91140" name="Line 2">
            <a:extLst>
              <a:ext uri="{FF2B5EF4-FFF2-40B4-BE49-F238E27FC236}">
                <a16:creationId xmlns:a16="http://schemas.microsoft.com/office/drawing/2014/main" id="{D172950B-3757-2D5B-2B19-9B43D602FB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141" name="Line 3">
            <a:extLst>
              <a:ext uri="{FF2B5EF4-FFF2-40B4-BE49-F238E27FC236}">
                <a16:creationId xmlns:a16="http://schemas.microsoft.com/office/drawing/2014/main" id="{87A5A59F-3956-E757-B9FC-EB2BB336CE5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7620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142" name="Text Box 4">
            <a:extLst>
              <a:ext uri="{FF2B5EF4-FFF2-40B4-BE49-F238E27FC236}">
                <a16:creationId xmlns:a16="http://schemas.microsoft.com/office/drawing/2014/main" id="{1B9A5279-7D2E-07D8-CEA8-F77D9AEDB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52400"/>
            <a:ext cx="4298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23.38 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流量控制实例</a:t>
            </a:r>
            <a:endParaRPr lang="en-US" altLang="zh-CN" i="1" baseline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143" name="Line 5">
            <a:extLst>
              <a:ext uri="{FF2B5EF4-FFF2-40B4-BE49-F238E27FC236}">
                <a16:creationId xmlns:a16="http://schemas.microsoft.com/office/drawing/2014/main" id="{DF59A810-7A46-B3FF-4921-7F7E44DD3B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008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1144" name="Picture 6">
            <a:extLst>
              <a:ext uri="{FF2B5EF4-FFF2-40B4-BE49-F238E27FC236}">
                <a16:creationId xmlns:a16="http://schemas.microsoft.com/office/drawing/2014/main" id="{3EB4FE41-7409-11E3-C7DD-C1A14BB78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313" y="838200"/>
            <a:ext cx="7532687" cy="541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1">
            <a:extLst>
              <a:ext uri="{FF2B5EF4-FFF2-40B4-BE49-F238E27FC236}">
                <a16:creationId xmlns:a16="http://schemas.microsoft.com/office/drawing/2014/main" id="{2F841187-ADBB-5E58-1C27-2190A75C68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9C4C8C2D-26F7-47C0-A733-B2FC3161D8CE}" type="slidenum">
              <a:rPr lang="en-US" altLang="zh-CN" sz="2000" baseline="0">
                <a:solidFill>
                  <a:schemeClr val="bg2"/>
                </a:solidFill>
              </a:rPr>
              <a:pPr/>
              <a:t>88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92163" name="灯片编号占位符 1">
            <a:extLst>
              <a:ext uri="{FF2B5EF4-FFF2-40B4-BE49-F238E27FC236}">
                <a16:creationId xmlns:a16="http://schemas.microsoft.com/office/drawing/2014/main" id="{696EE77B-3B5B-8D28-3933-5484B7C8401F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F21E3A4E-029B-4626-A37C-D0A7154C28CB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88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92164" name="Line 2">
            <a:extLst>
              <a:ext uri="{FF2B5EF4-FFF2-40B4-BE49-F238E27FC236}">
                <a16:creationId xmlns:a16="http://schemas.microsoft.com/office/drawing/2014/main" id="{CBC9974D-12E8-C532-F6D0-3957AC2588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65" name="Line 3">
            <a:extLst>
              <a:ext uri="{FF2B5EF4-FFF2-40B4-BE49-F238E27FC236}">
                <a16:creationId xmlns:a16="http://schemas.microsoft.com/office/drawing/2014/main" id="{C4B4BA88-A161-ECB2-9D1E-22ED747907F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66" name="Text Box 4">
            <a:extLst>
              <a:ext uri="{FF2B5EF4-FFF2-40B4-BE49-F238E27FC236}">
                <a16:creationId xmlns:a16="http://schemas.microsoft.com/office/drawing/2014/main" id="{6FAC00AC-5E2E-016F-36CD-B67CC4EFC8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9467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23.39 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接收方站点的差错控制</a:t>
            </a:r>
            <a:endParaRPr lang="en-US" altLang="zh-CN" i="1" baseline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167" name="Line 5">
            <a:extLst>
              <a:ext uri="{FF2B5EF4-FFF2-40B4-BE49-F238E27FC236}">
                <a16:creationId xmlns:a16="http://schemas.microsoft.com/office/drawing/2014/main" id="{D90DDF8B-D57E-FE0E-0907-D00AEB7A97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2168" name="Picture 6">
            <a:extLst>
              <a:ext uri="{FF2B5EF4-FFF2-40B4-BE49-F238E27FC236}">
                <a16:creationId xmlns:a16="http://schemas.microsoft.com/office/drawing/2014/main" id="{D7CA9DD6-5802-6276-A3AB-FD23F1838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50" y="1905000"/>
            <a:ext cx="8070850" cy="349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灯片编号占位符 1">
            <a:extLst>
              <a:ext uri="{FF2B5EF4-FFF2-40B4-BE49-F238E27FC236}">
                <a16:creationId xmlns:a16="http://schemas.microsoft.com/office/drawing/2014/main" id="{8C45628A-5020-C58B-8125-AC620C4F08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aseline="0">
                <a:solidFill>
                  <a:schemeClr val="bg2"/>
                </a:solidFill>
              </a:rPr>
              <a:t>23.</a:t>
            </a:r>
            <a:fld id="{ED5BA600-8BC7-45C0-A70D-691FE80BA045}" type="slidenum">
              <a:rPr lang="en-US" altLang="zh-CN" sz="2000" baseline="0">
                <a:solidFill>
                  <a:schemeClr val="bg2"/>
                </a:solidFill>
              </a:rPr>
              <a:pPr/>
              <a:t>89</a:t>
            </a:fld>
            <a:endParaRPr lang="en-US" altLang="zh-CN" sz="2000" baseline="0">
              <a:solidFill>
                <a:schemeClr val="bg2"/>
              </a:solidFill>
            </a:endParaRPr>
          </a:p>
        </p:txBody>
      </p:sp>
      <p:sp>
        <p:nvSpPr>
          <p:cNvPr id="93187" name="灯片编号占位符 1">
            <a:extLst>
              <a:ext uri="{FF2B5EF4-FFF2-40B4-BE49-F238E27FC236}">
                <a16:creationId xmlns:a16="http://schemas.microsoft.com/office/drawing/2014/main" id="{2EA258AE-2661-BFA1-C8DE-3128681E4593}"/>
              </a:ext>
            </a:extLst>
          </p:cNvPr>
          <p:cNvSpPr txBox="1">
            <a:spLocks/>
          </p:cNvSpPr>
          <p:nvPr/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t>23.</a:t>
            </a:r>
            <a:fld id="{A7F01984-405B-4CBD-9C40-42A8836233B5}" type="slidenum">
              <a:rPr lang="en-US" altLang="zh-CN" sz="2000" baseline="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89</a:t>
            </a:fld>
            <a:endParaRPr lang="en-US" altLang="zh-CN" sz="2000" baseline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93188" name="Line 2">
            <a:extLst>
              <a:ext uri="{FF2B5EF4-FFF2-40B4-BE49-F238E27FC236}">
                <a16:creationId xmlns:a16="http://schemas.microsoft.com/office/drawing/2014/main" id="{7B31F7F1-4B94-A7CB-AD06-C0CBDAB734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189" name="Line 3">
            <a:extLst>
              <a:ext uri="{FF2B5EF4-FFF2-40B4-BE49-F238E27FC236}">
                <a16:creationId xmlns:a16="http://schemas.microsoft.com/office/drawing/2014/main" id="{1FA6C851-8DFA-9716-133B-BE5F6C4F5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190" name="Text Box 4">
            <a:extLst>
              <a:ext uri="{FF2B5EF4-FFF2-40B4-BE49-F238E27FC236}">
                <a16:creationId xmlns:a16="http://schemas.microsoft.com/office/drawing/2014/main" id="{0D5578A7-546C-479D-26DB-7505B3C7D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845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23.40  </a:t>
            </a:r>
            <a:r>
              <a:rPr lang="zh-CN" altLang="en-US"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发送方站点的差错控制</a:t>
            </a:r>
            <a:endParaRPr lang="en-US" altLang="zh-CN" i="1" baseline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1" name="Line 5">
            <a:extLst>
              <a:ext uri="{FF2B5EF4-FFF2-40B4-BE49-F238E27FC236}">
                <a16:creationId xmlns:a16="http://schemas.microsoft.com/office/drawing/2014/main" id="{5CB6924C-6496-1D34-2852-7B1D574F8C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3192" name="Picture 6">
            <a:extLst>
              <a:ext uri="{FF2B5EF4-FFF2-40B4-BE49-F238E27FC236}">
                <a16:creationId xmlns:a16="http://schemas.microsoft.com/office/drawing/2014/main" id="{A9D51A5A-DE63-FE28-6F15-3267DA70C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1820863"/>
            <a:ext cx="8345487" cy="357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-1800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-1800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4320</TotalTime>
  <Words>1777</Words>
  <Application>Microsoft Office PowerPoint</Application>
  <PresentationFormat>全屏显示(4:3)</PresentationFormat>
  <Paragraphs>338</Paragraphs>
  <Slides>89</Slides>
  <Notes>21</Notes>
  <HiddenSlides>1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89</vt:i4>
      </vt:variant>
    </vt:vector>
  </HeadingPairs>
  <TitlesOfParts>
    <vt:vector size="97" baseType="lpstr">
      <vt:lpstr>Arial</vt:lpstr>
      <vt:lpstr>Tahoma</vt:lpstr>
      <vt:lpstr>Wingdings</vt:lpstr>
      <vt:lpstr>Times New Roman</vt:lpstr>
      <vt:lpstr>宋体</vt:lpstr>
      <vt:lpstr>McGrawHill-Italic</vt:lpstr>
      <vt:lpstr>Times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浩嘉 申</cp:lastModifiedBy>
  <cp:revision>215</cp:revision>
  <dcterms:created xsi:type="dcterms:W3CDTF">2000-01-15T04:50:39Z</dcterms:created>
  <dcterms:modified xsi:type="dcterms:W3CDTF">2026-06-02T07:12:20Z</dcterms:modified>
</cp:coreProperties>
</file>