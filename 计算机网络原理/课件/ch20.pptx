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4"/>
  </p:notesMasterIdLst>
  <p:sldIdLst>
    <p:sldId id="797" r:id="rId2"/>
    <p:sldId id="535" r:id="rId3"/>
    <p:sldId id="749" r:id="rId4"/>
    <p:sldId id="750" r:id="rId5"/>
    <p:sldId id="751" r:id="rId6"/>
    <p:sldId id="795" r:id="rId7"/>
    <p:sldId id="770" r:id="rId8"/>
    <p:sldId id="771" r:id="rId9"/>
    <p:sldId id="746" r:id="rId10"/>
    <p:sldId id="752" r:id="rId11"/>
    <p:sldId id="753" r:id="rId12"/>
    <p:sldId id="754" r:id="rId13"/>
    <p:sldId id="772" r:id="rId14"/>
    <p:sldId id="774" r:id="rId15"/>
    <p:sldId id="775" r:id="rId16"/>
    <p:sldId id="776" r:id="rId17"/>
    <p:sldId id="773" r:id="rId18"/>
    <p:sldId id="755" r:id="rId19"/>
    <p:sldId id="756" r:id="rId20"/>
    <p:sldId id="777" r:id="rId21"/>
    <p:sldId id="785" r:id="rId22"/>
    <p:sldId id="786" r:id="rId23"/>
    <p:sldId id="787" r:id="rId24"/>
    <p:sldId id="788" r:id="rId25"/>
    <p:sldId id="757" r:id="rId26"/>
    <p:sldId id="778" r:id="rId27"/>
    <p:sldId id="758" r:id="rId28"/>
    <p:sldId id="759" r:id="rId29"/>
    <p:sldId id="760" r:id="rId30"/>
    <p:sldId id="789" r:id="rId31"/>
    <p:sldId id="790" r:id="rId32"/>
    <p:sldId id="791" r:id="rId33"/>
    <p:sldId id="792" r:id="rId34"/>
    <p:sldId id="793" r:id="rId35"/>
    <p:sldId id="794" r:id="rId36"/>
    <p:sldId id="761" r:id="rId37"/>
    <p:sldId id="762" r:id="rId38"/>
    <p:sldId id="747" r:id="rId39"/>
    <p:sldId id="763" r:id="rId40"/>
    <p:sldId id="764" r:id="rId41"/>
    <p:sldId id="779" r:id="rId42"/>
    <p:sldId id="780" r:id="rId43"/>
    <p:sldId id="781" r:id="rId44"/>
    <p:sldId id="782" r:id="rId45"/>
    <p:sldId id="765" r:id="rId46"/>
    <p:sldId id="783" r:id="rId47"/>
    <p:sldId id="748" r:id="rId48"/>
    <p:sldId id="766" r:id="rId49"/>
    <p:sldId id="767" r:id="rId50"/>
    <p:sldId id="768" r:id="rId51"/>
    <p:sldId id="769" r:id="rId52"/>
    <p:sldId id="784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95" autoAdjust="0"/>
    <p:restoredTop sz="94680" autoAdjust="0"/>
  </p:normalViewPr>
  <p:slideViewPr>
    <p:cSldViewPr>
      <p:cViewPr>
        <p:scale>
          <a:sx n="66" d="100"/>
          <a:sy n="66" d="100"/>
        </p:scale>
        <p:origin x="-546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4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8" name="Rectangle 2">
            <a:extLst>
              <a:ext uri="{FF2B5EF4-FFF2-40B4-BE49-F238E27FC236}">
                <a16:creationId xmlns:a16="http://schemas.microsoft.com/office/drawing/2014/main" id="{077F8685-24FA-3A9C-92DE-091A3F3F7E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80FD936B-E186-70A4-4E12-920E9BB1F1A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2696D68A-B883-C86A-2A2F-193012192E74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0341" name="Rectangle 5">
            <a:extLst>
              <a:ext uri="{FF2B5EF4-FFF2-40B4-BE49-F238E27FC236}">
                <a16:creationId xmlns:a16="http://schemas.microsoft.com/office/drawing/2014/main" id="{AFB2F170-E0BB-B746-844F-C7E7D3AC729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910342" name="Rectangle 6">
            <a:extLst>
              <a:ext uri="{FF2B5EF4-FFF2-40B4-BE49-F238E27FC236}">
                <a16:creationId xmlns:a16="http://schemas.microsoft.com/office/drawing/2014/main" id="{E1B70D33-9A10-E8FD-12E8-376903F650E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0343" name="Rectangle 7">
            <a:extLst>
              <a:ext uri="{FF2B5EF4-FFF2-40B4-BE49-F238E27FC236}">
                <a16:creationId xmlns:a16="http://schemas.microsoft.com/office/drawing/2014/main" id="{B0617456-31DD-74C2-1051-672A0BB4DE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85C8B48A-18AF-40D6-97DF-5F58C776226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49A9B2FA-EF59-F523-1062-52EB432628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F566E9-AB79-4488-BFB5-D89FAFDDFA16}" type="slidenum">
              <a:rPr lang="zh-CN" altLang="en-US" sz="1200" b="0">
                <a:latin typeface="Times New Roman" panose="02020603050405020304" pitchFamily="18" charset="0"/>
              </a:rPr>
              <a:pPr/>
              <a:t>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ADE0541-C280-A1D0-3F2E-6500863C15A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DDA10AE3-B8D5-9578-A7D3-4CA3EB0DA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2C2A2654-37AB-AD25-9D31-68E48611C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4E85B6-0F04-4D38-8A5E-725823ECBE63}" type="slidenum">
              <a:rPr lang="zh-CN" altLang="en-US" sz="1200" b="0">
                <a:latin typeface="Times New Roman" panose="02020603050405020304" pitchFamily="18" charset="0"/>
              </a:rPr>
              <a:pPr/>
              <a:t>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A28B6EA-F248-5F71-4879-6CC872977C7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83914A63-6B86-AC2E-B32D-4BD22A313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979DFBC-FD8B-A4BF-CCB8-E9A5215D89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AFF0FD-AB9F-493C-8B99-4A43FCE19FCF}" type="slidenum">
              <a:rPr lang="zh-CN" altLang="en-US" sz="1200" b="0">
                <a:latin typeface="Times New Roman" panose="02020603050405020304" pitchFamily="18" charset="0"/>
              </a:rPr>
              <a:pPr/>
              <a:t>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2C74E625-8C5B-4506-083A-12F84E201D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215B381-1759-B894-365B-7C91207162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78A9A468-2245-7ED3-C508-DDFD3858D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C9EA75-8341-4CD6-A031-75456ACC8C20}" type="slidenum">
              <a:rPr lang="zh-CN" altLang="en-US" sz="1200" b="0">
                <a:latin typeface="Times New Roman" panose="02020603050405020304" pitchFamily="18" charset="0"/>
              </a:rPr>
              <a:pPr/>
              <a:t>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C43AA3EF-8200-4078-E37F-00D9B42D793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8BDBADAC-A2CD-F7E8-39E6-906692888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1BFFE3FB-4EE9-F1AB-405B-54A7200FEF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B726F3-ADF9-4B18-A22D-AEEA20E4760A}" type="slidenum">
              <a:rPr lang="zh-CN" altLang="en-US" sz="1200" b="0">
                <a:latin typeface="Times New Roman" panose="02020603050405020304" pitchFamily="18" charset="0"/>
              </a:rPr>
              <a:pPr/>
              <a:t>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323BC8D1-79AB-C17D-1223-28B11D10A06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7AFD2E68-3E55-D411-191C-9AAE8E224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A37BE08A-B66E-8D9A-3F53-85C592E288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40686F-FADB-4EAD-B9BB-B0469A74799E}" type="slidenum">
              <a:rPr lang="zh-CN" altLang="en-US" sz="1200" b="0">
                <a:latin typeface="Times New Roman" panose="02020603050405020304" pitchFamily="18" charset="0"/>
              </a:rPr>
              <a:pPr/>
              <a:t>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5E9EDDDC-DCD1-482D-CCA3-8031847E61B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2F2FC0F-24BB-72FF-3048-7F56F3A54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8F24D861-0740-B1BE-BF20-1B618CD68B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D19B47-DA8B-44AE-9D5C-B497A784CC29}" type="slidenum">
              <a:rPr lang="zh-CN" altLang="en-US" sz="1200" b="0">
                <a:latin typeface="Times New Roman" panose="02020603050405020304" pitchFamily="18" charset="0"/>
              </a:rPr>
              <a:pPr/>
              <a:t>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2866EB38-71F4-C03A-6845-AA80F964E36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B7E3B41E-58D9-174E-136E-D2AC8A5106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284FF36B-2685-9FD3-4089-B30B1F815B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539FE9-90DB-4F6D-8741-48FC9F4D3227}" type="slidenum">
              <a:rPr lang="zh-CN" altLang="en-US" sz="1200" b="0">
                <a:latin typeface="Times New Roman" panose="02020603050405020304" pitchFamily="18" charset="0"/>
              </a:rPr>
              <a:pPr/>
              <a:t>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2E52FE9-1659-780A-68D1-EA9A1A99553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1F66A5C-4C15-5300-C5FA-A288CFAC15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A887B91-0CC1-D972-35F5-DD02A0341A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DAF5FE-AC88-4127-97BB-4E82C009DA8A}" type="slidenum">
              <a:rPr lang="zh-CN" altLang="en-US" sz="1200" b="0">
                <a:latin typeface="Times New Roman" panose="02020603050405020304" pitchFamily="18" charset="0"/>
              </a:rPr>
              <a:pPr/>
              <a:t>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1A53A94-1C5E-8CDD-046B-43A59A9EB35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E322CE3-81EB-3777-3CBB-E7283ED0F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C536A147-D105-D08A-0A01-A2A0782432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317E9E-848C-4177-8C73-0F5E32E69638}" type="slidenum">
              <a:rPr lang="zh-CN" altLang="en-US" sz="1200" b="0">
                <a:latin typeface="Times New Roman" panose="02020603050405020304" pitchFamily="18" charset="0"/>
              </a:rPr>
              <a:pPr/>
              <a:t>10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899F2B29-92F1-A428-747F-8E1A399079C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CFA37817-72DA-9148-0DDD-0B03167C6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0A5ADF3-5EAE-24A8-012A-6F907CB02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851083-B15E-4787-87A1-E3B220219782}" type="slidenum">
              <a:rPr lang="zh-CN" altLang="en-US" sz="1200" b="0">
                <a:latin typeface="Times New Roman" panose="02020603050405020304" pitchFamily="18" charset="0"/>
              </a:rPr>
              <a:pPr/>
              <a:t>11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1D401F77-C9D1-4234-5F76-177B15FAF4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7E57E873-EBF2-DF6B-2A89-3B857BA0B0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8658321D-2BCB-2E3F-A332-98DF2E532F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18571D-A0A8-4E4C-9FD8-FC3082A96476}" type="slidenum">
              <a:rPr lang="zh-CN" altLang="en-US" sz="1200" b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D9310A0B-08EE-D73E-A3AA-AA7F93B08A9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32ED338F-F734-971A-0210-CF0FE2D47E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342FE524-9E9E-89EE-197C-CF19B0C827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C9A47A-4183-4C71-BA9D-8E5A7B03CDC9}" type="slidenum">
              <a:rPr lang="zh-CN" altLang="en-US" sz="1200" b="0">
                <a:latin typeface="Times New Roman" panose="02020603050405020304" pitchFamily="18" charset="0"/>
              </a:rPr>
              <a:pPr/>
              <a:t>13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3D8974E-30D1-488C-A1D0-CC599AE706E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0C168A1A-4526-B04C-9A2C-40D54B0BA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86EAB3AC-546D-B331-CAB6-CB6B9B3CC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E33F903-4EF0-4A48-8BE7-C5D84C7016D1}" type="slidenum">
              <a:rPr lang="zh-CN" altLang="en-US" sz="1200" b="0">
                <a:latin typeface="Times New Roman" panose="02020603050405020304" pitchFamily="18" charset="0"/>
              </a:rPr>
              <a:pPr/>
              <a:t>14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C0BFD6D8-72B3-997A-0F25-08719284F9D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9821D352-DF0B-B901-4919-8835DFFD8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92C7D80B-D14D-8523-D928-C262EC0E73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EE29BA-530C-45AB-87CD-59BE1189DBEE}" type="slidenum">
              <a:rPr lang="zh-CN" altLang="en-US" sz="1200" b="0">
                <a:latin typeface="Times New Roman" panose="02020603050405020304" pitchFamily="18" charset="0"/>
              </a:rPr>
              <a:pPr/>
              <a:t>15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4683B3B1-9F46-EB2E-B1C2-CB3DED905F7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20B2B987-2FF1-BE54-9893-3F2DED5DE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58E0CBA6-695C-65DB-3A03-3AD73125C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B38694-BF17-44C4-BDDA-1F6AFDA03269}" type="slidenum">
              <a:rPr lang="zh-CN" altLang="en-US" sz="1200" b="0">
                <a:latin typeface="Times New Roman" panose="02020603050405020304" pitchFamily="18" charset="0"/>
              </a:rPr>
              <a:pPr/>
              <a:t>16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A3121965-5674-78AD-640D-E4C1ED5B969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B9DCB1B5-0718-BE29-0872-1561CB345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719FB9E1-7AD7-D81B-64D6-7217835844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7AD6DA-7A83-46E8-A407-B9C9BB9D1FF6}" type="slidenum">
              <a:rPr lang="zh-CN" altLang="en-US" sz="1200" b="0">
                <a:latin typeface="Times New Roman" panose="02020603050405020304" pitchFamily="18" charset="0"/>
              </a:rPr>
              <a:pPr/>
              <a:t>17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2BF212EB-D46B-7C37-D14B-EEC8C15863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832CB2CE-5B94-1D42-DD74-4B456B96BE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2D348764-494A-6F11-CD3B-228B835D8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EFF807-C81B-4871-9AC8-0BBA61FCAEE3}" type="slidenum">
              <a:rPr lang="zh-CN" altLang="en-US" sz="1200" b="0">
                <a:latin typeface="Times New Roman" panose="02020603050405020304" pitchFamily="18" charset="0"/>
              </a:rPr>
              <a:pPr/>
              <a:t>18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B949FD2-C2AE-4AF0-17C9-908788EA39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21B7EF05-C6C1-1531-A00F-0403DCA6D3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9600A235-3EEE-4101-E148-CF07EA7778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A61BEE-5F9A-4072-AF6B-2537389632FD}" type="slidenum">
              <a:rPr lang="zh-CN" altLang="en-US" sz="1200" b="0">
                <a:latin typeface="Times New Roman" panose="02020603050405020304" pitchFamily="18" charset="0"/>
              </a:rPr>
              <a:pPr/>
              <a:t>19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A98E5D4-79E7-B771-9C22-FBB1580CE1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EEE2EB00-26EF-3B04-1D7D-EF442D890E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C0DE1DF0-1F3E-C5B1-3231-CE4DE9310A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48C1BA-9FED-46F4-968F-8621DDAADB8C}" type="slidenum">
              <a:rPr lang="zh-CN" altLang="en-US" sz="1200" b="0">
                <a:latin typeface="Times New Roman" panose="02020603050405020304" pitchFamily="18" charset="0"/>
              </a:rPr>
              <a:pPr/>
              <a:t>20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E4A2FEC-ED73-AB79-7F76-CA0F442F01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863F1013-AC45-340F-BBB4-AB04863F81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820970E5-F4DC-AA09-7180-FDDE6B991A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3FA842-9702-4CE2-9A97-60DCDA015688}" type="slidenum">
              <a:rPr lang="zh-CN" altLang="en-US" sz="1200" b="0">
                <a:latin typeface="Times New Roman" panose="02020603050405020304" pitchFamily="18" charset="0"/>
              </a:rPr>
              <a:pPr/>
              <a:t>21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CA39CC78-8DFE-76FD-8FB5-E5E7DA9472D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194FDE16-A96A-547F-E443-753733DB5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50CFAB61-71BF-30A6-6748-F49FC3E270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B621AA-0BBB-4EE9-9C2D-BBCF7FD9B1DE}" type="slidenum">
              <a:rPr lang="zh-CN" altLang="en-US" sz="1200" b="0">
                <a:latin typeface="Times New Roman" panose="02020603050405020304" pitchFamily="18" charset="0"/>
              </a:rPr>
              <a:pPr/>
              <a:t>22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73D7CC6-D521-4D86-5451-63CCCDD49B1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8BB6C610-F7FA-AEB7-4494-C8CCDF124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60957957-D917-2300-A061-B500C6FEE1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F6D1EA-D3FD-4736-ADD3-1076EB1B1D69}" type="slidenum">
              <a:rPr lang="zh-CN" altLang="en-US" sz="1200" b="0">
                <a:latin typeface="Times New Roman" panose="02020603050405020304" pitchFamily="18" charset="0"/>
              </a:rPr>
              <a:pPr/>
              <a:t>23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1D9B60A9-15AC-B3C9-E5B6-CA872306940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DE5CE852-566D-2B2C-B85B-2C880E93E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AF32BA76-ADA8-EB7C-4E94-5177A417A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10F122-79E0-47B4-A888-A7C1D338AF0E}" type="slidenum">
              <a:rPr lang="zh-CN" altLang="en-US" sz="1200" b="0">
                <a:latin typeface="Times New Roman" panose="02020603050405020304" pitchFamily="18" charset="0"/>
              </a:rPr>
              <a:pPr/>
              <a:t>24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2B2F1FBA-6C38-C49F-040D-EF1299DF9CB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0EE9ABAD-1EBE-C38C-C9D2-5CB68E5C4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680604A5-984C-8D60-CB51-E4407886FF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B7D6A5-4702-47D5-8143-9EE10A5F0A35}" type="slidenum">
              <a:rPr lang="zh-CN" altLang="en-US" sz="1200" b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8A5A485-6777-C99E-2DA4-307703C51AD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19A716FC-9C83-AC2F-1FF3-3B175A97E0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CE33B24F-28CB-05F1-FF52-E4E1BBE1F7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5110EF-10AF-4F27-AAF4-DD1653F14D17}" type="slidenum">
              <a:rPr lang="zh-CN" altLang="en-US" sz="1200" b="0">
                <a:latin typeface="Times New Roman" panose="02020603050405020304" pitchFamily="18" charset="0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4C592109-4FF4-2EF9-2B31-0AA3D7B1ADE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7FF0737-6639-D12F-C5DF-CD03957D2F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F2334698-2571-1EAB-955F-04FF61CEC4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29224E-A62D-4E4A-9101-ED866D3BA769}" type="slidenum">
              <a:rPr lang="zh-CN" altLang="en-US" sz="1200" b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E4CDD93-07CC-0D68-5AC7-621E5D277D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1206DD9-07FE-CC68-EBBA-6AC606145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866D7D3-D9A0-E86A-24AA-93B2308FAD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F74D32-11DD-4076-93C8-1845F9BF43F3}" type="slidenum">
              <a:rPr lang="zh-CN" altLang="en-US" sz="1200" b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6D1BA9EC-BE4E-5A28-F303-4EEDC16EDA5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96BA8464-51A1-0784-0F7B-13B472B45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49F897E9-97E4-A7A6-0668-84059ABD5E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C5327E-5495-4A9E-B93F-37187591E4D2}" type="slidenum">
              <a:rPr lang="zh-CN" altLang="en-US" sz="1200" b="0">
                <a:latin typeface="Times New Roman" panose="02020603050405020304" pitchFamily="18" charset="0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290DFF3F-5DAD-FE81-670E-C52F20B4438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E5927943-B0DC-3D8A-A263-F0E437EE9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850C74CA-90E5-1E74-0102-BF88EE9A7C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DBB11E-16B9-49D7-9929-65EB541877F9}" type="slidenum">
              <a:rPr lang="zh-CN" altLang="en-US" sz="1200" b="0">
                <a:latin typeface="Times New Roman" panose="02020603050405020304" pitchFamily="18" charset="0"/>
              </a:rPr>
              <a:pPr/>
              <a:t>30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EF0C872E-59CC-4031-EB3B-29C5E66443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8793AC7C-29D0-657B-D68F-200871223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132F78F8-69FE-45B6-5048-88D8E4B31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0C53FB-41C7-47F2-8C94-9EDF78D37C6B}" type="slidenum">
              <a:rPr lang="zh-CN" altLang="en-US" sz="1200" b="0">
                <a:latin typeface="Times New Roman" panose="02020603050405020304" pitchFamily="18" charset="0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9C8103E8-544F-8E41-51D3-7850E4279D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B19E29F6-3AB8-D90F-DAC0-C6B9F9441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C2C7A78F-5F05-F209-360E-6287E4BC1D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9FB0B3-43DF-4D1B-B509-7F650CA52BDA}" type="slidenum">
              <a:rPr lang="zh-CN" altLang="en-US" sz="1200" b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ED662861-9564-04CB-B22C-2E08EAE39B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B595EE12-229E-DA48-4AD1-FAA539397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64A5C3AE-2CDD-DF51-47FA-8D0D14D2E2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3AE921-0625-411E-8098-92AD4B635C6D}" type="slidenum">
              <a:rPr lang="zh-CN" altLang="en-US" sz="1200" b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08C70301-A061-6048-2A9B-399BEA11E75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CEABFFCC-CB26-B0C1-B950-E94BB07E0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24563F94-D4D6-4711-592B-4026530D74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D6342F-BCF2-4640-915B-45AC51BA8811}" type="slidenum">
              <a:rPr lang="zh-CN" altLang="en-US" sz="1200" b="0">
                <a:latin typeface="Times New Roman" panose="02020603050405020304" pitchFamily="18" charset="0"/>
              </a:rPr>
              <a:pPr/>
              <a:t>34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9E265FFF-F8F5-395B-625B-020E9D4B4E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62A48A27-6715-B95C-2CC2-00D1CFA21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2A19AFB0-3133-B4E9-725D-DAFEAC3344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B312707-E46C-4313-8FE4-1A974335962F}" type="slidenum">
              <a:rPr lang="zh-CN" altLang="en-US" sz="1200" b="0">
                <a:latin typeface="Times New Roman" panose="02020603050405020304" pitchFamily="18" charset="0"/>
              </a:rPr>
              <a:pPr/>
              <a:t>35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4D51C1F-408A-4EC2-15B9-4E84FE8ED93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8BA708BE-DA48-1981-DFD7-E8C66EF3B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3BBB5EE-81AA-5707-C83E-FAF4EDB741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3B68DD-654C-40AF-9AC7-51070A5699CA}" type="slidenum">
              <a:rPr lang="zh-CN" altLang="en-US" sz="1200" b="0">
                <a:latin typeface="Times New Roman" panose="02020603050405020304" pitchFamily="18" charset="0"/>
              </a:rPr>
              <a:pPr/>
              <a:t>36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118681E-70C7-5531-73E4-4A8AFAD85AF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B168BA7-EE16-97AF-15F2-D40D04F6A1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4DF3FB50-89AB-24E7-3AC1-BE09652BBA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5878F5-C297-4EBB-9575-5357F7B04341}" type="slidenum">
              <a:rPr lang="zh-CN" altLang="en-US" sz="1200" b="0">
                <a:latin typeface="Times New Roman" panose="02020603050405020304" pitchFamily="18" charset="0"/>
              </a:rPr>
              <a:pPr/>
              <a:t>37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6D5AE90E-96DB-C9D5-4A59-1AB4AB59B1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1DE322B3-28F8-1F5F-D401-0ABBC8F08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17118286-0CF0-4E5A-2E40-D3CA0DF037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CBAE9C-568A-4A57-AA8A-69DCE7CBE18F}" type="slidenum">
              <a:rPr lang="zh-CN" altLang="en-US" sz="1200" b="0">
                <a:latin typeface="Times New Roman" panose="02020603050405020304" pitchFamily="18" charset="0"/>
              </a:rPr>
              <a:pPr/>
              <a:t>38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6694D798-9127-3135-6A3C-CD760C4AECE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098BA053-67CF-7295-C717-85450E6B7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CC315912-76BE-B92C-CD09-5D4FBA23A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D740E9-8B1E-4271-B714-89B4D0B8221D}" type="slidenum">
              <a:rPr lang="zh-CN" altLang="en-US" sz="1200" b="0">
                <a:latin typeface="Times New Roman" panose="02020603050405020304" pitchFamily="18" charset="0"/>
              </a:rPr>
              <a:pPr/>
              <a:t>39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8CA52829-563E-E4B7-8E50-75076C5A0E0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E920261A-9633-D87E-667E-6DB7E5794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0E9D2F65-06E1-7A64-7AB9-A3D3AFFFF4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84C2C2-63B7-4084-846C-714D67065224}" type="slidenum">
              <a:rPr lang="zh-CN" altLang="en-US" sz="1200" b="0">
                <a:latin typeface="Times New Roman" panose="02020603050405020304" pitchFamily="18" charset="0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1CD7FAF9-9FC1-666C-63B8-217E2CBF7B1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4366D39D-19B1-213A-9CE9-3C624662C7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2562ACDA-2D8A-912A-4413-35ADE78452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2A3A4B-BB4C-47D4-9554-0219BEAA7EF6}" type="slidenum">
              <a:rPr lang="zh-CN" altLang="en-US" sz="1200" b="0">
                <a:latin typeface="Times New Roman" panose="02020603050405020304" pitchFamily="18" charset="0"/>
              </a:rPr>
              <a:pPr/>
              <a:t>41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EE63A05-40F4-8DE5-D262-D2B40D7159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1F0205F-6174-F2DA-84DB-5A15A47F16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CCC1713-0A1A-27BA-F48E-38191F66CC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124215-DA5D-4D17-A9B9-979EC9E4E95C}" type="slidenum">
              <a:rPr lang="zh-CN" altLang="en-US" sz="1200" b="0">
                <a:latin typeface="Times New Roman" panose="02020603050405020304" pitchFamily="18" charset="0"/>
              </a:rPr>
              <a:pPr/>
              <a:t>42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B39DACDB-40FC-C32F-FC45-5BB041D678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A6373A48-6C3D-0461-45D9-295F57D8A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41CAF822-3784-BEA6-4099-94AACFE768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861DE4-8BB6-45B3-A898-3B2357268471}" type="slidenum">
              <a:rPr lang="zh-CN" altLang="en-US" sz="1200" b="0">
                <a:latin typeface="Times New Roman" panose="02020603050405020304" pitchFamily="18" charset="0"/>
              </a:rPr>
              <a:pPr/>
              <a:t>43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9AEC865E-D108-41B6-4194-63FCA1AA0BC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A606644-70E8-5A1B-077B-13C5337A3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F048B66D-8F90-0BBF-0159-1287B4F38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93DA12-991C-4DE3-9376-B82D252762EB}" type="slidenum">
              <a:rPr lang="zh-CN" altLang="en-US" sz="1200" b="0">
                <a:latin typeface="Times New Roman" panose="02020603050405020304" pitchFamily="18" charset="0"/>
              </a:rPr>
              <a:pPr/>
              <a:t>44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3280DE65-92D3-7DA4-8FE7-B8B6BEF8A0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16897D21-6157-97B2-C2D6-D660DE687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24E62A89-14C8-F5FC-560F-DEADB4DCFC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84592F-4F80-4C69-980B-1043791CBE3B}" type="slidenum">
              <a:rPr lang="zh-CN" altLang="en-US" sz="1200" b="0">
                <a:latin typeface="Times New Roman" panose="02020603050405020304" pitchFamily="18" charset="0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BE872F7B-FE3B-3D68-8DCE-8E981760551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F16851D8-E11A-BF50-25B0-6B5E473AB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91BE5C54-992D-D73D-8E1E-3580210199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6E9EF9-59D0-4779-B2C2-F34F7862ADD0}" type="slidenum">
              <a:rPr lang="zh-CN" altLang="en-US" sz="1200" b="0">
                <a:latin typeface="Times New Roman" panose="02020603050405020304" pitchFamily="18" charset="0"/>
              </a:rPr>
              <a:pPr/>
              <a:t>46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8875B358-F6BA-C555-5791-F700F14889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6B756070-3B1F-1653-CD67-98E6233B1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83692D14-BA27-FE39-D46E-24D62537FC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C32D83-CB76-4DCE-9A52-C477BCC20FF3}" type="slidenum">
              <a:rPr lang="zh-CN" altLang="en-US" sz="1200" b="0">
                <a:latin typeface="Times New Roman" panose="02020603050405020304" pitchFamily="18" charset="0"/>
              </a:rPr>
              <a:pPr/>
              <a:t>47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E069CA56-446A-9807-029F-0C91EA83512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D289D09B-860A-59A1-DA76-11EC56EDA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97AD000B-641F-9BE0-C821-9622A5950C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D320A6-45A7-4948-86E9-AC844733383F}" type="slidenum">
              <a:rPr lang="zh-CN" altLang="en-US" sz="1200" b="0">
                <a:latin typeface="Times New Roman" panose="02020603050405020304" pitchFamily="18" charset="0"/>
              </a:rPr>
              <a:pPr/>
              <a:t>48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85E424FB-F5E8-C3F8-9351-D186C8676CC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180C2955-B34B-9945-AA8E-497642678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B0958814-8BFC-78C7-7B09-925E052AC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9ABD7A-0D99-4E1A-B6E3-0795B540BBAC}" type="slidenum">
              <a:rPr lang="zh-CN" altLang="en-US" sz="1200" b="0">
                <a:latin typeface="Times New Roman" panose="02020603050405020304" pitchFamily="18" charset="0"/>
              </a:rPr>
              <a:pPr/>
              <a:t>49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85F2ABEF-241C-A5A2-690E-53C6A57BA4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39A5ED-661E-8881-7B3F-6C344A173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28045642-9841-539F-3DE7-3DB2D140E9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D1E395-F0F1-4429-9790-067F939E6540}" type="slidenum">
              <a:rPr lang="zh-CN" altLang="en-US" sz="1200" b="0">
                <a:latin typeface="Times New Roman" panose="02020603050405020304" pitchFamily="18" charset="0"/>
              </a:rPr>
              <a:pPr/>
              <a:t>50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E87D70FC-AC90-1647-235E-538149A83C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2DC72D4C-6A0C-285B-50D8-62C935B52C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70203297-A451-FA0B-2BA0-F57F8D7380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4F7542-3D73-4734-AC52-0CCB3AD7AFD2}" type="slidenum">
              <a:rPr lang="zh-CN" altLang="en-US" sz="1200" b="0">
                <a:latin typeface="Times New Roman" panose="02020603050405020304" pitchFamily="18" charset="0"/>
              </a:rPr>
              <a:pPr/>
              <a:t>51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FAD79548-E58A-A112-0C64-CD638607707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607D2DD3-DBAA-E3BE-1B55-99F43E34E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C63379C-F3BC-DFBB-0104-9F218E26CB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2BA2EF-3986-4F67-93F6-C2210AE1B93D}" type="slidenum">
              <a:rPr lang="zh-CN" altLang="en-US" sz="1200" b="0">
                <a:latin typeface="Times New Roman" panose="02020603050405020304" pitchFamily="18" charset="0"/>
              </a:rPr>
              <a:pPr/>
              <a:t>52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FF68CCCC-3E50-D1C5-035A-1E3768B352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8B40BD4D-586F-A78F-C75C-EAD7DDDC1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DC26EF-6B20-91FA-C133-BC3D48826C4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956D9D25-BF5F-C57C-D820-F5E2EB1324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C85D598E-3709-4862-F2BC-5EA8E394D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05A682DA-7BAD-F29B-919C-701EEA16B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744179F6-6B37-6701-6B14-A504FB9087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F695B8F-51E5-FB51-A2CD-7F7EA2927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F9A9F3D-21A9-7B6D-8DB9-0BA4DCF6E8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6D56E52-6AAC-67E1-ECBA-E2615ABF5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9D4B814C-CF67-2B78-96D3-FEA727025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84489C7B-48E9-DC77-B7B3-49AA73A35E3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81146DB2-65B1-A6C8-3B07-ECC00D757E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1C5B0126-54EE-A4A1-A793-5FCE5BA290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6DE02733-3F64-B59A-9814-0BFCBA8F1F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A78D7767-818A-63E1-ECE5-E42AE4491D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1924D511-A511-A34F-609C-F97101342E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2467C4EF-9518-4D50-82F4-23C412A58FA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695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6856F926-60FB-6336-9050-FF90AE42B3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7344A979-5200-4F28-8657-B321DE850A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815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963A370D-8CB2-71D5-1A70-C67C0988DD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0E5A101D-2D97-44D3-A3D0-ACA8F96434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526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F629FBB6-0481-8A0E-A3C8-E180D4F273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62E61114-9378-4FB6-B52C-31DACEFBCD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891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FAEA5A25-BD41-2A26-C484-1C1794BB78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005BD1E5-7C36-41A1-93A2-06CF829CEE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512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1DB525A2-D952-FE2C-C4D6-46D54F41B3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E818F527-4FD7-4638-8645-6B32AF1573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92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084E52D7-FFD7-065A-0AD0-6FE38F7A5DD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FB74A829-FAA6-464E-BB7E-2F2C3028148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29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BD9953C4-EE64-375A-764E-F983843521D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75A84DF9-7586-4410-BBCB-30D8872733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336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18939C11-98DA-38A4-CE7C-528A852A0CF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ECBAEB05-1D7C-48C9-9C26-04BDA09EE5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243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634F88D6-9B87-1FF4-7208-5BB65338F3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0EBE1A6E-0FAC-4871-A78E-D934C80519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20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B52D880A-8E7C-876E-E231-977F588919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37EBA5F3-20E6-4A76-9DA3-4F2BE6D08C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32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84791882-75A3-5E1A-34A7-C7EB75339B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20.</a:t>
            </a:r>
            <a:fld id="{3C614837-DF30-4175-A4BA-AB3E8B3FAE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750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403C31D4-CBAE-0BFA-8FD6-B1FB5DC2FC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20.</a:t>
            </a:r>
            <a:fld id="{5D3D106F-2B3C-40A9-9543-DA2F115B0C1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2">
            <a:extLst>
              <a:ext uri="{FF2B5EF4-FFF2-40B4-BE49-F238E27FC236}">
                <a16:creationId xmlns:a16="http://schemas.microsoft.com/office/drawing/2014/main" id="{56530C69-35EB-B84A-BB8F-6A27B113F0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09C85451-CF22-4B76-A092-CAFA6DC3A313}" type="slidenum">
              <a:rPr lang="en-US" altLang="zh-CN" sz="2000">
                <a:solidFill>
                  <a:schemeClr val="bg2"/>
                </a:solidFill>
              </a:rPr>
              <a:pPr/>
              <a:t>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pic>
        <p:nvPicPr>
          <p:cNvPr id="3075" name="Picture 2" descr="Forouzan4e07_banner">
            <a:extLst>
              <a:ext uri="{FF2B5EF4-FFF2-40B4-BE49-F238E27FC236}">
                <a16:creationId xmlns:a16="http://schemas.microsoft.com/office/drawing/2014/main" id="{68AD2EE6-9456-D1A0-D73F-01963881E682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3">
            <a:extLst>
              <a:ext uri="{FF2B5EF4-FFF2-40B4-BE49-F238E27FC236}">
                <a16:creationId xmlns:a16="http://schemas.microsoft.com/office/drawing/2014/main" id="{3CAE87F6-FA5A-5A32-2DD0-1B74D74FB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第二十章</a:t>
            </a: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网络层</a:t>
            </a:r>
            <a:r>
              <a:rPr lang="en-US" altLang="zh-CN" sz="4400">
                <a:ea typeface="宋体" panose="02010600030101010101" pitchFamily="2" charset="-122"/>
              </a:rPr>
              <a:t>:</a:t>
            </a:r>
          </a:p>
          <a:p>
            <a:pPr algn="ctr"/>
            <a:r>
              <a:rPr lang="en-US" altLang="zh-CN" sz="4400">
                <a:ea typeface="宋体" panose="02010600030101010101" pitchFamily="2" charset="-122"/>
              </a:rPr>
              <a:t>IP</a:t>
            </a:r>
            <a:r>
              <a:rPr lang="zh-CN" altLang="en-US" sz="4400">
                <a:ea typeface="宋体" panose="02010600030101010101" pitchFamily="2" charset="-122"/>
              </a:rPr>
              <a:t>协议</a:t>
            </a:r>
          </a:p>
        </p:txBody>
      </p:sp>
      <p:sp>
        <p:nvSpPr>
          <p:cNvPr id="3077" name="Text Box 4">
            <a:extLst>
              <a:ext uri="{FF2B5EF4-FFF2-40B4-BE49-F238E27FC236}">
                <a16:creationId xmlns:a16="http://schemas.microsoft.com/office/drawing/2014/main" id="{26BE3902-2608-96B8-8149-D0798236B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>
            <a:extLst>
              <a:ext uri="{FF2B5EF4-FFF2-40B4-BE49-F238E27FC236}">
                <a16:creationId xmlns:a16="http://schemas.microsoft.com/office/drawing/2014/main" id="{55C5BA53-D6BD-2575-EE68-B7579CA2B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648B5CED-4D42-49DB-A0D7-F63EE5CC2E65}" type="slidenum">
              <a:rPr lang="en-US" altLang="zh-CN" sz="2000">
                <a:solidFill>
                  <a:schemeClr val="bg2"/>
                </a:solidFill>
              </a:rPr>
              <a:pPr/>
              <a:t>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9E207954-60EC-4FFD-F28E-13D1F4611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C912FB3D-0113-93EC-7413-601C3F8FE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85908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20-1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网际互联</a:t>
            </a: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0322AB6B-2733-7041-7032-39487CCD8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E5521559-6EAB-0198-ECA0-D9058CB39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16100"/>
            <a:ext cx="8229600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这一节，我们要讨论网际互联和网络连接来实现一个互联网或者因特网。</a:t>
            </a:r>
            <a:endParaRPr lang="en-US" altLang="zh-CN" sz="2800" i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4103" name="Rectangle 29">
            <a:extLst>
              <a:ext uri="{FF2B5EF4-FFF2-40B4-BE49-F238E27FC236}">
                <a16:creationId xmlns:a16="http://schemas.microsoft.com/office/drawing/2014/main" id="{6CFB2CD1-C6BB-D1F4-9553-0CDB16F8B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网络层需求</a:t>
            </a:r>
            <a:b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作为数据报网络的因特网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作为无连接网络的因特网</a:t>
            </a: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53BD7A16-59C9-18DE-A5BA-852B88926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181475"/>
            <a:ext cx="19621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3C67984C-FB6D-852B-C2AD-1569D3806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3114D7E5-820F-4B6C-94D6-783ADDDE5E91}" type="slidenum">
              <a:rPr lang="en-US" altLang="zh-CN" sz="2000">
                <a:solidFill>
                  <a:schemeClr val="bg2"/>
                </a:solidFill>
              </a:rPr>
              <a:pPr/>
              <a:t>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123" name="Line 2">
            <a:extLst>
              <a:ext uri="{FF2B5EF4-FFF2-40B4-BE49-F238E27FC236}">
                <a16:creationId xmlns:a16="http://schemas.microsoft.com/office/drawing/2014/main" id="{C94B4103-3CC4-BFBC-4683-C2E857A08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Line 3">
            <a:extLst>
              <a:ext uri="{FF2B5EF4-FFF2-40B4-BE49-F238E27FC236}">
                <a16:creationId xmlns:a16="http://schemas.microsoft.com/office/drawing/2014/main" id="{EEEEEE38-B30F-684F-0D7F-73ABFC324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8EA44E2E-D2E6-3701-253A-0D4EA015A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094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两台主机之间的链路</a:t>
            </a:r>
          </a:p>
        </p:txBody>
      </p:sp>
      <p:sp>
        <p:nvSpPr>
          <p:cNvPr id="5126" name="Line 5">
            <a:extLst>
              <a:ext uri="{FF2B5EF4-FFF2-40B4-BE49-F238E27FC236}">
                <a16:creationId xmlns:a16="http://schemas.microsoft.com/office/drawing/2014/main" id="{A28EE17E-82F5-04D1-5350-5E8E151651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7" name="Picture 6">
            <a:extLst>
              <a:ext uri="{FF2B5EF4-FFF2-40B4-BE49-F238E27FC236}">
                <a16:creationId xmlns:a16="http://schemas.microsoft.com/office/drawing/2014/main" id="{DF9E83F0-BB7C-279D-41AC-FE9138311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16088"/>
            <a:ext cx="6873875" cy="407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99D3D23B-54BC-3DCB-2035-D4FC6240C4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37CA20A6-B595-4AE4-8752-E485F3C99DCF}" type="slidenum">
              <a:rPr lang="en-US" altLang="zh-CN" sz="2000">
                <a:solidFill>
                  <a:schemeClr val="bg2"/>
                </a:solidFill>
              </a:rPr>
              <a:pPr/>
              <a:t>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147" name="Line 2">
            <a:extLst>
              <a:ext uri="{FF2B5EF4-FFF2-40B4-BE49-F238E27FC236}">
                <a16:creationId xmlns:a16="http://schemas.microsoft.com/office/drawing/2014/main" id="{1BE753DE-C0B1-2298-2078-B51355F630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Line 3">
            <a:extLst>
              <a:ext uri="{FF2B5EF4-FFF2-40B4-BE49-F238E27FC236}">
                <a16:creationId xmlns:a16="http://schemas.microsoft.com/office/drawing/2014/main" id="{E94A14DA-CCF7-F3E1-982D-55B76C232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63DD4165-9AAC-F82C-ACDD-E438C8DD9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40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互联网中的网络层</a:t>
            </a:r>
          </a:p>
        </p:txBody>
      </p:sp>
      <p:sp>
        <p:nvSpPr>
          <p:cNvPr id="6150" name="Line 5">
            <a:extLst>
              <a:ext uri="{FF2B5EF4-FFF2-40B4-BE49-F238E27FC236}">
                <a16:creationId xmlns:a16="http://schemas.microsoft.com/office/drawing/2014/main" id="{81100DD0-8A91-9FF0-89FB-103348C8A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51" name="Picture 6">
            <a:extLst>
              <a:ext uri="{FF2B5EF4-FFF2-40B4-BE49-F238E27FC236}">
                <a16:creationId xmlns:a16="http://schemas.microsoft.com/office/drawing/2014/main" id="{5AF0A66E-8F29-0266-2BB5-09D2A59B9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" y="1530350"/>
            <a:ext cx="8099425" cy="456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25E10348-5791-8B2F-A3D4-F5EB35964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4598C40C-7CA9-475D-A180-D12EDE71DF25}" type="slidenum">
              <a:rPr lang="en-US" altLang="zh-CN" sz="2000">
                <a:solidFill>
                  <a:schemeClr val="bg2"/>
                </a:solidFill>
              </a:rPr>
              <a:pPr/>
              <a:t>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F8B2014A-FF55-7057-D580-978D42B99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3">
            <a:extLst>
              <a:ext uri="{FF2B5EF4-FFF2-40B4-BE49-F238E27FC236}">
                <a16:creationId xmlns:a16="http://schemas.microsoft.com/office/drawing/2014/main" id="{A2B11E45-08D7-5B77-E26F-65720EDE95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A64217F2-0E52-E314-5221-9182CD19F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18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源端、路由器端和目的端的网络层</a:t>
            </a:r>
          </a:p>
        </p:txBody>
      </p:sp>
      <p:sp>
        <p:nvSpPr>
          <p:cNvPr id="7174" name="Line 5">
            <a:extLst>
              <a:ext uri="{FF2B5EF4-FFF2-40B4-BE49-F238E27FC236}">
                <a16:creationId xmlns:a16="http://schemas.microsoft.com/office/drawing/2014/main" id="{766DBD6E-936F-5A9A-100A-E17528349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5" name="Picture 7">
            <a:extLst>
              <a:ext uri="{FF2B5EF4-FFF2-40B4-BE49-F238E27FC236}">
                <a16:creationId xmlns:a16="http://schemas.microsoft.com/office/drawing/2014/main" id="{D0A4BBE8-2D69-B515-3821-33078C41F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31975"/>
            <a:ext cx="76962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E2EAFB87-9BBE-361C-CB4E-145FCB270F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83B39C65-C082-483D-AF18-ACD2CE0AB6B4}" type="slidenum">
              <a:rPr lang="en-US" altLang="zh-CN" sz="2000">
                <a:solidFill>
                  <a:schemeClr val="bg2"/>
                </a:solidFill>
              </a:rPr>
              <a:pPr/>
              <a:t>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195" name="Line 2">
            <a:extLst>
              <a:ext uri="{FF2B5EF4-FFF2-40B4-BE49-F238E27FC236}">
                <a16:creationId xmlns:a16="http://schemas.microsoft.com/office/drawing/2014/main" id="{53E41CEF-0024-CA97-0AFC-FB8367C06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3">
            <a:extLst>
              <a:ext uri="{FF2B5EF4-FFF2-40B4-BE49-F238E27FC236}">
                <a16:creationId xmlns:a16="http://schemas.microsoft.com/office/drawing/2014/main" id="{A17BAEAE-A6F2-AEC9-7BA9-B1DB5A2DD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34796E12-9FE9-D991-E974-31A41C42F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103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源端、路由器端和目的端的网络层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0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sz="20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DD5D7687-4A76-BB2B-9C52-5CEE0292A7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9" name="Picture 7">
            <a:extLst>
              <a:ext uri="{FF2B5EF4-FFF2-40B4-BE49-F238E27FC236}">
                <a16:creationId xmlns:a16="http://schemas.microsoft.com/office/drawing/2014/main" id="{882C5449-CC91-DB79-D478-CE7709992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20875"/>
            <a:ext cx="3811588" cy="341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76748374-8DD0-C517-3E58-B0AA1D381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1D8C0FC6-451C-4E79-B15F-EA0ED4D71D9F}" type="slidenum">
              <a:rPr lang="en-US" altLang="zh-CN" sz="2000">
                <a:solidFill>
                  <a:schemeClr val="bg2"/>
                </a:solidFill>
              </a:rPr>
              <a:pPr/>
              <a:t>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6C39901-DB24-6857-A6D0-186DE257DA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6C779805-88FF-4F81-028E-77E21E3978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F1A6A811-F163-3436-210F-7D4E619386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DA13B6F8-F54E-E6A7-1F09-0264337784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37067CA7-2951-B291-5445-1C8E49756A6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CF8BEA7F-8CC8-E1E7-D57F-E818FC4BA6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5" name="Rectangle 8">
            <a:extLst>
              <a:ext uri="{FF2B5EF4-FFF2-40B4-BE49-F238E27FC236}">
                <a16:creationId xmlns:a16="http://schemas.microsoft.com/office/drawing/2014/main" id="{3A64023C-5070-877B-392C-5101F9CA9C7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6" name="Line 9">
            <a:extLst>
              <a:ext uri="{FF2B5EF4-FFF2-40B4-BE49-F238E27FC236}">
                <a16:creationId xmlns:a16="http://schemas.microsoft.com/office/drawing/2014/main" id="{000FFC8E-979C-422B-0198-A50D89B42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Line 10">
            <a:extLst>
              <a:ext uri="{FF2B5EF4-FFF2-40B4-BE49-F238E27FC236}">
                <a16:creationId xmlns:a16="http://schemas.microsoft.com/office/drawing/2014/main" id="{A9B91C27-D292-178A-5A2B-8AC4FE472A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A9B56217-A616-132F-5468-71085EAB3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480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因特网中的网络层交换是利用数据报分组交换的方法实现的。</a:t>
            </a:r>
          </a:p>
        </p:txBody>
      </p:sp>
      <p:grpSp>
        <p:nvGrpSpPr>
          <p:cNvPr id="9229" name="Group 12">
            <a:extLst>
              <a:ext uri="{FF2B5EF4-FFF2-40B4-BE49-F238E27FC236}">
                <a16:creationId xmlns:a16="http://schemas.microsoft.com/office/drawing/2014/main" id="{025D88BF-093B-A5BC-4CB0-1C272C02BCA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9230" name="Picture 13">
              <a:extLst>
                <a:ext uri="{FF2B5EF4-FFF2-40B4-BE49-F238E27FC236}">
                  <a16:creationId xmlns:a16="http://schemas.microsoft.com/office/drawing/2014/main" id="{190121E4-CE41-7F24-81D2-5F929A3C11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 Box 14">
              <a:extLst>
                <a:ext uri="{FF2B5EF4-FFF2-40B4-BE49-F238E27FC236}">
                  <a16:creationId xmlns:a16="http://schemas.microsoft.com/office/drawing/2014/main" id="{6954BE20-84EC-4AA0-BFCA-DDAA8E1BD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DF00AB57-1638-ED7A-426A-59A53C8A0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077DD925-CAAB-47E0-A928-893E0D8AC559}" type="slidenum">
              <a:rPr lang="en-US" altLang="zh-CN" sz="2000">
                <a:solidFill>
                  <a:schemeClr val="bg2"/>
                </a:solidFill>
              </a:rPr>
              <a:pPr/>
              <a:t>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32FE862-29C3-34A4-F6AB-5AA6A44D14D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86FFD0B-5772-8D7E-A147-752CFA96CB1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B0F6AB2A-6203-53CD-E66C-6A5BC4B4E4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92537EA4-A70E-65B7-BD4A-5EA269722D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Rectangle 6">
            <a:extLst>
              <a:ext uri="{FF2B5EF4-FFF2-40B4-BE49-F238E27FC236}">
                <a16:creationId xmlns:a16="http://schemas.microsoft.com/office/drawing/2014/main" id="{F52A5B9F-F3A2-33A4-45F0-C9CE6D5379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8" name="Rectangle 7">
            <a:extLst>
              <a:ext uri="{FF2B5EF4-FFF2-40B4-BE49-F238E27FC236}">
                <a16:creationId xmlns:a16="http://schemas.microsoft.com/office/drawing/2014/main" id="{2762ACB1-FF3F-C4CC-7629-E52702F3008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9" name="Rectangle 8">
            <a:extLst>
              <a:ext uri="{FF2B5EF4-FFF2-40B4-BE49-F238E27FC236}">
                <a16:creationId xmlns:a16="http://schemas.microsoft.com/office/drawing/2014/main" id="{2069281F-E46F-B362-8896-C5E0287257A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50" name="Line 9">
            <a:extLst>
              <a:ext uri="{FF2B5EF4-FFF2-40B4-BE49-F238E27FC236}">
                <a16:creationId xmlns:a16="http://schemas.microsoft.com/office/drawing/2014/main" id="{443C3242-F53D-B5A4-D2F4-4FF07FB15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Line 10">
            <a:extLst>
              <a:ext uri="{FF2B5EF4-FFF2-40B4-BE49-F238E27FC236}">
                <a16:creationId xmlns:a16="http://schemas.microsoft.com/office/drawing/2014/main" id="{C4333179-9C53-7C9A-2DE6-8F4886610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2" name="Rectangle 11">
            <a:extLst>
              <a:ext uri="{FF2B5EF4-FFF2-40B4-BE49-F238E27FC236}">
                <a16:creationId xmlns:a16="http://schemas.microsoft.com/office/drawing/2014/main" id="{DBEE1D2B-9073-B5E0-2AA0-161B5415A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01963"/>
            <a:ext cx="8077200" cy="579437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因特网的网络层通信是无连接的。</a:t>
            </a:r>
          </a:p>
        </p:txBody>
      </p:sp>
      <p:grpSp>
        <p:nvGrpSpPr>
          <p:cNvPr id="10253" name="Group 12">
            <a:extLst>
              <a:ext uri="{FF2B5EF4-FFF2-40B4-BE49-F238E27FC236}">
                <a16:creationId xmlns:a16="http://schemas.microsoft.com/office/drawing/2014/main" id="{484BADC4-3A38-AE4F-A36F-2FE139639CA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10254" name="Picture 13">
              <a:extLst>
                <a:ext uri="{FF2B5EF4-FFF2-40B4-BE49-F238E27FC236}">
                  <a16:creationId xmlns:a16="http://schemas.microsoft.com/office/drawing/2014/main" id="{1DF9F7A4-010E-6170-109D-3059DE56D8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5" name="Text Box 14">
              <a:extLst>
                <a:ext uri="{FF2B5EF4-FFF2-40B4-BE49-F238E27FC236}">
                  <a16:creationId xmlns:a16="http://schemas.microsoft.com/office/drawing/2014/main" id="{2662F1DB-2175-E064-42EB-2ED08FBE0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1D76E227-6574-D3EE-193D-79DFD90A7F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9BC9E2AE-2AB3-4AA3-A739-7E8DD6E1B217}" type="slidenum">
              <a:rPr lang="en-US" altLang="zh-CN" sz="2000">
                <a:solidFill>
                  <a:schemeClr val="bg2"/>
                </a:solidFill>
              </a:rPr>
              <a:pPr/>
              <a:t>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89DBE2FB-4208-32AE-C801-5AA102AE2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58115" name="Text Box 3">
            <a:extLst>
              <a:ext uri="{FF2B5EF4-FFF2-40B4-BE49-F238E27FC236}">
                <a16:creationId xmlns:a16="http://schemas.microsoft.com/office/drawing/2014/main" id="{C9578DB4-5038-1C61-0585-82D0BB4D7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04628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20-2   IPv4</a:t>
            </a:r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1F643923-82CA-0834-B74C-2EB323EC5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8117" name="Rectangle 5">
            <a:extLst>
              <a:ext uri="{FF2B5EF4-FFF2-40B4-BE49-F238E27FC236}">
                <a16:creationId xmlns:a16="http://schemas.microsoft.com/office/drawing/2014/main" id="{5E28ADA9-D353-D385-5441-84C73B464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00200"/>
            <a:ext cx="8229600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网际协议第四版 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(</a:t>
            </a:r>
            <a:r>
              <a:rPr lang="en-US" altLang="zh-CN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IPv4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) 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是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TCP/IP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协议使用的传输机制。</a:t>
            </a:r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BA07476C-B81C-AF8D-0381-570DB3D2F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数据报</a:t>
            </a:r>
            <a:b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分段</a:t>
            </a:r>
            <a:b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校验和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选项</a:t>
            </a:r>
          </a:p>
        </p:txBody>
      </p:sp>
      <p:sp>
        <p:nvSpPr>
          <p:cNvPr id="858119" name="Text Box 7">
            <a:extLst>
              <a:ext uri="{FF2B5EF4-FFF2-40B4-BE49-F238E27FC236}">
                <a16:creationId xmlns:a16="http://schemas.microsoft.com/office/drawing/2014/main" id="{1737FB0D-1088-730F-C610-E6B6CA55B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181475"/>
            <a:ext cx="19621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24198DB5-AF74-5041-03E4-3C375A06E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120129F3-BAAB-403B-A1B1-ACAE68B49BC2}" type="slidenum">
              <a:rPr lang="en-US" altLang="zh-CN" sz="2000">
                <a:solidFill>
                  <a:schemeClr val="bg2"/>
                </a:solidFill>
              </a:rPr>
              <a:pPr/>
              <a:t>10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2291" name="Line 2">
            <a:extLst>
              <a:ext uri="{FF2B5EF4-FFF2-40B4-BE49-F238E27FC236}">
                <a16:creationId xmlns:a16="http://schemas.microsoft.com/office/drawing/2014/main" id="{FB2AC47C-14CA-5AE7-95BD-4856951EA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Line 3">
            <a:extLst>
              <a:ext uri="{FF2B5EF4-FFF2-40B4-BE49-F238E27FC236}">
                <a16:creationId xmlns:a16="http://schemas.microsoft.com/office/drawing/2014/main" id="{C90DA5A0-DB30-EFB1-7B56-77A8C26FB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19C5D917-B9E8-40B8-0A9C-45B82E889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138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TCP/IP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协议族中的位置</a:t>
            </a:r>
          </a:p>
        </p:txBody>
      </p:sp>
      <p:sp>
        <p:nvSpPr>
          <p:cNvPr id="12294" name="Line 5">
            <a:extLst>
              <a:ext uri="{FF2B5EF4-FFF2-40B4-BE49-F238E27FC236}">
                <a16:creationId xmlns:a16="http://schemas.microsoft.com/office/drawing/2014/main" id="{582C6EE6-57B7-7902-DBE5-6A4CF5354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5" name="Picture 6">
            <a:extLst>
              <a:ext uri="{FF2B5EF4-FFF2-40B4-BE49-F238E27FC236}">
                <a16:creationId xmlns:a16="http://schemas.microsoft.com/office/drawing/2014/main" id="{38A0B8CB-870D-2414-A627-E7E9C2D20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1984375"/>
            <a:ext cx="7916862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B47D5C6C-2A47-D8D7-D17A-6493E228E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142BD1B4-379B-412F-AC6D-E9359AEAAFE5}" type="slidenum">
              <a:rPr lang="en-US" altLang="zh-CN" sz="2000">
                <a:solidFill>
                  <a:schemeClr val="bg2"/>
                </a:solidFill>
              </a:rPr>
              <a:pPr/>
              <a:t>11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C8BEAE42-828A-2C9E-ED1A-446FC79DB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0642F54A-92F3-E8E9-D082-683201B4C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47408988-3720-8EE6-B1A3-1752C2B39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635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IPv4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数据报格式</a:t>
            </a: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CAA08FEF-6C9B-7470-8827-5DEE17B0E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6">
            <a:extLst>
              <a:ext uri="{FF2B5EF4-FFF2-40B4-BE49-F238E27FC236}">
                <a16:creationId xmlns:a16="http://schemas.microsoft.com/office/drawing/2014/main" id="{13CC2EF2-7476-0F3C-C9EE-11F7233A5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1662113"/>
            <a:ext cx="6334125" cy="435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EDD596E0-38E4-6C5C-81F3-59C005A80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9B85659F-E730-44C5-88C9-C626490DC2D1}" type="slidenum">
              <a:rPr lang="en-US" altLang="zh-CN" sz="2000">
                <a:solidFill>
                  <a:schemeClr val="bg2"/>
                </a:solidFill>
              </a:rPr>
              <a:pPr/>
              <a:t>12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339" name="Line 2">
            <a:extLst>
              <a:ext uri="{FF2B5EF4-FFF2-40B4-BE49-F238E27FC236}">
                <a16:creationId xmlns:a16="http://schemas.microsoft.com/office/drawing/2014/main" id="{56748C4F-D9D9-3373-7C1A-CA48349230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A2EB0C8D-C5F1-144B-6E10-9946EA16B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FD0FE9F5-0121-FD08-3C62-52247DF43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094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20.6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服务类型或差分服务</a:t>
            </a:r>
          </a:p>
        </p:txBody>
      </p:sp>
      <p:sp>
        <p:nvSpPr>
          <p:cNvPr id="14342" name="Line 5">
            <a:extLst>
              <a:ext uri="{FF2B5EF4-FFF2-40B4-BE49-F238E27FC236}">
                <a16:creationId xmlns:a16="http://schemas.microsoft.com/office/drawing/2014/main" id="{68674657-CDC3-B1F1-1A99-89A94935B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3" name="Picture 6">
            <a:extLst>
              <a:ext uri="{FF2B5EF4-FFF2-40B4-BE49-F238E27FC236}">
                <a16:creationId xmlns:a16="http://schemas.microsoft.com/office/drawing/2014/main" id="{01302B28-617D-120D-8A4B-509ABC7E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2727325"/>
            <a:ext cx="774223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CB8DE73E-56D6-6B19-FEFA-8F94D3907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5D4006A7-3AEB-47EB-93DB-76C8242C5C51}" type="slidenum">
              <a:rPr lang="en-US" altLang="zh-CN" sz="2000">
                <a:solidFill>
                  <a:schemeClr val="bg2"/>
                </a:solidFill>
              </a:rPr>
              <a:pPr/>
              <a:t>13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91E5FCE-2A8E-10DA-37A1-E6B65F657A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D28074B-3C89-AE30-247F-D0BB8E4930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5DEDC645-8F83-4E46-02C4-67FF05AA68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6" name="Rectangle 5">
            <a:extLst>
              <a:ext uri="{FF2B5EF4-FFF2-40B4-BE49-F238E27FC236}">
                <a16:creationId xmlns:a16="http://schemas.microsoft.com/office/drawing/2014/main" id="{5BF053F8-7F5F-3482-D33D-97DA11B90E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7" name="Rectangle 6">
            <a:extLst>
              <a:ext uri="{FF2B5EF4-FFF2-40B4-BE49-F238E27FC236}">
                <a16:creationId xmlns:a16="http://schemas.microsoft.com/office/drawing/2014/main" id="{F834F5E5-FD91-DEEB-F99D-0CA85C03A5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8" name="Rectangle 7">
            <a:extLst>
              <a:ext uri="{FF2B5EF4-FFF2-40B4-BE49-F238E27FC236}">
                <a16:creationId xmlns:a16="http://schemas.microsoft.com/office/drawing/2014/main" id="{E2698250-861F-6897-EE72-EAF7DCEEB39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9" name="Rectangle 8">
            <a:extLst>
              <a:ext uri="{FF2B5EF4-FFF2-40B4-BE49-F238E27FC236}">
                <a16:creationId xmlns:a16="http://schemas.microsoft.com/office/drawing/2014/main" id="{6151F862-B179-0078-85D0-F90475B25C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70" name="Line 9">
            <a:extLst>
              <a:ext uri="{FF2B5EF4-FFF2-40B4-BE49-F238E27FC236}">
                <a16:creationId xmlns:a16="http://schemas.microsoft.com/office/drawing/2014/main" id="{0BD885E9-58D8-A327-0BDF-7007742CD7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1" name="Line 10">
            <a:extLst>
              <a:ext uri="{FF2B5EF4-FFF2-40B4-BE49-F238E27FC236}">
                <a16:creationId xmlns:a16="http://schemas.microsoft.com/office/drawing/2014/main" id="{3EDBDD52-A295-9C74-50F6-910942C90C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2" name="Rectangle 11">
            <a:extLst>
              <a:ext uri="{FF2B5EF4-FFF2-40B4-BE49-F238E27FC236}">
                <a16:creationId xmlns:a16="http://schemas.microsoft.com/office/drawing/2014/main" id="{24924E4F-4B0F-BC3F-E65E-627265587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971800"/>
            <a:ext cx="8077200" cy="5794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在版本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中未使用优先子字段。</a:t>
            </a:r>
          </a:p>
        </p:txBody>
      </p:sp>
      <p:grpSp>
        <p:nvGrpSpPr>
          <p:cNvPr id="15373" name="Group 12">
            <a:extLst>
              <a:ext uri="{FF2B5EF4-FFF2-40B4-BE49-F238E27FC236}">
                <a16:creationId xmlns:a16="http://schemas.microsoft.com/office/drawing/2014/main" id="{C9C1B3B0-4488-D713-0901-3B229AE2F16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15374" name="Picture 13">
              <a:extLst>
                <a:ext uri="{FF2B5EF4-FFF2-40B4-BE49-F238E27FC236}">
                  <a16:creationId xmlns:a16="http://schemas.microsoft.com/office/drawing/2014/main" id="{7311C712-5745-7AA5-3177-CFE9E368D4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5" name="Text Box 14">
              <a:extLst>
                <a:ext uri="{FF2B5EF4-FFF2-40B4-BE49-F238E27FC236}">
                  <a16:creationId xmlns:a16="http://schemas.microsoft.com/office/drawing/2014/main" id="{5E80FA02-3549-D8E7-3959-3F1175AE2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96C5EFDE-B60E-E50E-D574-615F633629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5B51CD97-0E8A-4CB4-8DC0-AADFCBB230AA}" type="slidenum">
              <a:rPr lang="en-US" altLang="zh-CN" sz="2000">
                <a:solidFill>
                  <a:schemeClr val="bg2"/>
                </a:solidFill>
              </a:rPr>
              <a:pPr/>
              <a:t>14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80B37AB5-E403-9D9F-EA56-1BE1D25C2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295400"/>
            <a:ext cx="270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服务类型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E893B907-A45D-571F-6B07-EF6B15941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800225"/>
            <a:ext cx="5348288" cy="358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720B7FED-C2C3-4614-1472-20B0D615F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2DC52D2B-BF95-498C-8F2F-48737277C631}" type="slidenum">
              <a:rPr lang="en-US" altLang="zh-CN" sz="2000">
                <a:solidFill>
                  <a:schemeClr val="bg2"/>
                </a:solidFill>
              </a:rPr>
              <a:pPr/>
              <a:t>15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E18637F4-8990-F878-81E0-0907F4EF5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52400"/>
            <a:ext cx="3722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服务类型的默认值</a:t>
            </a: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F776E081-1753-DFE8-CE53-0AA2923C3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38" y="533400"/>
            <a:ext cx="6608762" cy="588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614AD2B7-6254-B5AE-6CA8-6FC1EDE7EC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1344002B-19FD-4EC5-85C8-315BBDCFCB7C}" type="slidenum">
              <a:rPr lang="en-US" altLang="zh-CN" sz="2000">
                <a:solidFill>
                  <a:schemeClr val="bg2"/>
                </a:solidFill>
              </a:rPr>
              <a:pPr/>
              <a:t>16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5B744ABF-128D-520F-B1A5-2FE09DBA0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371600"/>
            <a:ext cx="270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码点的值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045FD5BE-A29D-E58F-FD69-39E60DB12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752600"/>
            <a:ext cx="5110163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CAB235EE-CFCB-D333-1035-502D04650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893309CC-BF83-49DE-8A7C-37E972D05369}" type="slidenum">
              <a:rPr lang="en-US" altLang="zh-CN" sz="2000">
                <a:solidFill>
                  <a:schemeClr val="bg2"/>
                </a:solidFill>
              </a:rPr>
              <a:pPr/>
              <a:t>17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2DD209D-92AC-2419-0616-5487BA69A8A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6C70C81E-CC29-DD6E-04E4-DB907ACB5D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E9D1A129-684A-0BDA-0178-BD32543E1E3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A068AF3B-9534-DBFB-79B1-83EE138856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432F4AF6-8307-0A0B-02CD-FA5D4A7A8C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CAA8D861-0C8F-1A74-F8EF-C53587D589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98F87292-507C-7ED7-D183-B8AFB4D2CB3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6" name="Line 9">
            <a:extLst>
              <a:ext uri="{FF2B5EF4-FFF2-40B4-BE49-F238E27FC236}">
                <a16:creationId xmlns:a16="http://schemas.microsoft.com/office/drawing/2014/main" id="{57E914B3-6561-749A-9E7E-286FBCC35C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0">
            <a:extLst>
              <a:ext uri="{FF2B5EF4-FFF2-40B4-BE49-F238E27FC236}">
                <a16:creationId xmlns:a16="http://schemas.microsoft.com/office/drawing/2014/main" id="{FA314F0B-0986-EBAD-CD21-94F57BABFD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Rectangle 11">
            <a:extLst>
              <a:ext uri="{FF2B5EF4-FFF2-40B4-BE49-F238E27FC236}">
                <a16:creationId xmlns:a16="http://schemas.microsoft.com/office/drawing/2014/main" id="{30791C50-2D03-54EF-BA73-7E2BF7F42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9718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总长度定义了包括头部在内的数据报的总长度。</a:t>
            </a:r>
          </a:p>
        </p:txBody>
      </p:sp>
      <p:grpSp>
        <p:nvGrpSpPr>
          <p:cNvPr id="19469" name="Group 12">
            <a:extLst>
              <a:ext uri="{FF2B5EF4-FFF2-40B4-BE49-F238E27FC236}">
                <a16:creationId xmlns:a16="http://schemas.microsoft.com/office/drawing/2014/main" id="{7282008A-4E9B-5687-3B52-E73456397AE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58975"/>
            <a:ext cx="1143000" cy="588963"/>
            <a:chOff x="1200" y="1234"/>
            <a:chExt cx="720" cy="371"/>
          </a:xfrm>
        </p:grpSpPr>
        <p:pic>
          <p:nvPicPr>
            <p:cNvPr id="19470" name="Picture 13">
              <a:extLst>
                <a:ext uri="{FF2B5EF4-FFF2-40B4-BE49-F238E27FC236}">
                  <a16:creationId xmlns:a16="http://schemas.microsoft.com/office/drawing/2014/main" id="{D0D121A0-8F10-47A3-3D55-961F195C7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1" name="Text Box 14">
              <a:extLst>
                <a:ext uri="{FF2B5EF4-FFF2-40B4-BE49-F238E27FC236}">
                  <a16:creationId xmlns:a16="http://schemas.microsoft.com/office/drawing/2014/main" id="{AA2511D5-FD2C-5F12-58D0-0F4A5C943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34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651E2592-A998-E5A2-5C0E-F37C7515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70E3FECC-2C4B-4453-A849-57D411F27AC8}" type="slidenum">
              <a:rPr lang="en-US" altLang="zh-CN" sz="2000">
                <a:solidFill>
                  <a:schemeClr val="bg2"/>
                </a:solidFill>
              </a:rPr>
              <a:pPr/>
              <a:t>18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0483" name="Line 2">
            <a:extLst>
              <a:ext uri="{FF2B5EF4-FFF2-40B4-BE49-F238E27FC236}">
                <a16:creationId xmlns:a16="http://schemas.microsoft.com/office/drawing/2014/main" id="{2A21076A-47F1-182E-2268-0A5B29E7C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ABED5AAA-0878-7F37-621B-1E4F1DF4C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8900774D-BAD2-E1D4-453C-246050671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18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20.7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一个小的数据报封装在以太网帧中</a:t>
            </a: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46851E79-4C78-4ED2-6149-EB172BA5D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7" name="Picture 6">
            <a:extLst>
              <a:ext uri="{FF2B5EF4-FFF2-40B4-BE49-F238E27FC236}">
                <a16:creationId xmlns:a16="http://schemas.microsoft.com/office/drawing/2014/main" id="{B6436CC1-2907-C841-BA51-2218EC5DB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2590800"/>
            <a:ext cx="8693150" cy="122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C9664391-FEB5-231A-316B-B150636A2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CF6AD84F-936E-443F-BC6D-7CDD36682765}" type="slidenum">
              <a:rPr lang="en-US" altLang="zh-CN" sz="2000">
                <a:solidFill>
                  <a:schemeClr val="bg2"/>
                </a:solidFill>
              </a:rPr>
              <a:pPr/>
              <a:t>19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1507" name="Line 2">
            <a:extLst>
              <a:ext uri="{FF2B5EF4-FFF2-40B4-BE49-F238E27FC236}">
                <a16:creationId xmlns:a16="http://schemas.microsoft.com/office/drawing/2014/main" id="{4C6A02A1-E5E6-EDFB-881D-927883DAE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Line 3">
            <a:extLst>
              <a:ext uri="{FF2B5EF4-FFF2-40B4-BE49-F238E27FC236}">
                <a16:creationId xmlns:a16="http://schemas.microsoft.com/office/drawing/2014/main" id="{83FBFC9E-3B11-7E60-8996-F2ECC8B62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2290A5AD-47DC-D784-CFF4-346D2978A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348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20.8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协议字段和封装的数据</a:t>
            </a:r>
          </a:p>
        </p:txBody>
      </p:sp>
      <p:sp>
        <p:nvSpPr>
          <p:cNvPr id="21510" name="Line 5">
            <a:extLst>
              <a:ext uri="{FF2B5EF4-FFF2-40B4-BE49-F238E27FC236}">
                <a16:creationId xmlns:a16="http://schemas.microsoft.com/office/drawing/2014/main" id="{90BCF002-DE75-60A7-2B94-588D134FB5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1511" name="Picture 6">
            <a:extLst>
              <a:ext uri="{FF2B5EF4-FFF2-40B4-BE49-F238E27FC236}">
                <a16:creationId xmlns:a16="http://schemas.microsoft.com/office/drawing/2014/main" id="{62013E7C-3A01-72B3-CAA7-D1574CA0F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541588"/>
            <a:ext cx="7715250" cy="218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1E1647FA-F588-01B8-42F8-227F4ABCA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62861202-48BF-44D9-AFE0-9AFD0A96D924}" type="slidenum">
              <a:rPr lang="en-US" altLang="zh-CN" sz="2000">
                <a:solidFill>
                  <a:schemeClr val="bg2"/>
                </a:solidFill>
              </a:rPr>
              <a:pPr/>
              <a:t>20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A23F7357-41BE-1D98-4B7B-DA93004F6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371600"/>
            <a:ext cx="2452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20.4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协议值</a:t>
            </a: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454B8AD9-92C4-591B-F728-CA65C3B92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5" y="1843088"/>
            <a:ext cx="5127625" cy="394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F1D7AF57-31C1-1166-3D5D-DA2523DCD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ECF173F8-F360-4E42-8B00-D2A016F29909}" type="slidenum">
              <a:rPr lang="en-US" altLang="zh-CN" sz="2000">
                <a:solidFill>
                  <a:schemeClr val="bg2"/>
                </a:solidFill>
              </a:rPr>
              <a:pPr/>
              <a:t>21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D655124-B6C0-F7AC-CA8E-F5BE92AE2D5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61CAE84-2726-8F49-35E8-E0AD66470C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459FF106-627C-9D3C-3AE8-46E806115D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8BB7D78E-8BA5-7B3D-8A40-3DE95365C0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259843CA-A85D-9C2F-49C7-1301707FD4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0" name="Rectangle 7">
            <a:extLst>
              <a:ext uri="{FF2B5EF4-FFF2-40B4-BE49-F238E27FC236}">
                <a16:creationId xmlns:a16="http://schemas.microsoft.com/office/drawing/2014/main" id="{C47C3B69-DF53-C6A0-9E50-1995B54BAFB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1" name="Rectangle 8">
            <a:extLst>
              <a:ext uri="{FF2B5EF4-FFF2-40B4-BE49-F238E27FC236}">
                <a16:creationId xmlns:a16="http://schemas.microsoft.com/office/drawing/2014/main" id="{888ED2CB-2E8F-3A02-998C-D7BC9071D84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62" name="Rectangle 9">
            <a:extLst>
              <a:ext uri="{FF2B5EF4-FFF2-40B4-BE49-F238E27FC236}">
                <a16:creationId xmlns:a16="http://schemas.microsoft.com/office/drawing/2014/main" id="{41A72D54-0902-49FD-00F4-79068019D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一个到达的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IPv4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分组的前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位如下：</a:t>
            </a:r>
          </a:p>
          <a:p>
            <a:pPr algn="ctr"/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01000010</a:t>
            </a: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接收方是否应丢弃该分组？为什么？</a:t>
            </a:r>
          </a:p>
        </p:txBody>
      </p:sp>
      <p:sp>
        <p:nvSpPr>
          <p:cNvPr id="23563" name="Rectangle 10">
            <a:extLst>
              <a:ext uri="{FF2B5EF4-FFF2-40B4-BE49-F238E27FC236}">
                <a16:creationId xmlns:a16="http://schemas.microsoft.com/office/drawing/2014/main" id="{302E2215-108E-ACEA-2CBE-ABC285077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这个分组有错误，其中最左的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位是版本，它是正确的。下一个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1000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，则表明它是一个无效长度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 (2 × 4 = 8)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。而头部的最小字节数是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20.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因此，这个分组在传输过程中被损坏了。</a:t>
            </a: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64" name="Text Box 11">
            <a:extLst>
              <a:ext uri="{FF2B5EF4-FFF2-40B4-BE49-F238E27FC236}">
                <a16:creationId xmlns:a16="http://schemas.microsoft.com/office/drawing/2014/main" id="{FDE1B544-D6D3-9CD7-AE59-38D735A48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-7620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A3A9A104-1573-88FA-C609-A2EAAD37B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D2C39DBD-40F9-429B-9FB5-A7509F4466AB}" type="slidenum">
              <a:rPr lang="en-US" altLang="zh-CN" sz="2000">
                <a:solidFill>
                  <a:schemeClr val="bg2"/>
                </a:solidFill>
              </a:rPr>
              <a:pPr/>
              <a:t>22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A819782-719D-3BB9-4C03-1B9E1FA56E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CE57850-2388-2822-3F68-A1E2852C5AE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8A70E4A2-6213-0BE3-9D80-81319A15FD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732BAA9F-2F3D-B609-2347-E31BD5BD5AA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4C9713D6-8CBF-2472-ECFD-0AF1EF57EE4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4" name="Rectangle 7">
            <a:extLst>
              <a:ext uri="{FF2B5EF4-FFF2-40B4-BE49-F238E27FC236}">
                <a16:creationId xmlns:a16="http://schemas.microsoft.com/office/drawing/2014/main" id="{DAECEB17-DF51-8BA8-39EF-C88E5F6A2B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5" name="Rectangle 8">
            <a:extLst>
              <a:ext uri="{FF2B5EF4-FFF2-40B4-BE49-F238E27FC236}">
                <a16:creationId xmlns:a16="http://schemas.microsoft.com/office/drawing/2014/main" id="{36C0E11F-85D4-8547-D304-A6D4C56FA97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6" name="Rectangle 9">
            <a:extLst>
              <a:ext uri="{FF2B5EF4-FFF2-40B4-BE49-F238E27FC236}">
                <a16:creationId xmlns:a16="http://schemas.microsoft.com/office/drawing/2014/main" id="{AD6F4AE3-99A2-AE5B-2E38-7BFA12EE7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IPv4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分组中，头部长度字段的值用二进制表示为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，试问这个分组携带的选项是几个字节？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7" name="Rectangle 10">
            <a:extLst>
              <a:ext uri="{FF2B5EF4-FFF2-40B4-BE49-F238E27FC236}">
                <a16:creationId xmlns:a16="http://schemas.microsoft.com/office/drawing/2014/main" id="{A303CF4F-F509-EF9A-11DA-3182058D9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头部的长度值是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8,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说明头部的总字节数是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8 × 4 = 32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字节。 前面的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个字节是基本头部，后面的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个字节是选项。</a:t>
            </a: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8" name="Text Box 11">
            <a:extLst>
              <a:ext uri="{FF2B5EF4-FFF2-40B4-BE49-F238E27FC236}">
                <a16:creationId xmlns:a16="http://schemas.microsoft.com/office/drawing/2014/main" id="{CB9F391D-F405-DB1D-3675-A3067C024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10751AE3-48F4-7496-F6CF-8599AAF8B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E08B5DD9-CF52-404C-8A04-8A24EE49B0F2}" type="slidenum">
              <a:rPr lang="en-US" altLang="zh-CN" sz="2000">
                <a:solidFill>
                  <a:schemeClr val="bg2"/>
                </a:solidFill>
              </a:rPr>
              <a:pPr/>
              <a:t>23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CAA93EB3-54E3-5B27-DA18-EED4C96342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B0388B2-3D18-CD08-B8E0-703CE716522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E748140E-9022-4FCC-BA9D-4CD0E690CAD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6" name="Rectangle 5">
            <a:extLst>
              <a:ext uri="{FF2B5EF4-FFF2-40B4-BE49-F238E27FC236}">
                <a16:creationId xmlns:a16="http://schemas.microsoft.com/office/drawing/2014/main" id="{E4EB1FCE-1AA2-7DC3-6098-879E98EBE5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CE5AEAEC-0297-F1BC-B07A-3E77FA33EF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8" name="Rectangle 7">
            <a:extLst>
              <a:ext uri="{FF2B5EF4-FFF2-40B4-BE49-F238E27FC236}">
                <a16:creationId xmlns:a16="http://schemas.microsoft.com/office/drawing/2014/main" id="{1FBB76B7-57BA-6EC7-D6E1-7AE66FAF15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9" name="Rectangle 8">
            <a:extLst>
              <a:ext uri="{FF2B5EF4-FFF2-40B4-BE49-F238E27FC236}">
                <a16:creationId xmlns:a16="http://schemas.microsoft.com/office/drawing/2014/main" id="{820BE736-D672-2D82-5456-8568D9C225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10" name="Rectangle 9">
            <a:extLst>
              <a:ext uri="{FF2B5EF4-FFF2-40B4-BE49-F238E27FC236}">
                <a16:creationId xmlns:a16="http://schemas.microsoft.com/office/drawing/2014/main" id="{6695A2A9-5151-88C4-DAE9-0B39C1109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在一个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IPv4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分组中，头部长度字段的值是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，而总长度字段的值是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0x0028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，试问这个分组携带的数据是多少字节？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11" name="Rectangle 10">
            <a:extLst>
              <a:ext uri="{FF2B5EF4-FFF2-40B4-BE49-F238E27FC236}">
                <a16:creationId xmlns:a16="http://schemas.microsoft.com/office/drawing/2014/main" id="{A7412C22-3AE1-A34F-D007-9E8565DCD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头部长度字段值是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5,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就是说头部的总字节数为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5 × 4= 20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字节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无选项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).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总长度是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40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字节，也就是说，这个分组携带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(40 − 20)=20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个字节的数据。</a:t>
            </a: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12" name="Text Box 11">
            <a:extLst>
              <a:ext uri="{FF2B5EF4-FFF2-40B4-BE49-F238E27FC236}">
                <a16:creationId xmlns:a16="http://schemas.microsoft.com/office/drawing/2014/main" id="{4523D3FC-F69F-4420-83F3-31F58EC18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ED531320-6A8C-7A64-1770-831A09360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DA80E616-F10F-4EEC-A5F2-E0DF23B5AA17}" type="slidenum">
              <a:rPr lang="en-US" altLang="zh-CN" sz="2000">
                <a:solidFill>
                  <a:schemeClr val="bg2"/>
                </a:solidFill>
              </a:rPr>
              <a:pPr/>
              <a:t>24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30CE2CD-124A-1A34-2E8B-8FCABDB4165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E4995C1-4975-468A-82CA-EE38F977ACA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BD21A0FE-6748-2DD7-2C05-3D58225BD5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0" name="Rectangle 5">
            <a:extLst>
              <a:ext uri="{FF2B5EF4-FFF2-40B4-BE49-F238E27FC236}">
                <a16:creationId xmlns:a16="http://schemas.microsoft.com/office/drawing/2014/main" id="{839E4CC7-F5AE-8212-9814-95EFFEDEC17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DF073BCC-0C58-7D61-92ED-873BBBD03A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2" name="Rectangle 7">
            <a:extLst>
              <a:ext uri="{FF2B5EF4-FFF2-40B4-BE49-F238E27FC236}">
                <a16:creationId xmlns:a16="http://schemas.microsoft.com/office/drawing/2014/main" id="{9C482CF2-9F72-2DF2-43D5-507339193E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3" name="Rectangle 8">
            <a:extLst>
              <a:ext uri="{FF2B5EF4-FFF2-40B4-BE49-F238E27FC236}">
                <a16:creationId xmlns:a16="http://schemas.microsoft.com/office/drawing/2014/main" id="{928C62D7-E857-6714-D547-58461CA074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4" name="Rectangle 9">
            <a:extLst>
              <a:ext uri="{FF2B5EF4-FFF2-40B4-BE49-F238E27FC236}">
                <a16:creationId xmlns:a16="http://schemas.microsoft.com/office/drawing/2014/main" id="{552EF524-4F59-6F42-0FAE-E6EA8CA98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一个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IPv4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分组已到达，最前面几个十六进制数字如下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0x45000028000100000102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. .</a:t>
            </a: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在丢弃这分组之前，它经历了多少跳？数据是属于上层的哪一个协议？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5" name="Rectangle 10">
            <a:extLst>
              <a:ext uri="{FF2B5EF4-FFF2-40B4-BE49-F238E27FC236}">
                <a16:creationId xmlns:a16="http://schemas.microsoft.com/office/drawing/2014/main" id="{319CDA57-B65D-86BE-84BC-1892BA0D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657600"/>
            <a:ext cx="8686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为了求生存时间字段，我们跳过了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个字节（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个十六进制数字）。生存时间字段是第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个字节，它的值是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01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，这就是说分组仅能跳一次。协议字段是下一个字节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02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，也就是说上层协议是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IGMP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6" name="Text Box 11">
            <a:extLst>
              <a:ext uri="{FF2B5EF4-FFF2-40B4-BE49-F238E27FC236}">
                <a16:creationId xmlns:a16="http://schemas.microsoft.com/office/drawing/2014/main" id="{DCAC2C88-5FF1-EB0F-57F2-73D4B6ED8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C6C7D141-C97D-D520-BC4C-95B5A90C9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CE3CB3C2-6F94-4430-BAF4-5618DA33A32E}" type="slidenum">
              <a:rPr lang="en-US" altLang="zh-CN" sz="2000">
                <a:solidFill>
                  <a:schemeClr val="bg2"/>
                </a:solidFill>
              </a:rPr>
              <a:pPr/>
              <a:t>25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7651" name="Line 2">
            <a:extLst>
              <a:ext uri="{FF2B5EF4-FFF2-40B4-BE49-F238E27FC236}">
                <a16:creationId xmlns:a16="http://schemas.microsoft.com/office/drawing/2014/main" id="{8579CFCB-BF17-EA7C-022E-6F719B110B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2" name="Line 3">
            <a:extLst>
              <a:ext uri="{FF2B5EF4-FFF2-40B4-BE49-F238E27FC236}">
                <a16:creationId xmlns:a16="http://schemas.microsoft.com/office/drawing/2014/main" id="{F825F0AE-A11A-2152-0241-CC7CA3766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954C309D-7685-953C-CCA9-8E2DCF2F0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2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20.9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最大传输单元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(MTU)</a:t>
            </a:r>
          </a:p>
        </p:txBody>
      </p:sp>
      <p:sp>
        <p:nvSpPr>
          <p:cNvPr id="27654" name="Line 5">
            <a:extLst>
              <a:ext uri="{FF2B5EF4-FFF2-40B4-BE49-F238E27FC236}">
                <a16:creationId xmlns:a16="http://schemas.microsoft.com/office/drawing/2014/main" id="{F4F3E44F-C3D3-3AA3-1994-CFFAF2B84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655" name="Picture 6">
            <a:extLst>
              <a:ext uri="{FF2B5EF4-FFF2-40B4-BE49-F238E27FC236}">
                <a16:creationId xmlns:a16="http://schemas.microsoft.com/office/drawing/2014/main" id="{96272589-D08C-D53B-8135-2F21562AA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3" y="2613025"/>
            <a:ext cx="7056437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175849F0-C1FE-5AF7-BFB7-CE897ACFD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6CC5B6E8-3B5A-443A-8D62-AD5BE2790487}" type="slidenum">
              <a:rPr lang="en-US" altLang="zh-CN" sz="2000">
                <a:solidFill>
                  <a:schemeClr val="bg2"/>
                </a:solidFill>
              </a:rPr>
              <a:pPr/>
              <a:t>26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46CBD3EB-5ABB-02B0-A8A2-B4A0537AB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762000"/>
            <a:ext cx="3779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20.5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某些网络的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MTU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值</a:t>
            </a:r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F5AB6042-AFD0-951F-284B-689B6100C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63" y="1217613"/>
            <a:ext cx="6370637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6CE81E78-6D5D-CF73-A56B-C3729E8AC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5A779F60-DF0A-4736-8F72-962BD507006F}" type="slidenum">
              <a:rPr lang="en-US" altLang="zh-CN" sz="2000">
                <a:solidFill>
                  <a:schemeClr val="bg2"/>
                </a:solidFill>
              </a:rPr>
              <a:pPr/>
              <a:t>27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9699" name="Line 2">
            <a:extLst>
              <a:ext uri="{FF2B5EF4-FFF2-40B4-BE49-F238E27FC236}">
                <a16:creationId xmlns:a16="http://schemas.microsoft.com/office/drawing/2014/main" id="{24150A9D-33A2-E29B-E8C0-7E4E1F2B5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Line 3">
            <a:extLst>
              <a:ext uri="{FF2B5EF4-FFF2-40B4-BE49-F238E27FC236}">
                <a16:creationId xmlns:a16="http://schemas.microsoft.com/office/drawing/2014/main" id="{DE092B72-1580-0C02-0D27-50EC233DB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8851F5C7-8E76-3C14-CBC3-9B888DA74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76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20.10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标记字段</a:t>
            </a:r>
          </a:p>
        </p:txBody>
      </p:sp>
      <p:sp>
        <p:nvSpPr>
          <p:cNvPr id="29702" name="Line 5">
            <a:extLst>
              <a:ext uri="{FF2B5EF4-FFF2-40B4-BE49-F238E27FC236}">
                <a16:creationId xmlns:a16="http://schemas.microsoft.com/office/drawing/2014/main" id="{9E573E0D-420B-8044-ECAE-3AC3A7ADA0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3" name="Picture 6">
            <a:extLst>
              <a:ext uri="{FF2B5EF4-FFF2-40B4-BE49-F238E27FC236}">
                <a16:creationId xmlns:a16="http://schemas.microsoft.com/office/drawing/2014/main" id="{47360278-1C42-5E0E-69C1-167B6A703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3060700"/>
            <a:ext cx="5524500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84E3FDD3-6CA1-44B5-15EB-605E83577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5A62E484-27A4-4B19-A724-625D73130B48}" type="slidenum">
              <a:rPr lang="en-US" altLang="zh-CN" sz="2000">
                <a:solidFill>
                  <a:schemeClr val="bg2"/>
                </a:solidFill>
              </a:rPr>
              <a:pPr/>
              <a:t>28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0723" name="Line 2">
            <a:extLst>
              <a:ext uri="{FF2B5EF4-FFF2-40B4-BE49-F238E27FC236}">
                <a16:creationId xmlns:a16="http://schemas.microsoft.com/office/drawing/2014/main" id="{094D6910-9689-AC09-985F-45EB1681A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35E2C175-8794-A8D1-076E-A890F0418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A40A20D6-00CD-7242-8290-B814819BB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76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分段示例</a:t>
            </a:r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92B9187F-9F31-0D3F-23AD-61D80EEA18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7" name="Picture 6">
            <a:extLst>
              <a:ext uri="{FF2B5EF4-FFF2-40B4-BE49-F238E27FC236}">
                <a16:creationId xmlns:a16="http://schemas.microsoft.com/office/drawing/2014/main" id="{8D68BAF0-7ACB-37B1-819D-4553DC108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2170113"/>
            <a:ext cx="7751762" cy="301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BDE0736C-E5E2-4BE8-63FD-089C327F6E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1D9EDA47-75F1-4D2C-84E5-542FE4F0BCB7}" type="slidenum">
              <a:rPr lang="en-US" altLang="zh-CN" sz="2000">
                <a:solidFill>
                  <a:schemeClr val="bg2"/>
                </a:solidFill>
              </a:rPr>
              <a:pPr/>
              <a:t>29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1747" name="Line 2">
            <a:extLst>
              <a:ext uri="{FF2B5EF4-FFF2-40B4-BE49-F238E27FC236}">
                <a16:creationId xmlns:a16="http://schemas.microsoft.com/office/drawing/2014/main" id="{426A23F0-B3F4-65CB-B87F-6E169F7FE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Line 3">
            <a:extLst>
              <a:ext uri="{FF2B5EF4-FFF2-40B4-BE49-F238E27FC236}">
                <a16:creationId xmlns:a16="http://schemas.microsoft.com/office/drawing/2014/main" id="{165C9EFC-11CA-38B0-64E4-E528E81A9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826613D0-F443-9911-2437-E2045015B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3738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分段的细节示例</a:t>
            </a:r>
          </a:p>
        </p:txBody>
      </p:sp>
      <p:sp>
        <p:nvSpPr>
          <p:cNvPr id="31750" name="Line 5">
            <a:extLst>
              <a:ext uri="{FF2B5EF4-FFF2-40B4-BE49-F238E27FC236}">
                <a16:creationId xmlns:a16="http://schemas.microsoft.com/office/drawing/2014/main" id="{EF9FEBEE-A3DF-10F1-2D2B-85A7853D1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1751" name="Picture 6">
            <a:extLst>
              <a:ext uri="{FF2B5EF4-FFF2-40B4-BE49-F238E27FC236}">
                <a16:creationId xmlns:a16="http://schemas.microsoft.com/office/drawing/2014/main" id="{214F969D-2E61-861A-DF32-FA951EDBB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75" y="1198563"/>
            <a:ext cx="6956425" cy="512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A981FD7C-7A2E-6FB1-9405-F718CBDD9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8955948C-2976-4F32-8B39-D2261558B9CF}" type="slidenum">
              <a:rPr lang="en-US" altLang="zh-CN" sz="2000">
                <a:solidFill>
                  <a:schemeClr val="bg2"/>
                </a:solidFill>
              </a:rPr>
              <a:pPr/>
              <a:t>30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F94844C-D6C6-06EB-643C-8E4EEA21B9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158465B-5C55-8C18-6D4B-EF45F6111F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0BAA722E-2BD3-5E30-BEF3-FC8B760731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4" name="Rectangle 5">
            <a:extLst>
              <a:ext uri="{FF2B5EF4-FFF2-40B4-BE49-F238E27FC236}">
                <a16:creationId xmlns:a16="http://schemas.microsoft.com/office/drawing/2014/main" id="{6EF8568A-7380-B102-93D2-807CCF46FF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D8FB976A-51F3-001C-E0AF-0B0B942390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Rectangle 7">
            <a:extLst>
              <a:ext uri="{FF2B5EF4-FFF2-40B4-BE49-F238E27FC236}">
                <a16:creationId xmlns:a16="http://schemas.microsoft.com/office/drawing/2014/main" id="{37693EE8-D82A-1933-E8E3-294A627EB6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Rectangle 8">
            <a:extLst>
              <a:ext uri="{FF2B5EF4-FFF2-40B4-BE49-F238E27FC236}">
                <a16:creationId xmlns:a16="http://schemas.microsoft.com/office/drawing/2014/main" id="{9AB532E4-7132-324F-7E2F-7EE14BCAFD0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Rectangle 9">
            <a:extLst>
              <a:ext uri="{FF2B5EF4-FFF2-40B4-BE49-F238E27FC236}">
                <a16:creationId xmlns:a16="http://schemas.microsoft.com/office/drawing/2014/main" id="{DC517EC0-8737-6AD6-5520-5BAEBDBCD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到达到一个分组的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位的值是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，试问这是第一个分段还是中间的分段，还是最后的分段？我们是否知道这个分组已被分段？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9" name="Rectangle 10">
            <a:extLst>
              <a:ext uri="{FF2B5EF4-FFF2-40B4-BE49-F238E27FC236}">
                <a16:creationId xmlns:a16="http://schemas.microsoft.com/office/drawing/2014/main" id="{402AC702-9064-D43C-F99A-8005F5A11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，这就是说不存在更多的分段，该分段是最后的一个分段。但是我们不能说原来的分组是否已经被分段。没有分段的分组被认为是最后一个分段。</a:t>
            </a:r>
          </a:p>
        </p:txBody>
      </p:sp>
      <p:sp>
        <p:nvSpPr>
          <p:cNvPr id="32780" name="Text Box 11">
            <a:extLst>
              <a:ext uri="{FF2B5EF4-FFF2-40B4-BE49-F238E27FC236}">
                <a16:creationId xmlns:a16="http://schemas.microsoft.com/office/drawing/2014/main" id="{4EC36D60-E7CE-C654-5A6F-776946D5E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7B4BCD0E-D2D2-EE17-F44E-17839AD3C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D227A0CF-F281-44E9-8CDE-C45E9D226151}" type="slidenum">
              <a:rPr lang="en-US" altLang="zh-CN" sz="2000">
                <a:solidFill>
                  <a:schemeClr val="bg2"/>
                </a:solidFill>
              </a:rPr>
              <a:pPr/>
              <a:t>31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72BC63A-E303-FE65-A0B5-EB7E529C03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403CD58-BF62-37C4-22E5-C1CB34426C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7" name="Rectangle 4">
            <a:extLst>
              <a:ext uri="{FF2B5EF4-FFF2-40B4-BE49-F238E27FC236}">
                <a16:creationId xmlns:a16="http://schemas.microsoft.com/office/drawing/2014/main" id="{69E24F17-12F6-5876-3A41-00151CE18B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8" name="Rectangle 5">
            <a:extLst>
              <a:ext uri="{FF2B5EF4-FFF2-40B4-BE49-F238E27FC236}">
                <a16:creationId xmlns:a16="http://schemas.microsoft.com/office/drawing/2014/main" id="{D7A79C8E-699A-0C73-CFD4-35B3C16E05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9" name="Rectangle 6">
            <a:extLst>
              <a:ext uri="{FF2B5EF4-FFF2-40B4-BE49-F238E27FC236}">
                <a16:creationId xmlns:a16="http://schemas.microsoft.com/office/drawing/2014/main" id="{CD5D0798-9F12-5E56-1DBC-E04343A9561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800" name="Rectangle 7">
            <a:extLst>
              <a:ext uri="{FF2B5EF4-FFF2-40B4-BE49-F238E27FC236}">
                <a16:creationId xmlns:a16="http://schemas.microsoft.com/office/drawing/2014/main" id="{4CEE77E9-DE7F-F16F-B717-1F1FF86C5FE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801" name="Rectangle 8">
            <a:extLst>
              <a:ext uri="{FF2B5EF4-FFF2-40B4-BE49-F238E27FC236}">
                <a16:creationId xmlns:a16="http://schemas.microsoft.com/office/drawing/2014/main" id="{40B65623-84AC-A2B4-B063-5DBD6CEC94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802" name="Rectangle 9">
            <a:extLst>
              <a:ext uri="{FF2B5EF4-FFF2-40B4-BE49-F238E27FC236}">
                <a16:creationId xmlns:a16="http://schemas.microsoft.com/office/drawing/2014/main" id="{D70BEC25-0E1F-A365-5609-C70C1DBE0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到达的一个分组的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位的值是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，试问这是第一个分段还是中间的分段，还是最后的分段？我们是否知道这个分组已被分段？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03" name="Rectangle 10">
            <a:extLst>
              <a:ext uri="{FF2B5EF4-FFF2-40B4-BE49-F238E27FC236}">
                <a16:creationId xmlns:a16="http://schemas.microsoft.com/office/drawing/2014/main" id="{B8DFC25F-37CB-3104-16A5-3CE2DBD37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，这就是说至少还有一个分段，这个分段是第一个或中间的分段，而不是最后的分段。但我们不知道它是第一个分段还是中间分段，还需要有更多的信息（分段偏移值）。</a:t>
            </a:r>
          </a:p>
        </p:txBody>
      </p:sp>
      <p:sp>
        <p:nvSpPr>
          <p:cNvPr id="33804" name="Text Box 11">
            <a:extLst>
              <a:ext uri="{FF2B5EF4-FFF2-40B4-BE49-F238E27FC236}">
                <a16:creationId xmlns:a16="http://schemas.microsoft.com/office/drawing/2014/main" id="{EC50D995-FC62-1673-3B27-AD852D3E1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20233D30-1A80-18CD-9484-A1DD4FB51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ACEA84CB-232F-40DF-86CD-3A069B0CCC2F}" type="slidenum">
              <a:rPr lang="en-US" altLang="zh-CN" sz="2000">
                <a:solidFill>
                  <a:schemeClr val="bg2"/>
                </a:solidFill>
              </a:rPr>
              <a:pPr/>
              <a:t>32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FE53EF7-C874-B4C7-2CBE-3869F4A434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856F9399-2073-FCAF-C404-DC4538BD63E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27DE1DDB-7071-C8E6-F074-7A01EB7A03B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3A564879-6209-35AB-481C-839EA4C193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D682054E-F391-38F6-B87D-3146F84CDF5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54D90342-117F-7945-AD28-1ADFB6CE30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5" name="Rectangle 8">
            <a:extLst>
              <a:ext uri="{FF2B5EF4-FFF2-40B4-BE49-F238E27FC236}">
                <a16:creationId xmlns:a16="http://schemas.microsoft.com/office/drawing/2014/main" id="{CCB79B02-C61D-D870-5952-7546A5B350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6" name="Rectangle 9">
            <a:extLst>
              <a:ext uri="{FF2B5EF4-FFF2-40B4-BE49-F238E27FC236}">
                <a16:creationId xmlns:a16="http://schemas.microsoft.com/office/drawing/2014/main" id="{CAB7F2A5-D8B7-9B28-3A22-75A5737BF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49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到达的一个分组的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位的值是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，而偏移值是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，试问</a:t>
            </a:r>
            <a:r>
              <a:rPr lang="zh-CN" altLang="en-US" i="1">
                <a:ea typeface="宋体" panose="02010600030101010101" pitchFamily="2" charset="-122"/>
              </a:rPr>
              <a:t>这是第一个分段还是最后的分段，或是最后的分段？</a:t>
            </a:r>
          </a:p>
        </p:txBody>
      </p:sp>
      <p:sp>
        <p:nvSpPr>
          <p:cNvPr id="34827" name="Rectangle 10">
            <a:extLst>
              <a:ext uri="{FF2B5EF4-FFF2-40B4-BE49-F238E27FC236}">
                <a16:creationId xmlns:a16="http://schemas.microsoft.com/office/drawing/2014/main" id="{97C2641C-877B-2F71-A1B5-01F98F609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因为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位是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，它或是第一个分段或是中间分段。由于偏移值为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，因此它是第一个分段。</a:t>
            </a: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8" name="Text Box 11">
            <a:extLst>
              <a:ext uri="{FF2B5EF4-FFF2-40B4-BE49-F238E27FC236}">
                <a16:creationId xmlns:a16="http://schemas.microsoft.com/office/drawing/2014/main" id="{77B21202-7C96-C0DA-195C-08ADCE8D7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BB91ECFB-D93B-1996-9CAD-1F6C0DC6B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DCFCEEBA-7CE8-44EF-B4CA-4035956DD769}" type="slidenum">
              <a:rPr lang="en-US" altLang="zh-CN" sz="2000">
                <a:solidFill>
                  <a:schemeClr val="bg2"/>
                </a:solidFill>
              </a:rPr>
              <a:pPr/>
              <a:t>33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89B78E4-5B4E-EDF9-EFA4-76826D87D9C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F3207E6-AF9B-152F-64DF-58B2B6220E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7725E0D7-84B7-5338-449C-E546CD880C8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1E287F23-ED96-E3C9-8D84-D89A110E57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104E4201-6B14-2AD4-BFBE-0FA902E83A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8" name="Rectangle 7">
            <a:extLst>
              <a:ext uri="{FF2B5EF4-FFF2-40B4-BE49-F238E27FC236}">
                <a16:creationId xmlns:a16="http://schemas.microsoft.com/office/drawing/2014/main" id="{2B1B2B72-D5AC-D27A-3731-A8B42C6956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9" name="Rectangle 8">
            <a:extLst>
              <a:ext uri="{FF2B5EF4-FFF2-40B4-BE49-F238E27FC236}">
                <a16:creationId xmlns:a16="http://schemas.microsoft.com/office/drawing/2014/main" id="{EE171553-272F-925D-CA3C-E1524C45D05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50" name="Rectangle 9">
            <a:extLst>
              <a:ext uri="{FF2B5EF4-FFF2-40B4-BE49-F238E27FC236}">
                <a16:creationId xmlns:a16="http://schemas.microsoft.com/office/drawing/2014/main" id="{3EDEF9DF-B84A-B510-597C-C50CAAD66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到达的一个分组的偏移值是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，试问第一个字节的编号是什么？我们能知道最后一个分段的编号吗？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51" name="Rectangle 10">
            <a:extLst>
              <a:ext uri="{FF2B5EF4-FFF2-40B4-BE49-F238E27FC236}">
                <a16:creationId xmlns:a16="http://schemas.microsoft.com/office/drawing/2014/main" id="{717F296D-256F-FE27-F6DC-862CD596E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为了求第一个字节的编号，我们将偏移值乘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，这就是说第一个字节的编号是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800.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但我们不能确定最后字节的编号，除非知道数据的长度。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52" name="Text Box 11">
            <a:extLst>
              <a:ext uri="{FF2B5EF4-FFF2-40B4-BE49-F238E27FC236}">
                <a16:creationId xmlns:a16="http://schemas.microsoft.com/office/drawing/2014/main" id="{30E622C7-3596-0EB0-2339-CFADA0898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FD0C4B59-A4A6-EF45-C91C-8E1C9E7DC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C49118A9-1A09-426E-BD45-71C7DEB36A80}" type="slidenum">
              <a:rPr lang="en-US" altLang="zh-CN" sz="2000">
                <a:solidFill>
                  <a:schemeClr val="bg2"/>
                </a:solidFill>
              </a:rPr>
              <a:pPr/>
              <a:t>34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AEAC8E3-182C-50D4-1AE2-0DE6D3775B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1CC4A8A8-CF5D-29DD-4AC9-FD8CC03071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0596D72C-3CD0-EDF8-BC7E-8E1533F6F43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0" name="Rectangle 5">
            <a:extLst>
              <a:ext uri="{FF2B5EF4-FFF2-40B4-BE49-F238E27FC236}">
                <a16:creationId xmlns:a16="http://schemas.microsoft.com/office/drawing/2014/main" id="{948093EE-14E2-CA21-E9F2-BE42F5E4C81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B724931B-FFCF-63DF-D6AA-59F3911C92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40C76B07-6F27-547E-C1F4-227F88C58C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3" name="Rectangle 8">
            <a:extLst>
              <a:ext uri="{FF2B5EF4-FFF2-40B4-BE49-F238E27FC236}">
                <a16:creationId xmlns:a16="http://schemas.microsoft.com/office/drawing/2014/main" id="{21E9A698-A3EA-1246-4E89-46A5F12D7B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4" name="Rectangle 9">
            <a:extLst>
              <a:ext uri="{FF2B5EF4-FFF2-40B4-BE49-F238E27FC236}">
                <a16:creationId xmlns:a16="http://schemas.microsoft.com/office/drawing/2014/main" id="{A128B1A9-08BE-987F-A5EC-8B2F302F9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到达的一个分组的偏移值是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HLEN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字段值为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，总长度字段的值是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。试问第一个字节和最后字节的编号是多少？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5" name="Rectangle 10">
            <a:extLst>
              <a:ext uri="{FF2B5EF4-FFF2-40B4-BE49-F238E27FC236}">
                <a16:creationId xmlns:a16="http://schemas.microsoft.com/office/drawing/2014/main" id="{94BE4475-4359-0397-C36E-950E75F06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第一个字节的编号是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100 × 8 = 800.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总长度是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字节，头部长度是 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20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个字段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(5 × 4), 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这就是说这个数据报有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80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个字节。如果第一个字节的编号是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800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，则最后字节的编号是</a:t>
            </a:r>
            <a:r>
              <a:rPr lang="en-US" altLang="zh-CN" sz="2800" i="1">
                <a:latin typeface="Times" panose="02020603050405020304" pitchFamily="18" charset="0"/>
                <a:ea typeface="宋体" panose="02010600030101010101" pitchFamily="2" charset="-122"/>
              </a:rPr>
              <a:t>879</a:t>
            </a:r>
            <a:r>
              <a:rPr lang="zh-CN" altLang="en-US" sz="2800" i="1">
                <a:latin typeface="Times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i="1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6" name="Text Box 11">
            <a:extLst>
              <a:ext uri="{FF2B5EF4-FFF2-40B4-BE49-F238E27FC236}">
                <a16:creationId xmlns:a16="http://schemas.microsoft.com/office/drawing/2014/main" id="{58CC9245-BAE5-ADCC-FEBE-309ECBF1A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209A936F-4CE6-651B-850D-3BD8DFDDB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51B6EB5C-05B9-49FA-B6B7-3039CBE45808}" type="slidenum">
              <a:rPr lang="en-US" altLang="zh-CN" sz="2000">
                <a:solidFill>
                  <a:schemeClr val="bg2"/>
                </a:solidFill>
              </a:rPr>
              <a:pPr/>
              <a:t>35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22C217C-458B-6FF1-BD18-93A1C830C9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498E15F-D35B-F62D-EFE0-3725E5EC92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7E7A9553-9006-DDD3-40EC-AFBC321E9C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33508506-616B-1EE2-C388-23DC5D8EAE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Rectangle 6">
            <a:extLst>
              <a:ext uri="{FF2B5EF4-FFF2-40B4-BE49-F238E27FC236}">
                <a16:creationId xmlns:a16="http://schemas.microsoft.com/office/drawing/2014/main" id="{CCF10911-D108-6117-F41C-3F283EC9F7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6" name="Rectangle 7">
            <a:extLst>
              <a:ext uri="{FF2B5EF4-FFF2-40B4-BE49-F238E27FC236}">
                <a16:creationId xmlns:a16="http://schemas.microsoft.com/office/drawing/2014/main" id="{CE5C40FD-219F-2AA6-E47D-C84955132C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7" name="Rectangle 8">
            <a:extLst>
              <a:ext uri="{FF2B5EF4-FFF2-40B4-BE49-F238E27FC236}">
                <a16:creationId xmlns:a16="http://schemas.microsoft.com/office/drawing/2014/main" id="{EF242756-78CD-4B77-EE7E-9616E09D677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8" name="Rectangle 9">
            <a:extLst>
              <a:ext uri="{FF2B5EF4-FFF2-40B4-BE49-F238E27FC236}">
                <a16:creationId xmlns:a16="http://schemas.microsoft.com/office/drawing/2014/main" id="{0BB49FF7-D58A-9AEA-9799-28F58060B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20.13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表示了一个对没有选项的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首部计算校验和。首部分成多个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位的部分。将所有这些部分相加，再将得到的和取反码。将其结果插入到校验和字段中。</a:t>
            </a: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70846160-5003-A244-838D-DAF768468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690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 20.10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8CD5999F-CB27-1722-CC77-98240913E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B33844C5-4FAE-43CD-96AE-88EE0E04551D}" type="slidenum">
              <a:rPr lang="en-US" altLang="zh-CN" sz="2000">
                <a:solidFill>
                  <a:schemeClr val="bg2"/>
                </a:solidFill>
              </a:rPr>
              <a:pPr/>
              <a:t>36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8915" name="Line 2">
            <a:extLst>
              <a:ext uri="{FF2B5EF4-FFF2-40B4-BE49-F238E27FC236}">
                <a16:creationId xmlns:a16="http://schemas.microsoft.com/office/drawing/2014/main" id="{9A517B4C-0A77-3870-DBBF-A54E728289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Line 3">
            <a:extLst>
              <a:ext uri="{FF2B5EF4-FFF2-40B4-BE49-F238E27FC236}">
                <a16:creationId xmlns:a16="http://schemas.microsoft.com/office/drawing/2014/main" id="{539958E5-A195-C319-E3B9-B0CD3A611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99A3DDD4-6B3C-52FE-6DBE-592DCDED3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23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20.13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中校验和的计算</a:t>
            </a:r>
          </a:p>
        </p:txBody>
      </p:sp>
      <p:sp>
        <p:nvSpPr>
          <p:cNvPr id="38918" name="Line 5">
            <a:extLst>
              <a:ext uri="{FF2B5EF4-FFF2-40B4-BE49-F238E27FC236}">
                <a16:creationId xmlns:a16="http://schemas.microsoft.com/office/drawing/2014/main" id="{DB9E11F1-BD6B-A7C5-7C87-46D4A42B0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919" name="Picture 6">
            <a:extLst>
              <a:ext uri="{FF2B5EF4-FFF2-40B4-BE49-F238E27FC236}">
                <a16:creationId xmlns:a16="http://schemas.microsoft.com/office/drawing/2014/main" id="{44A6B704-1955-06E9-CED3-7A4EBA5C8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35088"/>
            <a:ext cx="4524375" cy="476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D8D83100-B7F3-C730-A9A9-33E9609AE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9034701D-DC89-4FF0-AB04-5749D0446049}" type="slidenum">
              <a:rPr lang="en-US" altLang="zh-CN" sz="2000">
                <a:solidFill>
                  <a:schemeClr val="bg2"/>
                </a:solidFill>
              </a:rPr>
              <a:pPr/>
              <a:t>37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9939" name="Line 2">
            <a:extLst>
              <a:ext uri="{FF2B5EF4-FFF2-40B4-BE49-F238E27FC236}">
                <a16:creationId xmlns:a16="http://schemas.microsoft.com/office/drawing/2014/main" id="{122B3635-9789-BA13-A550-27A13B71D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Line 3">
            <a:extLst>
              <a:ext uri="{FF2B5EF4-FFF2-40B4-BE49-F238E27FC236}">
                <a16:creationId xmlns:a16="http://schemas.microsoft.com/office/drawing/2014/main" id="{51EE111C-146C-C472-6CC5-F0512B33F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1" name="Text Box 4">
            <a:extLst>
              <a:ext uri="{FF2B5EF4-FFF2-40B4-BE49-F238E27FC236}">
                <a16:creationId xmlns:a16="http://schemas.microsoft.com/office/drawing/2014/main" id="{3427B1B3-6A5E-1022-36BD-DCAD11C12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97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20.14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中选项的种类</a:t>
            </a:r>
          </a:p>
        </p:txBody>
      </p:sp>
      <p:sp>
        <p:nvSpPr>
          <p:cNvPr id="39942" name="Line 5">
            <a:extLst>
              <a:ext uri="{FF2B5EF4-FFF2-40B4-BE49-F238E27FC236}">
                <a16:creationId xmlns:a16="http://schemas.microsoft.com/office/drawing/2014/main" id="{81138571-E6F7-3836-CBB0-E843682FB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9943" name="Picture 6">
            <a:extLst>
              <a:ext uri="{FF2B5EF4-FFF2-40B4-BE49-F238E27FC236}">
                <a16:creationId xmlns:a16="http://schemas.microsoft.com/office/drawing/2014/main" id="{00EFD740-39B9-B36B-96E1-668B643A8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7331075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>
            <a:extLst>
              <a:ext uri="{FF2B5EF4-FFF2-40B4-BE49-F238E27FC236}">
                <a16:creationId xmlns:a16="http://schemas.microsoft.com/office/drawing/2014/main" id="{80CE7CF2-F950-5D1C-61E9-44B336A23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945973CF-BE9C-4A87-A474-CF2F8999A212}" type="slidenum">
              <a:rPr lang="en-US" altLang="zh-CN" sz="2000">
                <a:solidFill>
                  <a:schemeClr val="bg2"/>
                </a:solidFill>
              </a:rPr>
              <a:pPr/>
              <a:t>38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9138" name="Rectangle 2">
            <a:extLst>
              <a:ext uri="{FF2B5EF4-FFF2-40B4-BE49-F238E27FC236}">
                <a16:creationId xmlns:a16="http://schemas.microsoft.com/office/drawing/2014/main" id="{3122F9C2-9850-736A-2914-28F5369C5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59139" name="Text Box 3">
            <a:extLst>
              <a:ext uri="{FF2B5EF4-FFF2-40B4-BE49-F238E27FC236}">
                <a16:creationId xmlns:a16="http://schemas.microsoft.com/office/drawing/2014/main" id="{836E8B8C-8D18-9044-0893-8DF793986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04628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20-3   IPv6</a:t>
            </a:r>
          </a:p>
        </p:txBody>
      </p:sp>
      <p:sp>
        <p:nvSpPr>
          <p:cNvPr id="40965" name="Text Box 4">
            <a:extLst>
              <a:ext uri="{FF2B5EF4-FFF2-40B4-BE49-F238E27FC236}">
                <a16:creationId xmlns:a16="http://schemas.microsoft.com/office/drawing/2014/main" id="{5B37FFC9-32CC-66AD-DD34-59D2F3943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9141" name="Rectangle 5">
            <a:extLst>
              <a:ext uri="{FF2B5EF4-FFF2-40B4-BE49-F238E27FC236}">
                <a16:creationId xmlns:a16="http://schemas.microsoft.com/office/drawing/2014/main" id="{BFDC45CB-1F13-F5B2-086F-B076079FD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816100"/>
            <a:ext cx="8229600" cy="18002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TCP/IP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协议族中的网络层协议现在是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IPv4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。虽然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IPv4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设计地很好，但自从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20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世纪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70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年代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IPv4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问世以来，数据通信已经有了很大的发展。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IPv4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有一些缺点，这使得它对飞速发展的因特网有些不适应。</a:t>
            </a: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6DD4CF55-FE2B-5DD4-8659-2D0E837B3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908550"/>
            <a:ext cx="6705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优点</a:t>
            </a:r>
            <a:b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分组格式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扩展头部</a:t>
            </a:r>
            <a:endParaRPr lang="zh-CN" altLang="en-US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9143" name="Text Box 7">
            <a:extLst>
              <a:ext uri="{FF2B5EF4-FFF2-40B4-BE49-F238E27FC236}">
                <a16:creationId xmlns:a16="http://schemas.microsoft.com/office/drawing/2014/main" id="{4A87816D-7FC8-0621-0D14-42CC67AF2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410075"/>
            <a:ext cx="19621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本节主题：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5A191F56-D976-49D9-1F8B-495F25B303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B86F43C0-32D1-471A-A1F6-F762F0646AD8}" type="slidenum">
              <a:rPr lang="en-US" altLang="zh-CN" sz="2000">
                <a:solidFill>
                  <a:schemeClr val="bg2"/>
                </a:solidFill>
              </a:rPr>
              <a:pPr/>
              <a:t>39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1987" name="Line 2">
            <a:extLst>
              <a:ext uri="{FF2B5EF4-FFF2-40B4-BE49-F238E27FC236}">
                <a16:creationId xmlns:a16="http://schemas.microsoft.com/office/drawing/2014/main" id="{3E57B635-5B3B-095B-3A74-C9F0BE11C8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8" name="Line 3">
            <a:extLst>
              <a:ext uri="{FF2B5EF4-FFF2-40B4-BE49-F238E27FC236}">
                <a16:creationId xmlns:a16="http://schemas.microsoft.com/office/drawing/2014/main" id="{8509D7C4-480F-B04E-0382-966829432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7D489700-4185-A9E4-18DF-390161531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057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20.15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IPv6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数据报头部和有效载荷</a:t>
            </a:r>
          </a:p>
        </p:txBody>
      </p:sp>
      <p:sp>
        <p:nvSpPr>
          <p:cNvPr id="41990" name="Line 5">
            <a:extLst>
              <a:ext uri="{FF2B5EF4-FFF2-40B4-BE49-F238E27FC236}">
                <a16:creationId xmlns:a16="http://schemas.microsoft.com/office/drawing/2014/main" id="{11E88EE4-CBDD-7DBB-1AD2-BE32045E5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991" name="Picture 6">
            <a:extLst>
              <a:ext uri="{FF2B5EF4-FFF2-40B4-BE49-F238E27FC236}">
                <a16:creationId xmlns:a16="http://schemas.microsoft.com/office/drawing/2014/main" id="{CB4AD660-C364-EABA-C5EC-BD4A8C304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7440613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E3CAA161-5000-3AED-B4D4-95AFB8EF8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DB79C2C4-D251-41AB-8E3C-6624A750617B}" type="slidenum">
              <a:rPr lang="en-US" altLang="zh-CN" sz="2000">
                <a:solidFill>
                  <a:schemeClr val="bg2"/>
                </a:solidFill>
              </a:rPr>
              <a:pPr/>
              <a:t>40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3011" name="Line 2">
            <a:extLst>
              <a:ext uri="{FF2B5EF4-FFF2-40B4-BE49-F238E27FC236}">
                <a16:creationId xmlns:a16="http://schemas.microsoft.com/office/drawing/2014/main" id="{E430F13F-6972-B8F0-3A19-10E9C8E16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2" name="Line 3">
            <a:extLst>
              <a:ext uri="{FF2B5EF4-FFF2-40B4-BE49-F238E27FC236}">
                <a16:creationId xmlns:a16="http://schemas.microsoft.com/office/drawing/2014/main" id="{51F02499-16B9-383B-E9DA-C55496E101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39E53152-6975-3441-2AA3-8ADC365F5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397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数据报的格式</a:t>
            </a:r>
          </a:p>
        </p:txBody>
      </p:sp>
      <p:sp>
        <p:nvSpPr>
          <p:cNvPr id="43014" name="Line 5">
            <a:extLst>
              <a:ext uri="{FF2B5EF4-FFF2-40B4-BE49-F238E27FC236}">
                <a16:creationId xmlns:a16="http://schemas.microsoft.com/office/drawing/2014/main" id="{C21469A9-71FD-286C-6ADC-F03CB14B6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3015" name="Picture 6">
            <a:extLst>
              <a:ext uri="{FF2B5EF4-FFF2-40B4-BE49-F238E27FC236}">
                <a16:creationId xmlns:a16="http://schemas.microsoft.com/office/drawing/2014/main" id="{07E749E9-C5AF-E3EA-FAD3-B53CDBC1D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38" y="1292225"/>
            <a:ext cx="6380162" cy="480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>
            <a:extLst>
              <a:ext uri="{FF2B5EF4-FFF2-40B4-BE49-F238E27FC236}">
                <a16:creationId xmlns:a16="http://schemas.microsoft.com/office/drawing/2014/main" id="{B2343B02-E269-406B-7282-9F2C81F2EC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83E1932D-C957-486F-B7B1-AFC33BDFBB06}" type="slidenum">
              <a:rPr lang="en-US" altLang="zh-CN" sz="2000">
                <a:solidFill>
                  <a:schemeClr val="bg2"/>
                </a:solidFill>
              </a:rPr>
              <a:pPr/>
              <a:t>41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4035" name="Text Box 2">
            <a:extLst>
              <a:ext uri="{FF2B5EF4-FFF2-40B4-BE49-F238E27FC236}">
                <a16:creationId xmlns:a16="http://schemas.microsoft.com/office/drawing/2014/main" id="{84EDE425-8788-0BA7-0E52-F2B0776FC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304800"/>
            <a:ext cx="447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的下一个头部的代码</a:t>
            </a:r>
          </a:p>
        </p:txBody>
      </p:sp>
      <p:pic>
        <p:nvPicPr>
          <p:cNvPr id="44036" name="Picture 5">
            <a:extLst>
              <a:ext uri="{FF2B5EF4-FFF2-40B4-BE49-F238E27FC236}">
                <a16:creationId xmlns:a16="http://schemas.microsoft.com/office/drawing/2014/main" id="{78939309-1498-84DA-5BE2-7424FFA4B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685800"/>
            <a:ext cx="5932488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>
            <a:extLst>
              <a:ext uri="{FF2B5EF4-FFF2-40B4-BE49-F238E27FC236}">
                <a16:creationId xmlns:a16="http://schemas.microsoft.com/office/drawing/2014/main" id="{B1243FF2-549E-21FB-4E96-B305BAA33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57C19488-9E69-400B-9E9F-5DCB87AC9CC9}" type="slidenum">
              <a:rPr lang="en-US" altLang="zh-CN" sz="2000">
                <a:solidFill>
                  <a:schemeClr val="bg2"/>
                </a:solidFill>
              </a:rPr>
              <a:pPr/>
              <a:t>42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CDE46947-799A-550D-CE55-F467BD3E8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57200"/>
            <a:ext cx="550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20.7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可进行拥塞控制的通信量的优先级</a:t>
            </a:r>
          </a:p>
        </p:txBody>
      </p:sp>
      <p:pic>
        <p:nvPicPr>
          <p:cNvPr id="45060" name="Picture 4">
            <a:extLst>
              <a:ext uri="{FF2B5EF4-FFF2-40B4-BE49-F238E27FC236}">
                <a16:creationId xmlns:a16="http://schemas.microsoft.com/office/drawing/2014/main" id="{A369E543-5BD4-007D-1965-649463DA8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914400"/>
            <a:ext cx="8189912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>
            <a:extLst>
              <a:ext uri="{FF2B5EF4-FFF2-40B4-BE49-F238E27FC236}">
                <a16:creationId xmlns:a16="http://schemas.microsoft.com/office/drawing/2014/main" id="{80021AA7-A447-B4DC-ED32-06174103C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4D8FCB85-D0F8-434C-87D9-800E5A4EF80C}" type="slidenum">
              <a:rPr lang="en-US" altLang="zh-CN" sz="2000">
                <a:solidFill>
                  <a:schemeClr val="bg2"/>
                </a:solidFill>
              </a:rPr>
              <a:pPr/>
              <a:t>43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6083" name="Text Box 2">
            <a:extLst>
              <a:ext uri="{FF2B5EF4-FFF2-40B4-BE49-F238E27FC236}">
                <a16:creationId xmlns:a16="http://schemas.microsoft.com/office/drawing/2014/main" id="{8CEE123D-60F7-9877-79A3-E0A44788A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762000"/>
            <a:ext cx="5754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20.8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不可进行拥塞控制的通信量的优先级</a:t>
            </a:r>
          </a:p>
        </p:txBody>
      </p:sp>
      <p:pic>
        <p:nvPicPr>
          <p:cNvPr id="46084" name="Picture 5">
            <a:extLst>
              <a:ext uri="{FF2B5EF4-FFF2-40B4-BE49-F238E27FC236}">
                <a16:creationId xmlns:a16="http://schemas.microsoft.com/office/drawing/2014/main" id="{E4DB2E04-74CA-EE54-0066-4F193A327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201738"/>
            <a:ext cx="8629650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>
            <a:extLst>
              <a:ext uri="{FF2B5EF4-FFF2-40B4-BE49-F238E27FC236}">
                <a16:creationId xmlns:a16="http://schemas.microsoft.com/office/drawing/2014/main" id="{3E700191-F52B-83A1-4431-348E73FDB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E3DBC8E9-61D7-4C93-983E-145D825E3392}" type="slidenum">
              <a:rPr lang="en-US" altLang="zh-CN" sz="2000">
                <a:solidFill>
                  <a:schemeClr val="bg2"/>
                </a:solidFill>
              </a:rPr>
              <a:pPr/>
              <a:t>44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4989AD54-71DA-A01A-31E4-26D74E029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57200"/>
            <a:ext cx="4710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20.9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分组头部的比较</a:t>
            </a:r>
          </a:p>
        </p:txBody>
      </p:sp>
      <p:pic>
        <p:nvPicPr>
          <p:cNvPr id="47108" name="Picture 5">
            <a:extLst>
              <a:ext uri="{FF2B5EF4-FFF2-40B4-BE49-F238E27FC236}">
                <a16:creationId xmlns:a16="http://schemas.microsoft.com/office/drawing/2014/main" id="{584F0388-8C7A-328B-615B-72A6F7840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739188" cy="471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1">
            <a:extLst>
              <a:ext uri="{FF2B5EF4-FFF2-40B4-BE49-F238E27FC236}">
                <a16:creationId xmlns:a16="http://schemas.microsoft.com/office/drawing/2014/main" id="{E42365BA-770D-E56C-69AD-1359827901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C85489BC-E3C8-40F4-B641-ED040694F91B}" type="slidenum">
              <a:rPr lang="en-US" altLang="zh-CN" sz="2000">
                <a:solidFill>
                  <a:schemeClr val="bg2"/>
                </a:solidFill>
              </a:rPr>
              <a:pPr/>
              <a:t>45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8131" name="Line 2">
            <a:extLst>
              <a:ext uri="{FF2B5EF4-FFF2-40B4-BE49-F238E27FC236}">
                <a16:creationId xmlns:a16="http://schemas.microsoft.com/office/drawing/2014/main" id="{08B5747D-C873-0643-D797-27C6638CD8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Line 3">
            <a:extLst>
              <a:ext uri="{FF2B5EF4-FFF2-40B4-BE49-F238E27FC236}">
                <a16:creationId xmlns:a16="http://schemas.microsoft.com/office/drawing/2014/main" id="{D9560C5C-11D8-F841-0209-F62ED98BC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A1860F30-E281-845E-C6A8-958AD772E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738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20.17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扩展头部的类型</a:t>
            </a:r>
          </a:p>
        </p:txBody>
      </p:sp>
      <p:sp>
        <p:nvSpPr>
          <p:cNvPr id="48134" name="Line 5">
            <a:extLst>
              <a:ext uri="{FF2B5EF4-FFF2-40B4-BE49-F238E27FC236}">
                <a16:creationId xmlns:a16="http://schemas.microsoft.com/office/drawing/2014/main" id="{FF1166EE-BFA8-329E-22B7-A6A5C19806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8135" name="Picture 6">
            <a:extLst>
              <a:ext uri="{FF2B5EF4-FFF2-40B4-BE49-F238E27FC236}">
                <a16:creationId xmlns:a16="http://schemas.microsoft.com/office/drawing/2014/main" id="{C590D7B7-CC71-C1DA-76E0-C9A147CD6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" y="1828800"/>
            <a:ext cx="6746875" cy="349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1">
            <a:extLst>
              <a:ext uri="{FF2B5EF4-FFF2-40B4-BE49-F238E27FC236}">
                <a16:creationId xmlns:a16="http://schemas.microsoft.com/office/drawing/2014/main" id="{2D43B70B-ECAB-ED26-B6CD-4018333D3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823C5B97-C571-44EE-ADF4-D75F5D8B4C15}" type="slidenum">
              <a:rPr lang="en-US" altLang="zh-CN" sz="2000">
                <a:solidFill>
                  <a:schemeClr val="bg2"/>
                </a:solidFill>
              </a:rPr>
              <a:pPr/>
              <a:t>46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BD5D156C-7247-8543-C05B-D9D292155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537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20.10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选项和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IPv6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扩展头部的比较</a:t>
            </a:r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579CD446-6BE7-0D85-D490-07ED8B356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1009650"/>
            <a:ext cx="8875712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1">
            <a:extLst>
              <a:ext uri="{FF2B5EF4-FFF2-40B4-BE49-F238E27FC236}">
                <a16:creationId xmlns:a16="http://schemas.microsoft.com/office/drawing/2014/main" id="{22E3338E-1620-5FE7-9698-EF2CE22F6B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A28FDA30-A204-44C4-94AB-D9651BA5226E}" type="slidenum">
              <a:rPr lang="en-US" altLang="zh-CN" sz="2000">
                <a:solidFill>
                  <a:schemeClr val="bg2"/>
                </a:solidFill>
              </a:rPr>
              <a:pPr/>
              <a:t>47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60162" name="Rectangle 2">
            <a:extLst>
              <a:ext uri="{FF2B5EF4-FFF2-40B4-BE49-F238E27FC236}">
                <a16:creationId xmlns:a16="http://schemas.microsoft.com/office/drawing/2014/main" id="{4D9F62AC-7FE6-6580-7A98-011B378ED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60163" name="Text Box 3">
            <a:extLst>
              <a:ext uri="{FF2B5EF4-FFF2-40B4-BE49-F238E27FC236}">
                <a16:creationId xmlns:a16="http://schemas.microsoft.com/office/drawing/2014/main" id="{F5B53984-1BBA-0841-8DF8-7A676E5D9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4586288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20-4  IPv4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到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IPv6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的过渡</a:t>
            </a:r>
          </a:p>
        </p:txBody>
      </p:sp>
      <p:sp>
        <p:nvSpPr>
          <p:cNvPr id="50181" name="Text Box 4">
            <a:extLst>
              <a:ext uri="{FF2B5EF4-FFF2-40B4-BE49-F238E27FC236}">
                <a16:creationId xmlns:a16="http://schemas.microsoft.com/office/drawing/2014/main" id="{12282A39-63F3-712F-0ED2-EF1138F33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165" name="Rectangle 5">
            <a:extLst>
              <a:ext uri="{FF2B5EF4-FFF2-40B4-BE49-F238E27FC236}">
                <a16:creationId xmlns:a16="http://schemas.microsoft.com/office/drawing/2014/main" id="{9ECA2C96-6FA7-CE6A-5DF0-ADC603913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739900"/>
            <a:ext cx="8229600" cy="222726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因为因特网上的系统非常多，所以从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IPv4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过渡到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IPv6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不能突然发生。要使每一个在因特网中的系统从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IPv4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过渡到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IPv6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，需要花费相当长的时间。这种过渡必须是平滑的，以防止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IPv4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和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IPv6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系统间出现任何问题。</a:t>
            </a:r>
            <a:endParaRPr lang="en-US" altLang="zh-CN" sz="2800" i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0183" name="Rectangle 6">
            <a:extLst>
              <a:ext uri="{FF2B5EF4-FFF2-40B4-BE49-F238E27FC236}">
                <a16:creationId xmlns:a16="http://schemas.microsoft.com/office/drawing/2014/main" id="{3EEF8F8E-11B5-5598-772C-D0A572893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124450"/>
            <a:ext cx="6705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双协议栈</a:t>
            </a:r>
            <a:b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隧道技术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fr-FR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头部转换</a:t>
            </a:r>
            <a:endParaRPr lang="zh-CN" altLang="en-US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0167" name="Text Box 7">
            <a:extLst>
              <a:ext uri="{FF2B5EF4-FFF2-40B4-BE49-F238E27FC236}">
                <a16:creationId xmlns:a16="http://schemas.microsoft.com/office/drawing/2014/main" id="{7B4D3281-62C1-C3A8-FF44-8F61D7398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625975"/>
            <a:ext cx="19621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本节主题：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1">
            <a:extLst>
              <a:ext uri="{FF2B5EF4-FFF2-40B4-BE49-F238E27FC236}">
                <a16:creationId xmlns:a16="http://schemas.microsoft.com/office/drawing/2014/main" id="{14E124A3-22B5-8B34-04C7-CCC1D99BB2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8E440934-1A01-4B72-B7EA-C379D34E6510}" type="slidenum">
              <a:rPr lang="en-US" altLang="zh-CN" sz="2000">
                <a:solidFill>
                  <a:schemeClr val="bg2"/>
                </a:solidFill>
              </a:rPr>
              <a:pPr/>
              <a:t>48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1203" name="Line 2">
            <a:extLst>
              <a:ext uri="{FF2B5EF4-FFF2-40B4-BE49-F238E27FC236}">
                <a16:creationId xmlns:a16="http://schemas.microsoft.com/office/drawing/2014/main" id="{87C6925F-4C5B-D6BA-5B20-1BA208C47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Line 3">
            <a:extLst>
              <a:ext uri="{FF2B5EF4-FFF2-40B4-BE49-F238E27FC236}">
                <a16:creationId xmlns:a16="http://schemas.microsoft.com/office/drawing/2014/main" id="{3934DE22-AAD6-C5F2-ED6F-A4BF0374E4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5" name="Text Box 4">
            <a:extLst>
              <a:ext uri="{FF2B5EF4-FFF2-40B4-BE49-F238E27FC236}">
                <a16:creationId xmlns:a16="http://schemas.microsoft.com/office/drawing/2014/main" id="{C359E26C-E13E-D00A-68AF-CDB682E1C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484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20.18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三种过度策略</a:t>
            </a:r>
          </a:p>
        </p:txBody>
      </p:sp>
      <p:sp>
        <p:nvSpPr>
          <p:cNvPr id="51206" name="Line 5">
            <a:extLst>
              <a:ext uri="{FF2B5EF4-FFF2-40B4-BE49-F238E27FC236}">
                <a16:creationId xmlns:a16="http://schemas.microsoft.com/office/drawing/2014/main" id="{EFD6A3ED-590A-63EA-14A3-503355142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07" name="Picture 6">
            <a:extLst>
              <a:ext uri="{FF2B5EF4-FFF2-40B4-BE49-F238E27FC236}">
                <a16:creationId xmlns:a16="http://schemas.microsoft.com/office/drawing/2014/main" id="{25CBB440-B752-389F-8AF3-AB51F0862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16163"/>
            <a:ext cx="6929438" cy="210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1">
            <a:extLst>
              <a:ext uri="{FF2B5EF4-FFF2-40B4-BE49-F238E27FC236}">
                <a16:creationId xmlns:a16="http://schemas.microsoft.com/office/drawing/2014/main" id="{C6F09374-898D-1400-EB37-F14435B95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BC2BBA02-888A-4D70-81B1-04EFA6594D55}" type="slidenum">
              <a:rPr lang="en-US" altLang="zh-CN" sz="2000">
                <a:solidFill>
                  <a:schemeClr val="bg2"/>
                </a:solidFill>
              </a:rPr>
              <a:pPr/>
              <a:t>49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2227" name="Line 2">
            <a:extLst>
              <a:ext uri="{FF2B5EF4-FFF2-40B4-BE49-F238E27FC236}">
                <a16:creationId xmlns:a16="http://schemas.microsoft.com/office/drawing/2014/main" id="{CB8ABF00-D2CF-74AD-2E63-DF732B31C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Line 3">
            <a:extLst>
              <a:ext uri="{FF2B5EF4-FFF2-40B4-BE49-F238E27FC236}">
                <a16:creationId xmlns:a16="http://schemas.microsoft.com/office/drawing/2014/main" id="{4DDD812C-7DA6-3D44-EA5A-1D1A75648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9" name="Text Box 4">
            <a:extLst>
              <a:ext uri="{FF2B5EF4-FFF2-40B4-BE49-F238E27FC236}">
                <a16:creationId xmlns:a16="http://schemas.microsoft.com/office/drawing/2014/main" id="{B5F8546A-72D1-4655-9B3D-562446627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0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20.19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双协议栈</a:t>
            </a:r>
          </a:p>
        </p:txBody>
      </p:sp>
      <p:sp>
        <p:nvSpPr>
          <p:cNvPr id="52230" name="Line 5">
            <a:extLst>
              <a:ext uri="{FF2B5EF4-FFF2-40B4-BE49-F238E27FC236}">
                <a16:creationId xmlns:a16="http://schemas.microsoft.com/office/drawing/2014/main" id="{08051EEA-4E39-5849-17CA-79415AF1A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2231" name="Picture 6">
            <a:extLst>
              <a:ext uri="{FF2B5EF4-FFF2-40B4-BE49-F238E27FC236}">
                <a16:creationId xmlns:a16="http://schemas.microsoft.com/office/drawing/2014/main" id="{BBDDE9FD-C569-6279-4EFF-16FE8306B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39913"/>
            <a:ext cx="8034338" cy="387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>
            <a:extLst>
              <a:ext uri="{FF2B5EF4-FFF2-40B4-BE49-F238E27FC236}">
                <a16:creationId xmlns:a16="http://schemas.microsoft.com/office/drawing/2014/main" id="{87EA990F-6BDA-86B3-7138-94E4A4158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DBE81ED0-2E2E-4FB7-81D2-CB98D8CD57AA}" type="slidenum">
              <a:rPr lang="en-US" altLang="zh-CN" sz="2000">
                <a:solidFill>
                  <a:schemeClr val="bg2"/>
                </a:solidFill>
              </a:rPr>
              <a:pPr/>
              <a:t>50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3251" name="Line 2">
            <a:extLst>
              <a:ext uri="{FF2B5EF4-FFF2-40B4-BE49-F238E27FC236}">
                <a16:creationId xmlns:a16="http://schemas.microsoft.com/office/drawing/2014/main" id="{9F759EFF-BC91-8E6E-A513-1A0874F41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2" name="Line 3">
            <a:extLst>
              <a:ext uri="{FF2B5EF4-FFF2-40B4-BE49-F238E27FC236}">
                <a16:creationId xmlns:a16="http://schemas.microsoft.com/office/drawing/2014/main" id="{BC436560-D86B-33F9-248B-28CDE4AB2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3" name="Text Box 4">
            <a:extLst>
              <a:ext uri="{FF2B5EF4-FFF2-40B4-BE49-F238E27FC236}">
                <a16:creationId xmlns:a16="http://schemas.microsoft.com/office/drawing/2014/main" id="{CC771227-5413-C1A9-1465-310F908D4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76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20.20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隧道策略</a:t>
            </a:r>
          </a:p>
        </p:txBody>
      </p:sp>
      <p:sp>
        <p:nvSpPr>
          <p:cNvPr id="53254" name="Line 5">
            <a:extLst>
              <a:ext uri="{FF2B5EF4-FFF2-40B4-BE49-F238E27FC236}">
                <a16:creationId xmlns:a16="http://schemas.microsoft.com/office/drawing/2014/main" id="{4EA88830-6FD0-FC30-7F44-E7B24332A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3255" name="Picture 6">
            <a:extLst>
              <a:ext uri="{FF2B5EF4-FFF2-40B4-BE49-F238E27FC236}">
                <a16:creationId xmlns:a16="http://schemas.microsoft.com/office/drawing/2014/main" id="{D039A015-36F8-7983-2C51-FC5630668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2133600"/>
            <a:ext cx="8355012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1">
            <a:extLst>
              <a:ext uri="{FF2B5EF4-FFF2-40B4-BE49-F238E27FC236}">
                <a16:creationId xmlns:a16="http://schemas.microsoft.com/office/drawing/2014/main" id="{1C50ED64-91A8-3731-B6BF-D2439AB36B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EC270C4E-068C-431C-B9C9-0F85F6C33033}" type="slidenum">
              <a:rPr lang="en-US" altLang="zh-CN" sz="2000">
                <a:solidFill>
                  <a:schemeClr val="bg2"/>
                </a:solidFill>
              </a:rPr>
              <a:pPr/>
              <a:t>51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4275" name="Line 2">
            <a:extLst>
              <a:ext uri="{FF2B5EF4-FFF2-40B4-BE49-F238E27FC236}">
                <a16:creationId xmlns:a16="http://schemas.microsoft.com/office/drawing/2014/main" id="{EBDE984C-B3E6-82AB-A1E3-4E56C1261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Line 3">
            <a:extLst>
              <a:ext uri="{FF2B5EF4-FFF2-40B4-BE49-F238E27FC236}">
                <a16:creationId xmlns:a16="http://schemas.microsoft.com/office/drawing/2014/main" id="{AB5AF4A7-5615-BEC0-5504-0E6B67EBC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7" name="Text Box 4">
            <a:extLst>
              <a:ext uri="{FF2B5EF4-FFF2-40B4-BE49-F238E27FC236}">
                <a16:creationId xmlns:a16="http://schemas.microsoft.com/office/drawing/2014/main" id="{0FE14A77-F726-465F-1A53-9E857BFD9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484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20.21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头部转换策略</a:t>
            </a:r>
          </a:p>
        </p:txBody>
      </p:sp>
      <p:sp>
        <p:nvSpPr>
          <p:cNvPr id="54278" name="Line 5">
            <a:extLst>
              <a:ext uri="{FF2B5EF4-FFF2-40B4-BE49-F238E27FC236}">
                <a16:creationId xmlns:a16="http://schemas.microsoft.com/office/drawing/2014/main" id="{8EAFF77E-404A-5729-125F-2B88DCBEB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4279" name="Picture 6">
            <a:extLst>
              <a:ext uri="{FF2B5EF4-FFF2-40B4-BE49-F238E27FC236}">
                <a16:creationId xmlns:a16="http://schemas.microsoft.com/office/drawing/2014/main" id="{3FDAD87A-B159-B4CA-03AE-0D7BDCCA2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2611438"/>
            <a:ext cx="8355012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1">
            <a:extLst>
              <a:ext uri="{FF2B5EF4-FFF2-40B4-BE49-F238E27FC236}">
                <a16:creationId xmlns:a16="http://schemas.microsoft.com/office/drawing/2014/main" id="{20E6DFE6-F006-B859-706E-4C05FC69A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20.</a:t>
            </a:r>
            <a:fld id="{72F83B8B-0A7E-4124-8F9C-EEDEA348882A}" type="slidenum">
              <a:rPr lang="en-US" altLang="zh-CN" sz="2000">
                <a:solidFill>
                  <a:schemeClr val="bg2"/>
                </a:solidFill>
              </a:rPr>
              <a:pPr/>
              <a:t>52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5299" name="Text Box 2">
            <a:extLst>
              <a:ext uri="{FF2B5EF4-FFF2-40B4-BE49-F238E27FC236}">
                <a16:creationId xmlns:a16="http://schemas.microsoft.com/office/drawing/2014/main" id="{F5E47591-0959-53DA-77E7-E1B27030B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33400"/>
            <a:ext cx="285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20.11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头部转换</a:t>
            </a:r>
          </a:p>
        </p:txBody>
      </p:sp>
      <p:pic>
        <p:nvPicPr>
          <p:cNvPr id="55300" name="Picture 4">
            <a:extLst>
              <a:ext uri="{FF2B5EF4-FFF2-40B4-BE49-F238E27FC236}">
                <a16:creationId xmlns:a16="http://schemas.microsoft.com/office/drawing/2014/main" id="{4389C4B2-F5A6-8F1E-BA8A-22E9E1AB9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8839200" cy="386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2895</TotalTime>
  <Words>1427</Words>
  <Application>Microsoft Office PowerPoint</Application>
  <PresentationFormat>全屏显示(4:3)</PresentationFormat>
  <Paragraphs>212</Paragraphs>
  <Slides>52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0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173</cp:revision>
  <dcterms:created xsi:type="dcterms:W3CDTF">2000-01-15T04:50:39Z</dcterms:created>
  <dcterms:modified xsi:type="dcterms:W3CDTF">2026-06-02T07:12:16Z</dcterms:modified>
</cp:coreProperties>
</file>