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85"/>
  </p:notesMasterIdLst>
  <p:sldIdLst>
    <p:sldId id="816" r:id="rId2"/>
    <p:sldId id="535" r:id="rId3"/>
    <p:sldId id="748" r:id="rId4"/>
    <p:sldId id="819" r:id="rId5"/>
    <p:sldId id="749" r:id="rId6"/>
    <p:sldId id="817" r:id="rId7"/>
    <p:sldId id="818" r:id="rId8"/>
    <p:sldId id="800" r:id="rId9"/>
    <p:sldId id="783" r:id="rId10"/>
    <p:sldId id="801" r:id="rId11"/>
    <p:sldId id="820" r:id="rId12"/>
    <p:sldId id="821" r:id="rId13"/>
    <p:sldId id="750" r:id="rId14"/>
    <p:sldId id="802" r:id="rId15"/>
    <p:sldId id="751" r:id="rId16"/>
    <p:sldId id="752" r:id="rId17"/>
    <p:sldId id="753" r:id="rId18"/>
    <p:sldId id="784" r:id="rId19"/>
    <p:sldId id="803" r:id="rId20"/>
    <p:sldId id="754" r:id="rId21"/>
    <p:sldId id="822" r:id="rId22"/>
    <p:sldId id="755" r:id="rId23"/>
    <p:sldId id="787" r:id="rId24"/>
    <p:sldId id="788" r:id="rId25"/>
    <p:sldId id="789" r:id="rId26"/>
    <p:sldId id="823" r:id="rId27"/>
    <p:sldId id="756" r:id="rId28"/>
    <p:sldId id="824" r:id="rId29"/>
    <p:sldId id="790" r:id="rId30"/>
    <p:sldId id="757" r:id="rId31"/>
    <p:sldId id="758" r:id="rId32"/>
    <p:sldId id="825" r:id="rId33"/>
    <p:sldId id="759" r:id="rId34"/>
    <p:sldId id="826" r:id="rId35"/>
    <p:sldId id="760" r:id="rId36"/>
    <p:sldId id="798" r:id="rId37"/>
    <p:sldId id="791" r:id="rId38"/>
    <p:sldId id="761" r:id="rId39"/>
    <p:sldId id="762" r:id="rId40"/>
    <p:sldId id="799" r:id="rId41"/>
    <p:sldId id="804" r:id="rId42"/>
    <p:sldId id="764" r:id="rId43"/>
    <p:sldId id="765" r:id="rId44"/>
    <p:sldId id="766" r:id="rId45"/>
    <p:sldId id="792" r:id="rId46"/>
    <p:sldId id="767" r:id="rId47"/>
    <p:sldId id="793" r:id="rId48"/>
    <p:sldId id="746" r:id="rId49"/>
    <p:sldId id="768" r:id="rId50"/>
    <p:sldId id="769" r:id="rId51"/>
    <p:sldId id="794" r:id="rId52"/>
    <p:sldId id="770" r:id="rId53"/>
    <p:sldId id="805" r:id="rId54"/>
    <p:sldId id="771" r:id="rId55"/>
    <p:sldId id="806" r:id="rId56"/>
    <p:sldId id="772" r:id="rId57"/>
    <p:sldId id="807" r:id="rId58"/>
    <p:sldId id="808" r:id="rId59"/>
    <p:sldId id="809" r:id="rId60"/>
    <p:sldId id="810" r:id="rId61"/>
    <p:sldId id="814" r:id="rId62"/>
    <p:sldId id="827" r:id="rId63"/>
    <p:sldId id="811" r:id="rId64"/>
    <p:sldId id="812" r:id="rId65"/>
    <p:sldId id="828" r:id="rId66"/>
    <p:sldId id="813" r:id="rId67"/>
    <p:sldId id="829" r:id="rId68"/>
    <p:sldId id="774" r:id="rId69"/>
    <p:sldId id="815" r:id="rId70"/>
    <p:sldId id="830" r:id="rId71"/>
    <p:sldId id="775" r:id="rId72"/>
    <p:sldId id="776" r:id="rId73"/>
    <p:sldId id="777" r:id="rId74"/>
    <p:sldId id="747" r:id="rId75"/>
    <p:sldId id="778" r:id="rId76"/>
    <p:sldId id="779" r:id="rId77"/>
    <p:sldId id="780" r:id="rId78"/>
    <p:sldId id="795" r:id="rId79"/>
    <p:sldId id="796" r:id="rId80"/>
    <p:sldId id="781" r:id="rId81"/>
    <p:sldId id="797" r:id="rId82"/>
    <p:sldId id="782" r:id="rId83"/>
    <p:sldId id="831" r:id="rId84"/>
  </p:sldIdLst>
  <p:sldSz cx="9144000" cy="6858000" type="screen4x3"/>
  <p:notesSz cx="6858000" cy="9144000"/>
  <p:defaultTextStyle>
    <a:defPPr>
      <a:defRPr lang="en-US"/>
    </a:defPPr>
    <a:lvl1pPr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kern="1200" baseline="-140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baseline="-140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baseline="-140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baseline="-140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baseline="-14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660066"/>
    <a:srgbClr val="00CC00"/>
    <a:srgbClr val="996633"/>
    <a:srgbClr val="66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94680" autoAdjust="0"/>
  </p:normalViewPr>
  <p:slideViewPr>
    <p:cSldViewPr>
      <p:cViewPr varScale="1">
        <p:scale>
          <a:sx n="82" d="100"/>
          <a:sy n="82" d="100"/>
        </p:scale>
        <p:origin x="1334" y="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9794" name="Rectangle 2">
            <a:extLst>
              <a:ext uri="{FF2B5EF4-FFF2-40B4-BE49-F238E27FC236}">
                <a16:creationId xmlns:a16="http://schemas.microsoft.com/office/drawing/2014/main" id="{4AAF721D-F8CA-4EE6-AD8D-0E21DF4B1CC7}"/>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aseline="0"/>
            </a:lvl1pPr>
          </a:lstStyle>
          <a:p>
            <a:pPr>
              <a:defRPr/>
            </a:pPr>
            <a:endParaRPr lang="en-US" altLang="zh-CN"/>
          </a:p>
        </p:txBody>
      </p:sp>
      <p:sp>
        <p:nvSpPr>
          <p:cNvPr id="929795" name="Rectangle 3">
            <a:extLst>
              <a:ext uri="{FF2B5EF4-FFF2-40B4-BE49-F238E27FC236}">
                <a16:creationId xmlns:a16="http://schemas.microsoft.com/office/drawing/2014/main" id="{14B22878-FBB3-4060-A9ED-3C1D634DE315}"/>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aseline="0"/>
            </a:lvl1pPr>
          </a:lstStyle>
          <a:p>
            <a:pPr>
              <a:defRPr/>
            </a:pPr>
            <a:endParaRPr lang="en-US" altLang="zh-CN"/>
          </a:p>
        </p:txBody>
      </p:sp>
      <p:sp>
        <p:nvSpPr>
          <p:cNvPr id="3076" name="Rectangle 4">
            <a:extLst>
              <a:ext uri="{FF2B5EF4-FFF2-40B4-BE49-F238E27FC236}">
                <a16:creationId xmlns:a16="http://schemas.microsoft.com/office/drawing/2014/main" id="{5B57F385-0560-4F9C-FB1E-D029A6ECA2A8}"/>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9797" name="Rectangle 5">
            <a:extLst>
              <a:ext uri="{FF2B5EF4-FFF2-40B4-BE49-F238E27FC236}">
                <a16:creationId xmlns:a16="http://schemas.microsoft.com/office/drawing/2014/main" id="{54CBD130-1133-4309-8D70-4CEA483D36CA}"/>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29798" name="Rectangle 6">
            <a:extLst>
              <a:ext uri="{FF2B5EF4-FFF2-40B4-BE49-F238E27FC236}">
                <a16:creationId xmlns:a16="http://schemas.microsoft.com/office/drawing/2014/main" id="{6AD7B59F-23AD-46B2-ACC8-CB9FB7D76C6C}"/>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aseline="0"/>
            </a:lvl1pPr>
          </a:lstStyle>
          <a:p>
            <a:pPr>
              <a:defRPr/>
            </a:pPr>
            <a:endParaRPr lang="en-US" altLang="zh-CN"/>
          </a:p>
        </p:txBody>
      </p:sp>
      <p:sp>
        <p:nvSpPr>
          <p:cNvPr id="929799" name="Rectangle 7">
            <a:extLst>
              <a:ext uri="{FF2B5EF4-FFF2-40B4-BE49-F238E27FC236}">
                <a16:creationId xmlns:a16="http://schemas.microsoft.com/office/drawing/2014/main" id="{EBF9D864-3659-4D79-B091-8D8B50A0799B}"/>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aseline="0"/>
            </a:lvl1pPr>
          </a:lstStyle>
          <a:p>
            <a:fld id="{53D7DD91-80AF-48C5-98D7-DBA46FA49C45}"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809DDA9D-85B2-66F6-97F5-E53FB6632FE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2B4067D-741E-4721-9173-4A86F1E77D6C}" type="slidenum">
              <a:rPr lang="en-US" altLang="zh-CN" sz="1200" baseline="0"/>
              <a:pPr/>
              <a:t>1</a:t>
            </a:fld>
            <a:endParaRPr lang="en-US" altLang="zh-CN" sz="1200" baseline="0"/>
          </a:p>
        </p:txBody>
      </p:sp>
      <p:sp>
        <p:nvSpPr>
          <p:cNvPr id="5123" name="Rectangle 2">
            <a:extLst>
              <a:ext uri="{FF2B5EF4-FFF2-40B4-BE49-F238E27FC236}">
                <a16:creationId xmlns:a16="http://schemas.microsoft.com/office/drawing/2014/main" id="{6440A318-E3E9-79A8-E025-29E129E8A7C7}"/>
              </a:ext>
            </a:extLst>
          </p:cNvPr>
          <p:cNvSpPr>
            <a:spLocks noRot="1" noChangeArrowheads="1" noTextEdit="1"/>
          </p:cNvSpPr>
          <p:nvPr>
            <p:ph type="sldImg"/>
          </p:nvPr>
        </p:nvSpPr>
        <p:spPr>
          <a:ln/>
        </p:spPr>
      </p:sp>
      <p:sp>
        <p:nvSpPr>
          <p:cNvPr id="5124" name="Rectangle 3">
            <a:extLst>
              <a:ext uri="{FF2B5EF4-FFF2-40B4-BE49-F238E27FC236}">
                <a16:creationId xmlns:a16="http://schemas.microsoft.com/office/drawing/2014/main" id="{5F405B7F-8FBE-5FD5-981B-67EA7C7922B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24BB7056-BEAB-2D89-E054-FBBB555CE2B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07DBDD6-B35F-4A72-8CCD-430BE4E4C8E1}" type="slidenum">
              <a:rPr lang="en-US" altLang="zh-CN" sz="1200" baseline="0"/>
              <a:pPr/>
              <a:t>2</a:t>
            </a:fld>
            <a:endParaRPr lang="en-US" altLang="zh-CN" sz="1200" baseline="0"/>
          </a:p>
        </p:txBody>
      </p:sp>
      <p:sp>
        <p:nvSpPr>
          <p:cNvPr id="7171" name="Rectangle 2">
            <a:extLst>
              <a:ext uri="{FF2B5EF4-FFF2-40B4-BE49-F238E27FC236}">
                <a16:creationId xmlns:a16="http://schemas.microsoft.com/office/drawing/2014/main" id="{821BECA4-69A3-9107-ED15-13B424EDC3F4}"/>
              </a:ext>
            </a:extLst>
          </p:cNvPr>
          <p:cNvSpPr>
            <a:spLocks noRot="1" noChangeArrowheads="1" noTextEdit="1"/>
          </p:cNvSpPr>
          <p:nvPr>
            <p:ph type="sldImg"/>
          </p:nvPr>
        </p:nvSpPr>
        <p:spPr>
          <a:ln/>
        </p:spPr>
      </p:sp>
      <p:sp>
        <p:nvSpPr>
          <p:cNvPr id="7172" name="Rectangle 3">
            <a:extLst>
              <a:ext uri="{FF2B5EF4-FFF2-40B4-BE49-F238E27FC236}">
                <a16:creationId xmlns:a16="http://schemas.microsoft.com/office/drawing/2014/main" id="{AE13D96E-406B-871B-2EF7-CB686A8196D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75179CD9-1728-BFBE-9741-E9BB1F5030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F9A4112-3433-445E-BF65-4303A8230E70}" type="slidenum">
              <a:rPr lang="en-US" altLang="zh-CN" sz="1200" baseline="0"/>
              <a:pPr/>
              <a:t>3</a:t>
            </a:fld>
            <a:endParaRPr lang="en-US" altLang="zh-CN" sz="1200" baseline="0"/>
          </a:p>
        </p:txBody>
      </p:sp>
      <p:sp>
        <p:nvSpPr>
          <p:cNvPr id="9219" name="Rectangle 2">
            <a:extLst>
              <a:ext uri="{FF2B5EF4-FFF2-40B4-BE49-F238E27FC236}">
                <a16:creationId xmlns:a16="http://schemas.microsoft.com/office/drawing/2014/main" id="{8F2EEBCD-03B0-728C-5CDB-5F42D3D8F6AD}"/>
              </a:ext>
            </a:extLst>
          </p:cNvPr>
          <p:cNvSpPr>
            <a:spLocks noRot="1" noChangeArrowheads="1" noTextEdit="1"/>
          </p:cNvSpPr>
          <p:nvPr>
            <p:ph type="sldImg"/>
          </p:nvPr>
        </p:nvSpPr>
        <p:spPr>
          <a:ln/>
        </p:spPr>
      </p:sp>
      <p:sp>
        <p:nvSpPr>
          <p:cNvPr id="9220" name="Rectangle 3">
            <a:extLst>
              <a:ext uri="{FF2B5EF4-FFF2-40B4-BE49-F238E27FC236}">
                <a16:creationId xmlns:a16="http://schemas.microsoft.com/office/drawing/2014/main" id="{41E24DF7-4C09-95AD-7A1A-37E631CB6C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6CE4513A-6DDC-BE61-42FD-7EA9ABF95B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C75BA5C-FF7A-465B-823F-DBDB11FE064E}" type="slidenum">
              <a:rPr lang="en-US" altLang="zh-CN" sz="1200" baseline="0"/>
              <a:pPr/>
              <a:t>5</a:t>
            </a:fld>
            <a:endParaRPr lang="en-US" altLang="zh-CN" sz="1200" baseline="0"/>
          </a:p>
        </p:txBody>
      </p:sp>
      <p:sp>
        <p:nvSpPr>
          <p:cNvPr id="12291" name="Rectangle 2">
            <a:extLst>
              <a:ext uri="{FF2B5EF4-FFF2-40B4-BE49-F238E27FC236}">
                <a16:creationId xmlns:a16="http://schemas.microsoft.com/office/drawing/2014/main" id="{9B977764-837E-7C20-9C62-7DC0AC285BCF}"/>
              </a:ext>
            </a:extLst>
          </p:cNvPr>
          <p:cNvSpPr>
            <a:spLocks noRot="1" noChangeArrowheads="1" noTextEdit="1"/>
          </p:cNvSpPr>
          <p:nvPr>
            <p:ph type="sldImg"/>
          </p:nvPr>
        </p:nvSpPr>
        <p:spPr>
          <a:ln/>
        </p:spPr>
      </p:sp>
      <p:sp>
        <p:nvSpPr>
          <p:cNvPr id="12292" name="Rectangle 3">
            <a:extLst>
              <a:ext uri="{FF2B5EF4-FFF2-40B4-BE49-F238E27FC236}">
                <a16:creationId xmlns:a16="http://schemas.microsoft.com/office/drawing/2014/main" id="{BA5B9301-AEDB-5690-9CAD-60EAF5C3038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865D47C5-6F63-523E-2B80-5EFEAF442E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ED53773F-4814-4D91-9696-7737F365BEB9}" type="slidenum">
              <a:rPr lang="en-US" altLang="zh-CN" sz="1200" baseline="0"/>
              <a:pPr/>
              <a:t>8</a:t>
            </a:fld>
            <a:endParaRPr lang="en-US" altLang="zh-CN" sz="1200" baseline="0"/>
          </a:p>
        </p:txBody>
      </p:sp>
      <p:sp>
        <p:nvSpPr>
          <p:cNvPr id="16387" name="Rectangle 2">
            <a:extLst>
              <a:ext uri="{FF2B5EF4-FFF2-40B4-BE49-F238E27FC236}">
                <a16:creationId xmlns:a16="http://schemas.microsoft.com/office/drawing/2014/main" id="{94A68EEC-E623-050D-A4CB-8FC0A354B2A2}"/>
              </a:ext>
            </a:extLst>
          </p:cNvPr>
          <p:cNvSpPr>
            <a:spLocks noRot="1" noChangeArrowheads="1" noTextEdit="1"/>
          </p:cNvSpPr>
          <p:nvPr>
            <p:ph type="sldImg"/>
          </p:nvPr>
        </p:nvSpPr>
        <p:spPr>
          <a:ln/>
        </p:spPr>
      </p:sp>
      <p:sp>
        <p:nvSpPr>
          <p:cNvPr id="16388" name="Rectangle 3">
            <a:extLst>
              <a:ext uri="{FF2B5EF4-FFF2-40B4-BE49-F238E27FC236}">
                <a16:creationId xmlns:a16="http://schemas.microsoft.com/office/drawing/2014/main" id="{5B288543-A0C2-AD8B-17FA-4490AF21EB4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3F2BFB4-A4E9-4F15-871E-47C5CE4C30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5D68972-5C36-44EF-B4C2-58EC4789A37B}" type="slidenum">
              <a:rPr lang="en-US" altLang="zh-CN" sz="1200" baseline="0"/>
              <a:pPr/>
              <a:t>9</a:t>
            </a:fld>
            <a:endParaRPr lang="en-US" altLang="zh-CN" sz="1200" baseline="0"/>
          </a:p>
        </p:txBody>
      </p:sp>
      <p:sp>
        <p:nvSpPr>
          <p:cNvPr id="18435" name="Rectangle 2">
            <a:extLst>
              <a:ext uri="{FF2B5EF4-FFF2-40B4-BE49-F238E27FC236}">
                <a16:creationId xmlns:a16="http://schemas.microsoft.com/office/drawing/2014/main" id="{CAD4587D-BB58-8816-EBD1-80253382179C}"/>
              </a:ext>
            </a:extLst>
          </p:cNvPr>
          <p:cNvSpPr>
            <a:spLocks noRot="1" noChangeArrowheads="1" noTextEdit="1"/>
          </p:cNvSpPr>
          <p:nvPr>
            <p:ph type="sldImg"/>
          </p:nvPr>
        </p:nvSpPr>
        <p:spPr>
          <a:ln/>
        </p:spPr>
      </p:sp>
      <p:sp>
        <p:nvSpPr>
          <p:cNvPr id="18436" name="Rectangle 3">
            <a:extLst>
              <a:ext uri="{FF2B5EF4-FFF2-40B4-BE49-F238E27FC236}">
                <a16:creationId xmlns:a16="http://schemas.microsoft.com/office/drawing/2014/main" id="{64BD1C91-069E-311F-5735-5AFAA0D5D9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957F09D2-0535-BF26-985C-79A603BEB9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BB8A980-E0D9-4C8B-834D-64B3C50211C8}" type="slidenum">
              <a:rPr lang="en-US" altLang="zh-CN" sz="1200" baseline="0"/>
              <a:pPr/>
              <a:t>10</a:t>
            </a:fld>
            <a:endParaRPr lang="en-US" altLang="zh-CN" sz="1200" baseline="0"/>
          </a:p>
        </p:txBody>
      </p:sp>
      <p:sp>
        <p:nvSpPr>
          <p:cNvPr id="20483" name="Rectangle 2">
            <a:extLst>
              <a:ext uri="{FF2B5EF4-FFF2-40B4-BE49-F238E27FC236}">
                <a16:creationId xmlns:a16="http://schemas.microsoft.com/office/drawing/2014/main" id="{B325CAED-A55D-39A2-7805-5E5777C28289}"/>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7B165E17-55B8-C98F-9EF3-6C8600408F9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D11161FA-8FD9-9554-B897-7BB1E4B2C5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E7C484F1-110D-4B46-8D2D-1B6CF55EAAED}" type="slidenum">
              <a:rPr lang="en-US" altLang="zh-CN" sz="1200" baseline="0"/>
              <a:pPr/>
              <a:t>13</a:t>
            </a:fld>
            <a:endParaRPr lang="en-US" altLang="zh-CN" sz="1200" baseline="0"/>
          </a:p>
        </p:txBody>
      </p:sp>
      <p:sp>
        <p:nvSpPr>
          <p:cNvPr id="24579" name="Rectangle 2">
            <a:extLst>
              <a:ext uri="{FF2B5EF4-FFF2-40B4-BE49-F238E27FC236}">
                <a16:creationId xmlns:a16="http://schemas.microsoft.com/office/drawing/2014/main" id="{132EC20E-780E-4984-A17C-C2B5ED7DEF76}"/>
              </a:ext>
            </a:extLst>
          </p:cNvPr>
          <p:cNvSpPr>
            <a:spLocks noRot="1" noChangeArrowheads="1" noTextEdit="1"/>
          </p:cNvSpPr>
          <p:nvPr>
            <p:ph type="sldImg"/>
          </p:nvPr>
        </p:nvSpPr>
        <p:spPr>
          <a:ln/>
        </p:spPr>
      </p:sp>
      <p:sp>
        <p:nvSpPr>
          <p:cNvPr id="24580" name="Rectangle 3">
            <a:extLst>
              <a:ext uri="{FF2B5EF4-FFF2-40B4-BE49-F238E27FC236}">
                <a16:creationId xmlns:a16="http://schemas.microsoft.com/office/drawing/2014/main" id="{627A6874-85B4-251B-E22A-A2E9412D1A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F5C2604-3185-1178-9C7C-4DDD692000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969F418-774E-4A8D-BA35-9BD981B4C13B}" type="slidenum">
              <a:rPr lang="en-US" altLang="zh-CN" sz="1200" baseline="0"/>
              <a:pPr/>
              <a:t>14</a:t>
            </a:fld>
            <a:endParaRPr lang="en-US" altLang="zh-CN" sz="1200" baseline="0"/>
          </a:p>
        </p:txBody>
      </p:sp>
      <p:sp>
        <p:nvSpPr>
          <p:cNvPr id="26627" name="Rectangle 2">
            <a:extLst>
              <a:ext uri="{FF2B5EF4-FFF2-40B4-BE49-F238E27FC236}">
                <a16:creationId xmlns:a16="http://schemas.microsoft.com/office/drawing/2014/main" id="{D55CD775-0B9C-E674-C6B6-3E3FA5D0DB63}"/>
              </a:ext>
            </a:extLst>
          </p:cNvPr>
          <p:cNvSpPr>
            <a:spLocks noRot="1" noChangeArrowheads="1" noTextEdit="1"/>
          </p:cNvSpPr>
          <p:nvPr>
            <p:ph type="sldImg"/>
          </p:nvPr>
        </p:nvSpPr>
        <p:spPr>
          <a:ln/>
        </p:spPr>
      </p:sp>
      <p:sp>
        <p:nvSpPr>
          <p:cNvPr id="26628" name="Rectangle 3">
            <a:extLst>
              <a:ext uri="{FF2B5EF4-FFF2-40B4-BE49-F238E27FC236}">
                <a16:creationId xmlns:a16="http://schemas.microsoft.com/office/drawing/2014/main" id="{6F9B4C49-E6C7-E0D0-96AE-B6D6FAB33AC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6D0D23F7-1A76-102D-EB86-859A8FD891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DEC6CA4-4163-4881-9643-A7DE42EE5FD2}" type="slidenum">
              <a:rPr lang="en-US" altLang="zh-CN" sz="1200" baseline="0"/>
              <a:pPr/>
              <a:t>15</a:t>
            </a:fld>
            <a:endParaRPr lang="en-US" altLang="zh-CN" sz="1200" baseline="0"/>
          </a:p>
        </p:txBody>
      </p:sp>
      <p:sp>
        <p:nvSpPr>
          <p:cNvPr id="28675" name="Rectangle 2">
            <a:extLst>
              <a:ext uri="{FF2B5EF4-FFF2-40B4-BE49-F238E27FC236}">
                <a16:creationId xmlns:a16="http://schemas.microsoft.com/office/drawing/2014/main" id="{A76291C3-F850-6646-18E8-B8DDF3D2FC38}"/>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43705C4C-4496-8C8A-F736-EB81BE03BD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82A207F0-1B88-5063-2D65-6190E7410D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BC39611-CF2E-42FF-B898-BA5FBCF7D97C}" type="slidenum">
              <a:rPr lang="en-US" altLang="zh-CN" sz="1200" baseline="0"/>
              <a:pPr/>
              <a:t>16</a:t>
            </a:fld>
            <a:endParaRPr lang="en-US" altLang="zh-CN" sz="1200" baseline="0"/>
          </a:p>
        </p:txBody>
      </p:sp>
      <p:sp>
        <p:nvSpPr>
          <p:cNvPr id="30723" name="Rectangle 2">
            <a:extLst>
              <a:ext uri="{FF2B5EF4-FFF2-40B4-BE49-F238E27FC236}">
                <a16:creationId xmlns:a16="http://schemas.microsoft.com/office/drawing/2014/main" id="{EEA00D42-1341-37F4-95E0-ED68F1318786}"/>
              </a:ext>
            </a:extLst>
          </p:cNvPr>
          <p:cNvSpPr>
            <a:spLocks noRot="1" noChangeArrowheads="1" noTextEdit="1"/>
          </p:cNvSpPr>
          <p:nvPr>
            <p:ph type="sldImg"/>
          </p:nvPr>
        </p:nvSpPr>
        <p:spPr>
          <a:ln/>
        </p:spPr>
      </p:sp>
      <p:sp>
        <p:nvSpPr>
          <p:cNvPr id="30724" name="Rectangle 3">
            <a:extLst>
              <a:ext uri="{FF2B5EF4-FFF2-40B4-BE49-F238E27FC236}">
                <a16:creationId xmlns:a16="http://schemas.microsoft.com/office/drawing/2014/main" id="{EA6A4A23-97C6-714D-AE91-F085EF52234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B7DB4599-52A2-D4A3-4612-C06C09E4C0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8AEA279-001C-499E-B4EE-41E3C34D5FBA}" type="slidenum">
              <a:rPr lang="en-US" altLang="zh-CN" sz="1200" baseline="0"/>
              <a:pPr/>
              <a:t>17</a:t>
            </a:fld>
            <a:endParaRPr lang="en-US" altLang="zh-CN" sz="1200" baseline="0"/>
          </a:p>
        </p:txBody>
      </p:sp>
      <p:sp>
        <p:nvSpPr>
          <p:cNvPr id="32771" name="Rectangle 2">
            <a:extLst>
              <a:ext uri="{FF2B5EF4-FFF2-40B4-BE49-F238E27FC236}">
                <a16:creationId xmlns:a16="http://schemas.microsoft.com/office/drawing/2014/main" id="{EFBC6DB0-E569-D013-32F2-6ED349403C63}"/>
              </a:ext>
            </a:extLst>
          </p:cNvPr>
          <p:cNvSpPr>
            <a:spLocks noRot="1" noChangeArrowheads="1" noTextEdit="1"/>
          </p:cNvSpPr>
          <p:nvPr>
            <p:ph type="sldImg"/>
          </p:nvPr>
        </p:nvSpPr>
        <p:spPr>
          <a:ln/>
        </p:spPr>
      </p:sp>
      <p:sp>
        <p:nvSpPr>
          <p:cNvPr id="32772" name="Rectangle 3">
            <a:extLst>
              <a:ext uri="{FF2B5EF4-FFF2-40B4-BE49-F238E27FC236}">
                <a16:creationId xmlns:a16="http://schemas.microsoft.com/office/drawing/2014/main" id="{A1B0E046-9469-C763-612C-F44540CDD2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8DDCBE94-D4ED-809B-E7AD-3B8B524EE31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A91D185-5F57-458F-9EE8-7FFB9B2CA745}" type="slidenum">
              <a:rPr lang="en-US" altLang="zh-CN" sz="1200" baseline="0"/>
              <a:pPr/>
              <a:t>18</a:t>
            </a:fld>
            <a:endParaRPr lang="en-US" altLang="zh-CN" sz="1200" baseline="0"/>
          </a:p>
        </p:txBody>
      </p:sp>
      <p:sp>
        <p:nvSpPr>
          <p:cNvPr id="34819" name="Rectangle 2">
            <a:extLst>
              <a:ext uri="{FF2B5EF4-FFF2-40B4-BE49-F238E27FC236}">
                <a16:creationId xmlns:a16="http://schemas.microsoft.com/office/drawing/2014/main" id="{7AA1BB62-E75D-675C-7D73-9E0270153C08}"/>
              </a:ext>
            </a:extLst>
          </p:cNvPr>
          <p:cNvSpPr>
            <a:spLocks noRot="1" noChangeArrowheads="1" noTextEdit="1"/>
          </p:cNvSpPr>
          <p:nvPr>
            <p:ph type="sldImg"/>
          </p:nvPr>
        </p:nvSpPr>
        <p:spPr>
          <a:ln/>
        </p:spPr>
      </p:sp>
      <p:sp>
        <p:nvSpPr>
          <p:cNvPr id="34820" name="Rectangle 3">
            <a:extLst>
              <a:ext uri="{FF2B5EF4-FFF2-40B4-BE49-F238E27FC236}">
                <a16:creationId xmlns:a16="http://schemas.microsoft.com/office/drawing/2014/main" id="{4FB1DC78-6FFD-85D2-B424-757B155FC96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E0609677-631B-E467-AB6F-B80A07A3745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C161E8AF-CBA7-46E0-A19D-ABE9ECA106B8}" type="slidenum">
              <a:rPr lang="en-US" altLang="zh-CN" sz="1200" baseline="0"/>
              <a:pPr/>
              <a:t>19</a:t>
            </a:fld>
            <a:endParaRPr lang="en-US" altLang="zh-CN" sz="1200" baseline="0"/>
          </a:p>
        </p:txBody>
      </p:sp>
      <p:sp>
        <p:nvSpPr>
          <p:cNvPr id="36867" name="Rectangle 2">
            <a:extLst>
              <a:ext uri="{FF2B5EF4-FFF2-40B4-BE49-F238E27FC236}">
                <a16:creationId xmlns:a16="http://schemas.microsoft.com/office/drawing/2014/main" id="{55DC1C81-6C8C-286F-49DB-707C5F1702D0}"/>
              </a:ext>
            </a:extLst>
          </p:cNvPr>
          <p:cNvSpPr>
            <a:spLocks noRot="1" noChangeArrowheads="1" noTextEdit="1"/>
          </p:cNvSpPr>
          <p:nvPr>
            <p:ph type="sldImg"/>
          </p:nvPr>
        </p:nvSpPr>
        <p:spPr>
          <a:ln/>
        </p:spPr>
      </p:sp>
      <p:sp>
        <p:nvSpPr>
          <p:cNvPr id="36868" name="Rectangle 3">
            <a:extLst>
              <a:ext uri="{FF2B5EF4-FFF2-40B4-BE49-F238E27FC236}">
                <a16:creationId xmlns:a16="http://schemas.microsoft.com/office/drawing/2014/main" id="{427F14EF-3CDE-E184-AE59-3DCEA5B6DB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7B0B7FBC-6C07-FFBB-3AD2-78D92E0A52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1FE6467-40EE-4C17-A906-BCC7D1816E44}" type="slidenum">
              <a:rPr lang="en-US" altLang="zh-CN" sz="1200" baseline="0"/>
              <a:pPr/>
              <a:t>20</a:t>
            </a:fld>
            <a:endParaRPr lang="en-US" altLang="zh-CN" sz="1200" baseline="0"/>
          </a:p>
        </p:txBody>
      </p:sp>
      <p:sp>
        <p:nvSpPr>
          <p:cNvPr id="38915" name="Rectangle 2">
            <a:extLst>
              <a:ext uri="{FF2B5EF4-FFF2-40B4-BE49-F238E27FC236}">
                <a16:creationId xmlns:a16="http://schemas.microsoft.com/office/drawing/2014/main" id="{B1AE635C-707D-E5E6-B2A0-412FA437F825}"/>
              </a:ext>
            </a:extLst>
          </p:cNvPr>
          <p:cNvSpPr>
            <a:spLocks noRot="1" noChangeArrowheads="1" noTextEdit="1"/>
          </p:cNvSpPr>
          <p:nvPr>
            <p:ph type="sldImg"/>
          </p:nvPr>
        </p:nvSpPr>
        <p:spPr>
          <a:ln/>
        </p:spPr>
      </p:sp>
      <p:sp>
        <p:nvSpPr>
          <p:cNvPr id="38916" name="Rectangle 3">
            <a:extLst>
              <a:ext uri="{FF2B5EF4-FFF2-40B4-BE49-F238E27FC236}">
                <a16:creationId xmlns:a16="http://schemas.microsoft.com/office/drawing/2014/main" id="{6BA44A99-5FE0-5E1D-A6CC-EF4BB04EED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79DD59A8-2313-9D1F-AD16-70B8B8ECE6A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019B0038-541C-4818-BE23-59CAD618B25D}" type="slidenum">
              <a:rPr lang="en-US" altLang="zh-CN" sz="1200" baseline="0"/>
              <a:pPr/>
              <a:t>22</a:t>
            </a:fld>
            <a:endParaRPr lang="en-US" altLang="zh-CN" sz="1200" baseline="0"/>
          </a:p>
        </p:txBody>
      </p:sp>
      <p:sp>
        <p:nvSpPr>
          <p:cNvPr id="41987" name="Rectangle 2">
            <a:extLst>
              <a:ext uri="{FF2B5EF4-FFF2-40B4-BE49-F238E27FC236}">
                <a16:creationId xmlns:a16="http://schemas.microsoft.com/office/drawing/2014/main" id="{39516372-7029-1E63-EAAB-7A0295E72CCD}"/>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F3661B5D-0AA7-F75C-22F7-CF2225367C9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1875CD1-04ED-C23F-DD86-25A9B9B6D5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56B69EB-B86E-4F22-85A6-E15A87A1A3E1}" type="slidenum">
              <a:rPr lang="en-US" altLang="zh-CN" sz="1200" baseline="0"/>
              <a:pPr/>
              <a:t>23</a:t>
            </a:fld>
            <a:endParaRPr lang="en-US" altLang="zh-CN" sz="1200" baseline="0"/>
          </a:p>
        </p:txBody>
      </p:sp>
      <p:sp>
        <p:nvSpPr>
          <p:cNvPr id="44035" name="Rectangle 2">
            <a:extLst>
              <a:ext uri="{FF2B5EF4-FFF2-40B4-BE49-F238E27FC236}">
                <a16:creationId xmlns:a16="http://schemas.microsoft.com/office/drawing/2014/main" id="{8317C6C8-7DAE-C60B-D960-87D94C7B9416}"/>
              </a:ext>
            </a:extLst>
          </p:cNvPr>
          <p:cNvSpPr>
            <a:spLocks noRot="1" noChangeArrowheads="1" noTextEdit="1"/>
          </p:cNvSpPr>
          <p:nvPr>
            <p:ph type="sldImg"/>
          </p:nvPr>
        </p:nvSpPr>
        <p:spPr>
          <a:ln/>
        </p:spPr>
      </p:sp>
      <p:sp>
        <p:nvSpPr>
          <p:cNvPr id="44036" name="Rectangle 3">
            <a:extLst>
              <a:ext uri="{FF2B5EF4-FFF2-40B4-BE49-F238E27FC236}">
                <a16:creationId xmlns:a16="http://schemas.microsoft.com/office/drawing/2014/main" id="{549E9BA3-51B4-52F6-0940-8F08AD48F3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FB9D665-1B6E-2965-BA06-27E80B5D68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E52F067-28AD-4BC8-8FF2-1B154314321B}" type="slidenum">
              <a:rPr lang="en-US" altLang="zh-CN" sz="1200" baseline="0"/>
              <a:pPr/>
              <a:t>24</a:t>
            </a:fld>
            <a:endParaRPr lang="en-US" altLang="zh-CN" sz="1200" baseline="0"/>
          </a:p>
        </p:txBody>
      </p:sp>
      <p:sp>
        <p:nvSpPr>
          <p:cNvPr id="46083" name="Rectangle 2">
            <a:extLst>
              <a:ext uri="{FF2B5EF4-FFF2-40B4-BE49-F238E27FC236}">
                <a16:creationId xmlns:a16="http://schemas.microsoft.com/office/drawing/2014/main" id="{D736D5F8-7149-A9CE-E66C-3310443A4CE7}"/>
              </a:ext>
            </a:extLst>
          </p:cNvPr>
          <p:cNvSpPr>
            <a:spLocks noRot="1" noChangeArrowheads="1" noTextEdit="1"/>
          </p:cNvSpPr>
          <p:nvPr>
            <p:ph type="sldImg"/>
          </p:nvPr>
        </p:nvSpPr>
        <p:spPr>
          <a:ln/>
        </p:spPr>
      </p:sp>
      <p:sp>
        <p:nvSpPr>
          <p:cNvPr id="46084" name="Rectangle 3">
            <a:extLst>
              <a:ext uri="{FF2B5EF4-FFF2-40B4-BE49-F238E27FC236}">
                <a16:creationId xmlns:a16="http://schemas.microsoft.com/office/drawing/2014/main" id="{12F445B9-A275-87AB-E704-A371FE0575C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73F508BD-95F2-DDD0-5C0B-FBF6D0AAB0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03DD4E1-9046-4C9C-BF84-C572B9BF51D1}" type="slidenum">
              <a:rPr lang="en-US" altLang="zh-CN" sz="1200" baseline="0"/>
              <a:pPr/>
              <a:t>25</a:t>
            </a:fld>
            <a:endParaRPr lang="en-US" altLang="zh-CN" sz="1200" baseline="0"/>
          </a:p>
        </p:txBody>
      </p:sp>
      <p:sp>
        <p:nvSpPr>
          <p:cNvPr id="48131" name="Rectangle 2">
            <a:extLst>
              <a:ext uri="{FF2B5EF4-FFF2-40B4-BE49-F238E27FC236}">
                <a16:creationId xmlns:a16="http://schemas.microsoft.com/office/drawing/2014/main" id="{25AC44C1-DD8A-9393-5385-841A419F5289}"/>
              </a:ext>
            </a:extLst>
          </p:cNvPr>
          <p:cNvSpPr>
            <a:spLocks noRot="1" noChangeArrowheads="1" noTextEdit="1"/>
          </p:cNvSpPr>
          <p:nvPr>
            <p:ph type="sldImg"/>
          </p:nvPr>
        </p:nvSpPr>
        <p:spPr>
          <a:ln/>
        </p:spPr>
      </p:sp>
      <p:sp>
        <p:nvSpPr>
          <p:cNvPr id="48132" name="Rectangle 3">
            <a:extLst>
              <a:ext uri="{FF2B5EF4-FFF2-40B4-BE49-F238E27FC236}">
                <a16:creationId xmlns:a16="http://schemas.microsoft.com/office/drawing/2014/main" id="{D22B1BF4-93A4-063F-6B5A-74430109F9E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98AD923C-DE9F-50CC-C7F7-9BB4BDB3559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F3050BD-AE33-472C-8265-61AE89900F86}" type="slidenum">
              <a:rPr lang="en-US" altLang="zh-CN" sz="1200" baseline="0"/>
              <a:pPr/>
              <a:t>27</a:t>
            </a:fld>
            <a:endParaRPr lang="en-US" altLang="zh-CN" sz="1200" baseline="0"/>
          </a:p>
        </p:txBody>
      </p:sp>
      <p:sp>
        <p:nvSpPr>
          <p:cNvPr id="51203" name="Rectangle 2">
            <a:extLst>
              <a:ext uri="{FF2B5EF4-FFF2-40B4-BE49-F238E27FC236}">
                <a16:creationId xmlns:a16="http://schemas.microsoft.com/office/drawing/2014/main" id="{740A7835-E5AE-04EC-A04C-377BC771D463}"/>
              </a:ext>
            </a:extLst>
          </p:cNvPr>
          <p:cNvSpPr>
            <a:spLocks noRot="1" noChangeArrowheads="1" noTextEdit="1"/>
          </p:cNvSpPr>
          <p:nvPr>
            <p:ph type="sldImg"/>
          </p:nvPr>
        </p:nvSpPr>
        <p:spPr>
          <a:ln/>
        </p:spPr>
      </p:sp>
      <p:sp>
        <p:nvSpPr>
          <p:cNvPr id="51204" name="Rectangle 3">
            <a:extLst>
              <a:ext uri="{FF2B5EF4-FFF2-40B4-BE49-F238E27FC236}">
                <a16:creationId xmlns:a16="http://schemas.microsoft.com/office/drawing/2014/main" id="{D10D620C-8F67-38E5-5829-089C28C808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945F5165-5446-A9A3-AFFE-57BDCEF3739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CC3126DE-AED7-4CD2-BA0A-968DC3B02C87}" type="slidenum">
              <a:rPr lang="en-US" altLang="zh-CN" sz="1200" baseline="0"/>
              <a:pPr/>
              <a:t>29</a:t>
            </a:fld>
            <a:endParaRPr lang="en-US" altLang="zh-CN" sz="1200" baseline="0"/>
          </a:p>
        </p:txBody>
      </p:sp>
      <p:sp>
        <p:nvSpPr>
          <p:cNvPr id="54275" name="Rectangle 2">
            <a:extLst>
              <a:ext uri="{FF2B5EF4-FFF2-40B4-BE49-F238E27FC236}">
                <a16:creationId xmlns:a16="http://schemas.microsoft.com/office/drawing/2014/main" id="{3ACE99A4-E5B8-34EB-4C70-3CD5F5B79A2E}"/>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24F9A937-FD44-9F2C-D1C6-AFAAA268965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4A5B7D3-385B-CB77-EDED-EC0BA7340E9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A1F71C1-8545-439A-A30A-608D8649137E}" type="slidenum">
              <a:rPr lang="en-US" altLang="zh-CN" sz="1200" baseline="0"/>
              <a:pPr/>
              <a:t>30</a:t>
            </a:fld>
            <a:endParaRPr lang="en-US" altLang="zh-CN" sz="1200" baseline="0"/>
          </a:p>
        </p:txBody>
      </p:sp>
      <p:sp>
        <p:nvSpPr>
          <p:cNvPr id="56323" name="Rectangle 2">
            <a:extLst>
              <a:ext uri="{FF2B5EF4-FFF2-40B4-BE49-F238E27FC236}">
                <a16:creationId xmlns:a16="http://schemas.microsoft.com/office/drawing/2014/main" id="{20936FE2-F896-6E6A-6C1C-7C1021AC36F3}"/>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BEF19D56-B4BD-010D-4EE5-95410A8A356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CF36375-EF71-6717-4F8F-BA97AEF126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905DFBA-7342-4896-83BB-1A9A8AF4FE9E}" type="slidenum">
              <a:rPr lang="en-US" altLang="zh-CN" sz="1200" baseline="0"/>
              <a:pPr/>
              <a:t>31</a:t>
            </a:fld>
            <a:endParaRPr lang="en-US" altLang="zh-CN" sz="1200" baseline="0"/>
          </a:p>
        </p:txBody>
      </p:sp>
      <p:sp>
        <p:nvSpPr>
          <p:cNvPr id="58371" name="Rectangle 2">
            <a:extLst>
              <a:ext uri="{FF2B5EF4-FFF2-40B4-BE49-F238E27FC236}">
                <a16:creationId xmlns:a16="http://schemas.microsoft.com/office/drawing/2014/main" id="{F01BAC29-0FBC-7F41-7721-BC315DE8E464}"/>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6F419B16-9459-52FB-93FC-6DB3C161BDF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342288F1-6730-65D3-7769-6CA1803FF45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1668713-525A-44BC-B522-21A25831B3CB}" type="slidenum">
              <a:rPr lang="en-US" altLang="zh-CN" sz="1200" baseline="0"/>
              <a:pPr/>
              <a:t>33</a:t>
            </a:fld>
            <a:endParaRPr lang="en-US" altLang="zh-CN" sz="1200" baseline="0"/>
          </a:p>
        </p:txBody>
      </p:sp>
      <p:sp>
        <p:nvSpPr>
          <p:cNvPr id="61443" name="Rectangle 2">
            <a:extLst>
              <a:ext uri="{FF2B5EF4-FFF2-40B4-BE49-F238E27FC236}">
                <a16:creationId xmlns:a16="http://schemas.microsoft.com/office/drawing/2014/main" id="{CCDAE05F-05D1-5C8D-0232-E6702AC6E738}"/>
              </a:ext>
            </a:extLst>
          </p:cNvPr>
          <p:cNvSpPr>
            <a:spLocks noRot="1" noChangeArrowheads="1" noTextEdit="1"/>
          </p:cNvSpPr>
          <p:nvPr>
            <p:ph type="sldImg"/>
          </p:nvPr>
        </p:nvSpPr>
        <p:spPr>
          <a:ln/>
        </p:spPr>
      </p:sp>
      <p:sp>
        <p:nvSpPr>
          <p:cNvPr id="61444" name="Rectangle 3">
            <a:extLst>
              <a:ext uri="{FF2B5EF4-FFF2-40B4-BE49-F238E27FC236}">
                <a16:creationId xmlns:a16="http://schemas.microsoft.com/office/drawing/2014/main" id="{AB9DE380-C856-34E8-A0D4-F70637805D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816DBE9-D87C-207A-B4E5-E9C74AE9947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D1A7E2E7-8E4C-4755-BE05-D6125F43FEEA}" type="slidenum">
              <a:rPr lang="en-US" altLang="zh-CN" sz="1200" baseline="0"/>
              <a:pPr/>
              <a:t>35</a:t>
            </a:fld>
            <a:endParaRPr lang="en-US" altLang="zh-CN" sz="1200" baseline="0"/>
          </a:p>
        </p:txBody>
      </p:sp>
      <p:sp>
        <p:nvSpPr>
          <p:cNvPr id="64515" name="Rectangle 2">
            <a:extLst>
              <a:ext uri="{FF2B5EF4-FFF2-40B4-BE49-F238E27FC236}">
                <a16:creationId xmlns:a16="http://schemas.microsoft.com/office/drawing/2014/main" id="{E76BA473-DBF7-6DD1-D2EC-800E96E71DA3}"/>
              </a:ext>
            </a:extLst>
          </p:cNvPr>
          <p:cNvSpPr>
            <a:spLocks noRot="1" noChangeArrowheads="1" noTextEdit="1"/>
          </p:cNvSpPr>
          <p:nvPr>
            <p:ph type="sldImg"/>
          </p:nvPr>
        </p:nvSpPr>
        <p:spPr>
          <a:ln/>
        </p:spPr>
      </p:sp>
      <p:sp>
        <p:nvSpPr>
          <p:cNvPr id="64516" name="Rectangle 3">
            <a:extLst>
              <a:ext uri="{FF2B5EF4-FFF2-40B4-BE49-F238E27FC236}">
                <a16:creationId xmlns:a16="http://schemas.microsoft.com/office/drawing/2014/main" id="{04E55590-CCE7-9013-A340-5F995F200E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001917DC-F8D3-7891-2B0F-2A58229AD0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E67977F2-3812-4416-851A-AE1B56C8EDC9}" type="slidenum">
              <a:rPr lang="en-US" altLang="zh-CN" sz="1200" baseline="0"/>
              <a:pPr/>
              <a:t>36</a:t>
            </a:fld>
            <a:endParaRPr lang="en-US" altLang="zh-CN" sz="1200" baseline="0"/>
          </a:p>
        </p:txBody>
      </p:sp>
      <p:sp>
        <p:nvSpPr>
          <p:cNvPr id="66563" name="Rectangle 2">
            <a:extLst>
              <a:ext uri="{FF2B5EF4-FFF2-40B4-BE49-F238E27FC236}">
                <a16:creationId xmlns:a16="http://schemas.microsoft.com/office/drawing/2014/main" id="{E5D87954-616D-3AF1-1DCD-B5975DB7C50B}"/>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4F65900B-FB06-5A7A-C633-3952F1CE3A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901EB0B-0B99-CE46-D82F-248EDE8BD3C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3C5A8BC-0D2F-4F81-8F92-B4F0D84DF199}" type="slidenum">
              <a:rPr lang="en-US" altLang="zh-CN" sz="1200" baseline="0"/>
              <a:pPr/>
              <a:t>37</a:t>
            </a:fld>
            <a:endParaRPr lang="en-US" altLang="zh-CN" sz="1200" baseline="0"/>
          </a:p>
        </p:txBody>
      </p:sp>
      <p:sp>
        <p:nvSpPr>
          <p:cNvPr id="68611" name="Rectangle 2">
            <a:extLst>
              <a:ext uri="{FF2B5EF4-FFF2-40B4-BE49-F238E27FC236}">
                <a16:creationId xmlns:a16="http://schemas.microsoft.com/office/drawing/2014/main" id="{7E92F7C7-8C55-D671-1743-A7F014BCBD4A}"/>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3EE83058-362C-AC55-7A26-A5D8859140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A65C8AE-8F61-5BCD-1E82-B5FBF76A99B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A3F72FC-C947-4B62-B53C-1B74DCF790E9}" type="slidenum">
              <a:rPr lang="en-US" altLang="zh-CN" sz="1200" baseline="0"/>
              <a:pPr/>
              <a:t>38</a:t>
            </a:fld>
            <a:endParaRPr lang="en-US" altLang="zh-CN" sz="1200" baseline="0"/>
          </a:p>
        </p:txBody>
      </p:sp>
      <p:sp>
        <p:nvSpPr>
          <p:cNvPr id="70659" name="Rectangle 2">
            <a:extLst>
              <a:ext uri="{FF2B5EF4-FFF2-40B4-BE49-F238E27FC236}">
                <a16:creationId xmlns:a16="http://schemas.microsoft.com/office/drawing/2014/main" id="{94242936-6B9A-84F4-96DA-721125A64D4B}"/>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54968346-45DA-4528-26B8-8E3F33FA9CE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316593CA-549F-4D84-96DF-1D0ABA92979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7F77C10-64D7-43E9-93F5-4BE8A9A5DA3B}" type="slidenum">
              <a:rPr lang="en-US" altLang="zh-CN" sz="1200" baseline="0"/>
              <a:pPr/>
              <a:t>39</a:t>
            </a:fld>
            <a:endParaRPr lang="en-US" altLang="zh-CN" sz="1200" baseline="0"/>
          </a:p>
        </p:txBody>
      </p:sp>
      <p:sp>
        <p:nvSpPr>
          <p:cNvPr id="72707" name="Rectangle 2">
            <a:extLst>
              <a:ext uri="{FF2B5EF4-FFF2-40B4-BE49-F238E27FC236}">
                <a16:creationId xmlns:a16="http://schemas.microsoft.com/office/drawing/2014/main" id="{4CB8288E-C81C-9573-E3D0-DBAAB7EB4CDC}"/>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C1C99525-5189-3186-B814-9DE3D8B1BE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ED3FF094-6B56-A2E5-FE39-203867B1CF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41732D9-6C83-4C9F-AFEF-3A0DCAF727C8}" type="slidenum">
              <a:rPr lang="en-US" altLang="zh-CN" sz="1200" baseline="0"/>
              <a:pPr/>
              <a:t>40</a:t>
            </a:fld>
            <a:endParaRPr lang="en-US" altLang="zh-CN" sz="1200" baseline="0"/>
          </a:p>
        </p:txBody>
      </p:sp>
      <p:sp>
        <p:nvSpPr>
          <p:cNvPr id="74755" name="Rectangle 2">
            <a:extLst>
              <a:ext uri="{FF2B5EF4-FFF2-40B4-BE49-F238E27FC236}">
                <a16:creationId xmlns:a16="http://schemas.microsoft.com/office/drawing/2014/main" id="{8C620EB4-B61A-81CF-0B9A-A20A5585947B}"/>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1E2D96E3-1B0A-525B-E48A-6B11543C1BD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C886D082-CCE7-F70C-A246-7D0BC1F2373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137DE5E-4104-4FAE-80BE-FBB5C631D321}" type="slidenum">
              <a:rPr lang="en-US" altLang="zh-CN" sz="1200" baseline="0"/>
              <a:pPr/>
              <a:t>41</a:t>
            </a:fld>
            <a:endParaRPr lang="en-US" altLang="zh-CN" sz="1200" baseline="0"/>
          </a:p>
        </p:txBody>
      </p:sp>
      <p:sp>
        <p:nvSpPr>
          <p:cNvPr id="76803" name="Rectangle 2">
            <a:extLst>
              <a:ext uri="{FF2B5EF4-FFF2-40B4-BE49-F238E27FC236}">
                <a16:creationId xmlns:a16="http://schemas.microsoft.com/office/drawing/2014/main" id="{DC4A5C7F-F93E-D898-F614-B5D6D9AE6CAB}"/>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869EE95A-B560-2C93-B3CB-0072987DA2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0EC37D25-EF4D-F847-C0F6-B25E0B55DE3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0DACE6C-2C77-49B8-BE72-AE3D4F26A83E}" type="slidenum">
              <a:rPr lang="en-US" altLang="zh-CN" sz="1200" baseline="0"/>
              <a:pPr/>
              <a:t>42</a:t>
            </a:fld>
            <a:endParaRPr lang="en-US" altLang="zh-CN" sz="1200" baseline="0"/>
          </a:p>
        </p:txBody>
      </p:sp>
      <p:sp>
        <p:nvSpPr>
          <p:cNvPr id="78851" name="Rectangle 2">
            <a:extLst>
              <a:ext uri="{FF2B5EF4-FFF2-40B4-BE49-F238E27FC236}">
                <a16:creationId xmlns:a16="http://schemas.microsoft.com/office/drawing/2014/main" id="{18F7BB2A-1CBB-9BAB-3FE9-BE381EC5CD3E}"/>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6A01E77D-9914-7608-3105-72531147824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A93EC2F9-F9BF-DF6B-91B9-34DC735EC01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DA4F5B4E-7495-4124-AA50-8BA7C042831B}" type="slidenum">
              <a:rPr lang="en-US" altLang="zh-CN" sz="1200" baseline="0"/>
              <a:pPr/>
              <a:t>43</a:t>
            </a:fld>
            <a:endParaRPr lang="en-US" altLang="zh-CN" sz="1200" baseline="0"/>
          </a:p>
        </p:txBody>
      </p:sp>
      <p:sp>
        <p:nvSpPr>
          <p:cNvPr id="80899" name="Rectangle 2">
            <a:extLst>
              <a:ext uri="{FF2B5EF4-FFF2-40B4-BE49-F238E27FC236}">
                <a16:creationId xmlns:a16="http://schemas.microsoft.com/office/drawing/2014/main" id="{1E3B7ECB-5E08-A57D-4D53-827BFCC8D931}"/>
              </a:ext>
            </a:extLst>
          </p:cNvPr>
          <p:cNvSpPr>
            <a:spLocks noRot="1" noChangeArrowheads="1" noTextEdit="1"/>
          </p:cNvSpPr>
          <p:nvPr>
            <p:ph type="sldImg"/>
          </p:nvPr>
        </p:nvSpPr>
        <p:spPr>
          <a:ln/>
        </p:spPr>
      </p:sp>
      <p:sp>
        <p:nvSpPr>
          <p:cNvPr id="80900" name="Rectangle 3">
            <a:extLst>
              <a:ext uri="{FF2B5EF4-FFF2-40B4-BE49-F238E27FC236}">
                <a16:creationId xmlns:a16="http://schemas.microsoft.com/office/drawing/2014/main" id="{DA7248DA-29EC-4938-0D0C-4C71C256F57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C98021F-40F6-04E4-64A2-20E355D7FF9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E25D3F2A-B005-47F6-A346-9D2C4D7027FF}" type="slidenum">
              <a:rPr lang="en-US" altLang="zh-CN" sz="1200" baseline="0"/>
              <a:pPr/>
              <a:t>44</a:t>
            </a:fld>
            <a:endParaRPr lang="en-US" altLang="zh-CN" sz="1200" baseline="0"/>
          </a:p>
        </p:txBody>
      </p:sp>
      <p:sp>
        <p:nvSpPr>
          <p:cNvPr id="82947" name="Rectangle 2">
            <a:extLst>
              <a:ext uri="{FF2B5EF4-FFF2-40B4-BE49-F238E27FC236}">
                <a16:creationId xmlns:a16="http://schemas.microsoft.com/office/drawing/2014/main" id="{44752E94-B900-ACC1-27BD-D9EB4CEC0B60}"/>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4B7634AD-0F9E-8358-BAC2-FEA7C8EDAC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C0E5C1D9-A155-67E7-88EB-F7D4CAB8B0C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F294CF9-93BB-44DA-BD5B-7B1FDC943FF6}" type="slidenum">
              <a:rPr lang="en-US" altLang="zh-CN" sz="1200" baseline="0"/>
              <a:pPr/>
              <a:t>45</a:t>
            </a:fld>
            <a:endParaRPr lang="en-US" altLang="zh-CN" sz="1200" baseline="0"/>
          </a:p>
        </p:txBody>
      </p:sp>
      <p:sp>
        <p:nvSpPr>
          <p:cNvPr id="84995" name="Rectangle 2">
            <a:extLst>
              <a:ext uri="{FF2B5EF4-FFF2-40B4-BE49-F238E27FC236}">
                <a16:creationId xmlns:a16="http://schemas.microsoft.com/office/drawing/2014/main" id="{79E64AC1-4A83-405C-917A-5470C12DB7B8}"/>
              </a:ext>
            </a:extLst>
          </p:cNvPr>
          <p:cNvSpPr>
            <a:spLocks noRot="1" noChangeArrowheads="1" noTextEdit="1"/>
          </p:cNvSpPr>
          <p:nvPr>
            <p:ph type="sldImg"/>
          </p:nvPr>
        </p:nvSpPr>
        <p:spPr>
          <a:ln/>
        </p:spPr>
      </p:sp>
      <p:sp>
        <p:nvSpPr>
          <p:cNvPr id="84996" name="Rectangle 3">
            <a:extLst>
              <a:ext uri="{FF2B5EF4-FFF2-40B4-BE49-F238E27FC236}">
                <a16:creationId xmlns:a16="http://schemas.microsoft.com/office/drawing/2014/main" id="{FF3342FD-4FD5-905D-BEBC-0D977BEC78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645882B-CB8C-9B7A-1122-CA88C90429E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F5E6D81-BBC1-4E59-95E1-A7A0CEE51F8D}" type="slidenum">
              <a:rPr lang="en-US" altLang="zh-CN" sz="1200" baseline="0"/>
              <a:pPr/>
              <a:t>46</a:t>
            </a:fld>
            <a:endParaRPr lang="en-US" altLang="zh-CN" sz="1200" baseline="0"/>
          </a:p>
        </p:txBody>
      </p:sp>
      <p:sp>
        <p:nvSpPr>
          <p:cNvPr id="87043" name="Rectangle 2">
            <a:extLst>
              <a:ext uri="{FF2B5EF4-FFF2-40B4-BE49-F238E27FC236}">
                <a16:creationId xmlns:a16="http://schemas.microsoft.com/office/drawing/2014/main" id="{67907EF6-F690-F0E7-9391-57BBF4C0638D}"/>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1DC52B4B-C701-A637-6B98-8A08C3D06A7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4D30F1FB-0F25-C143-6DD9-5C08669B185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B7FEBDC2-132A-4F47-819D-A10318976CCC}" type="slidenum">
              <a:rPr lang="en-US" altLang="zh-CN" sz="1200" baseline="0"/>
              <a:pPr/>
              <a:t>47</a:t>
            </a:fld>
            <a:endParaRPr lang="en-US" altLang="zh-CN" sz="1200" baseline="0"/>
          </a:p>
        </p:txBody>
      </p:sp>
      <p:sp>
        <p:nvSpPr>
          <p:cNvPr id="89091" name="Rectangle 2">
            <a:extLst>
              <a:ext uri="{FF2B5EF4-FFF2-40B4-BE49-F238E27FC236}">
                <a16:creationId xmlns:a16="http://schemas.microsoft.com/office/drawing/2014/main" id="{763607CB-3583-5D90-7BA2-DC0FEEB7B93D}"/>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BEBB72D6-14A7-506C-A621-06DFAAF2C7D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89EAB04B-DF9D-1CA9-F9EF-C6C1E350358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6B22AFB-68AD-4152-B02C-91C0524F6D5E}" type="slidenum">
              <a:rPr lang="en-US" altLang="zh-CN" sz="1200" baseline="0"/>
              <a:pPr/>
              <a:t>48</a:t>
            </a:fld>
            <a:endParaRPr lang="en-US" altLang="zh-CN" sz="1200" baseline="0"/>
          </a:p>
        </p:txBody>
      </p:sp>
      <p:sp>
        <p:nvSpPr>
          <p:cNvPr id="91139" name="Rectangle 2">
            <a:extLst>
              <a:ext uri="{FF2B5EF4-FFF2-40B4-BE49-F238E27FC236}">
                <a16:creationId xmlns:a16="http://schemas.microsoft.com/office/drawing/2014/main" id="{2529DC96-F6D4-ADB4-9D59-28DC0058FAD2}"/>
              </a:ext>
            </a:extLst>
          </p:cNvPr>
          <p:cNvSpPr>
            <a:spLocks noRot="1" noChangeArrowheads="1" noTextEdit="1"/>
          </p:cNvSpPr>
          <p:nvPr>
            <p:ph type="sldImg"/>
          </p:nvPr>
        </p:nvSpPr>
        <p:spPr>
          <a:ln/>
        </p:spPr>
      </p:sp>
      <p:sp>
        <p:nvSpPr>
          <p:cNvPr id="91140" name="Rectangle 3">
            <a:extLst>
              <a:ext uri="{FF2B5EF4-FFF2-40B4-BE49-F238E27FC236}">
                <a16:creationId xmlns:a16="http://schemas.microsoft.com/office/drawing/2014/main" id="{E0F358C8-D381-C8AF-B8A9-AFD8F71420A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38DA3398-18AF-E932-BE36-34CD54335A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9DEC14A-D589-41CF-BD12-C30C2404B38B}" type="slidenum">
              <a:rPr lang="en-US" altLang="zh-CN" sz="1200" baseline="0"/>
              <a:pPr/>
              <a:t>49</a:t>
            </a:fld>
            <a:endParaRPr lang="en-US" altLang="zh-CN" sz="1200" baseline="0"/>
          </a:p>
        </p:txBody>
      </p:sp>
      <p:sp>
        <p:nvSpPr>
          <p:cNvPr id="93187" name="Rectangle 2">
            <a:extLst>
              <a:ext uri="{FF2B5EF4-FFF2-40B4-BE49-F238E27FC236}">
                <a16:creationId xmlns:a16="http://schemas.microsoft.com/office/drawing/2014/main" id="{F73B4E8C-5AEB-F859-4D03-6FAD4BD0ABA0}"/>
              </a:ext>
            </a:extLst>
          </p:cNvPr>
          <p:cNvSpPr>
            <a:spLocks noRot="1" noChangeArrowheads="1" noTextEdit="1"/>
          </p:cNvSpPr>
          <p:nvPr>
            <p:ph type="sldImg"/>
          </p:nvPr>
        </p:nvSpPr>
        <p:spPr>
          <a:ln/>
        </p:spPr>
      </p:sp>
      <p:sp>
        <p:nvSpPr>
          <p:cNvPr id="93188" name="Rectangle 3">
            <a:extLst>
              <a:ext uri="{FF2B5EF4-FFF2-40B4-BE49-F238E27FC236}">
                <a16:creationId xmlns:a16="http://schemas.microsoft.com/office/drawing/2014/main" id="{B5C98769-E8EA-B384-F417-811FE34A8F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7BA6FE8E-DF99-2691-2B0B-2D727C7BBD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F6D27EC0-8F9C-4445-8646-100844FF49C6}" type="slidenum">
              <a:rPr lang="en-US" altLang="zh-CN" sz="1200" baseline="0"/>
              <a:pPr/>
              <a:t>50</a:t>
            </a:fld>
            <a:endParaRPr lang="en-US" altLang="zh-CN" sz="1200" baseline="0"/>
          </a:p>
        </p:txBody>
      </p:sp>
      <p:sp>
        <p:nvSpPr>
          <p:cNvPr id="95235" name="Rectangle 2">
            <a:extLst>
              <a:ext uri="{FF2B5EF4-FFF2-40B4-BE49-F238E27FC236}">
                <a16:creationId xmlns:a16="http://schemas.microsoft.com/office/drawing/2014/main" id="{50507927-197A-C151-7092-4FFACFFB1E43}"/>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399591F5-B209-586F-577F-52FBB2BE57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CE4ABBC5-5798-946C-EA66-87D49D8B6E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B96AAA1D-99A2-425D-810E-866A91F8D4B4}" type="slidenum">
              <a:rPr lang="en-US" altLang="zh-CN" sz="1200" baseline="0"/>
              <a:pPr/>
              <a:t>51</a:t>
            </a:fld>
            <a:endParaRPr lang="en-US" altLang="zh-CN" sz="1200" baseline="0"/>
          </a:p>
        </p:txBody>
      </p:sp>
      <p:sp>
        <p:nvSpPr>
          <p:cNvPr id="97283" name="Rectangle 2">
            <a:extLst>
              <a:ext uri="{FF2B5EF4-FFF2-40B4-BE49-F238E27FC236}">
                <a16:creationId xmlns:a16="http://schemas.microsoft.com/office/drawing/2014/main" id="{287B5915-8639-7D17-A6E5-7CA22776D0E7}"/>
              </a:ext>
            </a:extLst>
          </p:cNvPr>
          <p:cNvSpPr>
            <a:spLocks noRot="1" noChangeArrowheads="1" noTextEdit="1"/>
          </p:cNvSpPr>
          <p:nvPr>
            <p:ph type="sldImg"/>
          </p:nvPr>
        </p:nvSpPr>
        <p:spPr>
          <a:ln/>
        </p:spPr>
      </p:sp>
      <p:sp>
        <p:nvSpPr>
          <p:cNvPr id="97284" name="Rectangle 3">
            <a:extLst>
              <a:ext uri="{FF2B5EF4-FFF2-40B4-BE49-F238E27FC236}">
                <a16:creationId xmlns:a16="http://schemas.microsoft.com/office/drawing/2014/main" id="{76A26462-A84E-4B6B-210F-514C6CBE697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34A04CA6-43B2-AB59-5127-6D6AA1F810F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A398D7CE-FB28-453A-BBF4-0F401B18DA68}" type="slidenum">
              <a:rPr lang="en-US" altLang="zh-CN" sz="1200" baseline="0"/>
              <a:pPr/>
              <a:t>52</a:t>
            </a:fld>
            <a:endParaRPr lang="en-US" altLang="zh-CN" sz="1200" baseline="0"/>
          </a:p>
        </p:txBody>
      </p:sp>
      <p:sp>
        <p:nvSpPr>
          <p:cNvPr id="99331" name="Rectangle 2">
            <a:extLst>
              <a:ext uri="{FF2B5EF4-FFF2-40B4-BE49-F238E27FC236}">
                <a16:creationId xmlns:a16="http://schemas.microsoft.com/office/drawing/2014/main" id="{C87B0D73-1783-8A6D-6E7E-0E0F5FFFF3D2}"/>
              </a:ext>
            </a:extLst>
          </p:cNvPr>
          <p:cNvSpPr>
            <a:spLocks noRot="1" noChangeArrowheads="1" noTextEdit="1"/>
          </p:cNvSpPr>
          <p:nvPr>
            <p:ph type="sldImg"/>
          </p:nvPr>
        </p:nvSpPr>
        <p:spPr>
          <a:ln/>
        </p:spPr>
      </p:sp>
      <p:sp>
        <p:nvSpPr>
          <p:cNvPr id="99332" name="Rectangle 3">
            <a:extLst>
              <a:ext uri="{FF2B5EF4-FFF2-40B4-BE49-F238E27FC236}">
                <a16:creationId xmlns:a16="http://schemas.microsoft.com/office/drawing/2014/main" id="{962AAC5B-851B-BEB4-A70C-779CD401CA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4756944-0841-7DC8-6EDC-19CF2729AF0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E7097365-DBB7-48F7-A0B7-66F27C4F0A17}" type="slidenum">
              <a:rPr lang="en-US" altLang="zh-CN" sz="1200" baseline="0"/>
              <a:pPr/>
              <a:t>53</a:t>
            </a:fld>
            <a:endParaRPr lang="en-US" altLang="zh-CN" sz="1200" baseline="0"/>
          </a:p>
        </p:txBody>
      </p:sp>
      <p:sp>
        <p:nvSpPr>
          <p:cNvPr id="101379" name="Rectangle 2">
            <a:extLst>
              <a:ext uri="{FF2B5EF4-FFF2-40B4-BE49-F238E27FC236}">
                <a16:creationId xmlns:a16="http://schemas.microsoft.com/office/drawing/2014/main" id="{008F33C2-1E7D-6804-5EA3-3CC71BCD521C}"/>
              </a:ext>
            </a:extLst>
          </p:cNvPr>
          <p:cNvSpPr>
            <a:spLocks noRot="1" noChangeArrowheads="1" noTextEdit="1"/>
          </p:cNvSpPr>
          <p:nvPr>
            <p:ph type="sldImg"/>
          </p:nvPr>
        </p:nvSpPr>
        <p:spPr>
          <a:ln/>
        </p:spPr>
      </p:sp>
      <p:sp>
        <p:nvSpPr>
          <p:cNvPr id="101380" name="Rectangle 3">
            <a:extLst>
              <a:ext uri="{FF2B5EF4-FFF2-40B4-BE49-F238E27FC236}">
                <a16:creationId xmlns:a16="http://schemas.microsoft.com/office/drawing/2014/main" id="{33A6D3F5-281C-8CCF-0EFB-E00F51B156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8358736B-18CC-3863-23ED-99F93E72612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4BE086ED-A409-4C29-90A5-19736511C45B}" type="slidenum">
              <a:rPr lang="en-US" altLang="zh-CN" sz="1200" baseline="0"/>
              <a:pPr/>
              <a:t>54</a:t>
            </a:fld>
            <a:endParaRPr lang="en-US" altLang="zh-CN" sz="1200" baseline="0"/>
          </a:p>
        </p:txBody>
      </p:sp>
      <p:sp>
        <p:nvSpPr>
          <p:cNvPr id="103427" name="Rectangle 2">
            <a:extLst>
              <a:ext uri="{FF2B5EF4-FFF2-40B4-BE49-F238E27FC236}">
                <a16:creationId xmlns:a16="http://schemas.microsoft.com/office/drawing/2014/main" id="{2611FBB3-4FAC-24A0-1E90-230F87EEAFC2}"/>
              </a:ext>
            </a:extLst>
          </p:cNvPr>
          <p:cNvSpPr>
            <a:spLocks noRot="1" noChangeArrowheads="1" noTextEdit="1"/>
          </p:cNvSpPr>
          <p:nvPr>
            <p:ph type="sldImg"/>
          </p:nvPr>
        </p:nvSpPr>
        <p:spPr>
          <a:ln/>
        </p:spPr>
      </p:sp>
      <p:sp>
        <p:nvSpPr>
          <p:cNvPr id="103428" name="Rectangle 3">
            <a:extLst>
              <a:ext uri="{FF2B5EF4-FFF2-40B4-BE49-F238E27FC236}">
                <a16:creationId xmlns:a16="http://schemas.microsoft.com/office/drawing/2014/main" id="{4DE291E7-F40E-5B22-155C-F0F15567DBA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0BD1B44C-DD7D-23AA-1642-9AFEA740593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C4176B6F-AE94-4297-8A5C-9EA95D7BBBAA}" type="slidenum">
              <a:rPr lang="en-US" altLang="zh-CN" sz="1200" baseline="0"/>
              <a:pPr/>
              <a:t>55</a:t>
            </a:fld>
            <a:endParaRPr lang="en-US" altLang="zh-CN" sz="1200" baseline="0"/>
          </a:p>
        </p:txBody>
      </p:sp>
      <p:sp>
        <p:nvSpPr>
          <p:cNvPr id="105475" name="Rectangle 2">
            <a:extLst>
              <a:ext uri="{FF2B5EF4-FFF2-40B4-BE49-F238E27FC236}">
                <a16:creationId xmlns:a16="http://schemas.microsoft.com/office/drawing/2014/main" id="{CE1D5FF5-A231-D0AE-0655-5F7CC8D5F961}"/>
              </a:ext>
            </a:extLst>
          </p:cNvPr>
          <p:cNvSpPr>
            <a:spLocks noRot="1" noChangeArrowheads="1" noTextEdit="1"/>
          </p:cNvSpPr>
          <p:nvPr>
            <p:ph type="sldImg"/>
          </p:nvPr>
        </p:nvSpPr>
        <p:spPr>
          <a:ln/>
        </p:spPr>
      </p:sp>
      <p:sp>
        <p:nvSpPr>
          <p:cNvPr id="105476" name="Rectangle 3">
            <a:extLst>
              <a:ext uri="{FF2B5EF4-FFF2-40B4-BE49-F238E27FC236}">
                <a16:creationId xmlns:a16="http://schemas.microsoft.com/office/drawing/2014/main" id="{788CBD51-A104-943F-3D61-08EACE16A7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17E66C6-4D1E-817D-7AAA-49221F942DB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53752BB-8E73-4E11-A5EB-402CD8BBD4DE}" type="slidenum">
              <a:rPr lang="en-US" altLang="zh-CN" sz="1200" baseline="0"/>
              <a:pPr/>
              <a:t>56</a:t>
            </a:fld>
            <a:endParaRPr lang="en-US" altLang="zh-CN" sz="1200" baseline="0"/>
          </a:p>
        </p:txBody>
      </p:sp>
      <p:sp>
        <p:nvSpPr>
          <p:cNvPr id="107523" name="Rectangle 2">
            <a:extLst>
              <a:ext uri="{FF2B5EF4-FFF2-40B4-BE49-F238E27FC236}">
                <a16:creationId xmlns:a16="http://schemas.microsoft.com/office/drawing/2014/main" id="{A8A647E5-5110-6BA6-3812-F95088DA520E}"/>
              </a:ext>
            </a:extLst>
          </p:cNvPr>
          <p:cNvSpPr>
            <a:spLocks noRot="1" noChangeArrowheads="1" noTextEdit="1"/>
          </p:cNvSpPr>
          <p:nvPr>
            <p:ph type="sldImg"/>
          </p:nvPr>
        </p:nvSpPr>
        <p:spPr>
          <a:ln/>
        </p:spPr>
      </p:sp>
      <p:sp>
        <p:nvSpPr>
          <p:cNvPr id="107524" name="Rectangle 3">
            <a:extLst>
              <a:ext uri="{FF2B5EF4-FFF2-40B4-BE49-F238E27FC236}">
                <a16:creationId xmlns:a16="http://schemas.microsoft.com/office/drawing/2014/main" id="{39DC2CA1-FDFB-47BD-0930-CFF5B9B563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D8A6FB81-427F-354A-93BC-6D8BB3F026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6F5FC580-7718-424B-BBA8-551B1D0AD72F}" type="slidenum">
              <a:rPr lang="en-US" altLang="zh-CN" sz="1200" baseline="0"/>
              <a:pPr/>
              <a:t>57</a:t>
            </a:fld>
            <a:endParaRPr lang="en-US" altLang="zh-CN" sz="1200" baseline="0"/>
          </a:p>
        </p:txBody>
      </p:sp>
      <p:sp>
        <p:nvSpPr>
          <p:cNvPr id="109571" name="Rectangle 2">
            <a:extLst>
              <a:ext uri="{FF2B5EF4-FFF2-40B4-BE49-F238E27FC236}">
                <a16:creationId xmlns:a16="http://schemas.microsoft.com/office/drawing/2014/main" id="{04F458EC-7C76-EE9D-0BFB-78379A000EE6}"/>
              </a:ext>
            </a:extLst>
          </p:cNvPr>
          <p:cNvSpPr>
            <a:spLocks noRot="1" noChangeArrowheads="1" noTextEdit="1"/>
          </p:cNvSpPr>
          <p:nvPr>
            <p:ph type="sldImg"/>
          </p:nvPr>
        </p:nvSpPr>
        <p:spPr>
          <a:ln/>
        </p:spPr>
      </p:sp>
      <p:sp>
        <p:nvSpPr>
          <p:cNvPr id="109572" name="Rectangle 3">
            <a:extLst>
              <a:ext uri="{FF2B5EF4-FFF2-40B4-BE49-F238E27FC236}">
                <a16:creationId xmlns:a16="http://schemas.microsoft.com/office/drawing/2014/main" id="{1CA362A2-74E8-A851-4AA6-9CF42B1003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57153758-F25C-C117-C310-4DA20158B0E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1D6C85E0-F573-4766-BFC3-D595927D71B2}" type="slidenum">
              <a:rPr lang="en-US" altLang="zh-CN" sz="1200" baseline="0"/>
              <a:pPr/>
              <a:t>58</a:t>
            </a:fld>
            <a:endParaRPr lang="en-US" altLang="zh-CN" sz="1200" baseline="0"/>
          </a:p>
        </p:txBody>
      </p:sp>
      <p:sp>
        <p:nvSpPr>
          <p:cNvPr id="111619" name="Rectangle 2">
            <a:extLst>
              <a:ext uri="{FF2B5EF4-FFF2-40B4-BE49-F238E27FC236}">
                <a16:creationId xmlns:a16="http://schemas.microsoft.com/office/drawing/2014/main" id="{6BE1D379-FA1F-00A7-D9CA-A8004B60DEB0}"/>
              </a:ext>
            </a:extLst>
          </p:cNvPr>
          <p:cNvSpPr>
            <a:spLocks noRot="1" noChangeArrowheads="1" noTextEdit="1"/>
          </p:cNvSpPr>
          <p:nvPr>
            <p:ph type="sldImg"/>
          </p:nvPr>
        </p:nvSpPr>
        <p:spPr>
          <a:ln/>
        </p:spPr>
      </p:sp>
      <p:sp>
        <p:nvSpPr>
          <p:cNvPr id="111620" name="Rectangle 3">
            <a:extLst>
              <a:ext uri="{FF2B5EF4-FFF2-40B4-BE49-F238E27FC236}">
                <a16:creationId xmlns:a16="http://schemas.microsoft.com/office/drawing/2014/main" id="{E5CEE5E0-12C0-B161-B192-C13C6C854F9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15F81F6-F959-6D5D-D7A6-F1EC50CDCD3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63C7780-E41B-4A2F-91F3-374BDD169C24}" type="slidenum">
              <a:rPr lang="en-US" altLang="zh-CN" sz="1200" baseline="0"/>
              <a:pPr/>
              <a:t>59</a:t>
            </a:fld>
            <a:endParaRPr lang="en-US" altLang="zh-CN" sz="1200" baseline="0"/>
          </a:p>
        </p:txBody>
      </p:sp>
      <p:sp>
        <p:nvSpPr>
          <p:cNvPr id="113667" name="Rectangle 2">
            <a:extLst>
              <a:ext uri="{FF2B5EF4-FFF2-40B4-BE49-F238E27FC236}">
                <a16:creationId xmlns:a16="http://schemas.microsoft.com/office/drawing/2014/main" id="{072F8CBA-F328-D419-2D63-5A286B690543}"/>
              </a:ext>
            </a:extLst>
          </p:cNvPr>
          <p:cNvSpPr>
            <a:spLocks noRot="1" noChangeArrowheads="1" noTextEdit="1"/>
          </p:cNvSpPr>
          <p:nvPr>
            <p:ph type="sldImg"/>
          </p:nvPr>
        </p:nvSpPr>
        <p:spPr>
          <a:ln/>
        </p:spPr>
      </p:sp>
      <p:sp>
        <p:nvSpPr>
          <p:cNvPr id="113668" name="Rectangle 3">
            <a:extLst>
              <a:ext uri="{FF2B5EF4-FFF2-40B4-BE49-F238E27FC236}">
                <a16:creationId xmlns:a16="http://schemas.microsoft.com/office/drawing/2014/main" id="{C6B314BA-3758-6446-B678-D8F08A41C5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8C286638-AD43-C55D-9066-430F954313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27230E3-6118-4085-B178-CE1855252CBB}" type="slidenum">
              <a:rPr lang="en-US" altLang="zh-CN" sz="1200" baseline="0"/>
              <a:pPr/>
              <a:t>60</a:t>
            </a:fld>
            <a:endParaRPr lang="en-US" altLang="zh-CN" sz="1200" baseline="0"/>
          </a:p>
        </p:txBody>
      </p:sp>
      <p:sp>
        <p:nvSpPr>
          <p:cNvPr id="115715" name="Rectangle 2">
            <a:extLst>
              <a:ext uri="{FF2B5EF4-FFF2-40B4-BE49-F238E27FC236}">
                <a16:creationId xmlns:a16="http://schemas.microsoft.com/office/drawing/2014/main" id="{FC6A6532-8F36-E513-D2B7-D13EC1844692}"/>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39E1E3C8-1D7F-FEB6-3F36-AEE4C11D0EC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B88EF8D6-1E5F-AA2A-6C59-0CEDC131BB6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9D445230-07D9-4B13-BD9D-1FB2DB67E1A2}" type="slidenum">
              <a:rPr lang="en-US" altLang="zh-CN" sz="1200" baseline="0"/>
              <a:pPr/>
              <a:t>61</a:t>
            </a:fld>
            <a:endParaRPr lang="en-US" altLang="zh-CN" sz="1200" baseline="0"/>
          </a:p>
        </p:txBody>
      </p:sp>
      <p:sp>
        <p:nvSpPr>
          <p:cNvPr id="117763" name="Rectangle 2">
            <a:extLst>
              <a:ext uri="{FF2B5EF4-FFF2-40B4-BE49-F238E27FC236}">
                <a16:creationId xmlns:a16="http://schemas.microsoft.com/office/drawing/2014/main" id="{A76EE4B1-B51E-CAB0-8095-BEA919152572}"/>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D25EFE69-C741-FFB6-CE27-2670C3E0830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D80A4B90-4FC5-D183-78FD-4740BAA3D88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0E0C69CC-2078-4F04-A61E-96AE95AFAC24}" type="slidenum">
              <a:rPr lang="en-US" altLang="zh-CN" sz="1200" baseline="0"/>
              <a:pPr/>
              <a:t>63</a:t>
            </a:fld>
            <a:endParaRPr lang="en-US" altLang="zh-CN" sz="1200" baseline="0"/>
          </a:p>
        </p:txBody>
      </p:sp>
      <p:sp>
        <p:nvSpPr>
          <p:cNvPr id="120835" name="Rectangle 2">
            <a:extLst>
              <a:ext uri="{FF2B5EF4-FFF2-40B4-BE49-F238E27FC236}">
                <a16:creationId xmlns:a16="http://schemas.microsoft.com/office/drawing/2014/main" id="{8BE6E6D0-D8D9-D834-0C1C-CE3B5C19748D}"/>
              </a:ext>
            </a:extLst>
          </p:cNvPr>
          <p:cNvSpPr>
            <a:spLocks noRot="1" noChangeArrowheads="1" noTextEdit="1"/>
          </p:cNvSpPr>
          <p:nvPr>
            <p:ph type="sldImg"/>
          </p:nvPr>
        </p:nvSpPr>
        <p:spPr>
          <a:ln/>
        </p:spPr>
      </p:sp>
      <p:sp>
        <p:nvSpPr>
          <p:cNvPr id="120836" name="Rectangle 3">
            <a:extLst>
              <a:ext uri="{FF2B5EF4-FFF2-40B4-BE49-F238E27FC236}">
                <a16:creationId xmlns:a16="http://schemas.microsoft.com/office/drawing/2014/main" id="{9BF874F2-0A95-6399-038C-B66F02437A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A1C9E845-97D2-1F7E-F2A2-2D3664A03B0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09F6FA7C-4381-45FD-BD92-D0CB1AF6FF50}" type="slidenum">
              <a:rPr lang="en-US" altLang="zh-CN" sz="1200" baseline="0"/>
              <a:pPr/>
              <a:t>64</a:t>
            </a:fld>
            <a:endParaRPr lang="en-US" altLang="zh-CN" sz="1200" baseline="0"/>
          </a:p>
        </p:txBody>
      </p:sp>
      <p:sp>
        <p:nvSpPr>
          <p:cNvPr id="122883" name="Rectangle 2">
            <a:extLst>
              <a:ext uri="{FF2B5EF4-FFF2-40B4-BE49-F238E27FC236}">
                <a16:creationId xmlns:a16="http://schemas.microsoft.com/office/drawing/2014/main" id="{AD06E725-FEF4-957F-0373-26F92DBD907C}"/>
              </a:ext>
            </a:extLst>
          </p:cNvPr>
          <p:cNvSpPr>
            <a:spLocks noRot="1" noChangeArrowheads="1" noTextEdit="1"/>
          </p:cNvSpPr>
          <p:nvPr>
            <p:ph type="sldImg"/>
          </p:nvPr>
        </p:nvSpPr>
        <p:spPr>
          <a:ln/>
        </p:spPr>
      </p:sp>
      <p:sp>
        <p:nvSpPr>
          <p:cNvPr id="122884" name="Rectangle 3">
            <a:extLst>
              <a:ext uri="{FF2B5EF4-FFF2-40B4-BE49-F238E27FC236}">
                <a16:creationId xmlns:a16="http://schemas.microsoft.com/office/drawing/2014/main" id="{17D404BE-CBA8-11E6-1D35-F21A29215A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B05BC964-B9F6-9160-D816-2731649D8A3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BE12E34-EBE5-46FF-AA98-347D118D0D06}" type="slidenum">
              <a:rPr lang="en-US" altLang="zh-CN" sz="1200" baseline="0"/>
              <a:pPr/>
              <a:t>66</a:t>
            </a:fld>
            <a:endParaRPr lang="en-US" altLang="zh-CN" sz="1200" baseline="0"/>
          </a:p>
        </p:txBody>
      </p:sp>
      <p:sp>
        <p:nvSpPr>
          <p:cNvPr id="125955" name="Rectangle 2">
            <a:extLst>
              <a:ext uri="{FF2B5EF4-FFF2-40B4-BE49-F238E27FC236}">
                <a16:creationId xmlns:a16="http://schemas.microsoft.com/office/drawing/2014/main" id="{0A036EE9-90A9-0646-69FC-782FA6F1076C}"/>
              </a:ext>
            </a:extLst>
          </p:cNvPr>
          <p:cNvSpPr>
            <a:spLocks noRot="1" noChangeArrowheads="1" noTextEdit="1"/>
          </p:cNvSpPr>
          <p:nvPr>
            <p:ph type="sldImg"/>
          </p:nvPr>
        </p:nvSpPr>
        <p:spPr>
          <a:ln/>
        </p:spPr>
      </p:sp>
      <p:sp>
        <p:nvSpPr>
          <p:cNvPr id="125956" name="Rectangle 3">
            <a:extLst>
              <a:ext uri="{FF2B5EF4-FFF2-40B4-BE49-F238E27FC236}">
                <a16:creationId xmlns:a16="http://schemas.microsoft.com/office/drawing/2014/main" id="{988E912D-6580-2A59-9337-4D3EF3536C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6B21F1AE-DE85-A3CF-127B-72F3A477564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82E08ADD-EE87-42C7-A22D-7F7296673865}" type="slidenum">
              <a:rPr lang="en-US" altLang="zh-CN" sz="1200" baseline="0"/>
              <a:pPr/>
              <a:t>68</a:t>
            </a:fld>
            <a:endParaRPr lang="en-US" altLang="zh-CN" sz="1200" baseline="0"/>
          </a:p>
        </p:txBody>
      </p:sp>
      <p:sp>
        <p:nvSpPr>
          <p:cNvPr id="129027" name="Rectangle 2">
            <a:extLst>
              <a:ext uri="{FF2B5EF4-FFF2-40B4-BE49-F238E27FC236}">
                <a16:creationId xmlns:a16="http://schemas.microsoft.com/office/drawing/2014/main" id="{8D5EBEBB-83E8-123D-EFDE-A4349644AE3D}"/>
              </a:ext>
            </a:extLst>
          </p:cNvPr>
          <p:cNvSpPr>
            <a:spLocks noRot="1" noChangeArrowheads="1" noTextEdit="1"/>
          </p:cNvSpPr>
          <p:nvPr>
            <p:ph type="sldImg"/>
          </p:nvPr>
        </p:nvSpPr>
        <p:spPr>
          <a:ln/>
        </p:spPr>
      </p:sp>
      <p:sp>
        <p:nvSpPr>
          <p:cNvPr id="129028" name="Rectangle 3">
            <a:extLst>
              <a:ext uri="{FF2B5EF4-FFF2-40B4-BE49-F238E27FC236}">
                <a16:creationId xmlns:a16="http://schemas.microsoft.com/office/drawing/2014/main" id="{2251DE60-17B5-4DC5-88CC-FE832252E8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a:extLst>
              <a:ext uri="{FF2B5EF4-FFF2-40B4-BE49-F238E27FC236}">
                <a16:creationId xmlns:a16="http://schemas.microsoft.com/office/drawing/2014/main" id="{C8E6E758-6E05-A9C6-1088-CB483A66109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BA54A98E-F8CD-4E4D-815F-3EEA217D63CD}" type="slidenum">
              <a:rPr lang="en-US" altLang="zh-CN" sz="1200" baseline="0"/>
              <a:pPr/>
              <a:t>69</a:t>
            </a:fld>
            <a:endParaRPr lang="en-US" altLang="zh-CN" sz="1200" baseline="0"/>
          </a:p>
        </p:txBody>
      </p:sp>
      <p:sp>
        <p:nvSpPr>
          <p:cNvPr id="131075" name="Rectangle 2">
            <a:extLst>
              <a:ext uri="{FF2B5EF4-FFF2-40B4-BE49-F238E27FC236}">
                <a16:creationId xmlns:a16="http://schemas.microsoft.com/office/drawing/2014/main" id="{A29C63A7-19D0-F1EA-0490-412E89A24351}"/>
              </a:ext>
            </a:extLst>
          </p:cNvPr>
          <p:cNvSpPr>
            <a:spLocks noRot="1" noChangeArrowheads="1" noTextEdit="1"/>
          </p:cNvSpPr>
          <p:nvPr>
            <p:ph type="sldImg"/>
          </p:nvPr>
        </p:nvSpPr>
        <p:spPr>
          <a:ln/>
        </p:spPr>
      </p:sp>
      <p:sp>
        <p:nvSpPr>
          <p:cNvPr id="131076" name="Rectangle 3">
            <a:extLst>
              <a:ext uri="{FF2B5EF4-FFF2-40B4-BE49-F238E27FC236}">
                <a16:creationId xmlns:a16="http://schemas.microsoft.com/office/drawing/2014/main" id="{12502120-522C-6C69-5823-76AB525DC1C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DBAC86CE-5D8C-33A9-65C3-37DD74A6038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476ECB13-4632-4848-8ED1-E52855132CB0}" type="slidenum">
              <a:rPr lang="en-US" altLang="zh-CN" sz="1200" baseline="0"/>
              <a:pPr/>
              <a:t>71</a:t>
            </a:fld>
            <a:endParaRPr lang="en-US" altLang="zh-CN" sz="1200" baseline="0"/>
          </a:p>
        </p:txBody>
      </p:sp>
      <p:sp>
        <p:nvSpPr>
          <p:cNvPr id="134147" name="Rectangle 2">
            <a:extLst>
              <a:ext uri="{FF2B5EF4-FFF2-40B4-BE49-F238E27FC236}">
                <a16:creationId xmlns:a16="http://schemas.microsoft.com/office/drawing/2014/main" id="{DE8D39F8-DF76-3996-C496-06B79EBB56CA}"/>
              </a:ext>
            </a:extLst>
          </p:cNvPr>
          <p:cNvSpPr>
            <a:spLocks noRot="1" noChangeArrowheads="1" noTextEdit="1"/>
          </p:cNvSpPr>
          <p:nvPr>
            <p:ph type="sldImg"/>
          </p:nvPr>
        </p:nvSpPr>
        <p:spPr>
          <a:ln/>
        </p:spPr>
      </p:sp>
      <p:sp>
        <p:nvSpPr>
          <p:cNvPr id="134148" name="Rectangle 3">
            <a:extLst>
              <a:ext uri="{FF2B5EF4-FFF2-40B4-BE49-F238E27FC236}">
                <a16:creationId xmlns:a16="http://schemas.microsoft.com/office/drawing/2014/main" id="{5B9C97BF-A063-98A5-8BC1-5F70DE39964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3CF96CDD-42D5-9585-84D1-0B95F202DA7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C2725E18-8807-432E-BC5A-06F4C03DD36E}" type="slidenum">
              <a:rPr lang="en-US" altLang="zh-CN" sz="1200" baseline="0"/>
              <a:pPr/>
              <a:t>72</a:t>
            </a:fld>
            <a:endParaRPr lang="en-US" altLang="zh-CN" sz="1200" baseline="0"/>
          </a:p>
        </p:txBody>
      </p:sp>
      <p:sp>
        <p:nvSpPr>
          <p:cNvPr id="136195" name="Rectangle 2">
            <a:extLst>
              <a:ext uri="{FF2B5EF4-FFF2-40B4-BE49-F238E27FC236}">
                <a16:creationId xmlns:a16="http://schemas.microsoft.com/office/drawing/2014/main" id="{680ED11C-B540-4E8B-F70A-FCE9AED90088}"/>
              </a:ext>
            </a:extLst>
          </p:cNvPr>
          <p:cNvSpPr>
            <a:spLocks noRot="1" noChangeArrowheads="1" noTextEdit="1"/>
          </p:cNvSpPr>
          <p:nvPr>
            <p:ph type="sldImg"/>
          </p:nvPr>
        </p:nvSpPr>
        <p:spPr>
          <a:ln/>
        </p:spPr>
      </p:sp>
      <p:sp>
        <p:nvSpPr>
          <p:cNvPr id="136196" name="Rectangle 3">
            <a:extLst>
              <a:ext uri="{FF2B5EF4-FFF2-40B4-BE49-F238E27FC236}">
                <a16:creationId xmlns:a16="http://schemas.microsoft.com/office/drawing/2014/main" id="{702FA13D-4926-452B-5EB9-BE2C025C236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18B81624-8C89-2B70-F4B8-3C7E201E171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32D9C931-0F52-40E1-9071-A66B2BC5BE0A}" type="slidenum">
              <a:rPr lang="en-US" altLang="zh-CN" sz="1200" baseline="0"/>
              <a:pPr/>
              <a:t>73</a:t>
            </a:fld>
            <a:endParaRPr lang="en-US" altLang="zh-CN" sz="1200" baseline="0"/>
          </a:p>
        </p:txBody>
      </p:sp>
      <p:sp>
        <p:nvSpPr>
          <p:cNvPr id="138243" name="Rectangle 2">
            <a:extLst>
              <a:ext uri="{FF2B5EF4-FFF2-40B4-BE49-F238E27FC236}">
                <a16:creationId xmlns:a16="http://schemas.microsoft.com/office/drawing/2014/main" id="{B69160D2-445E-5E3C-FC37-55F026AC0965}"/>
              </a:ext>
            </a:extLst>
          </p:cNvPr>
          <p:cNvSpPr>
            <a:spLocks noRot="1" noChangeArrowheads="1" noTextEdit="1"/>
          </p:cNvSpPr>
          <p:nvPr>
            <p:ph type="sldImg"/>
          </p:nvPr>
        </p:nvSpPr>
        <p:spPr>
          <a:ln/>
        </p:spPr>
      </p:sp>
      <p:sp>
        <p:nvSpPr>
          <p:cNvPr id="138244" name="Rectangle 3">
            <a:extLst>
              <a:ext uri="{FF2B5EF4-FFF2-40B4-BE49-F238E27FC236}">
                <a16:creationId xmlns:a16="http://schemas.microsoft.com/office/drawing/2014/main" id="{68E83B9F-2163-532C-FDBB-68BFD1A5895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70E03B66-AB69-8556-DF42-F4C7F43D14F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7B969E43-CD56-4C47-B595-4114F71CB12B}" type="slidenum">
              <a:rPr lang="en-US" altLang="zh-CN" sz="1200" baseline="0"/>
              <a:pPr/>
              <a:t>74</a:t>
            </a:fld>
            <a:endParaRPr lang="en-US" altLang="zh-CN" sz="1200" baseline="0"/>
          </a:p>
        </p:txBody>
      </p:sp>
      <p:sp>
        <p:nvSpPr>
          <p:cNvPr id="140291" name="Rectangle 2">
            <a:extLst>
              <a:ext uri="{FF2B5EF4-FFF2-40B4-BE49-F238E27FC236}">
                <a16:creationId xmlns:a16="http://schemas.microsoft.com/office/drawing/2014/main" id="{B59EC584-F301-DE33-86ED-0F54418892E4}"/>
              </a:ext>
            </a:extLst>
          </p:cNvPr>
          <p:cNvSpPr>
            <a:spLocks noRot="1" noChangeArrowheads="1" noTextEdit="1"/>
          </p:cNvSpPr>
          <p:nvPr>
            <p:ph type="sldImg"/>
          </p:nvPr>
        </p:nvSpPr>
        <p:spPr>
          <a:ln/>
        </p:spPr>
      </p:sp>
      <p:sp>
        <p:nvSpPr>
          <p:cNvPr id="140292" name="Rectangle 3">
            <a:extLst>
              <a:ext uri="{FF2B5EF4-FFF2-40B4-BE49-F238E27FC236}">
                <a16:creationId xmlns:a16="http://schemas.microsoft.com/office/drawing/2014/main" id="{40E0D60C-58D0-FEE9-0541-FDDE8CC02C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3430CD74-1381-9E4E-CB56-FCF3A303DE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232326DC-1703-47DB-A575-BD1604E4D65D}" type="slidenum">
              <a:rPr lang="en-US" altLang="zh-CN" sz="1200" baseline="0"/>
              <a:pPr/>
              <a:t>75</a:t>
            </a:fld>
            <a:endParaRPr lang="en-US" altLang="zh-CN" sz="1200" baseline="0"/>
          </a:p>
        </p:txBody>
      </p:sp>
      <p:sp>
        <p:nvSpPr>
          <p:cNvPr id="142339" name="Rectangle 2">
            <a:extLst>
              <a:ext uri="{FF2B5EF4-FFF2-40B4-BE49-F238E27FC236}">
                <a16:creationId xmlns:a16="http://schemas.microsoft.com/office/drawing/2014/main" id="{91F3689A-0ABE-8AFE-F0D0-02731A86E43D}"/>
              </a:ext>
            </a:extLst>
          </p:cNvPr>
          <p:cNvSpPr>
            <a:spLocks noRot="1" noChangeArrowheads="1" noTextEdit="1"/>
          </p:cNvSpPr>
          <p:nvPr>
            <p:ph type="sldImg"/>
          </p:nvPr>
        </p:nvSpPr>
        <p:spPr>
          <a:ln/>
        </p:spPr>
      </p:sp>
      <p:sp>
        <p:nvSpPr>
          <p:cNvPr id="142340" name="Rectangle 3">
            <a:extLst>
              <a:ext uri="{FF2B5EF4-FFF2-40B4-BE49-F238E27FC236}">
                <a16:creationId xmlns:a16="http://schemas.microsoft.com/office/drawing/2014/main" id="{86DA6FC8-CDA3-FCB0-3462-269C1723052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9C9CEB67-DAEC-2CE5-CD1B-7BAA326AF9D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B0DF3C76-D39B-4E40-9CBC-D67BDF2CBFF2}" type="slidenum">
              <a:rPr lang="en-US" altLang="zh-CN" sz="1200" baseline="0"/>
              <a:pPr/>
              <a:t>76</a:t>
            </a:fld>
            <a:endParaRPr lang="en-US" altLang="zh-CN" sz="1200" baseline="0"/>
          </a:p>
        </p:txBody>
      </p:sp>
      <p:sp>
        <p:nvSpPr>
          <p:cNvPr id="144387" name="Rectangle 2">
            <a:extLst>
              <a:ext uri="{FF2B5EF4-FFF2-40B4-BE49-F238E27FC236}">
                <a16:creationId xmlns:a16="http://schemas.microsoft.com/office/drawing/2014/main" id="{DC047B27-7267-4B4B-6A90-6854AF8FA49C}"/>
              </a:ext>
            </a:extLst>
          </p:cNvPr>
          <p:cNvSpPr>
            <a:spLocks noRot="1" noChangeArrowheads="1" noTextEdit="1"/>
          </p:cNvSpPr>
          <p:nvPr>
            <p:ph type="sldImg"/>
          </p:nvPr>
        </p:nvSpPr>
        <p:spPr>
          <a:ln/>
        </p:spPr>
      </p:sp>
      <p:sp>
        <p:nvSpPr>
          <p:cNvPr id="144388" name="Rectangle 3">
            <a:extLst>
              <a:ext uri="{FF2B5EF4-FFF2-40B4-BE49-F238E27FC236}">
                <a16:creationId xmlns:a16="http://schemas.microsoft.com/office/drawing/2014/main" id="{5B39FFC6-6FC0-E53C-23BD-16F22ABFEB4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2F80935D-B33A-F318-6F3E-B04142E9AD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B3328188-C642-498D-AFBB-A407308363E7}" type="slidenum">
              <a:rPr lang="en-US" altLang="zh-CN" sz="1200" baseline="0"/>
              <a:pPr/>
              <a:t>77</a:t>
            </a:fld>
            <a:endParaRPr lang="en-US" altLang="zh-CN" sz="1200" baseline="0"/>
          </a:p>
        </p:txBody>
      </p:sp>
      <p:sp>
        <p:nvSpPr>
          <p:cNvPr id="146435" name="Rectangle 2">
            <a:extLst>
              <a:ext uri="{FF2B5EF4-FFF2-40B4-BE49-F238E27FC236}">
                <a16:creationId xmlns:a16="http://schemas.microsoft.com/office/drawing/2014/main" id="{26FFF6AB-098E-0C43-2354-2C606B1B1CC1}"/>
              </a:ext>
            </a:extLst>
          </p:cNvPr>
          <p:cNvSpPr>
            <a:spLocks noRot="1" noChangeArrowheads="1" noTextEdit="1"/>
          </p:cNvSpPr>
          <p:nvPr>
            <p:ph type="sldImg"/>
          </p:nvPr>
        </p:nvSpPr>
        <p:spPr>
          <a:ln/>
        </p:spPr>
      </p:sp>
      <p:sp>
        <p:nvSpPr>
          <p:cNvPr id="146436" name="Rectangle 3">
            <a:extLst>
              <a:ext uri="{FF2B5EF4-FFF2-40B4-BE49-F238E27FC236}">
                <a16:creationId xmlns:a16="http://schemas.microsoft.com/office/drawing/2014/main" id="{4034A474-5883-535C-AACB-C530D7DD41B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DB99BD41-5439-8589-834C-131EF495ED7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E5C09336-B1A3-4A3E-A0A6-4911352F84EF}" type="slidenum">
              <a:rPr lang="en-US" altLang="zh-CN" sz="1200" baseline="0"/>
              <a:pPr/>
              <a:t>78</a:t>
            </a:fld>
            <a:endParaRPr lang="en-US" altLang="zh-CN" sz="1200" baseline="0"/>
          </a:p>
        </p:txBody>
      </p:sp>
      <p:sp>
        <p:nvSpPr>
          <p:cNvPr id="148483" name="Rectangle 2">
            <a:extLst>
              <a:ext uri="{FF2B5EF4-FFF2-40B4-BE49-F238E27FC236}">
                <a16:creationId xmlns:a16="http://schemas.microsoft.com/office/drawing/2014/main" id="{01C3A0D5-1928-A39C-ECD5-1F371A9E8AA7}"/>
              </a:ext>
            </a:extLst>
          </p:cNvPr>
          <p:cNvSpPr>
            <a:spLocks noRot="1" noChangeArrowheads="1" noTextEdit="1"/>
          </p:cNvSpPr>
          <p:nvPr>
            <p:ph type="sldImg"/>
          </p:nvPr>
        </p:nvSpPr>
        <p:spPr>
          <a:ln/>
        </p:spPr>
      </p:sp>
      <p:sp>
        <p:nvSpPr>
          <p:cNvPr id="148484" name="Rectangle 3">
            <a:extLst>
              <a:ext uri="{FF2B5EF4-FFF2-40B4-BE49-F238E27FC236}">
                <a16:creationId xmlns:a16="http://schemas.microsoft.com/office/drawing/2014/main" id="{B8060F45-9F20-CD14-069C-760A287D44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830046C1-BEAB-DB62-2233-E839D5E476F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5856C133-B66A-4EA3-901B-24F92D72AC91}" type="slidenum">
              <a:rPr lang="en-US" altLang="zh-CN" sz="1200" baseline="0"/>
              <a:pPr/>
              <a:t>79</a:t>
            </a:fld>
            <a:endParaRPr lang="en-US" altLang="zh-CN" sz="1200" baseline="0"/>
          </a:p>
        </p:txBody>
      </p:sp>
      <p:sp>
        <p:nvSpPr>
          <p:cNvPr id="150531" name="Rectangle 2">
            <a:extLst>
              <a:ext uri="{FF2B5EF4-FFF2-40B4-BE49-F238E27FC236}">
                <a16:creationId xmlns:a16="http://schemas.microsoft.com/office/drawing/2014/main" id="{9D443D3A-C344-BF4A-95EE-EB70F8B78121}"/>
              </a:ext>
            </a:extLst>
          </p:cNvPr>
          <p:cNvSpPr>
            <a:spLocks noRot="1" noChangeArrowheads="1" noTextEdit="1"/>
          </p:cNvSpPr>
          <p:nvPr>
            <p:ph type="sldImg"/>
          </p:nvPr>
        </p:nvSpPr>
        <p:spPr>
          <a:ln/>
        </p:spPr>
      </p:sp>
      <p:sp>
        <p:nvSpPr>
          <p:cNvPr id="150532" name="Rectangle 3">
            <a:extLst>
              <a:ext uri="{FF2B5EF4-FFF2-40B4-BE49-F238E27FC236}">
                <a16:creationId xmlns:a16="http://schemas.microsoft.com/office/drawing/2014/main" id="{49B4D460-0D9F-2BCF-C234-413B4CFA451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BDEE5C37-88B2-3176-6070-C2DB1B32E86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00C415DD-F5C4-4463-8962-3A3F6DF8FC37}" type="slidenum">
              <a:rPr lang="en-US" altLang="zh-CN" sz="1200" baseline="0"/>
              <a:pPr/>
              <a:t>80</a:t>
            </a:fld>
            <a:endParaRPr lang="en-US" altLang="zh-CN" sz="1200" baseline="0"/>
          </a:p>
        </p:txBody>
      </p:sp>
      <p:sp>
        <p:nvSpPr>
          <p:cNvPr id="152579" name="Rectangle 2">
            <a:extLst>
              <a:ext uri="{FF2B5EF4-FFF2-40B4-BE49-F238E27FC236}">
                <a16:creationId xmlns:a16="http://schemas.microsoft.com/office/drawing/2014/main" id="{58CD533C-9029-4C1B-51B4-EC845B36D665}"/>
              </a:ext>
            </a:extLst>
          </p:cNvPr>
          <p:cNvSpPr>
            <a:spLocks noRot="1" noChangeArrowheads="1" noTextEdit="1"/>
          </p:cNvSpPr>
          <p:nvPr>
            <p:ph type="sldImg"/>
          </p:nvPr>
        </p:nvSpPr>
        <p:spPr>
          <a:ln/>
        </p:spPr>
      </p:sp>
      <p:sp>
        <p:nvSpPr>
          <p:cNvPr id="152580" name="Rectangle 3">
            <a:extLst>
              <a:ext uri="{FF2B5EF4-FFF2-40B4-BE49-F238E27FC236}">
                <a16:creationId xmlns:a16="http://schemas.microsoft.com/office/drawing/2014/main" id="{F5CE75CD-EFD4-8E64-BA78-12A6AAFD74C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D9D1A525-4F24-0118-0D38-8829D5E97F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C2239D1B-69CE-4E85-BE51-BB70E1F004D7}" type="slidenum">
              <a:rPr lang="en-US" altLang="zh-CN" sz="1200" baseline="0"/>
              <a:pPr/>
              <a:t>81</a:t>
            </a:fld>
            <a:endParaRPr lang="en-US" altLang="zh-CN" sz="1200" baseline="0"/>
          </a:p>
        </p:txBody>
      </p:sp>
      <p:sp>
        <p:nvSpPr>
          <p:cNvPr id="154627" name="Rectangle 2">
            <a:extLst>
              <a:ext uri="{FF2B5EF4-FFF2-40B4-BE49-F238E27FC236}">
                <a16:creationId xmlns:a16="http://schemas.microsoft.com/office/drawing/2014/main" id="{A2AA072A-54AE-E3FC-2DBA-B4D2D8EB4C6A}"/>
              </a:ext>
            </a:extLst>
          </p:cNvPr>
          <p:cNvSpPr>
            <a:spLocks noRot="1" noChangeArrowheads="1" noTextEdit="1"/>
          </p:cNvSpPr>
          <p:nvPr>
            <p:ph type="sldImg"/>
          </p:nvPr>
        </p:nvSpPr>
        <p:spPr>
          <a:ln/>
        </p:spPr>
      </p:sp>
      <p:sp>
        <p:nvSpPr>
          <p:cNvPr id="154628" name="Rectangle 3">
            <a:extLst>
              <a:ext uri="{FF2B5EF4-FFF2-40B4-BE49-F238E27FC236}">
                <a16:creationId xmlns:a16="http://schemas.microsoft.com/office/drawing/2014/main" id="{357AD15B-13BF-1808-CC1D-BEB75E968E4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2E9387F2-C196-6C51-22EB-48F8B29B34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fld id="{D36EBD7B-808E-46E8-91F9-05D14E6542D7}" type="slidenum">
              <a:rPr lang="en-US" altLang="zh-CN" sz="1200" baseline="0"/>
              <a:pPr/>
              <a:t>82</a:t>
            </a:fld>
            <a:endParaRPr lang="en-US" altLang="zh-CN" sz="1200" baseline="0"/>
          </a:p>
        </p:txBody>
      </p:sp>
      <p:sp>
        <p:nvSpPr>
          <p:cNvPr id="156675" name="Rectangle 2">
            <a:extLst>
              <a:ext uri="{FF2B5EF4-FFF2-40B4-BE49-F238E27FC236}">
                <a16:creationId xmlns:a16="http://schemas.microsoft.com/office/drawing/2014/main" id="{DBDC2AEA-9D70-5FA7-D9AE-9BCF06E0914A}"/>
              </a:ext>
            </a:extLst>
          </p:cNvPr>
          <p:cNvSpPr>
            <a:spLocks noRot="1" noChangeArrowheads="1" noTextEdit="1"/>
          </p:cNvSpPr>
          <p:nvPr>
            <p:ph type="sldImg"/>
          </p:nvPr>
        </p:nvSpPr>
        <p:spPr>
          <a:ln/>
        </p:spPr>
      </p:sp>
      <p:sp>
        <p:nvSpPr>
          <p:cNvPr id="156676" name="Rectangle 3">
            <a:extLst>
              <a:ext uri="{FF2B5EF4-FFF2-40B4-BE49-F238E27FC236}">
                <a16:creationId xmlns:a16="http://schemas.microsoft.com/office/drawing/2014/main" id="{4A7C36ED-89FB-B1AE-B922-0B5B9897B9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D9DB32A-E489-99B5-CA22-17EFFA941928}"/>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EAD32EBB-0FDB-4F38-CFE4-78C710D0D7C4}"/>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FA2C4A9A-32F8-3285-F9AB-5E39FA235550}"/>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11" name="Rectangle 5">
                <a:extLst>
                  <a:ext uri="{FF2B5EF4-FFF2-40B4-BE49-F238E27FC236}">
                    <a16:creationId xmlns:a16="http://schemas.microsoft.com/office/drawing/2014/main" id="{71839D0D-9D5A-A1E5-4447-9D4627E29187}"/>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grpSp>
          <p:nvGrpSpPr>
            <p:cNvPr id="4" name="Group 6">
              <a:extLst>
                <a:ext uri="{FF2B5EF4-FFF2-40B4-BE49-F238E27FC236}">
                  <a16:creationId xmlns:a16="http://schemas.microsoft.com/office/drawing/2014/main" id="{6D19F429-67C4-BCE7-1A97-53A2EFC64B8F}"/>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3DE86696-A30E-413C-1302-0DF177610336}"/>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9" name="Rectangle 8">
                <a:extLst>
                  <a:ext uri="{FF2B5EF4-FFF2-40B4-BE49-F238E27FC236}">
                    <a16:creationId xmlns:a16="http://schemas.microsoft.com/office/drawing/2014/main" id="{4324BD80-1F48-0C8E-847A-FDCE4144CDBA}"/>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
          <p:nvSpPr>
            <p:cNvPr id="5" name="Rectangle 9">
              <a:extLst>
                <a:ext uri="{FF2B5EF4-FFF2-40B4-BE49-F238E27FC236}">
                  <a16:creationId xmlns:a16="http://schemas.microsoft.com/office/drawing/2014/main" id="{E8C18C34-C3BB-A967-4D6C-70A91CBCE78A}"/>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6" name="Rectangle 10">
              <a:extLst>
                <a:ext uri="{FF2B5EF4-FFF2-40B4-BE49-F238E27FC236}">
                  <a16:creationId xmlns:a16="http://schemas.microsoft.com/office/drawing/2014/main" id="{94F184A0-CF3D-5B43-2C82-F7C34DEB8333}"/>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7" name="Rectangle 11">
              <a:extLst>
                <a:ext uri="{FF2B5EF4-FFF2-40B4-BE49-F238E27FC236}">
                  <a16:creationId xmlns:a16="http://schemas.microsoft.com/office/drawing/2014/main" id="{30A4123F-1EDC-7C6F-D0FF-6AB308E724F9}"/>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pSp>
    </p:spTree>
    <p:extLst>
      <p:ext uri="{BB962C8B-B14F-4D97-AF65-F5344CB8AC3E}">
        <p14:creationId xmlns:p14="http://schemas.microsoft.com/office/powerpoint/2010/main" val="1685213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442C1745-FB9C-9305-837F-6323560E1645}"/>
              </a:ext>
            </a:extLst>
          </p:cNvPr>
          <p:cNvSpPr>
            <a:spLocks noGrp="1" noChangeArrowheads="1"/>
          </p:cNvSpPr>
          <p:nvPr>
            <p:ph type="sldNum" sz="quarter" idx="10"/>
          </p:nvPr>
        </p:nvSpPr>
        <p:spPr>
          <a:ln/>
        </p:spPr>
        <p:txBody>
          <a:bodyPr/>
          <a:lstStyle>
            <a:lvl1pPr>
              <a:defRPr/>
            </a:lvl1pPr>
          </a:lstStyle>
          <a:p>
            <a:r>
              <a:rPr lang="en-US" altLang="zh-CN"/>
              <a:t>4.</a:t>
            </a:r>
            <a:fld id="{C6BF2311-FCF4-4DDD-968F-14D16C4F9E27}" type="slidenum">
              <a:rPr lang="en-US" altLang="zh-CN"/>
              <a:pPr/>
              <a:t>‹#›</a:t>
            </a:fld>
            <a:endParaRPr lang="en-US" altLang="zh-CN"/>
          </a:p>
        </p:txBody>
      </p:sp>
    </p:spTree>
    <p:extLst>
      <p:ext uri="{BB962C8B-B14F-4D97-AF65-F5344CB8AC3E}">
        <p14:creationId xmlns:p14="http://schemas.microsoft.com/office/powerpoint/2010/main" val="282687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6">
            <a:extLst>
              <a:ext uri="{FF2B5EF4-FFF2-40B4-BE49-F238E27FC236}">
                <a16:creationId xmlns:a16="http://schemas.microsoft.com/office/drawing/2014/main" id="{1736A9EB-D5EE-3422-F1B6-09FB0F8D79FA}"/>
              </a:ext>
            </a:extLst>
          </p:cNvPr>
          <p:cNvSpPr>
            <a:spLocks noGrp="1" noChangeArrowheads="1"/>
          </p:cNvSpPr>
          <p:nvPr>
            <p:ph type="sldNum" sz="quarter" idx="10"/>
          </p:nvPr>
        </p:nvSpPr>
        <p:spPr>
          <a:ln/>
        </p:spPr>
        <p:txBody>
          <a:bodyPr/>
          <a:lstStyle>
            <a:lvl1pPr>
              <a:defRPr/>
            </a:lvl1pPr>
          </a:lstStyle>
          <a:p>
            <a:r>
              <a:rPr lang="en-US" altLang="zh-CN"/>
              <a:t>4.</a:t>
            </a:r>
            <a:fld id="{933E6573-33E1-4B50-986F-9F0B872DA50D}" type="slidenum">
              <a:rPr lang="en-US" altLang="zh-CN"/>
              <a:pPr/>
              <a:t>‹#›</a:t>
            </a:fld>
            <a:endParaRPr lang="en-US" altLang="zh-CN"/>
          </a:p>
        </p:txBody>
      </p:sp>
    </p:spTree>
    <p:extLst>
      <p:ext uri="{BB962C8B-B14F-4D97-AF65-F5344CB8AC3E}">
        <p14:creationId xmlns:p14="http://schemas.microsoft.com/office/powerpoint/2010/main" val="4247315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a:extLst>
              <a:ext uri="{FF2B5EF4-FFF2-40B4-BE49-F238E27FC236}">
                <a16:creationId xmlns:a16="http://schemas.microsoft.com/office/drawing/2014/main" id="{51EB3034-E812-FEDC-B09B-5CBF64169F55}"/>
              </a:ext>
            </a:extLst>
          </p:cNvPr>
          <p:cNvSpPr>
            <a:spLocks noGrp="1" noChangeArrowheads="1"/>
          </p:cNvSpPr>
          <p:nvPr>
            <p:ph type="sldNum" sz="quarter" idx="10"/>
          </p:nvPr>
        </p:nvSpPr>
        <p:spPr>
          <a:ln/>
        </p:spPr>
        <p:txBody>
          <a:bodyPr/>
          <a:lstStyle>
            <a:lvl1pPr>
              <a:defRPr/>
            </a:lvl1pPr>
          </a:lstStyle>
          <a:p>
            <a:r>
              <a:rPr lang="en-US" altLang="zh-CN"/>
              <a:t>4.</a:t>
            </a:r>
            <a:fld id="{D1B62A6A-6376-4D25-871C-A53383FCE011}" type="slidenum">
              <a:rPr lang="en-US" altLang="zh-CN"/>
              <a:pPr/>
              <a:t>‹#›</a:t>
            </a:fld>
            <a:endParaRPr lang="en-US" altLang="zh-CN"/>
          </a:p>
        </p:txBody>
      </p:sp>
    </p:spTree>
    <p:extLst>
      <p:ext uri="{BB962C8B-B14F-4D97-AF65-F5344CB8AC3E}">
        <p14:creationId xmlns:p14="http://schemas.microsoft.com/office/powerpoint/2010/main" val="3796667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6">
            <a:extLst>
              <a:ext uri="{FF2B5EF4-FFF2-40B4-BE49-F238E27FC236}">
                <a16:creationId xmlns:a16="http://schemas.microsoft.com/office/drawing/2014/main" id="{739E89E1-0726-AE2C-0B75-4705702AC158}"/>
              </a:ext>
            </a:extLst>
          </p:cNvPr>
          <p:cNvSpPr>
            <a:spLocks noGrp="1" noChangeArrowheads="1"/>
          </p:cNvSpPr>
          <p:nvPr>
            <p:ph type="sldNum" sz="quarter" idx="10"/>
          </p:nvPr>
        </p:nvSpPr>
        <p:spPr>
          <a:ln/>
        </p:spPr>
        <p:txBody>
          <a:bodyPr/>
          <a:lstStyle>
            <a:lvl1pPr>
              <a:defRPr/>
            </a:lvl1pPr>
          </a:lstStyle>
          <a:p>
            <a:r>
              <a:rPr lang="en-US" altLang="zh-CN"/>
              <a:t>4.</a:t>
            </a:r>
            <a:fld id="{DE2EF592-1451-4E9D-8755-5D8E5672E306}" type="slidenum">
              <a:rPr lang="en-US" altLang="zh-CN"/>
              <a:pPr/>
              <a:t>‹#›</a:t>
            </a:fld>
            <a:endParaRPr lang="en-US" altLang="zh-CN"/>
          </a:p>
        </p:txBody>
      </p:sp>
    </p:spTree>
    <p:extLst>
      <p:ext uri="{BB962C8B-B14F-4D97-AF65-F5344CB8AC3E}">
        <p14:creationId xmlns:p14="http://schemas.microsoft.com/office/powerpoint/2010/main" val="1494281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16">
            <a:extLst>
              <a:ext uri="{FF2B5EF4-FFF2-40B4-BE49-F238E27FC236}">
                <a16:creationId xmlns:a16="http://schemas.microsoft.com/office/drawing/2014/main" id="{303D977B-0BBB-5CC1-1958-5DCD255A8082}"/>
              </a:ext>
            </a:extLst>
          </p:cNvPr>
          <p:cNvSpPr>
            <a:spLocks noGrp="1" noChangeArrowheads="1"/>
          </p:cNvSpPr>
          <p:nvPr>
            <p:ph type="sldNum" sz="quarter" idx="10"/>
          </p:nvPr>
        </p:nvSpPr>
        <p:spPr>
          <a:ln/>
        </p:spPr>
        <p:txBody>
          <a:bodyPr/>
          <a:lstStyle>
            <a:lvl1pPr>
              <a:defRPr/>
            </a:lvl1pPr>
          </a:lstStyle>
          <a:p>
            <a:r>
              <a:rPr lang="en-US" altLang="zh-CN"/>
              <a:t>4.</a:t>
            </a:r>
            <a:fld id="{693B437D-43DC-42DC-B23E-879559879BB0}" type="slidenum">
              <a:rPr lang="en-US" altLang="zh-CN"/>
              <a:pPr/>
              <a:t>‹#›</a:t>
            </a:fld>
            <a:endParaRPr lang="en-US" altLang="zh-CN"/>
          </a:p>
        </p:txBody>
      </p:sp>
    </p:spTree>
    <p:extLst>
      <p:ext uri="{BB962C8B-B14F-4D97-AF65-F5344CB8AC3E}">
        <p14:creationId xmlns:p14="http://schemas.microsoft.com/office/powerpoint/2010/main" val="2594964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9A9CEB3E-3C97-C58C-3508-988AC6A81995}"/>
              </a:ext>
            </a:extLst>
          </p:cNvPr>
          <p:cNvSpPr>
            <a:spLocks noGrp="1" noChangeArrowheads="1"/>
          </p:cNvSpPr>
          <p:nvPr>
            <p:ph type="sldNum" sz="quarter" idx="10"/>
          </p:nvPr>
        </p:nvSpPr>
        <p:spPr>
          <a:ln/>
        </p:spPr>
        <p:txBody>
          <a:bodyPr/>
          <a:lstStyle>
            <a:lvl1pPr>
              <a:defRPr/>
            </a:lvl1pPr>
          </a:lstStyle>
          <a:p>
            <a:r>
              <a:rPr lang="en-US" altLang="zh-CN"/>
              <a:t>4.</a:t>
            </a:r>
            <a:fld id="{D8284EFC-F6A2-4020-B5C5-4493482029DB}" type="slidenum">
              <a:rPr lang="en-US" altLang="zh-CN"/>
              <a:pPr/>
              <a:t>‹#›</a:t>
            </a:fld>
            <a:endParaRPr lang="en-US" altLang="zh-CN"/>
          </a:p>
        </p:txBody>
      </p:sp>
    </p:spTree>
    <p:extLst>
      <p:ext uri="{BB962C8B-B14F-4D97-AF65-F5344CB8AC3E}">
        <p14:creationId xmlns:p14="http://schemas.microsoft.com/office/powerpoint/2010/main" val="691820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8C03AE38-7F6C-B9AF-D3D4-3EF5E0E149B7}"/>
              </a:ext>
            </a:extLst>
          </p:cNvPr>
          <p:cNvSpPr>
            <a:spLocks noGrp="1" noChangeArrowheads="1"/>
          </p:cNvSpPr>
          <p:nvPr>
            <p:ph type="sldNum" sz="quarter" idx="10"/>
          </p:nvPr>
        </p:nvSpPr>
        <p:spPr>
          <a:ln/>
        </p:spPr>
        <p:txBody>
          <a:bodyPr/>
          <a:lstStyle>
            <a:lvl1pPr>
              <a:defRPr/>
            </a:lvl1pPr>
          </a:lstStyle>
          <a:p>
            <a:r>
              <a:rPr lang="en-US" altLang="zh-CN"/>
              <a:t>4.</a:t>
            </a:r>
            <a:fld id="{98B08DA9-F686-4915-8C8C-81C19061FA4C}" type="slidenum">
              <a:rPr lang="en-US" altLang="zh-CN"/>
              <a:pPr/>
              <a:t>‹#›</a:t>
            </a:fld>
            <a:endParaRPr lang="en-US" altLang="zh-CN"/>
          </a:p>
        </p:txBody>
      </p:sp>
    </p:spTree>
    <p:extLst>
      <p:ext uri="{BB962C8B-B14F-4D97-AF65-F5344CB8AC3E}">
        <p14:creationId xmlns:p14="http://schemas.microsoft.com/office/powerpoint/2010/main" val="1868794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CC130E6E-4E0F-1404-FC53-60156047EDF9}"/>
              </a:ext>
            </a:extLst>
          </p:cNvPr>
          <p:cNvSpPr>
            <a:spLocks noGrp="1" noChangeArrowheads="1"/>
          </p:cNvSpPr>
          <p:nvPr>
            <p:ph type="sldNum" sz="quarter" idx="10"/>
          </p:nvPr>
        </p:nvSpPr>
        <p:spPr>
          <a:ln/>
        </p:spPr>
        <p:txBody>
          <a:bodyPr/>
          <a:lstStyle>
            <a:lvl1pPr>
              <a:defRPr/>
            </a:lvl1pPr>
          </a:lstStyle>
          <a:p>
            <a:r>
              <a:rPr lang="en-US" altLang="zh-CN"/>
              <a:t>4.</a:t>
            </a:r>
            <a:fld id="{66FDA3BC-794C-4E2D-8845-69EA3B338444}" type="slidenum">
              <a:rPr lang="en-US" altLang="zh-CN"/>
              <a:pPr/>
              <a:t>‹#›</a:t>
            </a:fld>
            <a:endParaRPr lang="en-US" altLang="zh-CN"/>
          </a:p>
        </p:txBody>
      </p:sp>
    </p:spTree>
    <p:extLst>
      <p:ext uri="{BB962C8B-B14F-4D97-AF65-F5344CB8AC3E}">
        <p14:creationId xmlns:p14="http://schemas.microsoft.com/office/powerpoint/2010/main" val="822760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F6DA7B41-2A7D-8BE2-264C-BB7386795F12}"/>
              </a:ext>
            </a:extLst>
          </p:cNvPr>
          <p:cNvSpPr>
            <a:spLocks noGrp="1" noChangeArrowheads="1"/>
          </p:cNvSpPr>
          <p:nvPr>
            <p:ph type="sldNum" sz="quarter" idx="10"/>
          </p:nvPr>
        </p:nvSpPr>
        <p:spPr>
          <a:ln/>
        </p:spPr>
        <p:txBody>
          <a:bodyPr/>
          <a:lstStyle>
            <a:lvl1pPr>
              <a:defRPr/>
            </a:lvl1pPr>
          </a:lstStyle>
          <a:p>
            <a:r>
              <a:rPr lang="en-US" altLang="zh-CN"/>
              <a:t>4.</a:t>
            </a:r>
            <a:fld id="{800D5098-0167-4C88-9110-6812F1B719DD}" type="slidenum">
              <a:rPr lang="en-US" altLang="zh-CN"/>
              <a:pPr/>
              <a:t>‹#›</a:t>
            </a:fld>
            <a:endParaRPr lang="en-US" altLang="zh-CN"/>
          </a:p>
        </p:txBody>
      </p:sp>
    </p:spTree>
    <p:extLst>
      <p:ext uri="{BB962C8B-B14F-4D97-AF65-F5344CB8AC3E}">
        <p14:creationId xmlns:p14="http://schemas.microsoft.com/office/powerpoint/2010/main" val="3797989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697F787B-E7F3-DF16-2F20-FC3B78BF8A01}"/>
              </a:ext>
            </a:extLst>
          </p:cNvPr>
          <p:cNvSpPr>
            <a:spLocks noGrp="1" noChangeArrowheads="1"/>
          </p:cNvSpPr>
          <p:nvPr>
            <p:ph type="sldNum" sz="quarter" idx="10"/>
          </p:nvPr>
        </p:nvSpPr>
        <p:spPr>
          <a:ln/>
        </p:spPr>
        <p:txBody>
          <a:bodyPr/>
          <a:lstStyle>
            <a:lvl1pPr>
              <a:defRPr/>
            </a:lvl1pPr>
          </a:lstStyle>
          <a:p>
            <a:r>
              <a:rPr lang="en-US" altLang="zh-CN"/>
              <a:t>4.</a:t>
            </a:r>
            <a:fld id="{9B2A4E2E-6AD9-425E-8B8B-376BADBB2366}" type="slidenum">
              <a:rPr lang="en-US" altLang="zh-CN"/>
              <a:pPr/>
              <a:t>‹#›</a:t>
            </a:fld>
            <a:endParaRPr lang="en-US" altLang="zh-CN"/>
          </a:p>
        </p:txBody>
      </p:sp>
    </p:spTree>
    <p:extLst>
      <p:ext uri="{BB962C8B-B14F-4D97-AF65-F5344CB8AC3E}">
        <p14:creationId xmlns:p14="http://schemas.microsoft.com/office/powerpoint/2010/main" val="847569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6">
            <a:extLst>
              <a:ext uri="{FF2B5EF4-FFF2-40B4-BE49-F238E27FC236}">
                <a16:creationId xmlns:a16="http://schemas.microsoft.com/office/drawing/2014/main" id="{698C561D-07DD-23ED-1A9E-3FBFCD86B7B4}"/>
              </a:ext>
            </a:extLst>
          </p:cNvPr>
          <p:cNvSpPr>
            <a:spLocks noGrp="1" noChangeArrowheads="1"/>
          </p:cNvSpPr>
          <p:nvPr>
            <p:ph type="sldNum" sz="quarter" idx="10"/>
          </p:nvPr>
        </p:nvSpPr>
        <p:spPr>
          <a:ln/>
        </p:spPr>
        <p:txBody>
          <a:bodyPr/>
          <a:lstStyle>
            <a:lvl1pPr>
              <a:defRPr/>
            </a:lvl1pPr>
          </a:lstStyle>
          <a:p>
            <a:r>
              <a:rPr lang="en-US" altLang="zh-CN"/>
              <a:t>4.</a:t>
            </a:r>
            <a:fld id="{EE305578-2842-49CE-8DDA-E3167A0CD450}" type="slidenum">
              <a:rPr lang="en-US" altLang="zh-CN"/>
              <a:pPr/>
              <a:t>‹#›</a:t>
            </a:fld>
            <a:endParaRPr lang="en-US" altLang="zh-CN"/>
          </a:p>
        </p:txBody>
      </p:sp>
    </p:spTree>
    <p:extLst>
      <p:ext uri="{BB962C8B-B14F-4D97-AF65-F5344CB8AC3E}">
        <p14:creationId xmlns:p14="http://schemas.microsoft.com/office/powerpoint/2010/main" val="206460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155D5597-42BD-49DB-867B-581926D3A9E6}"/>
              </a:ext>
            </a:extLst>
          </p:cNvPr>
          <p:cNvSpPr>
            <a:spLocks noGrp="1" noChangeArrowheads="1"/>
          </p:cNvSpPr>
          <p:nvPr>
            <p:ph type="sldNum" sz="quarter" idx="4"/>
          </p:nvPr>
        </p:nvSpPr>
        <p:spPr bwMode="auto">
          <a:xfrm>
            <a:off x="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b="1" baseline="0">
                <a:solidFill>
                  <a:schemeClr val="bg2"/>
                </a:solidFill>
                <a:latin typeface="Arial" panose="020B0604020202020204" pitchFamily="34" charset="0"/>
                <a:ea typeface="宋体" panose="02010600030101010101" pitchFamily="2" charset="-122"/>
              </a:defRPr>
            </a:lvl1pPr>
          </a:lstStyle>
          <a:p>
            <a:r>
              <a:rPr lang="en-US" altLang="zh-CN"/>
              <a:t>4.</a:t>
            </a:r>
            <a:fld id="{9C320ECE-3FA1-47DA-BE0D-8B33BFDDC6E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52"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wmf"/></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wmf"/><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21.wmf"/><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11" Type="http://schemas.openxmlformats.org/officeDocument/2006/relationships/image" Target="../media/image51.wmf"/><Relationship Id="rId5" Type="http://schemas.openxmlformats.org/officeDocument/2006/relationships/image" Target="../media/image48.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50.wmf"/></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2">
            <a:extLst>
              <a:ext uri="{FF2B5EF4-FFF2-40B4-BE49-F238E27FC236}">
                <a16:creationId xmlns:a16="http://schemas.microsoft.com/office/drawing/2014/main" id="{A72947C2-BB0F-2669-75B0-AECB27C3B52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5C50D28F-21E9-4BEA-8BD9-49E5D3F75B51}" type="slidenum">
              <a:rPr lang="en-US" altLang="zh-CN" baseline="0">
                <a:solidFill>
                  <a:schemeClr val="bg2"/>
                </a:solidFill>
                <a:latin typeface="Arial" panose="020B0604020202020204" pitchFamily="34" charset="0"/>
              </a:rPr>
              <a:pPr/>
              <a:t>1</a:t>
            </a:fld>
            <a:endParaRPr lang="en-US" altLang="zh-CN" baseline="0">
              <a:solidFill>
                <a:schemeClr val="bg2"/>
              </a:solidFill>
              <a:latin typeface="Arial" panose="020B0604020202020204" pitchFamily="34" charset="0"/>
            </a:endParaRPr>
          </a:p>
        </p:txBody>
      </p:sp>
      <p:pic>
        <p:nvPicPr>
          <p:cNvPr id="4099" name="Picture 2" descr="Forouzan4e07_banner">
            <a:extLst>
              <a:ext uri="{FF2B5EF4-FFF2-40B4-BE49-F238E27FC236}">
                <a16:creationId xmlns:a16="http://schemas.microsoft.com/office/drawing/2014/main" id="{5CB4C3AD-4C53-62F0-D3CC-D7891C608CF0}"/>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0" name="Rectangle 3">
            <a:extLst>
              <a:ext uri="{FF2B5EF4-FFF2-40B4-BE49-F238E27FC236}">
                <a16:creationId xmlns:a16="http://schemas.microsoft.com/office/drawing/2014/main" id="{11384A30-25A9-29BB-6CF5-E7A05EBBB8CA}"/>
              </a:ext>
            </a:extLst>
          </p:cNvPr>
          <p:cNvSpPr>
            <a:spLocks noChangeArrowheads="1"/>
          </p:cNvSpPr>
          <p:nvPr/>
        </p:nvSpPr>
        <p:spPr bwMode="auto">
          <a:xfrm>
            <a:off x="1143000" y="2514600"/>
            <a:ext cx="6858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en-US" sz="4400" b="1" baseline="0">
                <a:solidFill>
                  <a:schemeClr val="tx2"/>
                </a:solidFill>
                <a:latin typeface="Arial" panose="020B0604020202020204" pitchFamily="34" charset="0"/>
              </a:rPr>
              <a:t>Chapter 4</a:t>
            </a:r>
          </a:p>
          <a:p>
            <a:pPr algn="ctr"/>
            <a:endParaRPr lang="en-US" altLang="en-US" b="1" baseline="0">
              <a:solidFill>
                <a:schemeClr val="tx2"/>
              </a:solidFill>
              <a:latin typeface="Arial" panose="020B0604020202020204" pitchFamily="34" charset="0"/>
            </a:endParaRPr>
          </a:p>
          <a:p>
            <a:pPr algn="ctr"/>
            <a:r>
              <a:rPr lang="zh-CN" altLang="en-US" sz="4400" b="1" baseline="0">
                <a:latin typeface="Arial" panose="020B0604020202020204" pitchFamily="34" charset="0"/>
                <a:ea typeface="宋体" panose="02010600030101010101" pitchFamily="2" charset="-122"/>
              </a:rPr>
              <a:t>数字传输</a:t>
            </a:r>
            <a:endParaRPr lang="en-US" altLang="zh-CN" sz="4400" b="1" baseline="0">
              <a:latin typeface="Arial" panose="020B0604020202020204" pitchFamily="34" charset="0"/>
              <a:ea typeface="宋体" panose="02010600030101010101" pitchFamily="2" charset="-122"/>
            </a:endParaRPr>
          </a:p>
          <a:p>
            <a:pPr algn="ctr"/>
            <a:r>
              <a:rPr lang="zh-CN" altLang="en-US" sz="3600" b="1" baseline="0">
                <a:latin typeface="Arial" panose="020B0604020202020204" pitchFamily="34" charset="0"/>
                <a:ea typeface="宋体" panose="02010600030101010101" pitchFamily="2" charset="-122"/>
              </a:rPr>
              <a:t>（</a:t>
            </a:r>
            <a:r>
              <a:rPr lang="en-US" altLang="zh-CN" sz="3600" b="1" baseline="0">
                <a:latin typeface="Arial" panose="020B0604020202020204" pitchFamily="34" charset="0"/>
                <a:ea typeface="宋体" panose="02010600030101010101" pitchFamily="2" charset="-122"/>
              </a:rPr>
              <a:t>Digital Transmission</a:t>
            </a:r>
            <a:r>
              <a:rPr lang="zh-CN" altLang="en-US" sz="3600" b="1" baseline="0">
                <a:latin typeface="Arial" panose="020B0604020202020204" pitchFamily="34" charset="0"/>
                <a:ea typeface="宋体" panose="02010600030101010101" pitchFamily="2" charset="-122"/>
              </a:rPr>
              <a:t>）</a:t>
            </a:r>
            <a:endParaRPr lang="en-US" altLang="zh-CN" sz="3600" b="1" baseline="0">
              <a:latin typeface="Arial" panose="020B0604020202020204" pitchFamily="34" charset="0"/>
              <a:ea typeface="宋体" panose="02010600030101010101" pitchFamily="2" charset="-122"/>
            </a:endParaRPr>
          </a:p>
        </p:txBody>
      </p:sp>
      <p:sp>
        <p:nvSpPr>
          <p:cNvPr id="4101" name="Text Box 4">
            <a:extLst>
              <a:ext uri="{FF2B5EF4-FFF2-40B4-BE49-F238E27FC236}">
                <a16:creationId xmlns:a16="http://schemas.microsoft.com/office/drawing/2014/main" id="{C17331E5-E23F-CD2F-7020-B7A2052DDF40}"/>
              </a:ext>
            </a:extLst>
          </p:cNvPr>
          <p:cNvSpPr txBox="1">
            <a:spLocks noChangeArrowheads="1"/>
          </p:cNvSpPr>
          <p:nvPr/>
        </p:nvSpPr>
        <p:spPr bwMode="auto">
          <a:xfrm>
            <a:off x="0" y="6507163"/>
            <a:ext cx="914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r>
              <a:rPr lang="en-US" altLang="zh-CN" sz="1200" baseline="0">
                <a:ea typeface="宋体" panose="02010600030101010101" pitchFamily="2" charset="-122"/>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1">
            <a:extLst>
              <a:ext uri="{FF2B5EF4-FFF2-40B4-BE49-F238E27FC236}">
                <a16:creationId xmlns:a16="http://schemas.microsoft.com/office/drawing/2014/main" id="{1685DEF6-C1DA-0FF2-1381-AE887821B74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4696F41-6F68-45B5-8B77-C1C7D403491E}" type="slidenum">
              <a:rPr lang="en-US" altLang="zh-CN" baseline="0">
                <a:solidFill>
                  <a:schemeClr val="bg2"/>
                </a:solidFill>
                <a:latin typeface="Arial" panose="020B0604020202020204" pitchFamily="34" charset="0"/>
              </a:rPr>
              <a:pPr/>
              <a:t>2</a:t>
            </a:fld>
            <a:endParaRPr lang="en-US" altLang="zh-CN" baseline="0">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id="{E6C5D64E-5089-4D27-9ED1-7D143952F59E}"/>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sz="3200" b="1" baseline="0">
              <a:effectLst>
                <a:outerShdw blurRad="38100" dist="38100" dir="2700000" algn="tl">
                  <a:srgbClr val="FFFFFF"/>
                </a:outerShdw>
              </a:effectLst>
              <a:ea typeface="宋体" pitchFamily="2" charset="-122"/>
            </a:endParaRPr>
          </a:p>
        </p:txBody>
      </p:sp>
      <p:sp>
        <p:nvSpPr>
          <p:cNvPr id="565251" name="Text Box 3">
            <a:extLst>
              <a:ext uri="{FF2B5EF4-FFF2-40B4-BE49-F238E27FC236}">
                <a16:creationId xmlns:a16="http://schemas.microsoft.com/office/drawing/2014/main" id="{BC931038-35BE-4FA6-828D-BB72039D238E}"/>
              </a:ext>
            </a:extLst>
          </p:cNvPr>
          <p:cNvSpPr txBox="1">
            <a:spLocks noChangeArrowheads="1"/>
          </p:cNvSpPr>
          <p:nvPr/>
        </p:nvSpPr>
        <p:spPr bwMode="auto">
          <a:xfrm>
            <a:off x="228600" y="406400"/>
            <a:ext cx="8272463" cy="579438"/>
          </a:xfrm>
          <a:prstGeom prst="rect">
            <a:avLst/>
          </a:prstGeom>
          <a:noFill/>
          <a:ln>
            <a:noFill/>
          </a:ln>
          <a:effectLst/>
        </p:spPr>
        <p:txBody>
          <a:bodyPr wrap="none">
            <a:spAutoFit/>
          </a:bodyPr>
          <a:lstStyle/>
          <a:p>
            <a:pPr>
              <a:defRPr/>
            </a:pPr>
            <a:r>
              <a:rPr lang="en-US" altLang="zh-CN" sz="3200" b="1" baseline="0">
                <a:effectLst>
                  <a:outerShdw blurRad="38100" dist="38100" dir="2700000" algn="tl">
                    <a:srgbClr val="C0C0C0"/>
                  </a:outerShdw>
                </a:effectLst>
                <a:latin typeface="Times" pitchFamily="18" charset="0"/>
                <a:ea typeface="宋体" pitchFamily="2" charset="-122"/>
              </a:rPr>
              <a:t>4-1   DIGITAL-TO-DIGITAL CONVERSION</a:t>
            </a:r>
          </a:p>
        </p:txBody>
      </p:sp>
      <p:sp>
        <p:nvSpPr>
          <p:cNvPr id="6149" name="Text Box 4">
            <a:extLst>
              <a:ext uri="{FF2B5EF4-FFF2-40B4-BE49-F238E27FC236}">
                <a16:creationId xmlns:a16="http://schemas.microsoft.com/office/drawing/2014/main" id="{57767963-7138-C7ED-9327-4925E8D45F7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zh-CN" sz="1800" b="1" baseline="0">
              <a:ea typeface="宋体" panose="02010600030101010101" pitchFamily="2" charset="-122"/>
            </a:endParaRPr>
          </a:p>
        </p:txBody>
      </p:sp>
      <p:sp>
        <p:nvSpPr>
          <p:cNvPr id="565253" name="Rectangle 5">
            <a:extLst>
              <a:ext uri="{FF2B5EF4-FFF2-40B4-BE49-F238E27FC236}">
                <a16:creationId xmlns:a16="http://schemas.microsoft.com/office/drawing/2014/main" id="{5850B0A9-708E-4704-A21F-19C661F244BE}"/>
              </a:ext>
            </a:extLst>
          </p:cNvPr>
          <p:cNvSpPr>
            <a:spLocks noChangeArrowheads="1"/>
          </p:cNvSpPr>
          <p:nvPr/>
        </p:nvSpPr>
        <p:spPr bwMode="auto">
          <a:xfrm>
            <a:off x="304800" y="1851025"/>
            <a:ext cx="8229600" cy="1385888"/>
          </a:xfrm>
          <a:prstGeom prst="rect">
            <a:avLst/>
          </a:prstGeom>
          <a:noFill/>
          <a:ln>
            <a:noFill/>
          </a:ln>
          <a:effectLst/>
        </p:spPr>
        <p:txBody>
          <a:bodyPr anchor="ctr">
            <a:spAutoFit/>
          </a:bodyPr>
          <a:lstStyle/>
          <a:p>
            <a:pPr algn="just" eaLnBrk="1" hangingPunct="1">
              <a:defRPr/>
            </a:pPr>
            <a:r>
              <a:rPr lang="zh-CN" altLang="en-US" sz="2800" b="1" i="1" baseline="0" dirty="0">
                <a:effectLst>
                  <a:outerShdw blurRad="38100" dist="38100" dir="2700000" algn="tl">
                    <a:srgbClr val="C0C0C0"/>
                  </a:outerShdw>
                </a:effectLst>
                <a:ea typeface="宋体" pitchFamily="2" charset="-122"/>
              </a:rPr>
              <a:t>本章说明以数字方式传输数据所用的机制和技术，包括三种技术</a:t>
            </a:r>
            <a:r>
              <a:rPr lang="en-US" altLang="zh-CN" sz="2800" b="1" i="1" baseline="0" dirty="0">
                <a:effectLst>
                  <a:outerShdw blurRad="38100" dist="38100" dir="2700000" algn="tl">
                    <a:srgbClr val="C0C0C0"/>
                  </a:outerShdw>
                </a:effectLst>
                <a:ea typeface="宋体" pitchFamily="2" charset="-122"/>
              </a:rPr>
              <a:t>: </a:t>
            </a:r>
            <a:r>
              <a:rPr lang="en-US" altLang="zh-CN" sz="2800" b="1" i="1" baseline="0" dirty="0">
                <a:solidFill>
                  <a:schemeClr val="hlink"/>
                </a:solidFill>
                <a:effectLst>
                  <a:outerShdw blurRad="38100" dist="38100" dir="2700000" algn="tl">
                    <a:srgbClr val="C0C0C0"/>
                  </a:outerShdw>
                </a:effectLst>
                <a:ea typeface="宋体" pitchFamily="2" charset="-122"/>
              </a:rPr>
              <a:t>line coding</a:t>
            </a:r>
            <a:r>
              <a:rPr lang="en-US" altLang="zh-CN" sz="2800" b="1" baseline="0" dirty="0">
                <a:solidFill>
                  <a:srgbClr val="0033CC"/>
                </a:solidFill>
                <a:ea typeface="宋体" pitchFamily="2" charset="-122"/>
              </a:rPr>
              <a:t> </a:t>
            </a:r>
            <a:r>
              <a:rPr lang="en-US" altLang="zh-CN" sz="2400" b="1" baseline="0" dirty="0">
                <a:solidFill>
                  <a:srgbClr val="FF0000"/>
                </a:solidFill>
                <a:ea typeface="宋体" pitchFamily="2" charset="-122"/>
              </a:rPr>
              <a:t>(</a:t>
            </a:r>
            <a:r>
              <a:rPr lang="zh-CN" altLang="en-US" sz="2400" b="1" baseline="0" dirty="0">
                <a:solidFill>
                  <a:srgbClr val="FF0000"/>
                </a:solidFill>
                <a:ea typeface="宋体" pitchFamily="2" charset="-122"/>
              </a:rPr>
              <a:t>线性编码</a:t>
            </a:r>
            <a:r>
              <a:rPr lang="en-US" altLang="zh-CN" sz="2400" b="1" baseline="0" dirty="0">
                <a:solidFill>
                  <a:srgbClr val="FF0000"/>
                </a:solidFill>
                <a:ea typeface="宋体" pitchFamily="2" charset="-122"/>
              </a:rPr>
              <a:t>)</a:t>
            </a:r>
            <a:r>
              <a:rPr lang="en-US" altLang="zh-CN" sz="2800" b="1" i="1" baseline="0" dirty="0">
                <a:solidFill>
                  <a:srgbClr val="FF0000"/>
                </a:solidFill>
                <a:effectLst>
                  <a:outerShdw blurRad="38100" dist="38100" dir="2700000" algn="tl">
                    <a:srgbClr val="C0C0C0"/>
                  </a:outerShdw>
                </a:effectLst>
                <a:ea typeface="宋体" pitchFamily="2" charset="-122"/>
              </a:rPr>
              <a:t>, </a:t>
            </a:r>
            <a:r>
              <a:rPr lang="en-US" altLang="zh-CN" sz="2800" b="1" i="1" baseline="0" dirty="0">
                <a:solidFill>
                  <a:schemeClr val="hlink"/>
                </a:solidFill>
                <a:effectLst>
                  <a:outerShdw blurRad="38100" dist="38100" dir="2700000" algn="tl">
                    <a:srgbClr val="C0C0C0"/>
                  </a:outerShdw>
                </a:effectLst>
                <a:ea typeface="宋体" pitchFamily="2" charset="-122"/>
              </a:rPr>
              <a:t>block coding</a:t>
            </a:r>
            <a:r>
              <a:rPr lang="zh-CN" altLang="en-US" sz="2800" b="1" baseline="0" dirty="0">
                <a:solidFill>
                  <a:schemeClr val="hlink"/>
                </a:solidFill>
                <a:effectLst>
                  <a:outerShdw blurRad="38100" dist="38100" dir="2700000" algn="tl">
                    <a:srgbClr val="C0C0C0"/>
                  </a:outerShdw>
                </a:effectLst>
                <a:ea typeface="宋体" pitchFamily="2" charset="-122"/>
              </a:rPr>
              <a:t>（块编码或分组编码）</a:t>
            </a:r>
            <a:r>
              <a:rPr lang="en-US" altLang="zh-CN" sz="2800" b="1" i="1" baseline="0" dirty="0">
                <a:effectLst>
                  <a:outerShdw blurRad="38100" dist="38100" dir="2700000" algn="tl">
                    <a:srgbClr val="C0C0C0"/>
                  </a:outerShdw>
                </a:effectLst>
                <a:ea typeface="宋体" pitchFamily="2" charset="-122"/>
              </a:rPr>
              <a:t>, </a:t>
            </a:r>
            <a:r>
              <a:rPr lang="zh-CN" altLang="en-US" sz="2800" b="1" i="1" baseline="0">
                <a:effectLst>
                  <a:outerShdw blurRad="38100" dist="38100" dir="2700000" algn="tl">
                    <a:srgbClr val="C0C0C0"/>
                  </a:outerShdw>
                </a:effectLst>
                <a:ea typeface="宋体" pitchFamily="2" charset="-122"/>
              </a:rPr>
              <a:t>和 </a:t>
            </a:r>
            <a:r>
              <a:rPr lang="en-US" altLang="zh-CN" sz="2800" b="1" i="1" baseline="0">
                <a:solidFill>
                  <a:schemeClr val="hlink"/>
                </a:solidFill>
                <a:effectLst>
                  <a:outerShdw blurRad="38100" dist="38100" dir="2700000" algn="tl">
                    <a:srgbClr val="C0C0C0"/>
                  </a:outerShdw>
                </a:effectLst>
                <a:ea typeface="宋体" pitchFamily="2" charset="-122"/>
              </a:rPr>
              <a:t>scrambling</a:t>
            </a:r>
            <a:r>
              <a:rPr lang="zh-CN" altLang="en-US" sz="2800" b="1" baseline="0" dirty="0">
                <a:solidFill>
                  <a:schemeClr val="hlink"/>
                </a:solidFill>
                <a:effectLst>
                  <a:outerShdw blurRad="38100" dist="38100" dir="2700000" algn="tl">
                    <a:srgbClr val="C0C0C0"/>
                  </a:outerShdw>
                </a:effectLst>
                <a:ea typeface="宋体" pitchFamily="2" charset="-122"/>
              </a:rPr>
              <a:t>（扰码）</a:t>
            </a:r>
            <a:r>
              <a:rPr lang="en-US" altLang="zh-CN" sz="2800" b="1" i="1" baseline="0" dirty="0">
                <a:effectLst>
                  <a:outerShdw blurRad="38100" dist="38100" dir="2700000" algn="tl">
                    <a:srgbClr val="C0C0C0"/>
                  </a:outerShdw>
                </a:effectLst>
                <a:ea typeface="宋体" pitchFamily="2" charset="-122"/>
              </a:rPr>
              <a:t>. </a:t>
            </a:r>
          </a:p>
        </p:txBody>
      </p:sp>
      <p:sp>
        <p:nvSpPr>
          <p:cNvPr id="6151" name="Rectangle 29">
            <a:extLst>
              <a:ext uri="{FF2B5EF4-FFF2-40B4-BE49-F238E27FC236}">
                <a16:creationId xmlns:a16="http://schemas.microsoft.com/office/drawing/2014/main" id="{5E438B77-0EBB-169E-C759-E89452D7A256}"/>
              </a:ext>
            </a:extLst>
          </p:cNvPr>
          <p:cNvSpPr>
            <a:spLocks noChangeArrowheads="1"/>
          </p:cNvSpPr>
          <p:nvPr/>
        </p:nvSpPr>
        <p:spPr bwMode="auto">
          <a:xfrm>
            <a:off x="152400" y="4679950"/>
            <a:ext cx="67056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zh-CN" sz="2400" b="1" baseline="0">
                <a:solidFill>
                  <a:srgbClr val="0033CC"/>
                </a:solidFill>
                <a:ea typeface="宋体" panose="02010600030101010101" pitchFamily="2" charset="-122"/>
              </a:rPr>
              <a:t>Line Coding(</a:t>
            </a:r>
            <a:r>
              <a:rPr lang="zh-CN" altLang="en-US" sz="2400" b="1" baseline="0">
                <a:solidFill>
                  <a:srgbClr val="0033CC"/>
                </a:solidFill>
                <a:ea typeface="宋体" panose="02010600030101010101" pitchFamily="2" charset="-122"/>
              </a:rPr>
              <a:t>线性编码</a:t>
            </a:r>
            <a:r>
              <a:rPr lang="en-US" altLang="zh-CN" sz="2400" b="1" baseline="0">
                <a:solidFill>
                  <a:srgbClr val="0033CC"/>
                </a:solidFill>
                <a:ea typeface="宋体" panose="02010600030101010101" pitchFamily="2" charset="-122"/>
              </a:rPr>
              <a:t>)</a:t>
            </a:r>
          </a:p>
          <a:p>
            <a:pPr>
              <a:buClr>
                <a:schemeClr val="tx1"/>
              </a:buClr>
              <a:buSzPct val="117000"/>
              <a:buFont typeface="Wingdings" panose="05000000000000000000" pitchFamily="2" charset="2"/>
              <a:buNone/>
            </a:pPr>
            <a:r>
              <a:rPr lang="fr-FR" altLang="zh-CN" sz="2400" b="1" baseline="0">
                <a:solidFill>
                  <a:srgbClr val="0033CC"/>
                </a:solidFill>
                <a:ea typeface="宋体" panose="02010600030101010101" pitchFamily="2" charset="-122"/>
              </a:rPr>
              <a:t>Line Coding Schemes</a:t>
            </a:r>
            <a:r>
              <a:rPr lang="en-US" altLang="zh-CN" sz="2400" b="1" baseline="0">
                <a:solidFill>
                  <a:srgbClr val="0033CC"/>
                </a:solidFill>
                <a:ea typeface="宋体" panose="02010600030101010101" pitchFamily="2" charset="-122"/>
              </a:rPr>
              <a:t>(</a:t>
            </a:r>
            <a:r>
              <a:rPr lang="zh-CN" altLang="en-US" sz="2400" b="1" baseline="0">
                <a:solidFill>
                  <a:srgbClr val="0033CC"/>
                </a:solidFill>
                <a:ea typeface="宋体" panose="02010600030101010101" pitchFamily="2" charset="-122"/>
              </a:rPr>
              <a:t>线性编码方案</a:t>
            </a:r>
            <a:r>
              <a:rPr lang="en-US" altLang="zh-CN" sz="2400" b="1" baseline="0">
                <a:solidFill>
                  <a:srgbClr val="0033CC"/>
                </a:solidFill>
                <a:ea typeface="宋体" panose="02010600030101010101" pitchFamily="2" charset="-122"/>
              </a:rPr>
              <a:t>)</a:t>
            </a:r>
            <a:br>
              <a:rPr lang="fr-FR" altLang="zh-CN" sz="2400" b="1" baseline="0">
                <a:solidFill>
                  <a:srgbClr val="0033CC"/>
                </a:solidFill>
                <a:ea typeface="宋体" panose="02010600030101010101" pitchFamily="2" charset="-122"/>
              </a:rPr>
            </a:br>
            <a:r>
              <a:rPr lang="fr-FR" altLang="zh-CN" sz="2400" b="1" baseline="0">
                <a:solidFill>
                  <a:srgbClr val="0033CC"/>
                </a:solidFill>
                <a:ea typeface="宋体" panose="02010600030101010101" pitchFamily="2" charset="-122"/>
              </a:rPr>
              <a:t>Block Coding(</a:t>
            </a:r>
            <a:r>
              <a:rPr lang="zh-CN" altLang="en-US" sz="2400" b="1" baseline="0">
                <a:solidFill>
                  <a:srgbClr val="0033CC"/>
                </a:solidFill>
                <a:ea typeface="宋体" panose="02010600030101010101" pitchFamily="2" charset="-122"/>
              </a:rPr>
              <a:t>块编码</a:t>
            </a:r>
            <a:r>
              <a:rPr lang="fr-FR" altLang="zh-CN" sz="2400" b="1" baseline="0">
                <a:solidFill>
                  <a:srgbClr val="0033CC"/>
                </a:solidFill>
                <a:ea typeface="宋体" panose="02010600030101010101" pitchFamily="2" charset="-122"/>
              </a:rPr>
              <a:t>)</a:t>
            </a:r>
          </a:p>
          <a:p>
            <a:pPr>
              <a:buClr>
                <a:schemeClr val="tx1"/>
              </a:buClr>
              <a:buSzPct val="117000"/>
              <a:buFont typeface="Wingdings" panose="05000000000000000000" pitchFamily="2" charset="2"/>
              <a:buNone/>
            </a:pPr>
            <a:r>
              <a:rPr lang="en-US" altLang="zh-CN" sz="2400" b="1" baseline="0">
                <a:solidFill>
                  <a:srgbClr val="0033CC"/>
                </a:solidFill>
                <a:ea typeface="宋体" panose="02010600030101010101" pitchFamily="2" charset="-122"/>
              </a:rPr>
              <a:t>Scrambling(</a:t>
            </a:r>
            <a:r>
              <a:rPr lang="zh-CN" altLang="en-US" sz="2400" b="1" baseline="0">
                <a:solidFill>
                  <a:srgbClr val="0033CC"/>
                </a:solidFill>
                <a:ea typeface="宋体" panose="02010600030101010101" pitchFamily="2" charset="-122"/>
              </a:rPr>
              <a:t>扰码</a:t>
            </a:r>
            <a:r>
              <a:rPr lang="en-US" altLang="zh-CN" sz="2400" b="1" baseline="0">
                <a:solidFill>
                  <a:srgbClr val="0033CC"/>
                </a:solidFill>
                <a:ea typeface="宋体" panose="02010600030101010101" pitchFamily="2" charset="-122"/>
              </a:rPr>
              <a:t>)</a:t>
            </a:r>
          </a:p>
        </p:txBody>
      </p:sp>
      <p:sp>
        <p:nvSpPr>
          <p:cNvPr id="565278" name="Text Box 30">
            <a:extLst>
              <a:ext uri="{FF2B5EF4-FFF2-40B4-BE49-F238E27FC236}">
                <a16:creationId xmlns:a16="http://schemas.microsoft.com/office/drawing/2014/main" id="{24EFD7CD-2713-4850-B61A-FD14A0AC7B89}"/>
              </a:ext>
            </a:extLst>
          </p:cNvPr>
          <p:cNvSpPr txBox="1">
            <a:spLocks noChangeArrowheads="1"/>
          </p:cNvSpPr>
          <p:nvPr/>
        </p:nvSpPr>
        <p:spPr bwMode="auto">
          <a:xfrm>
            <a:off x="165100" y="4203700"/>
            <a:ext cx="4862513" cy="519113"/>
          </a:xfrm>
          <a:prstGeom prst="rect">
            <a:avLst/>
          </a:prstGeom>
          <a:noFill/>
          <a:ln>
            <a:noFill/>
          </a:ln>
          <a:effectLst/>
        </p:spPr>
        <p:txBody>
          <a:bodyPr wrap="none">
            <a:spAutoFit/>
          </a:bodyPr>
          <a:lstStyle/>
          <a:p>
            <a:pPr algn="ctr">
              <a:defRPr/>
            </a:pPr>
            <a:r>
              <a:rPr lang="en-US" altLang="zh-CN" sz="2800" b="1" i="1" u="sng" baseline="0">
                <a:solidFill>
                  <a:schemeClr val="hlink"/>
                </a:solidFill>
                <a:effectLst>
                  <a:outerShdw blurRad="38100" dist="38100" dir="2700000" algn="tl">
                    <a:srgbClr val="C0C0C0"/>
                  </a:outerShdw>
                </a:effectLst>
                <a:ea typeface="宋体" pitchFamily="2" charset="-122"/>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a:extLst>
              <a:ext uri="{FF2B5EF4-FFF2-40B4-BE49-F238E27FC236}">
                <a16:creationId xmlns:a16="http://schemas.microsoft.com/office/drawing/2014/main" id="{67EB5334-AF43-FD80-15EB-A1A82E3F67C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3DD5C31-FBDE-45E3-8D60-7AD1E05297BA}" type="slidenum">
              <a:rPr lang="en-US" altLang="zh-CN" baseline="0">
                <a:solidFill>
                  <a:schemeClr val="bg2"/>
                </a:solidFill>
                <a:latin typeface="Arial" panose="020B0604020202020204" pitchFamily="34" charset="0"/>
              </a:rPr>
              <a:pPr/>
              <a:t>3</a:t>
            </a:fld>
            <a:endParaRPr lang="en-US" altLang="zh-CN" baseline="0">
              <a:solidFill>
                <a:schemeClr val="bg2"/>
              </a:solidFill>
              <a:latin typeface="Arial" panose="020B0604020202020204" pitchFamily="34" charset="0"/>
            </a:endParaRPr>
          </a:p>
        </p:txBody>
      </p:sp>
      <p:sp>
        <p:nvSpPr>
          <p:cNvPr id="8195" name="Line 2">
            <a:extLst>
              <a:ext uri="{FF2B5EF4-FFF2-40B4-BE49-F238E27FC236}">
                <a16:creationId xmlns:a16="http://schemas.microsoft.com/office/drawing/2014/main" id="{635D2D75-FED6-FFA0-95E7-6BAA7D9F7038}"/>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 name="Line 3">
            <a:extLst>
              <a:ext uri="{FF2B5EF4-FFF2-40B4-BE49-F238E27FC236}">
                <a16:creationId xmlns:a16="http://schemas.microsoft.com/office/drawing/2014/main" id="{0AC01566-2695-B2F8-1EFC-C93E2D538348}"/>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Text Box 4">
            <a:extLst>
              <a:ext uri="{FF2B5EF4-FFF2-40B4-BE49-F238E27FC236}">
                <a16:creationId xmlns:a16="http://schemas.microsoft.com/office/drawing/2014/main" id="{05FD7288-84B8-7EFD-DFD6-1A6F6DA1B797}"/>
              </a:ext>
            </a:extLst>
          </p:cNvPr>
          <p:cNvSpPr txBox="1">
            <a:spLocks noChangeArrowheads="1"/>
          </p:cNvSpPr>
          <p:nvPr/>
        </p:nvSpPr>
        <p:spPr bwMode="auto">
          <a:xfrm>
            <a:off x="304800" y="762000"/>
            <a:ext cx="4370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  </a:t>
            </a:r>
            <a:r>
              <a:rPr lang="en-US" altLang="zh-CN" b="1" i="1" baseline="0">
                <a:ea typeface="宋体" panose="02010600030101010101" pitchFamily="2" charset="-122"/>
              </a:rPr>
              <a:t>Line coding and decoding</a:t>
            </a:r>
          </a:p>
        </p:txBody>
      </p:sp>
      <p:sp>
        <p:nvSpPr>
          <p:cNvPr id="8198" name="Line 5">
            <a:extLst>
              <a:ext uri="{FF2B5EF4-FFF2-40B4-BE49-F238E27FC236}">
                <a16:creationId xmlns:a16="http://schemas.microsoft.com/office/drawing/2014/main" id="{A454E484-F740-3272-29AB-EB49445B1FA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199" name="Picture 6">
            <a:extLst>
              <a:ext uri="{FF2B5EF4-FFF2-40B4-BE49-F238E27FC236}">
                <a16:creationId xmlns:a16="http://schemas.microsoft.com/office/drawing/2014/main" id="{3CF7A7DA-951E-7E5B-687B-8406A226E1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3429000"/>
            <a:ext cx="8775700"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Rectangle 11">
            <a:extLst>
              <a:ext uri="{FF2B5EF4-FFF2-40B4-BE49-F238E27FC236}">
                <a16:creationId xmlns:a16="http://schemas.microsoft.com/office/drawing/2014/main" id="{C5833072-5617-6D9E-6FA0-C51EF67CFFAC}"/>
              </a:ext>
            </a:extLst>
          </p:cNvPr>
          <p:cNvSpPr>
            <a:spLocks noChangeArrowheads="1"/>
          </p:cNvSpPr>
          <p:nvPr/>
        </p:nvSpPr>
        <p:spPr bwMode="auto">
          <a:xfrm>
            <a:off x="533400" y="1414463"/>
            <a:ext cx="8077200" cy="1938337"/>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sz="2400" b="1" baseline="0">
                <a:ea typeface="宋体" panose="02010600030101010101" pitchFamily="2" charset="-122"/>
              </a:rPr>
              <a:t>线性编码是将数字数据转换为数字信号的过程</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数据元素</a:t>
            </a:r>
            <a:r>
              <a:rPr lang="en-US" altLang="zh-CN" sz="2400" b="1" baseline="0">
                <a:ea typeface="宋体" panose="02010600030101010101" pitchFamily="2" charset="-122"/>
              </a:rPr>
              <a:t>(data element):</a:t>
            </a:r>
            <a:r>
              <a:rPr lang="zh-CN" altLang="en-US" sz="2400" b="1" baseline="0">
                <a:ea typeface="宋体" panose="02010600030101010101" pitchFamily="2" charset="-122"/>
              </a:rPr>
              <a:t>表示一块信息的最小实体，即位</a:t>
            </a:r>
            <a:r>
              <a:rPr lang="en-US" altLang="zh-CN" sz="2400" b="1" baseline="0">
                <a:ea typeface="宋体" panose="02010600030101010101" pitchFamily="2" charset="-122"/>
              </a:rPr>
              <a:t>(bit)</a:t>
            </a:r>
            <a:r>
              <a:rPr lang="zh-CN" altLang="en-US" sz="2400" b="1" baseline="0">
                <a:ea typeface="宋体" panose="02010600030101010101" pitchFamily="2" charset="-122"/>
              </a:rPr>
              <a:t>，是被承载的，信号元素是载体</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信号元素</a:t>
            </a:r>
            <a:r>
              <a:rPr lang="en-US" altLang="zh-CN" sz="2400" b="1" baseline="0">
                <a:ea typeface="宋体" panose="02010600030101010101" pitchFamily="2" charset="-122"/>
              </a:rPr>
              <a:t>(signal element)</a:t>
            </a:r>
            <a:r>
              <a:rPr lang="zh-CN" altLang="en-US" sz="2400" b="1" baseline="0">
                <a:ea typeface="宋体" panose="02010600030101010101" pitchFamily="2" charset="-122"/>
              </a:rPr>
              <a:t>：是数字信号的最小单元，是传输载体</a:t>
            </a:r>
            <a:endParaRPr lang="en-US" altLang="zh-CN" sz="2400" b="1" baseline="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3E349311-547B-56FF-5D95-2F227DCD5C3B}"/>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latin typeface="Times New Roman" panose="02020603050405020304" pitchFamily="18" charset="0"/>
                <a:ea typeface="宋体" panose="02010600030101010101" pitchFamily="2" charset="-122"/>
                <a:cs typeface="Times New Roman" panose="02020603050405020304" pitchFamily="18" charset="0"/>
              </a:rPr>
              <a:t>比率</a:t>
            </a:r>
            <a:r>
              <a:rPr lang="en-US" altLang="zh-CN" i="1">
                <a:latin typeface="Times New Roman" panose="02020603050405020304" pitchFamily="18" charset="0"/>
                <a:ea typeface="宋体" panose="02010600030101010101" pitchFamily="2" charset="-122"/>
                <a:cs typeface="Times New Roman" panose="02020603050405020304" pitchFamily="18" charset="0"/>
              </a:rPr>
              <a:t>r</a:t>
            </a:r>
            <a:r>
              <a:rPr lang="zh-CN" altLang="en-US">
                <a:latin typeface="Times New Roman" panose="02020603050405020304" pitchFamily="18" charset="0"/>
                <a:ea typeface="宋体" panose="02010600030101010101" pitchFamily="2" charset="-122"/>
                <a:cs typeface="Times New Roman" panose="02020603050405020304" pitchFamily="18" charset="0"/>
              </a:rPr>
              <a:t>的定义</a:t>
            </a:r>
          </a:p>
        </p:txBody>
      </p:sp>
      <p:sp>
        <p:nvSpPr>
          <p:cNvPr id="10243" name="内容占位符 2">
            <a:extLst>
              <a:ext uri="{FF2B5EF4-FFF2-40B4-BE49-F238E27FC236}">
                <a16:creationId xmlns:a16="http://schemas.microsoft.com/office/drawing/2014/main" id="{4700B3DF-2AA0-76B2-5C12-8652006A2602}"/>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a:latin typeface="Times New Roman" panose="02020603050405020304" pitchFamily="18" charset="0"/>
                <a:ea typeface="宋体" panose="02010600030101010101" pitchFamily="2" charset="-122"/>
                <a:cs typeface="Times New Roman" panose="02020603050405020304" pitchFamily="18" charset="0"/>
              </a:rPr>
              <a:t>如果一个数据元素被一个信号元素承载，则</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a:t>
            </a:r>
            <a:r>
              <a:rPr lang="en-US" altLang="zh-CN" sz="2800">
                <a:latin typeface="Times New Roman" panose="02020603050405020304" pitchFamily="18" charset="0"/>
                <a:ea typeface="宋体" panose="02010600030101010101" pitchFamily="2" charset="-122"/>
                <a:cs typeface="Times New Roman" panose="02020603050405020304" pitchFamily="18" charset="0"/>
              </a:rPr>
              <a:t>= 1</a:t>
            </a:r>
          </a:p>
          <a:p>
            <a:r>
              <a:rPr lang="zh-CN" altLang="en-US" sz="2800">
                <a:latin typeface="Times New Roman" panose="02020603050405020304" pitchFamily="18" charset="0"/>
                <a:ea typeface="宋体" panose="02010600030101010101" pitchFamily="2" charset="-122"/>
                <a:cs typeface="Times New Roman" panose="02020603050405020304" pitchFamily="18" charset="0"/>
              </a:rPr>
              <a:t>如果一个信号元素承载两个数据元素，则   </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a:t>
            </a:r>
            <a:r>
              <a:rPr lang="en-US" altLang="zh-CN" sz="2800">
                <a:latin typeface="Times New Roman" panose="02020603050405020304" pitchFamily="18" charset="0"/>
                <a:ea typeface="宋体" panose="02010600030101010101" pitchFamily="2" charset="-122"/>
                <a:cs typeface="Times New Roman" panose="02020603050405020304" pitchFamily="18" charset="0"/>
              </a:rPr>
              <a:t>= 2</a:t>
            </a:r>
          </a:p>
          <a:p>
            <a:r>
              <a:rPr lang="zh-CN" altLang="en-US" sz="2800">
                <a:latin typeface="Times New Roman" panose="02020603050405020304" pitchFamily="18" charset="0"/>
                <a:ea typeface="宋体" panose="02010600030101010101" pitchFamily="2" charset="-122"/>
                <a:cs typeface="Times New Roman" panose="02020603050405020304" pitchFamily="18" charset="0"/>
              </a:rPr>
              <a:t>如果两个信号元素承载</a:t>
            </a:r>
            <a:r>
              <a:rPr lang="en-US" altLang="zh-CN" sz="280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a:latin typeface="Times New Roman" panose="02020603050405020304" pitchFamily="18" charset="0"/>
                <a:ea typeface="宋体" panose="02010600030101010101" pitchFamily="2" charset="-122"/>
                <a:cs typeface="Times New Roman" panose="02020603050405020304" pitchFamily="18" charset="0"/>
              </a:rPr>
              <a:t>个数据元素，则     </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a:t>
            </a:r>
            <a:r>
              <a:rPr lang="en-US" altLang="zh-CN" sz="2800">
                <a:latin typeface="Times New Roman" panose="02020603050405020304" pitchFamily="18" charset="0"/>
                <a:ea typeface="宋体" panose="02010600030101010101" pitchFamily="2" charset="-122"/>
                <a:cs typeface="Times New Roman" panose="02020603050405020304" pitchFamily="18" charset="0"/>
              </a:rPr>
              <a:t>= ½</a:t>
            </a:r>
          </a:p>
          <a:p>
            <a:r>
              <a:rPr lang="zh-CN" altLang="en-US" sz="2800">
                <a:latin typeface="Times New Roman" panose="02020603050405020304" pitchFamily="18" charset="0"/>
                <a:ea typeface="宋体" panose="02010600030101010101" pitchFamily="2" charset="-122"/>
                <a:cs typeface="Times New Roman" panose="02020603050405020304" pitchFamily="18" charset="0"/>
              </a:rPr>
              <a:t>如果三个信号元素承载四个数据元素，则   </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a:t>
            </a:r>
            <a:r>
              <a:rPr lang="en-US" altLang="zh-CN" sz="2800">
                <a:latin typeface="Times New Roman" panose="02020603050405020304" pitchFamily="18" charset="0"/>
                <a:ea typeface="宋体" panose="02010600030101010101" pitchFamily="2" charset="-122"/>
                <a:cs typeface="Times New Roman" panose="02020603050405020304" pitchFamily="18" charset="0"/>
              </a:rPr>
              <a:t>= 4/3</a:t>
            </a:r>
          </a:p>
          <a:p>
            <a:r>
              <a:rPr lang="zh-CN" altLang="en-US" sz="2800">
                <a:latin typeface="Times New Roman" panose="02020603050405020304" pitchFamily="18" charset="0"/>
                <a:ea typeface="宋体" panose="02010600030101010101" pitchFamily="2" charset="-122"/>
                <a:cs typeface="Times New Roman" panose="02020603050405020304" pitchFamily="18" charset="0"/>
              </a:rPr>
              <a:t>如果 </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&gt; 1,</a:t>
            </a:r>
            <a:r>
              <a:rPr lang="zh-CN" altLang="en-US" sz="2800" i="1">
                <a:latin typeface="Times New Roman" panose="02020603050405020304" pitchFamily="18" charset="0"/>
                <a:ea typeface="宋体" panose="02010600030101010101" pitchFamily="2" charset="-122"/>
                <a:cs typeface="Times New Roman" panose="02020603050405020304" pitchFamily="18" charset="0"/>
              </a:rPr>
              <a:t>意味着</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i="1">
                <a:latin typeface="Times New Roman" panose="02020603050405020304" pitchFamily="18" charset="0"/>
                <a:ea typeface="宋体" panose="02010600030101010101" pitchFamily="2" charset="-122"/>
                <a:cs typeface="Times New Roman" panose="02020603050405020304" pitchFamily="18" charset="0"/>
              </a:rPr>
              <a:t>个人驾驶一辆车</a:t>
            </a:r>
            <a:endParaRPr lang="en-US" altLang="zh-CN" sz="2800" i="1">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800" i="1">
                <a:latin typeface="Times New Roman" panose="02020603050405020304" pitchFamily="18" charset="0"/>
                <a:ea typeface="宋体" panose="02010600030101010101" pitchFamily="2" charset="-122"/>
                <a:cs typeface="Times New Roman" panose="02020603050405020304" pitchFamily="18" charset="0"/>
              </a:rPr>
              <a:t>如果</a:t>
            </a:r>
            <a:r>
              <a:rPr lang="zh-CN" altLang="en-US" sz="2800">
                <a:latin typeface="Times New Roman" panose="02020603050405020304" pitchFamily="18" charset="0"/>
                <a:ea typeface="宋体" panose="02010600030101010101" pitchFamily="2" charset="-122"/>
                <a:cs typeface="Times New Roman" panose="02020603050405020304" pitchFamily="18" charset="0"/>
              </a:rPr>
              <a:t>  </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&gt; 1,</a:t>
            </a:r>
            <a:r>
              <a:rPr lang="zh-CN" altLang="en-US" sz="2800" i="1">
                <a:latin typeface="Times New Roman" panose="02020603050405020304" pitchFamily="18" charset="0"/>
                <a:ea typeface="宋体" panose="02010600030101010101" pitchFamily="2" charset="-122"/>
                <a:cs typeface="Times New Roman" panose="02020603050405020304" pitchFamily="18" charset="0"/>
              </a:rPr>
              <a:t>意味着多个人乘坐一辆车</a:t>
            </a:r>
            <a:endParaRPr lang="en-US" altLang="zh-CN" sz="2800" i="1">
              <a:latin typeface="Times New Roman" panose="02020603050405020304" pitchFamily="18" charset="0"/>
              <a:ea typeface="宋体" panose="02010600030101010101" pitchFamily="2" charset="-122"/>
              <a:cs typeface="Times New Roman" panose="02020603050405020304" pitchFamily="18" charset="0"/>
            </a:endParaRPr>
          </a:p>
          <a:p>
            <a:r>
              <a:rPr lang="zh-CN" altLang="en-US" sz="2800" i="1">
                <a:latin typeface="Times New Roman" panose="02020603050405020304" pitchFamily="18" charset="0"/>
                <a:ea typeface="宋体" panose="02010600030101010101" pitchFamily="2" charset="-122"/>
                <a:cs typeface="Times New Roman" panose="02020603050405020304" pitchFamily="18" charset="0"/>
              </a:rPr>
              <a:t>如果 </a:t>
            </a:r>
            <a:r>
              <a:rPr lang="en-US" altLang="zh-CN" sz="2800" i="1">
                <a:latin typeface="Times New Roman" panose="02020603050405020304" pitchFamily="18" charset="0"/>
                <a:ea typeface="宋体" panose="02010600030101010101" pitchFamily="2" charset="-122"/>
                <a:cs typeface="Times New Roman" panose="02020603050405020304" pitchFamily="18" charset="0"/>
              </a:rPr>
              <a:t>r </a:t>
            </a:r>
            <a:r>
              <a:rPr lang="en-US" altLang="zh-CN" sz="2800">
                <a:latin typeface="Times New Roman" panose="02020603050405020304" pitchFamily="18" charset="0"/>
                <a:ea typeface="宋体" panose="02010600030101010101" pitchFamily="2" charset="-122"/>
                <a:cs typeface="Times New Roman" panose="02020603050405020304" pitchFamily="18" charset="0"/>
              </a:rPr>
              <a:t>= ½</a:t>
            </a:r>
            <a:r>
              <a:rPr lang="zh-CN" altLang="en-US" sz="2800">
                <a:latin typeface="Times New Roman" panose="02020603050405020304" pitchFamily="18" charset="0"/>
                <a:ea typeface="宋体" panose="02010600030101010101" pitchFamily="2" charset="-122"/>
                <a:cs typeface="Times New Roman" panose="02020603050405020304" pitchFamily="18" charset="0"/>
              </a:rPr>
              <a:t>，意味着</a:t>
            </a:r>
            <a:r>
              <a:rPr lang="en-US" altLang="zh-CN" sz="280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a:latin typeface="Times New Roman" panose="02020603050405020304" pitchFamily="18" charset="0"/>
                <a:ea typeface="宋体" panose="02010600030101010101" pitchFamily="2" charset="-122"/>
                <a:cs typeface="Times New Roman" panose="02020603050405020304" pitchFamily="18" charset="0"/>
              </a:rPr>
              <a:t>个人驾驶一辆车和一辆拖车</a:t>
            </a:r>
            <a:endParaRPr lang="en-US" altLang="zh-CN" sz="280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800" i="1">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80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244" name="灯片编号占位符 3">
            <a:extLst>
              <a:ext uri="{FF2B5EF4-FFF2-40B4-BE49-F238E27FC236}">
                <a16:creationId xmlns:a16="http://schemas.microsoft.com/office/drawing/2014/main" id="{65960C04-4B57-F721-6425-FCB7A89C009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6EC91F2-1AAE-40AB-B47B-7085115F0B6D}" type="slidenum">
              <a:rPr lang="en-US" altLang="zh-CN" baseline="0">
                <a:solidFill>
                  <a:schemeClr val="bg2"/>
                </a:solidFill>
                <a:latin typeface="Arial" panose="020B0604020202020204" pitchFamily="34" charset="0"/>
              </a:rPr>
              <a:pPr/>
              <a:t>4</a:t>
            </a:fld>
            <a:endParaRPr lang="en-US" altLang="zh-CN" baseline="0">
              <a:solidFill>
                <a:schemeClr val="bg2"/>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1">
            <a:extLst>
              <a:ext uri="{FF2B5EF4-FFF2-40B4-BE49-F238E27FC236}">
                <a16:creationId xmlns:a16="http://schemas.microsoft.com/office/drawing/2014/main" id="{55DB6556-00A4-3E59-8297-48308E8C134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29079FBE-918E-42B3-87EE-5E11CAB947C3}" type="slidenum">
              <a:rPr lang="en-US" altLang="zh-CN" baseline="0">
                <a:solidFill>
                  <a:schemeClr val="bg2"/>
                </a:solidFill>
                <a:latin typeface="Arial" panose="020B0604020202020204" pitchFamily="34" charset="0"/>
              </a:rPr>
              <a:pPr/>
              <a:t>5</a:t>
            </a:fld>
            <a:endParaRPr lang="en-US" altLang="zh-CN" baseline="0">
              <a:solidFill>
                <a:schemeClr val="bg2"/>
              </a:solidFill>
              <a:latin typeface="Arial" panose="020B0604020202020204" pitchFamily="34" charset="0"/>
            </a:endParaRPr>
          </a:p>
        </p:txBody>
      </p:sp>
      <p:sp>
        <p:nvSpPr>
          <p:cNvPr id="11267" name="Line 2">
            <a:extLst>
              <a:ext uri="{FF2B5EF4-FFF2-40B4-BE49-F238E27FC236}">
                <a16:creationId xmlns:a16="http://schemas.microsoft.com/office/drawing/2014/main" id="{70C0A892-4735-9B2C-7BE3-4F0AFB0880D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 name="Line 3">
            <a:extLst>
              <a:ext uri="{FF2B5EF4-FFF2-40B4-BE49-F238E27FC236}">
                <a16:creationId xmlns:a16="http://schemas.microsoft.com/office/drawing/2014/main" id="{2DE34D3E-E3E3-C525-6673-A8F73F364AD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Text Box 4">
            <a:extLst>
              <a:ext uri="{FF2B5EF4-FFF2-40B4-BE49-F238E27FC236}">
                <a16:creationId xmlns:a16="http://schemas.microsoft.com/office/drawing/2014/main" id="{D9567E15-9AEB-520E-FAAC-F5B9C09A9A3B}"/>
              </a:ext>
            </a:extLst>
          </p:cNvPr>
          <p:cNvSpPr txBox="1">
            <a:spLocks noChangeArrowheads="1"/>
          </p:cNvSpPr>
          <p:nvPr/>
        </p:nvSpPr>
        <p:spPr bwMode="auto">
          <a:xfrm>
            <a:off x="304800" y="381000"/>
            <a:ext cx="8215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  </a:t>
            </a:r>
            <a:r>
              <a:rPr lang="en-US" altLang="zh-CN" b="1" i="1" baseline="0">
                <a:ea typeface="宋体" panose="02010600030101010101" pitchFamily="2" charset="-122"/>
              </a:rPr>
              <a:t>Signal element versus data element</a:t>
            </a:r>
            <a:r>
              <a:rPr lang="zh-CN" altLang="en-US" b="1" i="1" baseline="0">
                <a:ea typeface="宋体" panose="02010600030101010101" pitchFamily="2" charset="-122"/>
              </a:rPr>
              <a:t>（信号元素和数据元素）</a:t>
            </a:r>
            <a:endParaRPr lang="en-US" altLang="zh-CN" b="1" i="1" baseline="0">
              <a:ea typeface="宋体" panose="02010600030101010101" pitchFamily="2" charset="-122"/>
            </a:endParaRPr>
          </a:p>
        </p:txBody>
      </p:sp>
      <p:sp>
        <p:nvSpPr>
          <p:cNvPr id="11270" name="Line 5">
            <a:extLst>
              <a:ext uri="{FF2B5EF4-FFF2-40B4-BE49-F238E27FC236}">
                <a16:creationId xmlns:a16="http://schemas.microsoft.com/office/drawing/2014/main" id="{D4E2767C-9C21-DD83-9948-051E79240C45}"/>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271" name="Picture 6">
            <a:extLst>
              <a:ext uri="{FF2B5EF4-FFF2-40B4-BE49-F238E27FC236}">
                <a16:creationId xmlns:a16="http://schemas.microsoft.com/office/drawing/2014/main" id="{BD292330-D2E1-7A6C-797D-17AA9F208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295400"/>
            <a:ext cx="6105525" cy="488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圆角矩形 2">
            <a:extLst>
              <a:ext uri="{FF2B5EF4-FFF2-40B4-BE49-F238E27FC236}">
                <a16:creationId xmlns:a16="http://schemas.microsoft.com/office/drawing/2014/main" id="{2C9B4467-A611-9585-148D-B619837FD7A5}"/>
              </a:ext>
            </a:extLst>
          </p:cNvPr>
          <p:cNvSpPr>
            <a:spLocks noChangeArrowheads="1"/>
          </p:cNvSpPr>
          <p:nvPr/>
        </p:nvSpPr>
        <p:spPr bwMode="auto">
          <a:xfrm>
            <a:off x="1919288" y="3124200"/>
            <a:ext cx="5634037" cy="1600200"/>
          </a:xfrm>
          <a:prstGeom prst="roundRect">
            <a:avLst>
              <a:gd name="adj" fmla="val 16667"/>
            </a:avLst>
          </a:prstGeom>
          <a:solidFill>
            <a:schemeClr val="accent1"/>
          </a:solidFill>
          <a:ln w="9525" algn="ctr">
            <a:solidFill>
              <a:schemeClr val="tx1"/>
            </a:solidFill>
            <a:round/>
            <a:headEnd/>
            <a:tailEnd/>
          </a:ln>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4000" b="1">
                <a:solidFill>
                  <a:srgbClr val="FF0000"/>
                </a:solidFill>
                <a:latin typeface="宋体" panose="02010600030101010101" pitchFamily="2" charset="-122"/>
                <a:ea typeface="宋体" panose="02010600030101010101" pitchFamily="2" charset="-122"/>
              </a:rPr>
              <a:t>信号元素与数据元素的关系就是如何用信号表示传输的数据，即如何表示</a:t>
            </a:r>
            <a:r>
              <a:rPr lang="en-US" altLang="zh-CN" sz="4000" b="1">
                <a:solidFill>
                  <a:srgbClr val="FF0000"/>
                </a:solidFill>
                <a:latin typeface="宋体" panose="02010600030101010101" pitchFamily="2" charset="-122"/>
                <a:ea typeface="宋体" panose="02010600030101010101" pitchFamily="2" charset="-122"/>
              </a:rPr>
              <a:t>0,1</a:t>
            </a:r>
            <a:endParaRPr lang="zh-CN" altLang="en-US" sz="4000" b="1">
              <a:solidFill>
                <a:srgbClr val="FF000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CF9CD804-A638-E747-2055-9E22FE59312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数据速率与信号速率</a:t>
            </a:r>
            <a:br>
              <a:rPr lang="en-US" altLang="zh-CN">
                <a:ea typeface="宋体" panose="02010600030101010101" pitchFamily="2" charset="-122"/>
              </a:rPr>
            </a:br>
            <a:r>
              <a:rPr lang="en-US" altLang="zh-CN" sz="2800">
                <a:ea typeface="宋体" panose="02010600030101010101" pitchFamily="2" charset="-122"/>
              </a:rPr>
              <a:t>Data rate vs Signal Rate</a:t>
            </a:r>
            <a:endParaRPr lang="zh-CN" altLang="en-US">
              <a:ea typeface="宋体" panose="02010600030101010101" pitchFamily="2" charset="-122"/>
            </a:endParaRPr>
          </a:p>
        </p:txBody>
      </p:sp>
      <p:sp>
        <p:nvSpPr>
          <p:cNvPr id="13315" name="内容占位符 2">
            <a:extLst>
              <a:ext uri="{FF2B5EF4-FFF2-40B4-BE49-F238E27FC236}">
                <a16:creationId xmlns:a16="http://schemas.microsoft.com/office/drawing/2014/main" id="{CD964E68-3108-8297-A0D5-488E0E03B655}"/>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数据速率：</a:t>
            </a:r>
            <a:r>
              <a:rPr lang="en-US" altLang="zh-CN">
                <a:ea typeface="宋体" panose="02010600030101010101" pitchFamily="2" charset="-122"/>
              </a:rPr>
              <a:t>1</a:t>
            </a:r>
            <a:r>
              <a:rPr lang="zh-CN" altLang="en-US">
                <a:ea typeface="宋体" panose="02010600030101010101" pitchFamily="2" charset="-122"/>
              </a:rPr>
              <a:t>秒钟发送的数据元素</a:t>
            </a:r>
            <a:r>
              <a:rPr lang="en-US" altLang="zh-CN">
                <a:ea typeface="宋体" panose="02010600030101010101" pitchFamily="2" charset="-122"/>
              </a:rPr>
              <a:t>(</a:t>
            </a:r>
            <a:r>
              <a:rPr lang="zh-CN" altLang="en-US">
                <a:ea typeface="宋体" panose="02010600030101010101" pitchFamily="2" charset="-122"/>
              </a:rPr>
              <a:t>位</a:t>
            </a:r>
            <a:r>
              <a:rPr lang="en-US" altLang="zh-CN">
                <a:ea typeface="宋体" panose="02010600030101010101" pitchFamily="2" charset="-122"/>
              </a:rPr>
              <a:t>)</a:t>
            </a:r>
            <a:r>
              <a:rPr lang="zh-CN" altLang="en-US">
                <a:ea typeface="宋体" panose="02010600030101010101" pitchFamily="2" charset="-122"/>
              </a:rPr>
              <a:t>的数量，即</a:t>
            </a:r>
            <a:r>
              <a:rPr lang="en-US" altLang="zh-CN">
                <a:ea typeface="宋体" panose="02010600030101010101" pitchFamily="2" charset="-122"/>
              </a:rPr>
              <a:t>bps(bits per second),</a:t>
            </a:r>
            <a:r>
              <a:rPr lang="zh-CN" altLang="en-US">
                <a:ea typeface="宋体" panose="02010600030101010101" pitchFamily="2" charset="-122"/>
              </a:rPr>
              <a:t>或 </a:t>
            </a:r>
            <a:r>
              <a:rPr lang="en-US" altLang="zh-CN">
                <a:ea typeface="宋体" panose="02010600030101010101" pitchFamily="2" charset="-122"/>
              </a:rPr>
              <a:t>b/s,</a:t>
            </a:r>
            <a:r>
              <a:rPr lang="zh-CN" altLang="en-US">
                <a:ea typeface="宋体" panose="02010600030101010101" pitchFamily="2" charset="-122"/>
              </a:rPr>
              <a:t>也叫比特率</a:t>
            </a:r>
            <a:endParaRPr lang="en-US" altLang="zh-CN">
              <a:ea typeface="宋体" panose="02010600030101010101" pitchFamily="2" charset="-122"/>
            </a:endParaRPr>
          </a:p>
          <a:p>
            <a:r>
              <a:rPr lang="zh-CN" altLang="en-US">
                <a:ea typeface="宋体" panose="02010600030101010101" pitchFamily="2" charset="-122"/>
              </a:rPr>
              <a:t>信号速率：</a:t>
            </a:r>
            <a:r>
              <a:rPr lang="en-US" altLang="zh-CN">
                <a:ea typeface="宋体" panose="02010600030101010101" pitchFamily="2" charset="-122"/>
              </a:rPr>
              <a:t>1</a:t>
            </a:r>
            <a:r>
              <a:rPr lang="zh-CN" altLang="en-US">
                <a:ea typeface="宋体" panose="02010600030101010101" pitchFamily="2" charset="-122"/>
              </a:rPr>
              <a:t>秒钟发送的信号元素的数量，单位是波特率</a:t>
            </a:r>
            <a:r>
              <a:rPr lang="en-US" altLang="zh-CN">
                <a:ea typeface="宋体" panose="02010600030101010101" pitchFamily="2" charset="-122"/>
              </a:rPr>
              <a:t>(baud)</a:t>
            </a:r>
            <a:r>
              <a:rPr lang="zh-CN" altLang="en-US">
                <a:ea typeface="宋体" panose="02010600030101010101" pitchFamily="2" charset="-122"/>
              </a:rPr>
              <a:t>，或者叫做脉冲速率</a:t>
            </a:r>
            <a:r>
              <a:rPr lang="en-US" altLang="zh-CN">
                <a:ea typeface="宋体" panose="02010600030101010101" pitchFamily="2" charset="-122"/>
              </a:rPr>
              <a:t>(pulse rate),</a:t>
            </a:r>
            <a:r>
              <a:rPr lang="zh-CN" altLang="en-US">
                <a:ea typeface="宋体" panose="02010600030101010101" pitchFamily="2" charset="-122"/>
              </a:rPr>
              <a:t>调制速率</a:t>
            </a:r>
            <a:r>
              <a:rPr lang="en-US" altLang="zh-CN">
                <a:ea typeface="宋体" panose="02010600030101010101" pitchFamily="2" charset="-122"/>
              </a:rPr>
              <a:t>(modulation rate)</a:t>
            </a:r>
            <a:r>
              <a:rPr lang="zh-CN" altLang="en-US">
                <a:ea typeface="宋体" panose="02010600030101010101" pitchFamily="2" charset="-122"/>
              </a:rPr>
              <a:t>或波特率</a:t>
            </a:r>
            <a:r>
              <a:rPr lang="en-US" altLang="zh-CN">
                <a:ea typeface="宋体" panose="02010600030101010101" pitchFamily="2" charset="-122"/>
              </a:rPr>
              <a:t>(baud rate)</a:t>
            </a:r>
          </a:p>
          <a:p>
            <a:r>
              <a:rPr lang="zh-CN" altLang="en-US">
                <a:ea typeface="宋体" panose="02010600030101010101" pitchFamily="2" charset="-122"/>
              </a:rPr>
              <a:t>目标：增加数据速率而降低信号速率</a:t>
            </a:r>
            <a:endParaRPr lang="en-US" altLang="zh-CN">
              <a:ea typeface="宋体" panose="02010600030101010101" pitchFamily="2" charset="-122"/>
            </a:endParaRPr>
          </a:p>
          <a:p>
            <a:pPr>
              <a:buFont typeface="Wingdings" panose="05000000000000000000" pitchFamily="2" charset="2"/>
              <a:buNone/>
            </a:pPr>
            <a:r>
              <a:rPr lang="zh-CN" altLang="en-US">
                <a:ea typeface="宋体" panose="02010600030101010101" pitchFamily="2" charset="-122"/>
              </a:rPr>
              <a:t>           （更少的车辆运输更多的物品）</a:t>
            </a:r>
            <a:endParaRPr lang="en-US" altLang="zh-CN">
              <a:ea typeface="宋体" panose="02010600030101010101" pitchFamily="2" charset="-122"/>
            </a:endParaRPr>
          </a:p>
        </p:txBody>
      </p:sp>
      <p:sp>
        <p:nvSpPr>
          <p:cNvPr id="13316" name="灯片编号占位符 3">
            <a:extLst>
              <a:ext uri="{FF2B5EF4-FFF2-40B4-BE49-F238E27FC236}">
                <a16:creationId xmlns:a16="http://schemas.microsoft.com/office/drawing/2014/main" id="{4F2F347E-174E-EAF2-680B-199FF9015F4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E128CC8-29D8-42F7-86C3-393D52B30DFE}" type="slidenum">
              <a:rPr lang="en-US" altLang="zh-CN" baseline="0">
                <a:solidFill>
                  <a:schemeClr val="bg2"/>
                </a:solidFill>
                <a:latin typeface="Arial" panose="020B0604020202020204" pitchFamily="34" charset="0"/>
              </a:rPr>
              <a:pPr/>
              <a:t>6</a:t>
            </a:fld>
            <a:endParaRPr lang="en-US" altLang="zh-CN" baseline="0">
              <a:solidFill>
                <a:schemeClr val="bg2"/>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5940B336-B076-B936-A91F-327C9423D24D}"/>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数据速率与信号速率</a:t>
            </a:r>
            <a:br>
              <a:rPr lang="en-US" altLang="zh-CN">
                <a:ea typeface="宋体" panose="02010600030101010101" pitchFamily="2" charset="-122"/>
              </a:rPr>
            </a:br>
            <a:r>
              <a:rPr lang="en-US" altLang="zh-CN" sz="3200">
                <a:ea typeface="宋体" panose="02010600030101010101" pitchFamily="2" charset="-122"/>
              </a:rPr>
              <a:t>Data rate vs Signal Rate</a:t>
            </a:r>
            <a:endParaRPr lang="zh-CN" altLang="en-US" sz="3200">
              <a:ea typeface="宋体" panose="02010600030101010101" pitchFamily="2" charset="-122"/>
            </a:endParaRPr>
          </a:p>
        </p:txBody>
      </p:sp>
      <p:sp>
        <p:nvSpPr>
          <p:cNvPr id="14339" name="内容占位符 2">
            <a:extLst>
              <a:ext uri="{FF2B5EF4-FFF2-40B4-BE49-F238E27FC236}">
                <a16:creationId xmlns:a16="http://schemas.microsoft.com/office/drawing/2014/main" id="{5D9B7531-7C82-1F2A-1A3F-B16643501F33}"/>
              </a:ext>
            </a:extLst>
          </p:cNvPr>
          <p:cNvSpPr>
            <a:spLocks noGrp="1"/>
          </p:cNvSpPr>
          <p:nvPr>
            <p:ph idx="1"/>
          </p:nvPr>
        </p:nvSpPr>
        <p:spPr bwMode="auto">
          <a:xfrm>
            <a:off x="457200" y="2971800"/>
            <a:ext cx="8229600" cy="31543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i="1">
                <a:latin typeface="Times New Roman" panose="02020603050405020304" pitchFamily="18" charset="0"/>
                <a:ea typeface="宋体" panose="02010600030101010101" pitchFamily="2" charset="-122"/>
                <a:cs typeface="Times New Roman" panose="02020603050405020304" pitchFamily="18" charset="0"/>
              </a:rPr>
              <a:t>N</a:t>
            </a:r>
            <a:r>
              <a:rPr lang="zh-CN" altLang="en-US">
                <a:latin typeface="Times New Roman" panose="02020603050405020304" pitchFamily="18" charset="0"/>
                <a:ea typeface="宋体" panose="02010600030101010101" pitchFamily="2" charset="-122"/>
                <a:cs typeface="Times New Roman" panose="02020603050405020304" pitchFamily="18" charset="0"/>
              </a:rPr>
              <a:t>：数据速率，单位</a:t>
            </a:r>
            <a:r>
              <a:rPr lang="en-US" altLang="zh-CN">
                <a:latin typeface="Times New Roman" panose="02020603050405020304" pitchFamily="18" charset="0"/>
                <a:ea typeface="宋体" panose="02010600030101010101" pitchFamily="2" charset="-122"/>
                <a:cs typeface="Times New Roman" panose="02020603050405020304" pitchFamily="18" charset="0"/>
              </a:rPr>
              <a:t>bps</a:t>
            </a:r>
          </a:p>
          <a:p>
            <a:r>
              <a:rPr lang="en-US" altLang="zh-CN" i="1">
                <a:latin typeface="Times New Roman" panose="02020603050405020304" pitchFamily="18" charset="0"/>
                <a:ea typeface="宋体" panose="02010600030101010101" pitchFamily="2" charset="-122"/>
                <a:cs typeface="Times New Roman" panose="02020603050405020304" pitchFamily="18" charset="0"/>
              </a:rPr>
              <a:t>c</a:t>
            </a:r>
            <a:r>
              <a:rPr lang="en-US" altLang="zh-CN">
                <a:latin typeface="Times New Roman" panose="02020603050405020304" pitchFamily="18" charset="0"/>
                <a:ea typeface="宋体" panose="02010600030101010101" pitchFamily="2" charset="-122"/>
                <a:cs typeface="Times New Roman" panose="02020603050405020304" pitchFamily="18" charset="0"/>
              </a:rPr>
              <a:t>:    </a:t>
            </a:r>
            <a:r>
              <a:rPr lang="zh-CN" altLang="en-US">
                <a:latin typeface="Times New Roman" panose="02020603050405020304" pitchFamily="18" charset="0"/>
                <a:ea typeface="宋体" panose="02010600030101010101" pitchFamily="2" charset="-122"/>
                <a:cs typeface="Times New Roman" panose="02020603050405020304" pitchFamily="18" charset="0"/>
              </a:rPr>
              <a:t>情形因子</a:t>
            </a:r>
            <a:r>
              <a:rPr lang="en-US" altLang="zh-CN">
                <a:latin typeface="Times New Roman" panose="02020603050405020304" pitchFamily="18" charset="0"/>
                <a:ea typeface="宋体" panose="02010600030101010101" pitchFamily="2" charset="-122"/>
                <a:cs typeface="Times New Roman" panose="02020603050405020304" pitchFamily="18" charset="0"/>
              </a:rPr>
              <a:t>(case factor),</a:t>
            </a:r>
            <a:r>
              <a:rPr lang="zh-CN" altLang="en-US">
                <a:latin typeface="Times New Roman" panose="02020603050405020304" pitchFamily="18" charset="0"/>
                <a:ea typeface="宋体" panose="02010600030101010101" pitchFamily="2" charset="-122"/>
                <a:cs typeface="Times New Roman" panose="02020603050405020304" pitchFamily="18" charset="0"/>
              </a:rPr>
              <a:t>会根据情形改变</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r>
              <a:rPr lang="en-US" altLang="zh-CN" i="1">
                <a:latin typeface="Times New Roman" panose="02020603050405020304" pitchFamily="18" charset="0"/>
                <a:ea typeface="宋体" panose="02010600030101010101" pitchFamily="2" charset="-122"/>
                <a:cs typeface="Times New Roman" panose="02020603050405020304" pitchFamily="18" charset="0"/>
              </a:rPr>
              <a:t>S</a:t>
            </a:r>
            <a:r>
              <a:rPr lang="zh-CN" altLang="en-US">
                <a:latin typeface="Times New Roman" panose="02020603050405020304" pitchFamily="18" charset="0"/>
                <a:ea typeface="宋体" panose="02010600030101010101" pitchFamily="2" charset="-122"/>
                <a:cs typeface="Times New Roman" panose="02020603050405020304" pitchFamily="18" charset="0"/>
              </a:rPr>
              <a:t>：是信号元素速率</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a:p>
            <a:r>
              <a:rPr lang="en-US" altLang="zh-CN" i="1">
                <a:latin typeface="Times New Roman" panose="02020603050405020304" pitchFamily="18" charset="0"/>
                <a:ea typeface="宋体" panose="02010600030101010101" pitchFamily="2" charset="-122"/>
                <a:cs typeface="Times New Roman" panose="02020603050405020304" pitchFamily="18" charset="0"/>
              </a:rPr>
              <a:t>r</a:t>
            </a:r>
            <a:r>
              <a:rPr lang="en-US" altLang="zh-CN">
                <a:latin typeface="Times New Roman" panose="02020603050405020304" pitchFamily="18" charset="0"/>
                <a:ea typeface="宋体" panose="02010600030101010101" pitchFamily="2" charset="-122"/>
                <a:cs typeface="Times New Roman" panose="02020603050405020304" pitchFamily="18" charset="0"/>
              </a:rPr>
              <a:t>:    </a:t>
            </a:r>
            <a:r>
              <a:rPr lang="zh-CN" altLang="en-US">
                <a:latin typeface="Times New Roman" panose="02020603050405020304" pitchFamily="18" charset="0"/>
                <a:ea typeface="宋体" panose="02010600030101010101" pitchFamily="2" charset="-122"/>
                <a:cs typeface="Times New Roman" panose="02020603050405020304" pitchFamily="18" charset="0"/>
              </a:rPr>
              <a:t>比率因子（前面定义的）</a:t>
            </a:r>
          </a:p>
        </p:txBody>
      </p:sp>
      <p:sp>
        <p:nvSpPr>
          <p:cNvPr id="14340" name="灯片编号占位符 3">
            <a:extLst>
              <a:ext uri="{FF2B5EF4-FFF2-40B4-BE49-F238E27FC236}">
                <a16:creationId xmlns:a16="http://schemas.microsoft.com/office/drawing/2014/main" id="{07A66076-067B-6EE5-2E4F-713D75E362B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4EB8E4A3-A67A-4EC4-B1F0-4A23316C1C5D}" type="slidenum">
              <a:rPr lang="en-US" altLang="zh-CN" baseline="0">
                <a:solidFill>
                  <a:schemeClr val="bg2"/>
                </a:solidFill>
                <a:latin typeface="Arial" panose="020B0604020202020204" pitchFamily="34" charset="0"/>
              </a:rPr>
              <a:pPr/>
              <a:t>7</a:t>
            </a:fld>
            <a:endParaRPr lang="en-US" altLang="zh-CN" baseline="0">
              <a:solidFill>
                <a:schemeClr val="bg2"/>
              </a:solidFill>
              <a:latin typeface="Arial" panose="020B0604020202020204" pitchFamily="34" charset="0"/>
            </a:endParaRPr>
          </a:p>
        </p:txBody>
      </p:sp>
      <p:sp>
        <p:nvSpPr>
          <p:cNvPr id="14341" name="Rectangle 2">
            <a:extLst>
              <a:ext uri="{FF2B5EF4-FFF2-40B4-BE49-F238E27FC236}">
                <a16:creationId xmlns:a16="http://schemas.microsoft.com/office/drawing/2014/main" id="{96CD6AE0-7C81-2A54-8E0D-4380BEEBF52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graphicFrame>
        <p:nvGraphicFramePr>
          <p:cNvPr id="14342" name="对象 5">
            <a:extLst>
              <a:ext uri="{FF2B5EF4-FFF2-40B4-BE49-F238E27FC236}">
                <a16:creationId xmlns:a16="http://schemas.microsoft.com/office/drawing/2014/main" id="{F83B9DA4-217D-AAB8-BBE9-C069477C2C4A}"/>
              </a:ext>
            </a:extLst>
          </p:cNvPr>
          <p:cNvGraphicFramePr>
            <a:graphicFrameLocks noChangeAspect="1"/>
          </p:cNvGraphicFramePr>
          <p:nvPr/>
        </p:nvGraphicFramePr>
        <p:xfrm>
          <a:off x="2362200" y="1828800"/>
          <a:ext cx="1981200" cy="955675"/>
        </p:xfrm>
        <a:graphic>
          <a:graphicData uri="http://schemas.openxmlformats.org/presentationml/2006/ole">
            <mc:AlternateContent xmlns:mc="http://schemas.openxmlformats.org/markup-compatibility/2006">
              <mc:Choice xmlns:v="urn:schemas-microsoft-com:vml" Requires="v">
                <p:oleObj name="Equation" r:id="rId2" imgW="812447" imgH="393529" progId="Equation.DSMT4">
                  <p:embed/>
                </p:oleObj>
              </mc:Choice>
              <mc:Fallback>
                <p:oleObj name="Equation" r:id="rId2" imgW="812447" imgH="393529" progId="Equation.DSMT4">
                  <p:embed/>
                  <p:pic>
                    <p:nvPicPr>
                      <p:cNvPr id="0" name="对象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828800"/>
                        <a:ext cx="19812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1">
            <a:extLst>
              <a:ext uri="{FF2B5EF4-FFF2-40B4-BE49-F238E27FC236}">
                <a16:creationId xmlns:a16="http://schemas.microsoft.com/office/drawing/2014/main" id="{0F6583AD-6C46-B611-5222-4E94098FA565}"/>
              </a:ext>
            </a:extLst>
          </p:cNvPr>
          <p:cNvSpPr>
            <a:spLocks noGrp="1"/>
          </p:cNvSpPr>
          <p:nvPr>
            <p:ph type="sldNum" sz="quarter" idx="10"/>
          </p:nvPr>
        </p:nvSpPr>
        <p:spPr>
          <a:xfrm>
            <a:off x="76200" y="6324600"/>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2940707-B9DA-4782-8687-2751D42DBBA7}" type="slidenum">
              <a:rPr lang="en-US" altLang="zh-CN" baseline="0">
                <a:solidFill>
                  <a:schemeClr val="bg2"/>
                </a:solidFill>
                <a:latin typeface="Arial" panose="020B0604020202020204" pitchFamily="34" charset="0"/>
              </a:rPr>
              <a:pPr/>
              <a:t>8</a:t>
            </a:fld>
            <a:endParaRPr lang="en-US" altLang="zh-CN" baseline="0">
              <a:solidFill>
                <a:schemeClr val="bg2"/>
              </a:solidFill>
              <a:latin typeface="Arial" panose="020B0604020202020204" pitchFamily="34" charset="0"/>
            </a:endParaRPr>
          </a:p>
        </p:txBody>
      </p:sp>
      <p:sp>
        <p:nvSpPr>
          <p:cNvPr id="15363" name="Rectangle 2">
            <a:extLst>
              <a:ext uri="{FF2B5EF4-FFF2-40B4-BE49-F238E27FC236}">
                <a16:creationId xmlns:a16="http://schemas.microsoft.com/office/drawing/2014/main" id="{548DA8E2-43D2-FCAD-5B03-09B85C35C86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4" name="Rectangle 3">
            <a:extLst>
              <a:ext uri="{FF2B5EF4-FFF2-40B4-BE49-F238E27FC236}">
                <a16:creationId xmlns:a16="http://schemas.microsoft.com/office/drawing/2014/main" id="{B29D603C-746A-E4CF-815A-401C412A6D2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5" name="Rectangle 4">
            <a:extLst>
              <a:ext uri="{FF2B5EF4-FFF2-40B4-BE49-F238E27FC236}">
                <a16:creationId xmlns:a16="http://schemas.microsoft.com/office/drawing/2014/main" id="{DF6D58F5-E02D-358B-64CE-5DD0DE2E2D4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6" name="Rectangle 5">
            <a:extLst>
              <a:ext uri="{FF2B5EF4-FFF2-40B4-BE49-F238E27FC236}">
                <a16:creationId xmlns:a16="http://schemas.microsoft.com/office/drawing/2014/main" id="{12196F95-675D-CC1D-136D-1925F7D1358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7" name="Rectangle 6">
            <a:extLst>
              <a:ext uri="{FF2B5EF4-FFF2-40B4-BE49-F238E27FC236}">
                <a16:creationId xmlns:a16="http://schemas.microsoft.com/office/drawing/2014/main" id="{E24C9A87-55F0-ADCE-72F9-88B0392DCDC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8" name="Rectangle 7">
            <a:extLst>
              <a:ext uri="{FF2B5EF4-FFF2-40B4-BE49-F238E27FC236}">
                <a16:creationId xmlns:a16="http://schemas.microsoft.com/office/drawing/2014/main" id="{271AF87A-3623-DE7E-4B5B-93AE7596104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9" name="Rectangle 8">
            <a:extLst>
              <a:ext uri="{FF2B5EF4-FFF2-40B4-BE49-F238E27FC236}">
                <a16:creationId xmlns:a16="http://schemas.microsoft.com/office/drawing/2014/main" id="{B083CC9D-3C95-A795-E539-77D032CFE18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70" name="Rectangle 9">
            <a:extLst>
              <a:ext uri="{FF2B5EF4-FFF2-40B4-BE49-F238E27FC236}">
                <a16:creationId xmlns:a16="http://schemas.microsoft.com/office/drawing/2014/main" id="{02DB853B-17AE-A445-C31E-FDC7F383D9AA}"/>
              </a:ext>
            </a:extLst>
          </p:cNvPr>
          <p:cNvSpPr>
            <a:spLocks noChangeArrowheads="1"/>
          </p:cNvSpPr>
          <p:nvPr/>
        </p:nvSpPr>
        <p:spPr bwMode="auto">
          <a:xfrm>
            <a:off x="228600" y="1143000"/>
            <a:ext cx="8686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一个信号携带数据，一个数据元素编码成一个信号元素</a:t>
            </a:r>
            <a:r>
              <a:rPr lang="en-US" altLang="zh-CN" sz="2800" b="1" i="1" baseline="0">
                <a:ea typeface="宋体" panose="02010600030101010101" pitchFamily="2" charset="-122"/>
              </a:rPr>
              <a:t>(r = 1)</a:t>
            </a:r>
            <a:r>
              <a:rPr lang="zh-CN" altLang="en-US" sz="2800" b="1" i="1" baseline="0">
                <a:ea typeface="宋体" panose="02010600030101010101" pitchFamily="2" charset="-122"/>
              </a:rPr>
              <a:t>。如果比特率是</a:t>
            </a:r>
            <a:r>
              <a:rPr lang="en-US" altLang="zh-CN" sz="2800" b="1" i="1" baseline="0">
                <a:ea typeface="宋体" panose="02010600030101010101" pitchFamily="2" charset="-122"/>
              </a:rPr>
              <a:t>100kbps</a:t>
            </a:r>
            <a:r>
              <a:rPr lang="zh-CN" altLang="en-US" sz="2800" b="1" i="1" baseline="0">
                <a:ea typeface="宋体" panose="02010600030101010101" pitchFamily="2" charset="-122"/>
              </a:rPr>
              <a:t>，</a:t>
            </a:r>
            <a:r>
              <a:rPr lang="en-US" altLang="zh-CN" sz="2800" b="1" i="1" baseline="0">
                <a:ea typeface="宋体" panose="02010600030101010101" pitchFamily="2" charset="-122"/>
              </a:rPr>
              <a:t>c</a:t>
            </a:r>
            <a:r>
              <a:rPr lang="zh-CN" altLang="en-US" sz="2800" b="1" i="1" baseline="0">
                <a:ea typeface="宋体" panose="02010600030101010101" pitchFamily="2" charset="-122"/>
              </a:rPr>
              <a:t>在</a:t>
            </a:r>
            <a:r>
              <a:rPr lang="en-US" altLang="zh-CN" sz="2800" b="1" i="1" baseline="0">
                <a:ea typeface="宋体" panose="02010600030101010101" pitchFamily="2" charset="-122"/>
              </a:rPr>
              <a:t>0</a:t>
            </a:r>
            <a:r>
              <a:rPr lang="zh-CN" altLang="en-US" sz="2800" b="1" i="1" baseline="0">
                <a:ea typeface="宋体" panose="02010600030101010101" pitchFamily="2" charset="-122"/>
              </a:rPr>
              <a:t>和</a:t>
            </a:r>
            <a:r>
              <a:rPr lang="en-US" altLang="zh-CN" sz="2800" b="1" i="1" baseline="0">
                <a:ea typeface="宋体" panose="02010600030101010101" pitchFamily="2" charset="-122"/>
              </a:rPr>
              <a:t>1</a:t>
            </a:r>
            <a:r>
              <a:rPr lang="zh-CN" altLang="en-US" sz="2800" b="1" i="1" baseline="0">
                <a:ea typeface="宋体" panose="02010600030101010101" pitchFamily="2" charset="-122"/>
              </a:rPr>
              <a:t>之间，那么波特率的平均值是多少？</a:t>
            </a:r>
            <a:endParaRPr lang="en-US" altLang="zh-CN" sz="2800" b="1" i="1" baseline="0">
              <a:ea typeface="宋体" panose="02010600030101010101" pitchFamily="2" charset="-122"/>
            </a:endParaRPr>
          </a:p>
          <a:p>
            <a:pPr algn="just"/>
            <a:r>
              <a:rPr lang="zh-CN" altLang="en-US" b="1" i="1" baseline="0">
                <a:ea typeface="宋体" panose="02010600030101010101" pitchFamily="2" charset="-122"/>
              </a:rPr>
              <a:t>（</a:t>
            </a:r>
            <a:r>
              <a:rPr lang="en-US" altLang="zh-CN" b="1" i="1" baseline="0">
                <a:solidFill>
                  <a:schemeClr val="tx2"/>
                </a:solidFill>
                <a:ea typeface="宋体" panose="02010600030101010101" pitchFamily="2" charset="-122"/>
              </a:rPr>
              <a:t>A signal is carrying data in which one data element is encoded as one signal element ( r = 1). If the bit rate is 100 kbps, what is the average value of the baud rate if c is between 0 and 1</a:t>
            </a:r>
            <a:r>
              <a:rPr lang="en-US" altLang="zh-CN" b="1" i="1" baseline="0">
                <a:ea typeface="宋体" panose="02010600030101010101" pitchFamily="2" charset="-122"/>
              </a:rPr>
              <a:t>?</a:t>
            </a:r>
            <a:r>
              <a:rPr lang="zh-CN" altLang="en-US" b="1" i="1" baseline="0">
                <a:ea typeface="宋体" panose="02010600030101010101" pitchFamily="2" charset="-122"/>
              </a:rPr>
              <a:t>）</a:t>
            </a:r>
            <a:endParaRPr lang="en-US" altLang="zh-CN" b="1" i="1" baseline="0">
              <a:ea typeface="宋体" panose="02010600030101010101" pitchFamily="2" charset="-122"/>
            </a:endParaRPr>
          </a:p>
        </p:txBody>
      </p:sp>
      <p:sp>
        <p:nvSpPr>
          <p:cNvPr id="15371" name="Rectangle 10">
            <a:extLst>
              <a:ext uri="{FF2B5EF4-FFF2-40B4-BE49-F238E27FC236}">
                <a16:creationId xmlns:a16="http://schemas.microsoft.com/office/drawing/2014/main" id="{8916C8FA-B019-9888-6CA9-0F6217036F80}"/>
              </a:ext>
            </a:extLst>
          </p:cNvPr>
          <p:cNvSpPr>
            <a:spLocks noChangeArrowheads="1"/>
          </p:cNvSpPr>
          <p:nvPr/>
        </p:nvSpPr>
        <p:spPr bwMode="auto">
          <a:xfrm>
            <a:off x="357188" y="3452813"/>
            <a:ext cx="86868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ea typeface="宋体" panose="02010600030101010101" pitchFamily="2" charset="-122"/>
              </a:rPr>
              <a:t>假定</a:t>
            </a:r>
            <a:r>
              <a:rPr lang="en-US" altLang="zh-CN" sz="2800" b="1" i="1" baseline="0">
                <a:ea typeface="宋体" panose="02010600030101010101" pitchFamily="2" charset="-122"/>
              </a:rPr>
              <a:t>c</a:t>
            </a:r>
            <a:r>
              <a:rPr lang="zh-CN" altLang="en-US" sz="2800" b="1" i="1" baseline="0">
                <a:ea typeface="宋体" panose="02010600030101010101" pitchFamily="2" charset="-122"/>
              </a:rPr>
              <a:t>的平均值是</a:t>
            </a:r>
            <a:r>
              <a:rPr lang="en-US" altLang="zh-CN" sz="2800" b="1" i="1" baseline="0">
                <a:ea typeface="宋体" panose="02010600030101010101" pitchFamily="2" charset="-122"/>
              </a:rPr>
              <a:t>1/2</a:t>
            </a:r>
            <a:r>
              <a:rPr lang="zh-CN" altLang="en-US" sz="2800" b="1" i="1" baseline="0">
                <a:ea typeface="宋体" panose="02010600030101010101" pitchFamily="2" charset="-122"/>
              </a:rPr>
              <a:t>，那么波特率是：</a:t>
            </a:r>
            <a:endParaRPr lang="en-US" altLang="zh-CN" sz="2800" b="1" i="1" baseline="0">
              <a:ea typeface="宋体" panose="02010600030101010101" pitchFamily="2" charset="-122"/>
            </a:endParaRPr>
          </a:p>
          <a:p>
            <a:pPr algn="just"/>
            <a:r>
              <a:rPr lang="zh-CN" altLang="en-US" sz="2800" b="1" i="1" baseline="0">
                <a:latin typeface="Times" panose="02020603050405020304" pitchFamily="18" charset="0"/>
                <a:ea typeface="宋体" panose="02010600030101010101" pitchFamily="2" charset="-122"/>
              </a:rPr>
              <a:t>（</a:t>
            </a:r>
            <a:r>
              <a:rPr lang="en-US" altLang="zh-CN" b="1" i="1" baseline="0">
                <a:solidFill>
                  <a:schemeClr val="tx2"/>
                </a:solidFill>
                <a:latin typeface="Times" panose="02020603050405020304" pitchFamily="18" charset="0"/>
                <a:ea typeface="宋体" panose="02010600030101010101" pitchFamily="2" charset="-122"/>
              </a:rPr>
              <a:t>We assume that the average value of c is 1/2 . The baud rate is then</a:t>
            </a:r>
            <a:r>
              <a:rPr lang="zh-CN" altLang="en-US" sz="2800" b="1" i="1" baseline="0">
                <a:latin typeface="Times" panose="02020603050405020304" pitchFamily="18" charset="0"/>
                <a:ea typeface="宋体" panose="02010600030101010101" pitchFamily="2" charset="-122"/>
              </a:rPr>
              <a:t>）</a:t>
            </a:r>
            <a:endParaRPr lang="en-US" altLang="zh-CN" sz="2800" b="1" i="1" baseline="0">
              <a:latin typeface="Times" panose="02020603050405020304" pitchFamily="18" charset="0"/>
              <a:ea typeface="宋体" panose="02010600030101010101" pitchFamily="2" charset="-122"/>
            </a:endParaRPr>
          </a:p>
        </p:txBody>
      </p:sp>
      <p:pic>
        <p:nvPicPr>
          <p:cNvPr id="15372" name="Picture 11">
            <a:extLst>
              <a:ext uri="{FF2B5EF4-FFF2-40B4-BE49-F238E27FC236}">
                <a16:creationId xmlns:a16="http://schemas.microsoft.com/office/drawing/2014/main" id="{3784D8DE-46F6-2626-475C-948097BCC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8725" y="5345113"/>
            <a:ext cx="6635750" cy="739775"/>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5373" name="Text Box 12">
            <a:extLst>
              <a:ext uri="{FF2B5EF4-FFF2-40B4-BE49-F238E27FC236}">
                <a16:creationId xmlns:a16="http://schemas.microsoft.com/office/drawing/2014/main" id="{9636A443-AB71-0212-16C0-2497FF7E7CAD}"/>
              </a:ext>
            </a:extLst>
          </p:cNvPr>
          <p:cNvSpPr txBox="1">
            <a:spLocks noChangeArrowheads="1"/>
          </p:cNvSpPr>
          <p:nvPr/>
        </p:nvSpPr>
        <p:spPr bwMode="auto">
          <a:xfrm>
            <a:off x="1143000" y="30163"/>
            <a:ext cx="22844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a:extLst>
              <a:ext uri="{FF2B5EF4-FFF2-40B4-BE49-F238E27FC236}">
                <a16:creationId xmlns:a16="http://schemas.microsoft.com/office/drawing/2014/main" id="{963F1BCE-0FCA-1272-2486-FED7DC64E55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061727D-BD84-40B1-BE0F-9DF80FB67F09}" type="slidenum">
              <a:rPr lang="en-US" altLang="zh-CN" baseline="0">
                <a:solidFill>
                  <a:schemeClr val="bg2"/>
                </a:solidFill>
                <a:latin typeface="Arial" panose="020B0604020202020204" pitchFamily="34" charset="0"/>
              </a:rPr>
              <a:pPr/>
              <a:t>9</a:t>
            </a:fld>
            <a:endParaRPr lang="en-US" altLang="zh-CN" baseline="0">
              <a:solidFill>
                <a:schemeClr val="bg2"/>
              </a:solidFill>
              <a:latin typeface="Arial" panose="020B0604020202020204" pitchFamily="34" charset="0"/>
            </a:endParaRPr>
          </a:p>
        </p:txBody>
      </p:sp>
      <p:sp>
        <p:nvSpPr>
          <p:cNvPr id="17411" name="Rectangle 2">
            <a:extLst>
              <a:ext uri="{FF2B5EF4-FFF2-40B4-BE49-F238E27FC236}">
                <a16:creationId xmlns:a16="http://schemas.microsoft.com/office/drawing/2014/main" id="{1DEAF0C0-7C58-AED8-D8F0-19C844CC6A3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2" name="Rectangle 3">
            <a:extLst>
              <a:ext uri="{FF2B5EF4-FFF2-40B4-BE49-F238E27FC236}">
                <a16:creationId xmlns:a16="http://schemas.microsoft.com/office/drawing/2014/main" id="{997ABF36-4AE3-F56A-1C0D-4FF7EF7A5EB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3" name="Rectangle 4">
            <a:extLst>
              <a:ext uri="{FF2B5EF4-FFF2-40B4-BE49-F238E27FC236}">
                <a16:creationId xmlns:a16="http://schemas.microsoft.com/office/drawing/2014/main" id="{592DDAE8-5CC1-36B8-446F-609F20BFF3C0}"/>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4" name="Rectangle 5">
            <a:extLst>
              <a:ext uri="{FF2B5EF4-FFF2-40B4-BE49-F238E27FC236}">
                <a16:creationId xmlns:a16="http://schemas.microsoft.com/office/drawing/2014/main" id="{029200EC-638A-CAA6-7357-DE6E26546DD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5" name="Rectangle 6">
            <a:extLst>
              <a:ext uri="{FF2B5EF4-FFF2-40B4-BE49-F238E27FC236}">
                <a16:creationId xmlns:a16="http://schemas.microsoft.com/office/drawing/2014/main" id="{C6856FD3-80EF-56EB-F1E4-E76709C4BDA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6" name="Rectangle 7">
            <a:extLst>
              <a:ext uri="{FF2B5EF4-FFF2-40B4-BE49-F238E27FC236}">
                <a16:creationId xmlns:a16="http://schemas.microsoft.com/office/drawing/2014/main" id="{301CD1AA-92E8-E830-DE50-AD4D5B8BA94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7" name="Rectangle 8">
            <a:extLst>
              <a:ext uri="{FF2B5EF4-FFF2-40B4-BE49-F238E27FC236}">
                <a16:creationId xmlns:a16="http://schemas.microsoft.com/office/drawing/2014/main" id="{01280BAE-06D0-414D-40C0-C4FB472A017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7418" name="Line 9">
            <a:extLst>
              <a:ext uri="{FF2B5EF4-FFF2-40B4-BE49-F238E27FC236}">
                <a16:creationId xmlns:a16="http://schemas.microsoft.com/office/drawing/2014/main" id="{199C9B5D-9E15-BEF1-5F77-2F3D1316ED09}"/>
              </a:ext>
            </a:extLst>
          </p:cNvPr>
          <p:cNvSpPr>
            <a:spLocks noChangeShapeType="1"/>
          </p:cNvSpPr>
          <p:nvPr/>
        </p:nvSpPr>
        <p:spPr bwMode="auto">
          <a:xfrm>
            <a:off x="457200" y="1981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9" name="Line 10">
            <a:extLst>
              <a:ext uri="{FF2B5EF4-FFF2-40B4-BE49-F238E27FC236}">
                <a16:creationId xmlns:a16="http://schemas.microsoft.com/office/drawing/2014/main" id="{493D380F-7C6B-F847-636B-F5E3AB795559}"/>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0" name="Rectangle 11">
            <a:extLst>
              <a:ext uri="{FF2B5EF4-FFF2-40B4-BE49-F238E27FC236}">
                <a16:creationId xmlns:a16="http://schemas.microsoft.com/office/drawing/2014/main" id="{33ECD341-A3C1-9082-5B5E-4873A49F1833}"/>
              </a:ext>
            </a:extLst>
          </p:cNvPr>
          <p:cNvSpPr>
            <a:spLocks noChangeArrowheads="1"/>
          </p:cNvSpPr>
          <p:nvPr/>
        </p:nvSpPr>
        <p:spPr bwMode="auto">
          <a:xfrm>
            <a:off x="495300" y="2070100"/>
            <a:ext cx="8077200" cy="18161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虽然数字信号的真实带宽是无限的，但有效带宽是有限的。</a:t>
            </a:r>
            <a:endParaRPr lang="en-US" altLang="zh-CN" sz="3200" b="1" baseline="0">
              <a:latin typeface="Arial" panose="020B0604020202020204" pitchFamily="34" charset="0"/>
              <a:ea typeface="宋体" panose="02010600030101010101" pitchFamily="2" charset="-122"/>
            </a:endParaRPr>
          </a:p>
          <a:p>
            <a:pPr algn="ctr"/>
            <a:r>
              <a:rPr lang="en-US" altLang="zh-CN" sz="2400" b="1" baseline="0">
                <a:latin typeface="Arial" panose="020B0604020202020204" pitchFamily="34" charset="0"/>
                <a:ea typeface="宋体" panose="02010600030101010101" pitchFamily="2" charset="-122"/>
              </a:rPr>
              <a:t>(Although the actual bandwidth of a digital signal is infinite, the effective bandwidth is finite.)</a:t>
            </a:r>
            <a:endParaRPr lang="en-US" altLang="zh-CN" sz="2800" b="1" baseline="0">
              <a:latin typeface="Arial" panose="020B0604020202020204" pitchFamily="34" charset="0"/>
              <a:ea typeface="宋体" panose="02010600030101010101" pitchFamily="2" charset="-122"/>
            </a:endParaRPr>
          </a:p>
        </p:txBody>
      </p:sp>
      <p:grpSp>
        <p:nvGrpSpPr>
          <p:cNvPr id="17421" name="Group 12">
            <a:extLst>
              <a:ext uri="{FF2B5EF4-FFF2-40B4-BE49-F238E27FC236}">
                <a16:creationId xmlns:a16="http://schemas.microsoft.com/office/drawing/2014/main" id="{EF426977-1EC3-8A97-002F-96D80C2FF3E1}"/>
              </a:ext>
            </a:extLst>
          </p:cNvPr>
          <p:cNvGrpSpPr>
            <a:grpSpLocks/>
          </p:cNvGrpSpPr>
          <p:nvPr/>
        </p:nvGrpSpPr>
        <p:grpSpPr bwMode="auto">
          <a:xfrm>
            <a:off x="457200" y="1295400"/>
            <a:ext cx="1143000" cy="566738"/>
            <a:chOff x="1200" y="1248"/>
            <a:chExt cx="720" cy="357"/>
          </a:xfrm>
        </p:grpSpPr>
        <p:pic>
          <p:nvPicPr>
            <p:cNvPr id="17425" name="Picture 13">
              <a:extLst>
                <a:ext uri="{FF2B5EF4-FFF2-40B4-BE49-F238E27FC236}">
                  <a16:creationId xmlns:a16="http://schemas.microsoft.com/office/drawing/2014/main" id="{D445EF38-9702-9523-35AE-DEE09A6FF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6" name="Text Box 14">
              <a:extLst>
                <a:ext uri="{FF2B5EF4-FFF2-40B4-BE49-F238E27FC236}">
                  <a16:creationId xmlns:a16="http://schemas.microsoft.com/office/drawing/2014/main" id="{439D9A3E-2B12-A532-0822-6A187E80E211}"/>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17422" name="Rectangle 11">
            <a:extLst>
              <a:ext uri="{FF2B5EF4-FFF2-40B4-BE49-F238E27FC236}">
                <a16:creationId xmlns:a16="http://schemas.microsoft.com/office/drawing/2014/main" id="{F436C853-20EE-AF40-57A0-8D9C2362F02F}"/>
              </a:ext>
            </a:extLst>
          </p:cNvPr>
          <p:cNvSpPr>
            <a:spLocks noChangeArrowheads="1"/>
          </p:cNvSpPr>
          <p:nvPr/>
        </p:nvSpPr>
        <p:spPr bwMode="auto">
          <a:xfrm>
            <a:off x="457200" y="4038600"/>
            <a:ext cx="8077200" cy="18161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sz="2800" b="1" baseline="0">
                <a:ea typeface="宋体" panose="02010600030101010101" pitchFamily="2" charset="-122"/>
              </a:rPr>
              <a:t>是波特率而不是比特率决定了数字信号的带宽</a:t>
            </a:r>
            <a:endParaRPr lang="en-US" altLang="zh-CN" sz="2800" b="1" baseline="0">
              <a:ea typeface="宋体" panose="02010600030101010101" pitchFamily="2" charset="-122"/>
            </a:endParaRPr>
          </a:p>
          <a:p>
            <a:pPr>
              <a:buClr>
                <a:srgbClr val="FF0000"/>
              </a:buClr>
            </a:pPr>
            <a:r>
              <a:rPr lang="en-US" altLang="zh-CN" sz="2800" b="1" baseline="0">
                <a:ea typeface="宋体" panose="02010600030101010101" pitchFamily="2" charset="-122"/>
              </a:rPr>
              <a:t>      (</a:t>
            </a:r>
            <a:r>
              <a:rPr lang="zh-CN" altLang="en-US" sz="2800" b="1" baseline="0">
                <a:ea typeface="宋体" panose="02010600030101010101" pitchFamily="2" charset="-122"/>
              </a:rPr>
              <a:t>车辆数量影响了交通，而不是运输的人数</a:t>
            </a:r>
            <a:r>
              <a:rPr lang="en-US" altLang="zh-CN" sz="2800" b="1" baseline="0">
                <a:ea typeface="宋体" panose="02010600030101010101" pitchFamily="2" charset="-122"/>
              </a:rPr>
              <a:t>)</a:t>
            </a:r>
          </a:p>
          <a:p>
            <a:pPr>
              <a:buClr>
                <a:srgbClr val="FF0000"/>
              </a:buClr>
              <a:buFont typeface="Wingdings" panose="05000000000000000000" pitchFamily="2" charset="2"/>
              <a:buChar char="l"/>
            </a:pPr>
            <a:r>
              <a:rPr lang="zh-CN" altLang="en-US" sz="2800" b="1" baseline="0">
                <a:ea typeface="宋体" panose="02010600030101010101" pitchFamily="2" charset="-122"/>
              </a:rPr>
              <a:t>波特率和带宽是有关系的</a:t>
            </a:r>
            <a:endParaRPr lang="en-US" altLang="zh-CN" sz="2800" b="1" baseline="0">
              <a:ea typeface="宋体" panose="02010600030101010101" pitchFamily="2" charset="-122"/>
            </a:endParaRPr>
          </a:p>
          <a:p>
            <a:pPr>
              <a:buClr>
                <a:srgbClr val="FF0000"/>
              </a:buClr>
              <a:buFont typeface="Wingdings" panose="05000000000000000000" pitchFamily="2" charset="2"/>
              <a:buChar char="l"/>
            </a:pPr>
            <a:r>
              <a:rPr lang="zh-CN" altLang="en-US" sz="2800" b="1" baseline="0">
                <a:ea typeface="宋体" panose="02010600030101010101" pitchFamily="2" charset="-122"/>
              </a:rPr>
              <a:t>若给定通道带宽，则可以得到最大数据速率</a:t>
            </a:r>
            <a:endParaRPr lang="en-US" altLang="zh-CN" sz="2800" b="1" baseline="0">
              <a:ea typeface="宋体" panose="02010600030101010101" pitchFamily="2" charset="-122"/>
            </a:endParaRPr>
          </a:p>
        </p:txBody>
      </p:sp>
      <p:graphicFrame>
        <p:nvGraphicFramePr>
          <p:cNvPr id="17423" name="对象 1">
            <a:extLst>
              <a:ext uri="{FF2B5EF4-FFF2-40B4-BE49-F238E27FC236}">
                <a16:creationId xmlns:a16="http://schemas.microsoft.com/office/drawing/2014/main" id="{D5A7934A-6D36-9E04-C6F3-CD9992DC035C}"/>
              </a:ext>
            </a:extLst>
          </p:cNvPr>
          <p:cNvGraphicFramePr>
            <a:graphicFrameLocks noChangeAspect="1"/>
          </p:cNvGraphicFramePr>
          <p:nvPr/>
        </p:nvGraphicFramePr>
        <p:xfrm>
          <a:off x="1655763" y="5867400"/>
          <a:ext cx="2382837" cy="955675"/>
        </p:xfrm>
        <a:graphic>
          <a:graphicData uri="http://schemas.openxmlformats.org/presentationml/2006/ole">
            <mc:AlternateContent xmlns:mc="http://schemas.openxmlformats.org/markup-compatibility/2006">
              <mc:Choice xmlns:v="urn:schemas-microsoft-com:vml" Requires="v">
                <p:oleObj name="Equation" r:id="rId4" imgW="977476" imgH="393529" progId="Equation.DSMT4">
                  <p:embed/>
                </p:oleObj>
              </mc:Choice>
              <mc:Fallback>
                <p:oleObj name="Equation" r:id="rId4" imgW="977476" imgH="393529"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5763" y="5867400"/>
                        <a:ext cx="2382837"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24" name="对象 2">
            <a:extLst>
              <a:ext uri="{FF2B5EF4-FFF2-40B4-BE49-F238E27FC236}">
                <a16:creationId xmlns:a16="http://schemas.microsoft.com/office/drawing/2014/main" id="{150CB5F3-0901-6340-411D-7175C1AB99E0}"/>
              </a:ext>
            </a:extLst>
          </p:cNvPr>
          <p:cNvGraphicFramePr>
            <a:graphicFrameLocks noChangeAspect="1"/>
          </p:cNvGraphicFramePr>
          <p:nvPr/>
        </p:nvGraphicFramePr>
        <p:xfrm>
          <a:off x="4857750" y="5826125"/>
          <a:ext cx="2476500" cy="955675"/>
        </p:xfrm>
        <a:graphic>
          <a:graphicData uri="http://schemas.openxmlformats.org/presentationml/2006/ole">
            <mc:AlternateContent xmlns:mc="http://schemas.openxmlformats.org/markup-compatibility/2006">
              <mc:Choice xmlns:v="urn:schemas-microsoft-com:vml" Requires="v">
                <p:oleObj name="Equation" r:id="rId6" imgW="1016000" imgH="393700" progId="Equation.DSMT4">
                  <p:embed/>
                </p:oleObj>
              </mc:Choice>
              <mc:Fallback>
                <p:oleObj name="Equation" r:id="rId6" imgW="1016000" imgH="393700" progId="Equation.DSMT4">
                  <p:embed/>
                  <p:pic>
                    <p:nvPicPr>
                      <p:cNvPr id="0"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7750" y="5826125"/>
                        <a:ext cx="24765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a:extLst>
              <a:ext uri="{FF2B5EF4-FFF2-40B4-BE49-F238E27FC236}">
                <a16:creationId xmlns:a16="http://schemas.microsoft.com/office/drawing/2014/main" id="{FA91F855-BF13-D301-B602-23F0DB48BB1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F8D4376-6C26-4C01-A03B-C96F8209940E}" type="slidenum">
              <a:rPr lang="en-US" altLang="zh-CN" baseline="0">
                <a:solidFill>
                  <a:schemeClr val="bg2"/>
                </a:solidFill>
                <a:latin typeface="Arial" panose="020B0604020202020204" pitchFamily="34" charset="0"/>
              </a:rPr>
              <a:pPr/>
              <a:t>10</a:t>
            </a:fld>
            <a:endParaRPr lang="en-US" altLang="zh-CN" baseline="0">
              <a:solidFill>
                <a:schemeClr val="bg2"/>
              </a:solidFill>
              <a:latin typeface="Arial" panose="020B0604020202020204" pitchFamily="34" charset="0"/>
            </a:endParaRPr>
          </a:p>
        </p:txBody>
      </p:sp>
      <p:sp>
        <p:nvSpPr>
          <p:cNvPr id="19459" name="Rectangle 2">
            <a:extLst>
              <a:ext uri="{FF2B5EF4-FFF2-40B4-BE49-F238E27FC236}">
                <a16:creationId xmlns:a16="http://schemas.microsoft.com/office/drawing/2014/main" id="{3318947E-535D-A08A-727F-E20F74DAA6D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0" name="Rectangle 3">
            <a:extLst>
              <a:ext uri="{FF2B5EF4-FFF2-40B4-BE49-F238E27FC236}">
                <a16:creationId xmlns:a16="http://schemas.microsoft.com/office/drawing/2014/main" id="{99FFE910-F819-9B22-F3DF-1AD094D6A3F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1" name="Rectangle 4">
            <a:extLst>
              <a:ext uri="{FF2B5EF4-FFF2-40B4-BE49-F238E27FC236}">
                <a16:creationId xmlns:a16="http://schemas.microsoft.com/office/drawing/2014/main" id="{1ECD7741-80A7-BCD4-BDE8-4A566B53F77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2" name="Rectangle 5">
            <a:extLst>
              <a:ext uri="{FF2B5EF4-FFF2-40B4-BE49-F238E27FC236}">
                <a16:creationId xmlns:a16="http://schemas.microsoft.com/office/drawing/2014/main" id="{7A94D8D2-B575-4B8A-EF2A-34A52C611F5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3" name="Rectangle 6">
            <a:extLst>
              <a:ext uri="{FF2B5EF4-FFF2-40B4-BE49-F238E27FC236}">
                <a16:creationId xmlns:a16="http://schemas.microsoft.com/office/drawing/2014/main" id="{F7129EA4-09DF-AD15-0607-7F9BB28D8CD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4" name="Rectangle 7">
            <a:extLst>
              <a:ext uri="{FF2B5EF4-FFF2-40B4-BE49-F238E27FC236}">
                <a16:creationId xmlns:a16="http://schemas.microsoft.com/office/drawing/2014/main" id="{0DD33FAC-6941-1B29-ACFC-0C02CBDADD49}"/>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5" name="Rectangle 8">
            <a:extLst>
              <a:ext uri="{FF2B5EF4-FFF2-40B4-BE49-F238E27FC236}">
                <a16:creationId xmlns:a16="http://schemas.microsoft.com/office/drawing/2014/main" id="{DCE6BC08-0E81-BE59-0B47-178D06F3C1B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9466" name="Rectangle 9">
            <a:extLst>
              <a:ext uri="{FF2B5EF4-FFF2-40B4-BE49-F238E27FC236}">
                <a16:creationId xmlns:a16="http://schemas.microsoft.com/office/drawing/2014/main" id="{A30D74D9-B78C-058C-532E-72A2100C1F6A}"/>
              </a:ext>
            </a:extLst>
          </p:cNvPr>
          <p:cNvSpPr>
            <a:spLocks noChangeArrowheads="1"/>
          </p:cNvSpPr>
          <p:nvPr/>
        </p:nvSpPr>
        <p:spPr bwMode="auto">
          <a:xfrm>
            <a:off x="228600" y="1066800"/>
            <a:ext cx="8686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ea typeface="宋体" panose="02010600030101010101" pitchFamily="2" charset="-122"/>
              </a:rPr>
              <a:t>   </a:t>
            </a:r>
            <a:r>
              <a:rPr lang="zh-CN" altLang="en-US" sz="2800" b="1" i="1" baseline="0">
                <a:ea typeface="宋体" panose="02010600030101010101" pitchFamily="2" charset="-122"/>
              </a:rPr>
              <a:t>通道的最大数据速率是</a:t>
            </a:r>
            <a:r>
              <a:rPr lang="en-US" altLang="zh-CN" sz="2800" b="1" i="1" baseline="0">
                <a:ea typeface="宋体" panose="02010600030101010101" pitchFamily="2" charset="-122"/>
              </a:rPr>
              <a:t>N</a:t>
            </a:r>
            <a:r>
              <a:rPr lang="en-US" altLang="zh-CN" sz="2800" b="1" i="1">
                <a:ea typeface="宋体" panose="02010600030101010101" pitchFamily="2" charset="-122"/>
              </a:rPr>
              <a:t>max</a:t>
            </a:r>
            <a:r>
              <a:rPr lang="en-US" altLang="zh-CN" sz="2800" b="1" i="1" baseline="0">
                <a:ea typeface="宋体" panose="02010600030101010101" pitchFamily="2" charset="-122"/>
              </a:rPr>
              <a:t> = 2 × B × log</a:t>
            </a:r>
            <a:r>
              <a:rPr lang="en-US" altLang="zh-CN" sz="2800" b="1" i="1" baseline="-25000">
                <a:ea typeface="宋体" panose="02010600030101010101" pitchFamily="2" charset="-122"/>
              </a:rPr>
              <a:t>2</a:t>
            </a:r>
            <a:r>
              <a:rPr lang="en-US" altLang="zh-CN" sz="2800" b="1" i="1" baseline="0">
                <a:ea typeface="宋体" panose="02010600030101010101" pitchFamily="2" charset="-122"/>
              </a:rPr>
              <a:t> L </a:t>
            </a:r>
            <a:r>
              <a:rPr lang="zh-CN" altLang="en-US" sz="2800" b="1" i="1" baseline="0">
                <a:ea typeface="宋体" panose="02010600030101010101" pitchFamily="2" charset="-122"/>
              </a:rPr>
              <a:t>（由奈奎斯特公式定义），这与前面定义的</a:t>
            </a:r>
            <a:r>
              <a:rPr lang="en-US" altLang="zh-CN" sz="2800" b="1" i="1" baseline="0">
                <a:ea typeface="宋体" panose="02010600030101010101" pitchFamily="2" charset="-122"/>
              </a:rPr>
              <a:t>N</a:t>
            </a:r>
            <a:r>
              <a:rPr lang="en-US" altLang="zh-CN" sz="2800" b="1" i="1" baseline="-25000">
                <a:ea typeface="宋体" panose="02010600030101010101" pitchFamily="2" charset="-122"/>
              </a:rPr>
              <a:t>max</a:t>
            </a:r>
            <a:r>
              <a:rPr lang="zh-CN" altLang="en-US" sz="2800" b="1" i="1" baseline="0">
                <a:ea typeface="宋体" panose="02010600030101010101" pitchFamily="2" charset="-122"/>
              </a:rPr>
              <a:t>公式一致吗？</a:t>
            </a:r>
            <a:endParaRPr lang="en-US" altLang="zh-CN" sz="2800" b="1" i="1" baseline="0">
              <a:ea typeface="宋体" panose="02010600030101010101" pitchFamily="2" charset="-122"/>
            </a:endParaRPr>
          </a:p>
          <a:p>
            <a:pPr algn="just"/>
            <a:r>
              <a:rPr lang="en-US" altLang="zh-CN" b="1" i="1" baseline="0">
                <a:solidFill>
                  <a:srgbClr val="FF0000"/>
                </a:solidFill>
                <a:ea typeface="宋体" panose="02010600030101010101" pitchFamily="2" charset="-122"/>
              </a:rPr>
              <a:t>The maximum data rate of a channel (see Chapter 3) is N</a:t>
            </a:r>
            <a:r>
              <a:rPr lang="en-US" altLang="zh-CN" b="1" i="1">
                <a:solidFill>
                  <a:srgbClr val="FF0000"/>
                </a:solidFill>
                <a:ea typeface="宋体" panose="02010600030101010101" pitchFamily="2" charset="-122"/>
              </a:rPr>
              <a:t>max</a:t>
            </a:r>
            <a:r>
              <a:rPr lang="en-US" altLang="zh-CN" b="1" i="1" baseline="0">
                <a:solidFill>
                  <a:srgbClr val="FF0000"/>
                </a:solidFill>
                <a:ea typeface="宋体" panose="02010600030101010101" pitchFamily="2" charset="-122"/>
              </a:rPr>
              <a:t> = 2 × B × log</a:t>
            </a:r>
            <a:r>
              <a:rPr lang="en-US" altLang="zh-CN" b="1" i="1" baseline="-25000">
                <a:solidFill>
                  <a:srgbClr val="FF0000"/>
                </a:solidFill>
                <a:ea typeface="宋体" panose="02010600030101010101" pitchFamily="2" charset="-122"/>
              </a:rPr>
              <a:t>2</a:t>
            </a:r>
            <a:r>
              <a:rPr lang="en-US" altLang="zh-CN" b="1" i="1" baseline="0">
                <a:solidFill>
                  <a:srgbClr val="FF0000"/>
                </a:solidFill>
                <a:ea typeface="宋体" panose="02010600030101010101" pitchFamily="2" charset="-122"/>
              </a:rPr>
              <a:t> L (defined by the Nyquist formula). Does this agree with the previous formula for N</a:t>
            </a:r>
            <a:r>
              <a:rPr lang="en-US" altLang="zh-CN" b="1" i="1" baseline="-25000">
                <a:solidFill>
                  <a:srgbClr val="FF0000"/>
                </a:solidFill>
                <a:ea typeface="宋体" panose="02010600030101010101" pitchFamily="2" charset="-122"/>
              </a:rPr>
              <a:t>max</a:t>
            </a:r>
            <a:r>
              <a:rPr lang="en-US" altLang="zh-CN" b="1" i="1" baseline="0">
                <a:solidFill>
                  <a:srgbClr val="FF0000"/>
                </a:solidFill>
                <a:ea typeface="宋体" panose="02010600030101010101" pitchFamily="2" charset="-122"/>
              </a:rPr>
              <a:t>?</a:t>
            </a:r>
          </a:p>
        </p:txBody>
      </p:sp>
      <p:sp>
        <p:nvSpPr>
          <p:cNvPr id="19467" name="Rectangle 10">
            <a:extLst>
              <a:ext uri="{FF2B5EF4-FFF2-40B4-BE49-F238E27FC236}">
                <a16:creationId xmlns:a16="http://schemas.microsoft.com/office/drawing/2014/main" id="{BA53A4C6-18A1-94C4-F27F-00208A8ADE4E}"/>
              </a:ext>
            </a:extLst>
          </p:cNvPr>
          <p:cNvSpPr>
            <a:spLocks noChangeArrowheads="1"/>
          </p:cNvSpPr>
          <p:nvPr/>
        </p:nvSpPr>
        <p:spPr bwMode="auto">
          <a:xfrm>
            <a:off x="265113" y="3581400"/>
            <a:ext cx="8686800" cy="273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solidFill>
                  <a:schemeClr val="bg2"/>
                </a:solidFill>
                <a:ea typeface="宋体" panose="02010600030101010101" pitchFamily="2" charset="-122"/>
              </a:rPr>
              <a:t>有</a:t>
            </a:r>
            <a:r>
              <a:rPr lang="en-US" altLang="zh-CN" sz="2800" b="1" i="1" baseline="0">
                <a:solidFill>
                  <a:schemeClr val="bg2"/>
                </a:solidFill>
                <a:ea typeface="宋体" panose="02010600030101010101" pitchFamily="2" charset="-122"/>
              </a:rPr>
              <a:t>L</a:t>
            </a:r>
            <a:r>
              <a:rPr lang="zh-CN" altLang="en-US" sz="2800" b="1" i="1" baseline="0">
                <a:solidFill>
                  <a:schemeClr val="bg2"/>
                </a:solidFill>
                <a:ea typeface="宋体" panose="02010600030101010101" pitchFamily="2" charset="-122"/>
              </a:rPr>
              <a:t>个电平信号，每个电平可以携带</a:t>
            </a:r>
            <a:r>
              <a:rPr lang="en-US" altLang="zh-CN" sz="2800" b="1" i="1" baseline="0">
                <a:latin typeface="Times" panose="02020603050405020304" pitchFamily="18" charset="0"/>
                <a:ea typeface="宋体" panose="02010600030101010101" pitchFamily="2" charset="-122"/>
              </a:rPr>
              <a:t>log</a:t>
            </a:r>
            <a:r>
              <a:rPr lang="en-US" altLang="zh-CN" sz="2800" b="1" i="1" baseline="-16000">
                <a:latin typeface="Times" panose="02020603050405020304" pitchFamily="18" charset="0"/>
                <a:ea typeface="宋体" panose="02010600030101010101" pitchFamily="2" charset="-122"/>
              </a:rPr>
              <a:t>2</a:t>
            </a:r>
            <a:r>
              <a:rPr lang="en-US" altLang="zh-CN" sz="2800" b="1" i="1" baseline="0">
                <a:latin typeface="Times" panose="02020603050405020304" pitchFamily="18" charset="0"/>
                <a:ea typeface="宋体" panose="02010600030101010101" pitchFamily="2" charset="-122"/>
              </a:rPr>
              <a:t>L</a:t>
            </a:r>
            <a:r>
              <a:rPr lang="zh-CN" altLang="en-US" sz="2800" b="1" i="1" baseline="0">
                <a:latin typeface="Times" panose="02020603050405020304" pitchFamily="18" charset="0"/>
                <a:ea typeface="宋体" panose="02010600030101010101" pitchFamily="2" charset="-122"/>
              </a:rPr>
              <a:t>个比特。如果每个电平与一个信号元素对应，假定一般情形</a:t>
            </a:r>
            <a:r>
              <a:rPr lang="en-US" altLang="zh-CN" sz="2800" b="1" i="1" baseline="0">
                <a:latin typeface="Times" panose="02020603050405020304" pitchFamily="18" charset="0"/>
                <a:ea typeface="宋体" panose="02010600030101010101" pitchFamily="2" charset="-122"/>
              </a:rPr>
              <a:t>(c = 1/2),</a:t>
            </a:r>
            <a:r>
              <a:rPr lang="zh-CN" altLang="en-US" sz="2800" b="1" i="1" baseline="0">
                <a:latin typeface="Times" panose="02020603050405020304" pitchFamily="18" charset="0"/>
                <a:ea typeface="宋体" panose="02010600030101010101" pitchFamily="2" charset="-122"/>
              </a:rPr>
              <a:t>则</a:t>
            </a:r>
            <a:endParaRPr lang="en-US" altLang="zh-CN" sz="2800" b="1" i="1" baseline="0">
              <a:solidFill>
                <a:schemeClr val="hlink"/>
              </a:solidFill>
              <a:ea typeface="宋体" panose="02010600030101010101" pitchFamily="2" charset="-122"/>
            </a:endParaRPr>
          </a:p>
          <a:p>
            <a:pPr algn="just"/>
            <a:r>
              <a:rPr lang="en-US" altLang="zh-CN" b="1" i="1" baseline="0">
                <a:latin typeface="Times" panose="02020603050405020304" pitchFamily="18" charset="0"/>
                <a:ea typeface="宋体" panose="02010600030101010101" pitchFamily="2" charset="-122"/>
              </a:rPr>
              <a:t>A signal with L levels actually can carry log</a:t>
            </a:r>
            <a:r>
              <a:rPr lang="en-US" altLang="zh-CN" b="1" i="1" baseline="-16000">
                <a:latin typeface="Times" panose="02020603050405020304" pitchFamily="18" charset="0"/>
                <a:ea typeface="宋体" panose="02010600030101010101" pitchFamily="2" charset="-122"/>
              </a:rPr>
              <a:t>2</a:t>
            </a:r>
            <a:r>
              <a:rPr lang="en-US" altLang="zh-CN" b="1" i="1" baseline="0">
                <a:latin typeface="Times" panose="02020603050405020304" pitchFamily="18" charset="0"/>
                <a:ea typeface="宋体" panose="02010600030101010101" pitchFamily="2" charset="-122"/>
              </a:rPr>
              <a:t>L bits per level. If each level corresponds to one signal element and we assume the average case (c = 1/2), then we have</a:t>
            </a:r>
          </a:p>
        </p:txBody>
      </p:sp>
      <p:pic>
        <p:nvPicPr>
          <p:cNvPr id="19468" name="Picture 11">
            <a:extLst>
              <a:ext uri="{FF2B5EF4-FFF2-40B4-BE49-F238E27FC236}">
                <a16:creationId xmlns:a16="http://schemas.microsoft.com/office/drawing/2014/main" id="{F877343F-2672-1279-0B5C-6E4A17E9C5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4413" y="5988050"/>
            <a:ext cx="4387850" cy="66516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9469" name="Text Box 12">
            <a:extLst>
              <a:ext uri="{FF2B5EF4-FFF2-40B4-BE49-F238E27FC236}">
                <a16:creationId xmlns:a16="http://schemas.microsoft.com/office/drawing/2014/main" id="{BFFEF6FD-8407-6108-F1A3-FD86FFB54071}"/>
              </a:ext>
            </a:extLst>
          </p:cNvPr>
          <p:cNvSpPr txBox="1">
            <a:spLocks noChangeArrowheads="1"/>
          </p:cNvSpPr>
          <p:nvPr/>
        </p:nvSpPr>
        <p:spPr bwMode="auto">
          <a:xfrm>
            <a:off x="1143000" y="0"/>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D247DE9C-6248-2432-2951-54662CE93C78}"/>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基线、基线偏移和直流分量</a:t>
            </a:r>
          </a:p>
        </p:txBody>
      </p:sp>
      <p:sp>
        <p:nvSpPr>
          <p:cNvPr id="21507" name="内容占位符 2">
            <a:extLst>
              <a:ext uri="{FF2B5EF4-FFF2-40B4-BE49-F238E27FC236}">
                <a16:creationId xmlns:a16="http://schemas.microsoft.com/office/drawing/2014/main" id="{386C1B6A-B9FF-17D8-061F-6431C26232D6}"/>
              </a:ext>
            </a:extLst>
          </p:cNvPr>
          <p:cNvSpPr>
            <a:spLocks noGrp="1"/>
          </p:cNvSpPr>
          <p:nvPr>
            <p:ph idx="1"/>
          </p:nvPr>
        </p:nvSpPr>
        <p:spPr bwMode="auto">
          <a:xfrm>
            <a:off x="423863" y="1295400"/>
            <a:ext cx="8262937" cy="48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基线</a:t>
            </a:r>
            <a:r>
              <a:rPr lang="en-US" altLang="zh-CN">
                <a:ea typeface="宋体" panose="02010600030101010101" pitchFamily="2" charset="-122"/>
              </a:rPr>
              <a:t>(Baseline)</a:t>
            </a:r>
            <a:r>
              <a:rPr lang="zh-CN" altLang="en-US">
                <a:ea typeface="宋体" panose="02010600030101010101" pitchFamily="2" charset="-122"/>
              </a:rPr>
              <a:t>：接收方计算收到信号功率的运行平均值</a:t>
            </a:r>
            <a:endParaRPr lang="en-US" altLang="zh-CN">
              <a:ea typeface="宋体" panose="02010600030101010101" pitchFamily="2" charset="-122"/>
            </a:endParaRPr>
          </a:p>
          <a:p>
            <a:r>
              <a:rPr lang="zh-CN" altLang="en-US">
                <a:ea typeface="宋体" panose="02010600030101010101" pitchFamily="2" charset="-122"/>
              </a:rPr>
              <a:t>基线偏移</a:t>
            </a:r>
            <a:r>
              <a:rPr lang="en-US" altLang="zh-CN">
                <a:ea typeface="宋体" panose="02010600030101010101" pitchFamily="2" charset="-122"/>
              </a:rPr>
              <a:t>(Baseline Wandering)</a:t>
            </a:r>
            <a:r>
              <a:rPr lang="zh-CN" altLang="en-US">
                <a:ea typeface="宋体" panose="02010600030101010101" pitchFamily="2" charset="-122"/>
              </a:rPr>
              <a:t>：</a:t>
            </a:r>
            <a:r>
              <a:rPr lang="en-US" altLang="zh-CN">
                <a:ea typeface="宋体" panose="02010600030101010101" pitchFamily="2" charset="-122"/>
              </a:rPr>
              <a:t>0</a:t>
            </a:r>
            <a:r>
              <a:rPr lang="zh-CN" altLang="en-US">
                <a:ea typeface="宋体" panose="02010600030101010101" pitchFamily="2" charset="-122"/>
              </a:rPr>
              <a:t>或者</a:t>
            </a:r>
            <a:r>
              <a:rPr lang="en-US" altLang="zh-CN">
                <a:ea typeface="宋体" panose="02010600030101010101" pitchFamily="2" charset="-122"/>
              </a:rPr>
              <a:t>1</a:t>
            </a:r>
            <a:r>
              <a:rPr lang="zh-CN" altLang="en-US">
                <a:ea typeface="宋体" panose="02010600030101010101" pitchFamily="2" charset="-122"/>
              </a:rPr>
              <a:t>的长字串会引起基线偏移，使得接收方不能正确地进行解码。好的线路编码方案需要防止基线偏移。</a:t>
            </a:r>
            <a:endParaRPr lang="en-US" altLang="zh-CN">
              <a:ea typeface="宋体" panose="02010600030101010101" pitchFamily="2" charset="-122"/>
            </a:endParaRPr>
          </a:p>
          <a:p>
            <a:r>
              <a:rPr lang="zh-CN" altLang="en-US">
                <a:ea typeface="宋体" panose="02010600030101010101" pitchFamily="2" charset="-122"/>
              </a:rPr>
              <a:t>直流分量</a:t>
            </a:r>
            <a:r>
              <a:rPr lang="en-US" altLang="zh-CN">
                <a:ea typeface="宋体" panose="02010600030101010101" pitchFamily="2" charset="-122"/>
              </a:rPr>
              <a:t>(DC Components):</a:t>
            </a:r>
            <a:r>
              <a:rPr lang="zh-CN" altLang="en-US">
                <a:ea typeface="宋体" panose="02010600030101010101" pitchFamily="2" charset="-122"/>
              </a:rPr>
              <a:t>接近于零的频率称为直流分量。会给不允许通过低频率的系统或使用电子耦合的系统带来问题。</a:t>
            </a:r>
            <a:endParaRPr lang="en-US" altLang="zh-CN">
              <a:ea typeface="宋体" panose="02010600030101010101" pitchFamily="2" charset="-122"/>
            </a:endParaRPr>
          </a:p>
        </p:txBody>
      </p:sp>
      <p:sp>
        <p:nvSpPr>
          <p:cNvPr id="21508" name="灯片编号占位符 3">
            <a:extLst>
              <a:ext uri="{FF2B5EF4-FFF2-40B4-BE49-F238E27FC236}">
                <a16:creationId xmlns:a16="http://schemas.microsoft.com/office/drawing/2014/main" id="{05AA6314-DF96-A100-D836-CBBBBDBBF46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32B0B64-ADD1-4B2E-ADBE-E53496ABAEA6}" type="slidenum">
              <a:rPr lang="en-US" altLang="zh-CN" baseline="0">
                <a:solidFill>
                  <a:schemeClr val="bg2"/>
                </a:solidFill>
                <a:latin typeface="Arial" panose="020B0604020202020204" pitchFamily="34" charset="0"/>
              </a:rPr>
              <a:pPr/>
              <a:t>11</a:t>
            </a:fld>
            <a:endParaRPr lang="en-US" altLang="zh-CN" baseline="0">
              <a:solidFill>
                <a:schemeClr val="bg2"/>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0F4898C0-1F96-BC17-6245-130C82C5DE76}"/>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自同步</a:t>
            </a:r>
          </a:p>
        </p:txBody>
      </p:sp>
      <p:sp>
        <p:nvSpPr>
          <p:cNvPr id="22531" name="内容占位符 2">
            <a:extLst>
              <a:ext uri="{FF2B5EF4-FFF2-40B4-BE49-F238E27FC236}">
                <a16:creationId xmlns:a16="http://schemas.microsoft.com/office/drawing/2014/main" id="{86AE6A91-06EC-FAB9-3D48-E3CAF25B3D4A}"/>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自同步</a:t>
            </a:r>
            <a:r>
              <a:rPr lang="en-US" altLang="zh-CN">
                <a:ea typeface="宋体" panose="02010600030101010101" pitchFamily="2" charset="-122"/>
              </a:rPr>
              <a:t>(self-synchronization):</a:t>
            </a:r>
            <a:r>
              <a:rPr lang="zh-CN" altLang="en-US">
                <a:ea typeface="宋体" panose="02010600030101010101" pitchFamily="2" charset="-122"/>
              </a:rPr>
              <a:t>接收方的位间隔与发送方的位间隔严格对应与匹配。</a:t>
            </a:r>
            <a:endParaRPr lang="en-US" altLang="zh-CN">
              <a:ea typeface="宋体" panose="02010600030101010101" pitchFamily="2" charset="-122"/>
            </a:endParaRPr>
          </a:p>
          <a:p>
            <a:endParaRPr lang="en-US" altLang="zh-CN">
              <a:ea typeface="宋体" panose="02010600030101010101" pitchFamily="2" charset="-122"/>
            </a:endParaRPr>
          </a:p>
          <a:p>
            <a:r>
              <a:rPr lang="zh-CN" altLang="en-US">
                <a:ea typeface="宋体" panose="02010600030101010101" pitchFamily="2" charset="-122"/>
              </a:rPr>
              <a:t>数字信号在传输的数据中包含有定时信息。通常是使用信号中包含有提示接收方起始、中间和结束位置的脉冲的跳变</a:t>
            </a:r>
            <a:r>
              <a:rPr lang="en-US" altLang="zh-CN">
                <a:ea typeface="宋体" panose="02010600030101010101" pitchFamily="2" charset="-122"/>
              </a:rPr>
              <a:t>(transition)</a:t>
            </a:r>
            <a:r>
              <a:rPr lang="zh-CN" altLang="en-US">
                <a:ea typeface="宋体" panose="02010600030101010101" pitchFamily="2" charset="-122"/>
              </a:rPr>
              <a:t>作为定时信息。</a:t>
            </a:r>
          </a:p>
          <a:p>
            <a:endParaRPr lang="zh-CN" altLang="en-US">
              <a:ea typeface="宋体" panose="02010600030101010101" pitchFamily="2" charset="-122"/>
            </a:endParaRPr>
          </a:p>
        </p:txBody>
      </p:sp>
      <p:sp>
        <p:nvSpPr>
          <p:cNvPr id="22532" name="灯片编号占位符 3">
            <a:extLst>
              <a:ext uri="{FF2B5EF4-FFF2-40B4-BE49-F238E27FC236}">
                <a16:creationId xmlns:a16="http://schemas.microsoft.com/office/drawing/2014/main" id="{D9021612-7788-C7F0-9EA8-F0DAE1E04FE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10BA1F93-EA1E-4211-A508-95ECC774ED8A}" type="slidenum">
              <a:rPr lang="en-US" altLang="zh-CN" baseline="0">
                <a:solidFill>
                  <a:schemeClr val="bg2"/>
                </a:solidFill>
                <a:latin typeface="Arial" panose="020B0604020202020204" pitchFamily="34" charset="0"/>
              </a:rPr>
              <a:pPr/>
              <a:t>12</a:t>
            </a:fld>
            <a:endParaRPr lang="en-US" altLang="zh-CN" baseline="0">
              <a:solidFill>
                <a:schemeClr val="bg2"/>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a:extLst>
              <a:ext uri="{FF2B5EF4-FFF2-40B4-BE49-F238E27FC236}">
                <a16:creationId xmlns:a16="http://schemas.microsoft.com/office/drawing/2014/main" id="{30460606-6F67-265B-1A62-529C48A0FE8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1C9B178B-1693-415D-9C22-FD87BA036D77}" type="slidenum">
              <a:rPr lang="en-US" altLang="zh-CN" baseline="0">
                <a:solidFill>
                  <a:schemeClr val="bg2"/>
                </a:solidFill>
                <a:latin typeface="Arial" panose="020B0604020202020204" pitchFamily="34" charset="0"/>
              </a:rPr>
              <a:pPr/>
              <a:t>13</a:t>
            </a:fld>
            <a:endParaRPr lang="en-US" altLang="zh-CN" baseline="0">
              <a:solidFill>
                <a:schemeClr val="bg2"/>
              </a:solidFill>
              <a:latin typeface="Arial" panose="020B0604020202020204" pitchFamily="34" charset="0"/>
            </a:endParaRPr>
          </a:p>
        </p:txBody>
      </p:sp>
      <p:sp>
        <p:nvSpPr>
          <p:cNvPr id="23555" name="Line 2">
            <a:extLst>
              <a:ext uri="{FF2B5EF4-FFF2-40B4-BE49-F238E27FC236}">
                <a16:creationId xmlns:a16="http://schemas.microsoft.com/office/drawing/2014/main" id="{B64397BC-F877-38B8-814A-038F1469455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6" name="Line 3">
            <a:extLst>
              <a:ext uri="{FF2B5EF4-FFF2-40B4-BE49-F238E27FC236}">
                <a16:creationId xmlns:a16="http://schemas.microsoft.com/office/drawing/2014/main" id="{117479ED-CCB1-88E8-2626-C04ACA5F1B1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7" name="Text Box 4">
            <a:extLst>
              <a:ext uri="{FF2B5EF4-FFF2-40B4-BE49-F238E27FC236}">
                <a16:creationId xmlns:a16="http://schemas.microsoft.com/office/drawing/2014/main" id="{0F13BC8C-D447-F8E6-938F-36FDC4419428}"/>
              </a:ext>
            </a:extLst>
          </p:cNvPr>
          <p:cNvSpPr txBox="1">
            <a:spLocks noChangeArrowheads="1"/>
          </p:cNvSpPr>
          <p:nvPr/>
        </p:nvSpPr>
        <p:spPr bwMode="auto">
          <a:xfrm>
            <a:off x="304800" y="762000"/>
            <a:ext cx="5078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  </a:t>
            </a:r>
            <a:r>
              <a:rPr lang="en-US" altLang="zh-CN" b="1" i="1" baseline="0">
                <a:ea typeface="宋体" panose="02010600030101010101" pitchFamily="2" charset="-122"/>
              </a:rPr>
              <a:t>Effect of lack of synchronization</a:t>
            </a:r>
          </a:p>
        </p:txBody>
      </p:sp>
      <p:sp>
        <p:nvSpPr>
          <p:cNvPr id="23558" name="Line 5">
            <a:extLst>
              <a:ext uri="{FF2B5EF4-FFF2-40B4-BE49-F238E27FC236}">
                <a16:creationId xmlns:a16="http://schemas.microsoft.com/office/drawing/2014/main" id="{55E21127-69CB-4FDD-3767-CA34124D059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3559" name="Picture 6">
            <a:extLst>
              <a:ext uri="{FF2B5EF4-FFF2-40B4-BE49-F238E27FC236}">
                <a16:creationId xmlns:a16="http://schemas.microsoft.com/office/drawing/2014/main" id="{374122CF-49CD-D878-77FE-A4DD825FF9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1600200"/>
            <a:ext cx="6627812" cy="427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E28FD879-4EBF-C60C-7B52-B4B7811EECD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FC42E040-0132-4631-9A04-A636674C3AE3}" type="slidenum">
              <a:rPr lang="en-US" altLang="zh-CN" baseline="0">
                <a:solidFill>
                  <a:schemeClr val="bg2"/>
                </a:solidFill>
                <a:latin typeface="Arial" panose="020B0604020202020204" pitchFamily="34" charset="0"/>
              </a:rPr>
              <a:pPr/>
              <a:t>14</a:t>
            </a:fld>
            <a:endParaRPr lang="en-US" altLang="zh-CN" baseline="0">
              <a:solidFill>
                <a:schemeClr val="bg2"/>
              </a:solidFill>
              <a:latin typeface="Arial" panose="020B0604020202020204" pitchFamily="34" charset="0"/>
            </a:endParaRPr>
          </a:p>
        </p:txBody>
      </p:sp>
      <p:sp>
        <p:nvSpPr>
          <p:cNvPr id="25603" name="Rectangle 2">
            <a:extLst>
              <a:ext uri="{FF2B5EF4-FFF2-40B4-BE49-F238E27FC236}">
                <a16:creationId xmlns:a16="http://schemas.microsoft.com/office/drawing/2014/main" id="{2179DF41-A571-D968-A033-8DB90BBB871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04" name="Rectangle 3">
            <a:extLst>
              <a:ext uri="{FF2B5EF4-FFF2-40B4-BE49-F238E27FC236}">
                <a16:creationId xmlns:a16="http://schemas.microsoft.com/office/drawing/2014/main" id="{E05FB5B6-259B-68C0-D334-B671B27A800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05" name="Rectangle 4">
            <a:extLst>
              <a:ext uri="{FF2B5EF4-FFF2-40B4-BE49-F238E27FC236}">
                <a16:creationId xmlns:a16="http://schemas.microsoft.com/office/drawing/2014/main" id="{25709F60-15E0-C53D-1655-2F895AAAD41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06" name="Rectangle 5">
            <a:extLst>
              <a:ext uri="{FF2B5EF4-FFF2-40B4-BE49-F238E27FC236}">
                <a16:creationId xmlns:a16="http://schemas.microsoft.com/office/drawing/2014/main" id="{C063D41F-1CCE-2AE0-8BB3-099B2CC6ABE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07" name="Rectangle 6">
            <a:extLst>
              <a:ext uri="{FF2B5EF4-FFF2-40B4-BE49-F238E27FC236}">
                <a16:creationId xmlns:a16="http://schemas.microsoft.com/office/drawing/2014/main" id="{E2C380F7-E936-22DF-E4F6-8F947422052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08" name="Rectangle 7">
            <a:extLst>
              <a:ext uri="{FF2B5EF4-FFF2-40B4-BE49-F238E27FC236}">
                <a16:creationId xmlns:a16="http://schemas.microsoft.com/office/drawing/2014/main" id="{FFCC2CA4-7E9A-C333-B299-0CDB27EAF2C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09" name="Rectangle 8">
            <a:extLst>
              <a:ext uri="{FF2B5EF4-FFF2-40B4-BE49-F238E27FC236}">
                <a16:creationId xmlns:a16="http://schemas.microsoft.com/office/drawing/2014/main" id="{EFE0BA9E-0DE9-80C8-9C1D-2594AFDEE9C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25610" name="Rectangle 9">
            <a:extLst>
              <a:ext uri="{FF2B5EF4-FFF2-40B4-BE49-F238E27FC236}">
                <a16:creationId xmlns:a16="http://schemas.microsoft.com/office/drawing/2014/main" id="{58E46731-51F8-7897-D6E0-FCE84F733A15}"/>
              </a:ext>
            </a:extLst>
          </p:cNvPr>
          <p:cNvSpPr>
            <a:spLocks noChangeArrowheads="1"/>
          </p:cNvSpPr>
          <p:nvPr/>
        </p:nvSpPr>
        <p:spPr bwMode="auto">
          <a:xfrm>
            <a:off x="228600" y="914400"/>
            <a:ext cx="8686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在数字传输中，接收方时钟比发送方时钟快</a:t>
            </a:r>
            <a:r>
              <a:rPr lang="en-US" altLang="zh-CN" sz="2800" b="1" i="1" baseline="0">
                <a:ea typeface="宋体" panose="02010600030101010101" pitchFamily="2" charset="-122"/>
              </a:rPr>
              <a:t>0.1%, </a:t>
            </a:r>
            <a:r>
              <a:rPr lang="zh-CN" altLang="en-US" sz="2800" b="1" i="1" baseline="0">
                <a:ea typeface="宋体" panose="02010600030101010101" pitchFamily="2" charset="-122"/>
              </a:rPr>
              <a:t>如果数据速率是</a:t>
            </a:r>
            <a:r>
              <a:rPr lang="en-US" altLang="zh-CN" sz="2800" b="1" i="1" baseline="0">
                <a:ea typeface="宋体" panose="02010600030101010101" pitchFamily="2" charset="-122"/>
              </a:rPr>
              <a:t>1 kbps</a:t>
            </a:r>
            <a:r>
              <a:rPr lang="zh-CN" altLang="en-US" sz="2800" b="1" i="1" baseline="0">
                <a:ea typeface="宋体" panose="02010600030101010101" pitchFamily="2" charset="-122"/>
              </a:rPr>
              <a:t>，则接收方每秒钟可以接收到多少额外的位</a:t>
            </a:r>
            <a:r>
              <a:rPr lang="en-US" altLang="zh-CN" sz="2800" b="1" i="1" baseline="0">
                <a:ea typeface="宋体" panose="02010600030101010101" pitchFamily="2" charset="-122"/>
              </a:rPr>
              <a:t>?</a:t>
            </a:r>
            <a:r>
              <a:rPr lang="zh-CN" altLang="en-US" sz="2800" b="1" i="1" baseline="0">
                <a:ea typeface="宋体" panose="02010600030101010101" pitchFamily="2" charset="-122"/>
              </a:rPr>
              <a:t>如果数据速率是</a:t>
            </a:r>
            <a:r>
              <a:rPr lang="en-US" altLang="zh-CN" sz="2800" b="1" i="1" baseline="0">
                <a:ea typeface="宋体" panose="02010600030101010101" pitchFamily="2" charset="-122"/>
              </a:rPr>
              <a:t> 1 Mbps</a:t>
            </a:r>
            <a:r>
              <a:rPr lang="zh-CN" altLang="en-US" sz="2800" b="1" i="1" baseline="0">
                <a:ea typeface="宋体" panose="02010600030101010101" pitchFamily="2" charset="-122"/>
              </a:rPr>
              <a:t>呢</a:t>
            </a:r>
            <a:r>
              <a:rPr lang="en-US" altLang="zh-CN" sz="2800" b="1" i="1" baseline="0">
                <a:ea typeface="宋体" panose="02010600030101010101" pitchFamily="2" charset="-122"/>
              </a:rPr>
              <a:t>?</a:t>
            </a:r>
          </a:p>
        </p:txBody>
      </p:sp>
      <p:sp>
        <p:nvSpPr>
          <p:cNvPr id="25611" name="Rectangle 10">
            <a:extLst>
              <a:ext uri="{FF2B5EF4-FFF2-40B4-BE49-F238E27FC236}">
                <a16:creationId xmlns:a16="http://schemas.microsoft.com/office/drawing/2014/main" id="{74C3F853-D4FF-F521-B17A-A61F144093D7}"/>
              </a:ext>
            </a:extLst>
          </p:cNvPr>
          <p:cNvSpPr>
            <a:spLocks noChangeArrowheads="1"/>
          </p:cNvSpPr>
          <p:nvPr/>
        </p:nvSpPr>
        <p:spPr bwMode="auto">
          <a:xfrm>
            <a:off x="228600" y="27432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latin typeface="Times" panose="02020603050405020304" pitchFamily="18" charset="0"/>
                <a:ea typeface="宋体" panose="02010600030101010101" pitchFamily="2" charset="-122"/>
              </a:rPr>
              <a:t>在</a:t>
            </a:r>
            <a:r>
              <a:rPr lang="en-US" altLang="zh-CN" sz="2800" b="1" i="1" baseline="0">
                <a:latin typeface="Times" panose="02020603050405020304" pitchFamily="18" charset="0"/>
                <a:ea typeface="宋体" panose="02010600030101010101" pitchFamily="2" charset="-122"/>
              </a:rPr>
              <a:t> 1 kbps</a:t>
            </a:r>
            <a:r>
              <a:rPr lang="zh-CN" altLang="en-US" sz="2800" b="1" i="1" baseline="0">
                <a:latin typeface="Times" panose="02020603050405020304" pitchFamily="18" charset="0"/>
                <a:ea typeface="宋体" panose="02010600030101010101" pitchFamily="2" charset="-122"/>
              </a:rPr>
              <a:t>时</a:t>
            </a:r>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接收方接收的速率是</a:t>
            </a:r>
            <a:r>
              <a:rPr lang="en-US" altLang="zh-CN" sz="2800" b="1" i="1" baseline="0">
                <a:latin typeface="Times" panose="02020603050405020304" pitchFamily="18" charset="0"/>
                <a:ea typeface="宋体" panose="02010600030101010101" pitchFamily="2" charset="-122"/>
              </a:rPr>
              <a:t>1001 </a:t>
            </a:r>
            <a:r>
              <a:rPr lang="zh-CN" altLang="en-US" sz="2800" b="1" i="1" baseline="0">
                <a:latin typeface="Times" panose="02020603050405020304" pitchFamily="18" charset="0"/>
                <a:ea typeface="宋体" panose="02010600030101010101" pitchFamily="2" charset="-122"/>
              </a:rPr>
              <a:t>而不是</a:t>
            </a:r>
            <a:r>
              <a:rPr lang="en-US" altLang="zh-CN" sz="2800" b="1" i="1" baseline="0">
                <a:latin typeface="Times" panose="02020603050405020304" pitchFamily="18" charset="0"/>
                <a:ea typeface="宋体" panose="02010600030101010101" pitchFamily="2" charset="-122"/>
              </a:rPr>
              <a:t>1000 bps.</a:t>
            </a:r>
          </a:p>
        </p:txBody>
      </p:sp>
      <p:sp>
        <p:nvSpPr>
          <p:cNvPr id="25612" name="Text Box 11">
            <a:extLst>
              <a:ext uri="{FF2B5EF4-FFF2-40B4-BE49-F238E27FC236}">
                <a16:creationId xmlns:a16="http://schemas.microsoft.com/office/drawing/2014/main" id="{54EA67EE-58E0-AB3A-C996-4602FEB78C72}"/>
              </a:ext>
            </a:extLst>
          </p:cNvPr>
          <p:cNvSpPr txBox="1">
            <a:spLocks noChangeArrowheads="1"/>
          </p:cNvSpPr>
          <p:nvPr/>
        </p:nvSpPr>
        <p:spPr bwMode="auto">
          <a:xfrm>
            <a:off x="1143000" y="0"/>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4.3</a:t>
            </a:r>
          </a:p>
        </p:txBody>
      </p:sp>
      <p:pic>
        <p:nvPicPr>
          <p:cNvPr id="25613" name="Picture 13">
            <a:extLst>
              <a:ext uri="{FF2B5EF4-FFF2-40B4-BE49-F238E27FC236}">
                <a16:creationId xmlns:a16="http://schemas.microsoft.com/office/drawing/2014/main" id="{EDE84DF7-D70D-AFB6-CEB6-928CCB0EA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163" y="4083050"/>
            <a:ext cx="6542087" cy="34131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25614" name="Rectangle 14">
            <a:extLst>
              <a:ext uri="{FF2B5EF4-FFF2-40B4-BE49-F238E27FC236}">
                <a16:creationId xmlns:a16="http://schemas.microsoft.com/office/drawing/2014/main" id="{62C187AB-782E-E1A4-9330-8CAE0689E12B}"/>
              </a:ext>
            </a:extLst>
          </p:cNvPr>
          <p:cNvSpPr>
            <a:spLocks noChangeArrowheads="1"/>
          </p:cNvSpPr>
          <p:nvPr/>
        </p:nvSpPr>
        <p:spPr bwMode="auto">
          <a:xfrm>
            <a:off x="304800" y="469265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在</a:t>
            </a:r>
            <a:r>
              <a:rPr lang="en-US" altLang="zh-CN" sz="2800" b="1" i="1" baseline="0">
                <a:ea typeface="宋体" panose="02010600030101010101" pitchFamily="2" charset="-122"/>
              </a:rPr>
              <a:t>1Mbps</a:t>
            </a:r>
            <a:r>
              <a:rPr lang="zh-CN" altLang="en-US" sz="2800" b="1" i="1" baseline="0">
                <a:ea typeface="宋体" panose="02010600030101010101" pitchFamily="2" charset="-122"/>
              </a:rPr>
              <a:t>时，接收方接收的速率是</a:t>
            </a:r>
            <a:r>
              <a:rPr lang="en-US" altLang="zh-CN" sz="2800" b="1" i="1" baseline="0">
                <a:ea typeface="宋体" panose="02010600030101010101" pitchFamily="2" charset="-122"/>
              </a:rPr>
              <a:t>1,001,000 </a:t>
            </a:r>
            <a:r>
              <a:rPr lang="zh-CN" altLang="en-US" sz="2800" b="1" i="1" baseline="0">
                <a:ea typeface="宋体" panose="02010600030101010101" pitchFamily="2" charset="-122"/>
              </a:rPr>
              <a:t>而不是</a:t>
            </a:r>
            <a:r>
              <a:rPr lang="en-US" altLang="zh-CN" sz="2800" b="1" i="1" baseline="0">
                <a:ea typeface="宋体" panose="02010600030101010101" pitchFamily="2" charset="-122"/>
              </a:rPr>
              <a:t> 1,000,000 bps.</a:t>
            </a:r>
          </a:p>
        </p:txBody>
      </p:sp>
      <p:pic>
        <p:nvPicPr>
          <p:cNvPr id="25615" name="Picture 16">
            <a:extLst>
              <a:ext uri="{FF2B5EF4-FFF2-40B4-BE49-F238E27FC236}">
                <a16:creationId xmlns:a16="http://schemas.microsoft.com/office/drawing/2014/main" id="{66C12716-1065-CF43-1CCF-65CEEFF654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438" y="5865813"/>
            <a:ext cx="7983537" cy="306387"/>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213B9DF6-CC99-605C-B559-91FE9858A4E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1C769E5-1310-4C18-8EA9-4381B71A996D}" type="slidenum">
              <a:rPr lang="en-US" altLang="zh-CN" baseline="0">
                <a:solidFill>
                  <a:schemeClr val="bg2"/>
                </a:solidFill>
                <a:latin typeface="Arial" panose="020B0604020202020204" pitchFamily="34" charset="0"/>
              </a:rPr>
              <a:pPr/>
              <a:t>15</a:t>
            </a:fld>
            <a:endParaRPr lang="en-US" altLang="zh-CN" baseline="0">
              <a:solidFill>
                <a:schemeClr val="bg2"/>
              </a:solidFill>
              <a:latin typeface="Arial" panose="020B0604020202020204" pitchFamily="34" charset="0"/>
            </a:endParaRPr>
          </a:p>
        </p:txBody>
      </p:sp>
      <p:sp>
        <p:nvSpPr>
          <p:cNvPr id="27651" name="Line 2">
            <a:extLst>
              <a:ext uri="{FF2B5EF4-FFF2-40B4-BE49-F238E27FC236}">
                <a16:creationId xmlns:a16="http://schemas.microsoft.com/office/drawing/2014/main" id="{EAE3A2FF-1E39-6D1D-16F0-A813274EEAC7}"/>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2" name="Line 3">
            <a:extLst>
              <a:ext uri="{FF2B5EF4-FFF2-40B4-BE49-F238E27FC236}">
                <a16:creationId xmlns:a16="http://schemas.microsoft.com/office/drawing/2014/main" id="{C8719173-6217-B90F-7981-BA5AE2D3A15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3" name="Text Box 4">
            <a:extLst>
              <a:ext uri="{FF2B5EF4-FFF2-40B4-BE49-F238E27FC236}">
                <a16:creationId xmlns:a16="http://schemas.microsoft.com/office/drawing/2014/main" id="{0A479A20-C01C-901C-0968-EDC9516E58C8}"/>
              </a:ext>
            </a:extLst>
          </p:cNvPr>
          <p:cNvSpPr txBox="1">
            <a:spLocks noChangeArrowheads="1"/>
          </p:cNvSpPr>
          <p:nvPr/>
        </p:nvSpPr>
        <p:spPr bwMode="auto">
          <a:xfrm>
            <a:off x="2814638" y="6284913"/>
            <a:ext cx="3840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4.4  </a:t>
            </a:r>
            <a:r>
              <a:rPr lang="en-US" altLang="zh-CN" b="1" i="1" baseline="0">
                <a:ea typeface="宋体" panose="02010600030101010101" pitchFamily="2" charset="-122"/>
              </a:rPr>
              <a:t>Line coding schemes</a:t>
            </a:r>
          </a:p>
        </p:txBody>
      </p:sp>
      <p:sp>
        <p:nvSpPr>
          <p:cNvPr id="27654" name="Line 5">
            <a:extLst>
              <a:ext uri="{FF2B5EF4-FFF2-40B4-BE49-F238E27FC236}">
                <a16:creationId xmlns:a16="http://schemas.microsoft.com/office/drawing/2014/main" id="{80B9F6EF-A1B2-246E-8932-E958A07C58A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7655" name="Picture 6">
            <a:extLst>
              <a:ext uri="{FF2B5EF4-FFF2-40B4-BE49-F238E27FC236}">
                <a16:creationId xmlns:a16="http://schemas.microsoft.com/office/drawing/2014/main" id="{E5C85B90-62B8-9DB4-8297-9C90949947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882775"/>
            <a:ext cx="7642225"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标题 1">
            <a:extLst>
              <a:ext uri="{FF2B5EF4-FFF2-40B4-BE49-F238E27FC236}">
                <a16:creationId xmlns:a16="http://schemas.microsoft.com/office/drawing/2014/main" id="{0CDDA095-3EA4-A0BC-B77D-79FC3AB90187}"/>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线路编码方案</a:t>
            </a:r>
            <a:r>
              <a:rPr lang="en-US" altLang="zh-CN" sz="4400">
                <a:solidFill>
                  <a:schemeClr val="tx2"/>
                </a:solidFill>
                <a:latin typeface="Tahoma" panose="020B0604030504040204" pitchFamily="34" charset="0"/>
                <a:ea typeface="宋体" panose="02010600030101010101" pitchFamily="2" charset="-122"/>
              </a:rPr>
              <a:t>(Line</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coding schemes)</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a:extLst>
              <a:ext uri="{FF2B5EF4-FFF2-40B4-BE49-F238E27FC236}">
                <a16:creationId xmlns:a16="http://schemas.microsoft.com/office/drawing/2014/main" id="{9974879D-681A-16C6-DA82-6B203ADF487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DA4EE55-0764-4669-9774-3DCDAFB6C396}" type="slidenum">
              <a:rPr lang="en-US" altLang="zh-CN" baseline="0">
                <a:solidFill>
                  <a:schemeClr val="bg2"/>
                </a:solidFill>
                <a:latin typeface="Arial" panose="020B0604020202020204" pitchFamily="34" charset="0"/>
              </a:rPr>
              <a:pPr/>
              <a:t>16</a:t>
            </a:fld>
            <a:endParaRPr lang="en-US" altLang="zh-CN" baseline="0">
              <a:solidFill>
                <a:schemeClr val="bg2"/>
              </a:solidFill>
              <a:latin typeface="Arial" panose="020B0604020202020204" pitchFamily="34" charset="0"/>
            </a:endParaRPr>
          </a:p>
        </p:txBody>
      </p:sp>
      <p:sp>
        <p:nvSpPr>
          <p:cNvPr id="29699" name="Line 2">
            <a:extLst>
              <a:ext uri="{FF2B5EF4-FFF2-40B4-BE49-F238E27FC236}">
                <a16:creationId xmlns:a16="http://schemas.microsoft.com/office/drawing/2014/main" id="{B7D2C512-5AC7-6C72-38B7-1AA826391F70}"/>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0" name="Line 3">
            <a:extLst>
              <a:ext uri="{FF2B5EF4-FFF2-40B4-BE49-F238E27FC236}">
                <a16:creationId xmlns:a16="http://schemas.microsoft.com/office/drawing/2014/main" id="{9D4E62B3-4C37-4BBA-D65F-10B57E4A392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1" name="Text Box 4">
            <a:extLst>
              <a:ext uri="{FF2B5EF4-FFF2-40B4-BE49-F238E27FC236}">
                <a16:creationId xmlns:a16="http://schemas.microsoft.com/office/drawing/2014/main" id="{F30D4A1F-8307-1393-2F08-A4884BF8092C}"/>
              </a:ext>
            </a:extLst>
          </p:cNvPr>
          <p:cNvSpPr txBox="1">
            <a:spLocks noChangeArrowheads="1"/>
          </p:cNvSpPr>
          <p:nvPr/>
        </p:nvSpPr>
        <p:spPr bwMode="auto">
          <a:xfrm>
            <a:off x="2895600" y="6248400"/>
            <a:ext cx="4011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4.5  </a:t>
            </a:r>
            <a:r>
              <a:rPr lang="en-US" altLang="zh-CN" b="1" i="1" baseline="0">
                <a:ea typeface="宋体" panose="02010600030101010101" pitchFamily="2" charset="-122"/>
              </a:rPr>
              <a:t>Unipolar NRZ scheme</a:t>
            </a:r>
          </a:p>
        </p:txBody>
      </p:sp>
      <p:sp>
        <p:nvSpPr>
          <p:cNvPr id="29702" name="Line 5">
            <a:extLst>
              <a:ext uri="{FF2B5EF4-FFF2-40B4-BE49-F238E27FC236}">
                <a16:creationId xmlns:a16="http://schemas.microsoft.com/office/drawing/2014/main" id="{7FDB13A6-3800-2274-719E-36ADC74FFDA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9703" name="Picture 6">
            <a:extLst>
              <a:ext uri="{FF2B5EF4-FFF2-40B4-BE49-F238E27FC236}">
                <a16:creationId xmlns:a16="http://schemas.microsoft.com/office/drawing/2014/main" id="{D21F1B7D-4B56-E8DE-BC54-CD61F885EF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 y="2614613"/>
            <a:ext cx="8477250" cy="218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标题 1">
            <a:extLst>
              <a:ext uri="{FF2B5EF4-FFF2-40B4-BE49-F238E27FC236}">
                <a16:creationId xmlns:a16="http://schemas.microsoft.com/office/drawing/2014/main" id="{A363DCE9-3904-8323-E6A8-08045BAF9472}"/>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单极性编码</a:t>
            </a:r>
            <a:r>
              <a:rPr lang="en-US" altLang="zh-CN" sz="4400">
                <a:solidFill>
                  <a:schemeClr val="tx2"/>
                </a:solidFill>
                <a:latin typeface="Tahoma" panose="020B0604030504040204" pitchFamily="34" charset="0"/>
                <a:ea typeface="宋体" panose="02010600030101010101" pitchFamily="2" charset="-122"/>
              </a:rPr>
              <a:t>(Uniploar)</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1">
            <a:extLst>
              <a:ext uri="{FF2B5EF4-FFF2-40B4-BE49-F238E27FC236}">
                <a16:creationId xmlns:a16="http://schemas.microsoft.com/office/drawing/2014/main" id="{597D5616-E8B3-0395-731F-C59EF5CA645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BD82B9E-DB02-4852-A64B-D3A7E8BCE533}" type="slidenum">
              <a:rPr lang="en-US" altLang="zh-CN" baseline="0">
                <a:solidFill>
                  <a:schemeClr val="bg2"/>
                </a:solidFill>
                <a:latin typeface="Arial" panose="020B0604020202020204" pitchFamily="34" charset="0"/>
              </a:rPr>
              <a:pPr/>
              <a:t>17</a:t>
            </a:fld>
            <a:endParaRPr lang="en-US" altLang="zh-CN" baseline="0">
              <a:solidFill>
                <a:schemeClr val="bg2"/>
              </a:solidFill>
              <a:latin typeface="Arial" panose="020B0604020202020204" pitchFamily="34" charset="0"/>
            </a:endParaRPr>
          </a:p>
        </p:txBody>
      </p:sp>
      <p:sp>
        <p:nvSpPr>
          <p:cNvPr id="31747" name="Line 2">
            <a:extLst>
              <a:ext uri="{FF2B5EF4-FFF2-40B4-BE49-F238E27FC236}">
                <a16:creationId xmlns:a16="http://schemas.microsoft.com/office/drawing/2014/main" id="{B2371B70-7C09-1162-F3A2-EDB3C41171DC}"/>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48" name="Line 3">
            <a:extLst>
              <a:ext uri="{FF2B5EF4-FFF2-40B4-BE49-F238E27FC236}">
                <a16:creationId xmlns:a16="http://schemas.microsoft.com/office/drawing/2014/main" id="{74728B48-C3C6-6150-2721-6DBA25DB9285}"/>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49" name="Text Box 4">
            <a:extLst>
              <a:ext uri="{FF2B5EF4-FFF2-40B4-BE49-F238E27FC236}">
                <a16:creationId xmlns:a16="http://schemas.microsoft.com/office/drawing/2014/main" id="{FA0F3FE7-78D1-A34B-6353-3C79E33F3149}"/>
              </a:ext>
            </a:extLst>
          </p:cNvPr>
          <p:cNvSpPr txBox="1">
            <a:spLocks noChangeArrowheads="1"/>
          </p:cNvSpPr>
          <p:nvPr/>
        </p:nvSpPr>
        <p:spPr bwMode="auto">
          <a:xfrm>
            <a:off x="1958975" y="6269038"/>
            <a:ext cx="5197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4.6  </a:t>
            </a:r>
            <a:r>
              <a:rPr lang="en-US" altLang="zh-CN" b="1" i="1" baseline="0">
                <a:ea typeface="宋体" panose="02010600030101010101" pitchFamily="2" charset="-122"/>
              </a:rPr>
              <a:t>Polar NRZ-L and NRZ-I schemes</a:t>
            </a:r>
          </a:p>
        </p:txBody>
      </p:sp>
      <p:sp>
        <p:nvSpPr>
          <p:cNvPr id="31750" name="Line 5">
            <a:extLst>
              <a:ext uri="{FF2B5EF4-FFF2-40B4-BE49-F238E27FC236}">
                <a16:creationId xmlns:a16="http://schemas.microsoft.com/office/drawing/2014/main" id="{6ACE3D80-1DCA-F316-C60B-FF5D2CF75A8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1751" name="Picture 6">
            <a:extLst>
              <a:ext uri="{FF2B5EF4-FFF2-40B4-BE49-F238E27FC236}">
                <a16:creationId xmlns:a16="http://schemas.microsoft.com/office/drawing/2014/main" id="{24A64C26-CACC-1A2B-8C6E-07BD5D4C45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13" y="1524000"/>
            <a:ext cx="8866187"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2" name="标题 1">
            <a:extLst>
              <a:ext uri="{FF2B5EF4-FFF2-40B4-BE49-F238E27FC236}">
                <a16:creationId xmlns:a16="http://schemas.microsoft.com/office/drawing/2014/main" id="{DA41077F-9040-B3B2-6A47-A67F7406252B}"/>
              </a:ext>
            </a:extLst>
          </p:cNvPr>
          <p:cNvSpPr txBox="1">
            <a:spLocks/>
          </p:cNvSpPr>
          <p:nvPr/>
        </p:nvSpPr>
        <p:spPr bwMode="auto">
          <a:xfrm>
            <a:off x="457200" y="274638"/>
            <a:ext cx="82296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不归零</a:t>
            </a:r>
            <a:r>
              <a:rPr lang="en-US" altLang="zh-CN" sz="4400">
                <a:solidFill>
                  <a:schemeClr val="tx2"/>
                </a:solidFill>
                <a:latin typeface="Tahoma" panose="020B0604030504040204" pitchFamily="34" charset="0"/>
                <a:ea typeface="宋体" panose="02010600030101010101" pitchFamily="2" charset="-122"/>
              </a:rPr>
              <a:t>(NRZ)</a:t>
            </a:r>
            <a:endParaRPr lang="zh-CN" altLang="en-US" sz="4400">
              <a:solidFill>
                <a:schemeClr val="tx2"/>
              </a:solidFill>
              <a:latin typeface="Tahoma" panose="020B0604030504040204" pitchFamily="34" charset="0"/>
              <a:ea typeface="宋体" panose="02010600030101010101" pitchFamily="2" charset="-122"/>
            </a:endParaRPr>
          </a:p>
        </p:txBody>
      </p:sp>
      <p:sp>
        <p:nvSpPr>
          <p:cNvPr id="31753" name="Rectangle 11">
            <a:extLst>
              <a:ext uri="{FF2B5EF4-FFF2-40B4-BE49-F238E27FC236}">
                <a16:creationId xmlns:a16="http://schemas.microsoft.com/office/drawing/2014/main" id="{38F9F425-FB41-7251-923D-C6A1F4961995}"/>
              </a:ext>
            </a:extLst>
          </p:cNvPr>
          <p:cNvSpPr>
            <a:spLocks noChangeArrowheads="1"/>
          </p:cNvSpPr>
          <p:nvPr/>
        </p:nvSpPr>
        <p:spPr bwMode="auto">
          <a:xfrm>
            <a:off x="457200" y="4343400"/>
            <a:ext cx="8077200" cy="14049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en-US" altLang="zh-CN" sz="3200" b="1">
                <a:ea typeface="宋体" panose="02010600030101010101" pitchFamily="2" charset="-122"/>
              </a:rPr>
              <a:t>Inversion, </a:t>
            </a:r>
            <a:r>
              <a:rPr lang="zh-CN" altLang="en-US" sz="3200" b="1">
                <a:ea typeface="宋体" panose="02010600030101010101" pitchFamily="2" charset="-122"/>
              </a:rPr>
              <a:t>反相</a:t>
            </a:r>
            <a:endParaRPr lang="en-US" altLang="zh-CN" sz="3200" b="1">
              <a:ea typeface="宋体" panose="02010600030101010101" pitchFamily="2" charset="-122"/>
            </a:endParaRPr>
          </a:p>
          <a:p>
            <a:pPr>
              <a:buClr>
                <a:srgbClr val="FF0000"/>
              </a:buClr>
              <a:buFont typeface="Wingdings" panose="05000000000000000000" pitchFamily="2" charset="2"/>
              <a:buChar char="l"/>
            </a:pPr>
            <a:r>
              <a:rPr lang="zh-CN" altLang="en-US" sz="3200" b="1">
                <a:ea typeface="宋体" panose="02010600030101010101" pitchFamily="2" charset="-122"/>
              </a:rPr>
              <a:t>在极性</a:t>
            </a:r>
            <a:r>
              <a:rPr lang="en-US" altLang="zh-CN" sz="3200" b="1">
                <a:ea typeface="宋体" panose="02010600030101010101" pitchFamily="2" charset="-122"/>
              </a:rPr>
              <a:t>NRZ(polar NRZ)</a:t>
            </a:r>
            <a:r>
              <a:rPr lang="zh-CN" altLang="en-US" sz="3200" b="1">
                <a:ea typeface="宋体" panose="02010600030101010101" pitchFamily="2" charset="-122"/>
              </a:rPr>
              <a:t>编码中，信号有两个电平，常有</a:t>
            </a:r>
            <a:r>
              <a:rPr lang="en-US" altLang="zh-CN" sz="3200" b="1">
                <a:ea typeface="宋体" panose="02010600030101010101" pitchFamily="2" charset="-122"/>
              </a:rPr>
              <a:t>NRZ-L</a:t>
            </a:r>
            <a:r>
              <a:rPr lang="zh-CN" altLang="en-US" sz="3200" b="1">
                <a:ea typeface="宋体" panose="02010600030101010101" pitchFamily="2" charset="-122"/>
              </a:rPr>
              <a:t>（</a:t>
            </a:r>
            <a:r>
              <a:rPr lang="en-US" altLang="zh-CN" sz="3200" b="1">
                <a:ea typeface="宋体" panose="02010600030101010101" pitchFamily="2" charset="-122"/>
              </a:rPr>
              <a:t>NRZ</a:t>
            </a:r>
            <a:r>
              <a:rPr lang="zh-CN" altLang="en-US" sz="3200" b="1">
                <a:ea typeface="宋体" panose="02010600030101010101" pitchFamily="2" charset="-122"/>
              </a:rPr>
              <a:t>电平编码</a:t>
            </a:r>
            <a:r>
              <a:rPr lang="en-US" altLang="zh-CN" sz="3200" b="1">
                <a:ea typeface="宋体" panose="02010600030101010101" pitchFamily="2" charset="-122"/>
              </a:rPr>
              <a:t>,NRZ-Level</a:t>
            </a:r>
            <a:r>
              <a:rPr lang="zh-CN" altLang="en-US" sz="3200" b="1">
                <a:ea typeface="宋体" panose="02010600030101010101" pitchFamily="2" charset="-122"/>
              </a:rPr>
              <a:t>）和</a:t>
            </a:r>
            <a:r>
              <a:rPr lang="en-US" altLang="zh-CN" sz="3200" b="1">
                <a:ea typeface="宋体" panose="02010600030101010101" pitchFamily="2" charset="-122"/>
              </a:rPr>
              <a:t>NRZ-I</a:t>
            </a:r>
            <a:r>
              <a:rPr lang="zh-CN" altLang="en-US" sz="3200" b="1">
                <a:ea typeface="宋体" panose="02010600030101010101" pitchFamily="2" charset="-122"/>
              </a:rPr>
              <a:t>（</a:t>
            </a:r>
            <a:r>
              <a:rPr lang="en-US" altLang="zh-CN" sz="3200" b="1">
                <a:ea typeface="宋体" panose="02010600030101010101" pitchFamily="2" charset="-122"/>
              </a:rPr>
              <a:t>NRZ</a:t>
            </a:r>
            <a:r>
              <a:rPr lang="zh-CN" altLang="en-US" sz="3200" b="1">
                <a:ea typeface="宋体" panose="02010600030101010101" pitchFamily="2" charset="-122"/>
              </a:rPr>
              <a:t>反相编码，</a:t>
            </a:r>
            <a:r>
              <a:rPr lang="en-US" altLang="zh-CN" sz="3200" b="1">
                <a:ea typeface="宋体" panose="02010600030101010101" pitchFamily="2" charset="-122"/>
              </a:rPr>
              <a:t>NRZ-Invert</a:t>
            </a:r>
            <a:r>
              <a:rPr lang="zh-CN" altLang="en-US" sz="3200" b="1">
                <a:ea typeface="宋体" panose="02010600030101010101" pitchFamily="2" charset="-122"/>
              </a:rPr>
              <a:t>）</a:t>
            </a:r>
            <a:endParaRPr lang="en-US" altLang="zh-CN" sz="3200" b="1">
              <a:ea typeface="宋体" panose="02010600030101010101"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a:extLst>
              <a:ext uri="{FF2B5EF4-FFF2-40B4-BE49-F238E27FC236}">
                <a16:creationId xmlns:a16="http://schemas.microsoft.com/office/drawing/2014/main" id="{93135B4A-728A-DC8B-36E7-C8601E59037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3660BE7-FC6F-4C90-B0DF-1E5CEF1D2A06}" type="slidenum">
              <a:rPr lang="en-US" altLang="zh-CN" baseline="0">
                <a:solidFill>
                  <a:schemeClr val="bg2"/>
                </a:solidFill>
                <a:latin typeface="Arial" panose="020B0604020202020204" pitchFamily="34" charset="0"/>
              </a:rPr>
              <a:pPr/>
              <a:t>18</a:t>
            </a:fld>
            <a:endParaRPr lang="en-US" altLang="zh-CN" baseline="0">
              <a:solidFill>
                <a:schemeClr val="bg2"/>
              </a:solidFill>
              <a:latin typeface="Arial" panose="020B0604020202020204" pitchFamily="34" charset="0"/>
            </a:endParaRPr>
          </a:p>
        </p:txBody>
      </p:sp>
      <p:sp>
        <p:nvSpPr>
          <p:cNvPr id="33795" name="Rectangle 2">
            <a:extLst>
              <a:ext uri="{FF2B5EF4-FFF2-40B4-BE49-F238E27FC236}">
                <a16:creationId xmlns:a16="http://schemas.microsoft.com/office/drawing/2014/main" id="{964CADB9-8E97-DA55-06AA-72F61CFA295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796" name="Rectangle 3">
            <a:extLst>
              <a:ext uri="{FF2B5EF4-FFF2-40B4-BE49-F238E27FC236}">
                <a16:creationId xmlns:a16="http://schemas.microsoft.com/office/drawing/2014/main" id="{05B189ED-488C-BA99-87BD-FB2F4F890B6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797" name="Rectangle 4">
            <a:extLst>
              <a:ext uri="{FF2B5EF4-FFF2-40B4-BE49-F238E27FC236}">
                <a16:creationId xmlns:a16="http://schemas.microsoft.com/office/drawing/2014/main" id="{DA2372DA-8AB3-5D0E-CBF7-A8E47F25053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798" name="Rectangle 5">
            <a:extLst>
              <a:ext uri="{FF2B5EF4-FFF2-40B4-BE49-F238E27FC236}">
                <a16:creationId xmlns:a16="http://schemas.microsoft.com/office/drawing/2014/main" id="{DB42DE9A-96DB-D469-B6BA-80073E147C6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799" name="Rectangle 6">
            <a:extLst>
              <a:ext uri="{FF2B5EF4-FFF2-40B4-BE49-F238E27FC236}">
                <a16:creationId xmlns:a16="http://schemas.microsoft.com/office/drawing/2014/main" id="{BC2FC999-61BA-1D5B-8FE0-7223DDD543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800" name="Rectangle 7">
            <a:extLst>
              <a:ext uri="{FF2B5EF4-FFF2-40B4-BE49-F238E27FC236}">
                <a16:creationId xmlns:a16="http://schemas.microsoft.com/office/drawing/2014/main" id="{0FD6ED6A-FD29-6994-F911-12930FFFBDF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801" name="Rectangle 8">
            <a:extLst>
              <a:ext uri="{FF2B5EF4-FFF2-40B4-BE49-F238E27FC236}">
                <a16:creationId xmlns:a16="http://schemas.microsoft.com/office/drawing/2014/main" id="{2E5E53B3-6FC3-3363-304A-669B099FA5D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3802" name="Line 9">
            <a:extLst>
              <a:ext uri="{FF2B5EF4-FFF2-40B4-BE49-F238E27FC236}">
                <a16:creationId xmlns:a16="http://schemas.microsoft.com/office/drawing/2014/main" id="{1F005018-C749-2BBF-6A7F-C4BBA0C36360}"/>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3" name="Line 10">
            <a:extLst>
              <a:ext uri="{FF2B5EF4-FFF2-40B4-BE49-F238E27FC236}">
                <a16:creationId xmlns:a16="http://schemas.microsoft.com/office/drawing/2014/main" id="{B60BC483-8EB7-B34B-4650-FC24CBC58E6D}"/>
              </a:ext>
            </a:extLst>
          </p:cNvPr>
          <p:cNvSpPr>
            <a:spLocks noChangeShapeType="1"/>
          </p:cNvSpPr>
          <p:nvPr/>
        </p:nvSpPr>
        <p:spPr bwMode="auto">
          <a:xfrm>
            <a:off x="458788" y="5791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804" name="Rectangle 11">
            <a:extLst>
              <a:ext uri="{FF2B5EF4-FFF2-40B4-BE49-F238E27FC236}">
                <a16:creationId xmlns:a16="http://schemas.microsoft.com/office/drawing/2014/main" id="{A17A8A0A-1453-E60F-6010-CC0824E6A1B9}"/>
              </a:ext>
            </a:extLst>
          </p:cNvPr>
          <p:cNvSpPr>
            <a:spLocks noChangeArrowheads="1"/>
          </p:cNvSpPr>
          <p:nvPr/>
        </p:nvSpPr>
        <p:spPr bwMode="auto">
          <a:xfrm>
            <a:off x="495300" y="22256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在</a:t>
            </a:r>
            <a:r>
              <a:rPr lang="en-US" altLang="zh-CN" sz="3200" b="1" baseline="0">
                <a:latin typeface="Arial" panose="020B0604020202020204" pitchFamily="34" charset="0"/>
                <a:ea typeface="宋体" panose="02010600030101010101" pitchFamily="2" charset="-122"/>
              </a:rPr>
              <a:t>NRZ-L</a:t>
            </a:r>
            <a:r>
              <a:rPr lang="zh-CN" altLang="en-US" sz="3200" b="1" baseline="0">
                <a:latin typeface="Arial" panose="020B0604020202020204" pitchFamily="34" charset="0"/>
                <a:ea typeface="宋体" panose="02010600030101010101" pitchFamily="2" charset="-122"/>
              </a:rPr>
              <a:t>中，电平决定了位值</a:t>
            </a:r>
            <a:r>
              <a:rPr lang="en-US" altLang="zh-CN" sz="3200" b="1" baseline="0">
                <a:latin typeface="Arial" panose="020B0604020202020204" pitchFamily="34" charset="0"/>
                <a:ea typeface="宋体" panose="02010600030101010101" pitchFamily="2" charset="-122"/>
              </a:rPr>
              <a:t>. </a:t>
            </a:r>
            <a:br>
              <a:rPr lang="en-US" altLang="zh-CN" sz="3200" b="1" baseline="0">
                <a:latin typeface="Arial" panose="020B0604020202020204" pitchFamily="34" charset="0"/>
                <a:ea typeface="宋体" panose="02010600030101010101" pitchFamily="2" charset="-122"/>
              </a:rPr>
            </a:br>
            <a:r>
              <a:rPr lang="zh-CN" altLang="en-US" sz="3200" b="1" baseline="0">
                <a:latin typeface="Arial" panose="020B0604020202020204" pitchFamily="34" charset="0"/>
                <a:ea typeface="宋体" panose="02010600030101010101" pitchFamily="2" charset="-122"/>
              </a:rPr>
              <a:t>在</a:t>
            </a:r>
            <a:r>
              <a:rPr lang="en-US" altLang="zh-CN" sz="3200" b="1" baseline="0">
                <a:latin typeface="Arial" panose="020B0604020202020204" pitchFamily="34" charset="0"/>
                <a:ea typeface="宋体" panose="02010600030101010101" pitchFamily="2" charset="-122"/>
              </a:rPr>
              <a:t>NRZ-I</a:t>
            </a:r>
            <a:r>
              <a:rPr lang="zh-CN" altLang="en-US" sz="3200" b="1" baseline="0">
                <a:latin typeface="Arial" panose="020B0604020202020204" pitchFamily="34" charset="0"/>
                <a:ea typeface="宋体" panose="02010600030101010101" pitchFamily="2" charset="-122"/>
              </a:rPr>
              <a:t>中电平是否反相决定了位值</a:t>
            </a:r>
            <a:r>
              <a:rPr lang="en-US" altLang="zh-CN" sz="3200" b="1" baseline="0">
                <a:latin typeface="Arial" panose="020B0604020202020204" pitchFamily="34" charset="0"/>
                <a:ea typeface="宋体" panose="02010600030101010101" pitchFamily="2" charset="-122"/>
              </a:rPr>
              <a:t>.</a:t>
            </a:r>
          </a:p>
        </p:txBody>
      </p:sp>
      <p:grpSp>
        <p:nvGrpSpPr>
          <p:cNvPr id="33805" name="Group 12">
            <a:extLst>
              <a:ext uri="{FF2B5EF4-FFF2-40B4-BE49-F238E27FC236}">
                <a16:creationId xmlns:a16="http://schemas.microsoft.com/office/drawing/2014/main" id="{E36D6A81-BF77-66CE-1496-8D56B33EBBD5}"/>
              </a:ext>
            </a:extLst>
          </p:cNvPr>
          <p:cNvGrpSpPr>
            <a:grpSpLocks/>
          </p:cNvGrpSpPr>
          <p:nvPr/>
        </p:nvGrpSpPr>
        <p:grpSpPr bwMode="auto">
          <a:xfrm>
            <a:off x="457200" y="1447800"/>
            <a:ext cx="1143000" cy="566738"/>
            <a:chOff x="1200" y="1248"/>
            <a:chExt cx="720" cy="357"/>
          </a:xfrm>
        </p:grpSpPr>
        <p:pic>
          <p:nvPicPr>
            <p:cNvPr id="33808" name="Picture 13">
              <a:extLst>
                <a:ext uri="{FF2B5EF4-FFF2-40B4-BE49-F238E27FC236}">
                  <a16:creationId xmlns:a16="http://schemas.microsoft.com/office/drawing/2014/main" id="{28410C70-3719-AF00-536E-A9FDAB55B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9" name="Text Box 14">
              <a:extLst>
                <a:ext uri="{FF2B5EF4-FFF2-40B4-BE49-F238E27FC236}">
                  <a16:creationId xmlns:a16="http://schemas.microsoft.com/office/drawing/2014/main" id="{426731E6-A1F0-DE90-38C5-2254E3228AC7}"/>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33806" name="Rectangle 11">
            <a:extLst>
              <a:ext uri="{FF2B5EF4-FFF2-40B4-BE49-F238E27FC236}">
                <a16:creationId xmlns:a16="http://schemas.microsoft.com/office/drawing/2014/main" id="{09065788-5EED-7947-5458-CC6D01AE7277}"/>
              </a:ext>
            </a:extLst>
          </p:cNvPr>
          <p:cNvSpPr>
            <a:spLocks noChangeArrowheads="1"/>
          </p:cNvSpPr>
          <p:nvPr/>
        </p:nvSpPr>
        <p:spPr bwMode="auto">
          <a:xfrm>
            <a:off x="495300" y="3581400"/>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NRZ-L </a:t>
            </a:r>
            <a:r>
              <a:rPr lang="zh-CN" altLang="en-US" sz="3200" b="1" baseline="0">
                <a:latin typeface="Arial" panose="020B0604020202020204" pitchFamily="34" charset="0"/>
                <a:ea typeface="宋体" panose="02010600030101010101" pitchFamily="2" charset="-122"/>
              </a:rPr>
              <a:t>和</a:t>
            </a:r>
            <a:r>
              <a:rPr lang="en-US" altLang="zh-CN" sz="3200" b="1" baseline="0">
                <a:latin typeface="Arial" panose="020B0604020202020204" pitchFamily="34" charset="0"/>
                <a:ea typeface="宋体" panose="02010600030101010101" pitchFamily="2" charset="-122"/>
              </a:rPr>
              <a:t> NRZ-I </a:t>
            </a:r>
            <a:r>
              <a:rPr lang="zh-CN" altLang="en-US" sz="3200" b="1" baseline="0">
                <a:latin typeface="Arial" panose="020B0604020202020204" pitchFamily="34" charset="0"/>
                <a:ea typeface="宋体" panose="02010600030101010101" pitchFamily="2" charset="-122"/>
              </a:rPr>
              <a:t>都有</a:t>
            </a:r>
            <a:r>
              <a:rPr lang="en-US" altLang="zh-CN" sz="3200" b="1" baseline="0">
                <a:latin typeface="Arial" panose="020B0604020202020204" pitchFamily="34" charset="0"/>
                <a:ea typeface="宋体" panose="02010600030101010101" pitchFamily="2" charset="-122"/>
              </a:rPr>
              <a:t> N/2 Bd</a:t>
            </a:r>
            <a:r>
              <a:rPr lang="zh-CN" altLang="en-US" sz="3200" b="1" baseline="0">
                <a:latin typeface="Arial" panose="020B0604020202020204" pitchFamily="34" charset="0"/>
                <a:ea typeface="宋体" panose="02010600030101010101" pitchFamily="2" charset="-122"/>
              </a:rPr>
              <a:t>的平均信号速率</a:t>
            </a:r>
            <a:r>
              <a:rPr lang="en-US" altLang="zh-CN" sz="3200" b="1" baseline="0">
                <a:latin typeface="Arial" panose="020B0604020202020204" pitchFamily="34" charset="0"/>
                <a:ea typeface="宋体" panose="02010600030101010101" pitchFamily="2" charset="-122"/>
              </a:rPr>
              <a:t>.</a:t>
            </a:r>
          </a:p>
        </p:txBody>
      </p:sp>
      <p:sp>
        <p:nvSpPr>
          <p:cNvPr id="33807" name="Rectangle 11">
            <a:extLst>
              <a:ext uri="{FF2B5EF4-FFF2-40B4-BE49-F238E27FC236}">
                <a16:creationId xmlns:a16="http://schemas.microsoft.com/office/drawing/2014/main" id="{F6AFF930-2550-D9AA-ED50-B799FA46B5A1}"/>
              </a:ext>
            </a:extLst>
          </p:cNvPr>
          <p:cNvSpPr>
            <a:spLocks noChangeArrowheads="1"/>
          </p:cNvSpPr>
          <p:nvPr/>
        </p:nvSpPr>
        <p:spPr bwMode="auto">
          <a:xfrm>
            <a:off x="495300" y="4953000"/>
            <a:ext cx="8077200" cy="5842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NRZ-L</a:t>
            </a:r>
            <a:r>
              <a:rPr lang="zh-CN" altLang="en-US" sz="3200" b="1" baseline="0">
                <a:latin typeface="Arial" panose="020B0604020202020204" pitchFamily="34" charset="0"/>
                <a:ea typeface="宋体" panose="02010600030101010101" pitchFamily="2" charset="-122"/>
              </a:rPr>
              <a:t>和</a:t>
            </a:r>
            <a:r>
              <a:rPr lang="en-US" altLang="zh-CN" sz="3200" b="1" baseline="0">
                <a:latin typeface="Arial" panose="020B0604020202020204" pitchFamily="34" charset="0"/>
                <a:ea typeface="宋体" panose="02010600030101010101" pitchFamily="2" charset="-122"/>
              </a:rPr>
              <a:t>NRZ-I</a:t>
            </a:r>
            <a:r>
              <a:rPr lang="zh-CN" altLang="en-US" sz="3200" b="1" baseline="0">
                <a:latin typeface="Arial" panose="020B0604020202020204" pitchFamily="34" charset="0"/>
                <a:ea typeface="宋体" panose="02010600030101010101" pitchFamily="2" charset="-122"/>
              </a:rPr>
              <a:t>都有</a:t>
            </a:r>
            <a:r>
              <a:rPr lang="en-US" altLang="zh-CN" sz="3200" b="1" baseline="0">
                <a:latin typeface="Arial" panose="020B0604020202020204" pitchFamily="34" charset="0"/>
                <a:ea typeface="宋体" panose="02010600030101010101" pitchFamily="2" charset="-122"/>
              </a:rPr>
              <a:t>DC</a:t>
            </a:r>
            <a:r>
              <a:rPr lang="zh-CN" altLang="en-US" sz="3200" b="1" baseline="0">
                <a:latin typeface="Arial" panose="020B0604020202020204" pitchFamily="34" charset="0"/>
                <a:ea typeface="宋体" panose="02010600030101010101" pitchFamily="2" charset="-122"/>
              </a:rPr>
              <a:t>问题</a:t>
            </a:r>
            <a:endParaRPr lang="en-US" altLang="zh-CN" sz="3200" b="1" baseline="0">
              <a:latin typeface="Arial" panose="020B0604020202020204" pitchFamily="34"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a:extLst>
              <a:ext uri="{FF2B5EF4-FFF2-40B4-BE49-F238E27FC236}">
                <a16:creationId xmlns:a16="http://schemas.microsoft.com/office/drawing/2014/main" id="{A009356D-41D4-AC51-9654-B7149D742A5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453BA015-3FDE-4A82-81A5-F45BAD264139}" type="slidenum">
              <a:rPr lang="en-US" altLang="zh-CN" baseline="0">
                <a:solidFill>
                  <a:schemeClr val="bg2"/>
                </a:solidFill>
                <a:latin typeface="Arial" panose="020B0604020202020204" pitchFamily="34" charset="0"/>
              </a:rPr>
              <a:pPr/>
              <a:t>19</a:t>
            </a:fld>
            <a:endParaRPr lang="en-US" altLang="zh-CN" baseline="0">
              <a:solidFill>
                <a:schemeClr val="bg2"/>
              </a:solidFill>
              <a:latin typeface="Arial" panose="020B0604020202020204" pitchFamily="34" charset="0"/>
            </a:endParaRPr>
          </a:p>
        </p:txBody>
      </p:sp>
      <p:sp>
        <p:nvSpPr>
          <p:cNvPr id="35843" name="Rectangle 2">
            <a:extLst>
              <a:ext uri="{FF2B5EF4-FFF2-40B4-BE49-F238E27FC236}">
                <a16:creationId xmlns:a16="http://schemas.microsoft.com/office/drawing/2014/main" id="{EBCC0E53-6540-F419-8C12-E26ADBCA3DF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44" name="Rectangle 3">
            <a:extLst>
              <a:ext uri="{FF2B5EF4-FFF2-40B4-BE49-F238E27FC236}">
                <a16:creationId xmlns:a16="http://schemas.microsoft.com/office/drawing/2014/main" id="{ABE50DBA-90A1-BCB9-67AF-02C8FBE2367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45" name="Rectangle 4">
            <a:extLst>
              <a:ext uri="{FF2B5EF4-FFF2-40B4-BE49-F238E27FC236}">
                <a16:creationId xmlns:a16="http://schemas.microsoft.com/office/drawing/2014/main" id="{939B871E-011A-1556-E717-CF2A162CD2B0}"/>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46" name="Rectangle 5">
            <a:extLst>
              <a:ext uri="{FF2B5EF4-FFF2-40B4-BE49-F238E27FC236}">
                <a16:creationId xmlns:a16="http://schemas.microsoft.com/office/drawing/2014/main" id="{C035F16A-E25F-6B26-3DC2-093F8252FEC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47" name="Rectangle 6">
            <a:extLst>
              <a:ext uri="{FF2B5EF4-FFF2-40B4-BE49-F238E27FC236}">
                <a16:creationId xmlns:a16="http://schemas.microsoft.com/office/drawing/2014/main" id="{C3B6EF6C-DF9F-E5DD-014D-3B80D2E924C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48" name="Rectangle 7">
            <a:extLst>
              <a:ext uri="{FF2B5EF4-FFF2-40B4-BE49-F238E27FC236}">
                <a16:creationId xmlns:a16="http://schemas.microsoft.com/office/drawing/2014/main" id="{089E1A0C-93A2-204F-8C29-27FED7E7643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49" name="Rectangle 8">
            <a:extLst>
              <a:ext uri="{FF2B5EF4-FFF2-40B4-BE49-F238E27FC236}">
                <a16:creationId xmlns:a16="http://schemas.microsoft.com/office/drawing/2014/main" id="{E8AABBBD-850B-0E8C-F8BD-42323129DC4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35850" name="Rectangle 9">
            <a:extLst>
              <a:ext uri="{FF2B5EF4-FFF2-40B4-BE49-F238E27FC236}">
                <a16:creationId xmlns:a16="http://schemas.microsoft.com/office/drawing/2014/main" id="{F100D8C5-E03C-6CAC-FA58-BEF8B57384AF}"/>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系统使用</a:t>
            </a:r>
            <a:r>
              <a:rPr lang="en-US" altLang="zh-CN" sz="2800" b="1" i="1" baseline="0">
                <a:ea typeface="宋体" panose="02010600030101010101" pitchFamily="2" charset="-122"/>
              </a:rPr>
              <a:t> NRZ-I </a:t>
            </a:r>
            <a:r>
              <a:rPr lang="zh-CN" altLang="en-US" sz="2800" b="1" i="1" baseline="0">
                <a:ea typeface="宋体" panose="02010600030101010101" pitchFamily="2" charset="-122"/>
              </a:rPr>
              <a:t>传输</a:t>
            </a:r>
            <a:r>
              <a:rPr lang="en-US" altLang="zh-CN" sz="2800" b="1" i="1" baseline="0">
                <a:ea typeface="宋体" panose="02010600030101010101" pitchFamily="2" charset="-122"/>
              </a:rPr>
              <a:t> 10-Mbps </a:t>
            </a:r>
            <a:r>
              <a:rPr lang="zh-CN" altLang="en-US" sz="2800" b="1" i="1" baseline="0">
                <a:ea typeface="宋体" panose="02010600030101010101" pitchFamily="2" charset="-122"/>
              </a:rPr>
              <a:t>的数据</a:t>
            </a:r>
            <a:r>
              <a:rPr lang="en-US" altLang="zh-CN" sz="2800" b="1" i="1" baseline="0">
                <a:ea typeface="宋体" panose="02010600030101010101" pitchFamily="2" charset="-122"/>
              </a:rPr>
              <a:t>. </a:t>
            </a:r>
            <a:r>
              <a:rPr lang="zh-CN" altLang="en-US" sz="2800" b="1" i="1" baseline="0">
                <a:ea typeface="宋体" panose="02010600030101010101" pitchFamily="2" charset="-122"/>
              </a:rPr>
              <a:t>试问平均信号速率和最小带宽是多少</a:t>
            </a:r>
            <a:r>
              <a:rPr lang="en-US" altLang="zh-CN" sz="2800" b="1" i="1" baseline="0">
                <a:ea typeface="宋体" panose="02010600030101010101" pitchFamily="2" charset="-122"/>
              </a:rPr>
              <a:t>?</a:t>
            </a:r>
          </a:p>
        </p:txBody>
      </p:sp>
      <p:sp>
        <p:nvSpPr>
          <p:cNvPr id="35851" name="Rectangle 10">
            <a:extLst>
              <a:ext uri="{FF2B5EF4-FFF2-40B4-BE49-F238E27FC236}">
                <a16:creationId xmlns:a16="http://schemas.microsoft.com/office/drawing/2014/main" id="{4B81E53D-C202-CC94-3EF4-FF589F738732}"/>
              </a:ext>
            </a:extLst>
          </p:cNvPr>
          <p:cNvSpPr>
            <a:spLocks noChangeArrowheads="1"/>
          </p:cNvSpPr>
          <p:nvPr/>
        </p:nvSpPr>
        <p:spPr bwMode="auto">
          <a:xfrm>
            <a:off x="228600" y="3106738"/>
            <a:ext cx="8686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latin typeface="Times" panose="02020603050405020304" pitchFamily="18" charset="0"/>
                <a:ea typeface="宋体" panose="02010600030101010101" pitchFamily="2" charset="-122"/>
              </a:rPr>
              <a:t>平均信号速率是 </a:t>
            </a:r>
            <a:r>
              <a:rPr lang="en-US" altLang="zh-CN" sz="2800" b="1" i="1" baseline="0">
                <a:latin typeface="Times" panose="02020603050405020304" pitchFamily="18" charset="0"/>
                <a:ea typeface="宋体" panose="02010600030101010101" pitchFamily="2" charset="-122"/>
              </a:rPr>
              <a:t>S = N/2 = 500 kbaud. </a:t>
            </a:r>
            <a:r>
              <a:rPr lang="zh-CN" altLang="en-US" sz="2800" b="1" i="1" baseline="0">
                <a:latin typeface="Times" panose="02020603050405020304" pitchFamily="18" charset="0"/>
                <a:ea typeface="宋体" panose="02010600030101010101" pitchFamily="2" charset="-122"/>
              </a:rPr>
              <a:t>平均波特率的最小带宽是 </a:t>
            </a:r>
            <a:r>
              <a:rPr lang="en-US" altLang="zh-CN" sz="2800" b="1" i="1" baseline="0">
                <a:latin typeface="Times" panose="02020603050405020304" pitchFamily="18" charset="0"/>
                <a:ea typeface="宋体" panose="02010600030101010101" pitchFamily="2" charset="-122"/>
              </a:rPr>
              <a:t> B</a:t>
            </a:r>
            <a:r>
              <a:rPr lang="en-US" altLang="zh-CN" sz="2800" b="1" i="1">
                <a:latin typeface="Times" panose="02020603050405020304" pitchFamily="18" charset="0"/>
                <a:ea typeface="宋体" panose="02010600030101010101" pitchFamily="2" charset="-122"/>
              </a:rPr>
              <a:t>min</a:t>
            </a:r>
            <a:r>
              <a:rPr lang="en-US" altLang="zh-CN" sz="2800" b="1" i="1" baseline="0">
                <a:latin typeface="Times" panose="02020603050405020304" pitchFamily="18" charset="0"/>
                <a:ea typeface="宋体" panose="02010600030101010101" pitchFamily="2" charset="-122"/>
              </a:rPr>
              <a:t> = S = 500 kHz.</a:t>
            </a:r>
          </a:p>
        </p:txBody>
      </p:sp>
      <p:sp>
        <p:nvSpPr>
          <p:cNvPr id="35852" name="Text Box 11">
            <a:extLst>
              <a:ext uri="{FF2B5EF4-FFF2-40B4-BE49-F238E27FC236}">
                <a16:creationId xmlns:a16="http://schemas.microsoft.com/office/drawing/2014/main" id="{E37CB580-633C-66B0-296E-4879E7326305}"/>
              </a:ext>
            </a:extLst>
          </p:cNvPr>
          <p:cNvSpPr txBox="1">
            <a:spLocks noChangeArrowheads="1"/>
          </p:cNvSpPr>
          <p:nvPr/>
        </p:nvSpPr>
        <p:spPr bwMode="auto">
          <a:xfrm>
            <a:off x="1143000" y="0"/>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4.4</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1">
            <a:extLst>
              <a:ext uri="{FF2B5EF4-FFF2-40B4-BE49-F238E27FC236}">
                <a16:creationId xmlns:a16="http://schemas.microsoft.com/office/drawing/2014/main" id="{44E64AA7-5CED-27EA-7721-3F085D08F57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C79D2C8-88FE-4495-B138-FAD8D2F99E60}" type="slidenum">
              <a:rPr lang="en-US" altLang="zh-CN" baseline="0">
                <a:solidFill>
                  <a:schemeClr val="bg2"/>
                </a:solidFill>
                <a:latin typeface="Arial" panose="020B0604020202020204" pitchFamily="34" charset="0"/>
              </a:rPr>
              <a:pPr/>
              <a:t>20</a:t>
            </a:fld>
            <a:endParaRPr lang="en-US" altLang="zh-CN" baseline="0">
              <a:solidFill>
                <a:schemeClr val="bg2"/>
              </a:solidFill>
              <a:latin typeface="Arial" panose="020B0604020202020204" pitchFamily="34" charset="0"/>
            </a:endParaRPr>
          </a:p>
        </p:txBody>
      </p:sp>
      <p:sp>
        <p:nvSpPr>
          <p:cNvPr id="37891" name="Line 2">
            <a:extLst>
              <a:ext uri="{FF2B5EF4-FFF2-40B4-BE49-F238E27FC236}">
                <a16:creationId xmlns:a16="http://schemas.microsoft.com/office/drawing/2014/main" id="{3FA52E6C-9BD7-D4C5-A676-AE381827021A}"/>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2" name="Line 3">
            <a:extLst>
              <a:ext uri="{FF2B5EF4-FFF2-40B4-BE49-F238E27FC236}">
                <a16:creationId xmlns:a16="http://schemas.microsoft.com/office/drawing/2014/main" id="{0AB6E784-2E42-1A1D-4070-FCAAC48873A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3" name="Text Box 4">
            <a:extLst>
              <a:ext uri="{FF2B5EF4-FFF2-40B4-BE49-F238E27FC236}">
                <a16:creationId xmlns:a16="http://schemas.microsoft.com/office/drawing/2014/main" id="{198413B5-2496-4F1F-2D9A-0B3FB4262B5F}"/>
              </a:ext>
            </a:extLst>
          </p:cNvPr>
          <p:cNvSpPr txBox="1">
            <a:spLocks noChangeArrowheads="1"/>
          </p:cNvSpPr>
          <p:nvPr/>
        </p:nvSpPr>
        <p:spPr bwMode="auto">
          <a:xfrm>
            <a:off x="2803525" y="5715000"/>
            <a:ext cx="3460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4.7  </a:t>
            </a:r>
            <a:r>
              <a:rPr lang="en-US" altLang="zh-CN" b="1" i="1" baseline="0">
                <a:ea typeface="宋体" panose="02010600030101010101" pitchFamily="2" charset="-122"/>
              </a:rPr>
              <a:t>Polar RZ scheme</a:t>
            </a:r>
          </a:p>
        </p:txBody>
      </p:sp>
      <p:sp>
        <p:nvSpPr>
          <p:cNvPr id="37894" name="Line 5">
            <a:extLst>
              <a:ext uri="{FF2B5EF4-FFF2-40B4-BE49-F238E27FC236}">
                <a16:creationId xmlns:a16="http://schemas.microsoft.com/office/drawing/2014/main" id="{EB84B8AE-A427-7270-4279-4AB0DE26995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7895" name="Picture 6">
            <a:extLst>
              <a:ext uri="{FF2B5EF4-FFF2-40B4-BE49-F238E27FC236}">
                <a16:creationId xmlns:a16="http://schemas.microsoft.com/office/drawing/2014/main" id="{0433D643-BC3C-F213-2953-992D2AE44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38" y="3367088"/>
            <a:ext cx="7751762" cy="234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标题 1">
            <a:extLst>
              <a:ext uri="{FF2B5EF4-FFF2-40B4-BE49-F238E27FC236}">
                <a16:creationId xmlns:a16="http://schemas.microsoft.com/office/drawing/2014/main" id="{EB750448-47A1-19F2-CE92-0ED71DD04116}"/>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极性归零码</a:t>
            </a:r>
            <a:r>
              <a:rPr lang="en-US" altLang="zh-CN" sz="4400">
                <a:solidFill>
                  <a:schemeClr val="tx2"/>
                </a:solidFill>
                <a:latin typeface="Tahoma" panose="020B0604030504040204" pitchFamily="34" charset="0"/>
                <a:ea typeface="宋体" panose="02010600030101010101" pitchFamily="2" charset="-122"/>
              </a:rPr>
              <a:t>(Polar</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RZ)</a:t>
            </a:r>
            <a:endParaRPr lang="zh-CN" altLang="en-US" sz="4400">
              <a:solidFill>
                <a:schemeClr val="tx2"/>
              </a:solidFill>
              <a:latin typeface="Tahoma" panose="020B0604030504040204" pitchFamily="34" charset="0"/>
              <a:ea typeface="宋体" panose="02010600030101010101" pitchFamily="2" charset="-122"/>
            </a:endParaRPr>
          </a:p>
        </p:txBody>
      </p:sp>
      <p:sp>
        <p:nvSpPr>
          <p:cNvPr id="37897" name="Rectangle 11">
            <a:extLst>
              <a:ext uri="{FF2B5EF4-FFF2-40B4-BE49-F238E27FC236}">
                <a16:creationId xmlns:a16="http://schemas.microsoft.com/office/drawing/2014/main" id="{7AAD57CF-3239-B0E6-B6B3-58C97482A956}"/>
              </a:ext>
            </a:extLst>
          </p:cNvPr>
          <p:cNvSpPr>
            <a:spLocks noChangeArrowheads="1"/>
          </p:cNvSpPr>
          <p:nvPr/>
        </p:nvSpPr>
        <p:spPr bwMode="auto">
          <a:xfrm>
            <a:off x="533400" y="1600200"/>
            <a:ext cx="8077200" cy="12001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sz="2400" b="1" baseline="0">
                <a:ea typeface="宋体" panose="02010600030101010101" pitchFamily="2" charset="-122"/>
              </a:rPr>
              <a:t>在每个位中间信号变为</a:t>
            </a:r>
            <a:r>
              <a:rPr lang="en-US" altLang="zh-CN" sz="2400" b="1" baseline="0">
                <a:ea typeface="宋体" panose="02010600030101010101" pitchFamily="2" charset="-122"/>
              </a:rPr>
              <a:t>0</a:t>
            </a:r>
          </a:p>
          <a:p>
            <a:pPr>
              <a:buClr>
                <a:srgbClr val="FF0000"/>
              </a:buClr>
              <a:buFont typeface="Wingdings" panose="05000000000000000000" pitchFamily="2" charset="2"/>
              <a:buChar char="l"/>
            </a:pPr>
            <a:r>
              <a:rPr lang="zh-CN" altLang="en-US" sz="2400" b="1" baseline="0">
                <a:ea typeface="宋体" panose="02010600030101010101" pitchFamily="2" charset="-122"/>
              </a:rPr>
              <a:t>信号有三个值：正值，负值和零</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缺点：占用的带宽大，三个电平的生成和辨别更加困难</a:t>
            </a:r>
            <a:endParaRPr lang="en-US" altLang="zh-CN" sz="2400" b="1" baseline="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FE622734-F486-44A1-4E35-838EAD46E28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双相码</a:t>
            </a:r>
            <a:r>
              <a:rPr lang="en-US" altLang="zh-CN">
                <a:ea typeface="宋体" panose="02010600030101010101" pitchFamily="2" charset="-122"/>
              </a:rPr>
              <a:t>(biphase)</a:t>
            </a:r>
            <a:endParaRPr lang="zh-CN" altLang="en-US">
              <a:ea typeface="宋体" panose="02010600030101010101" pitchFamily="2" charset="-122"/>
            </a:endParaRPr>
          </a:p>
        </p:txBody>
      </p:sp>
      <p:sp>
        <p:nvSpPr>
          <p:cNvPr id="39939" name="内容占位符 2">
            <a:extLst>
              <a:ext uri="{FF2B5EF4-FFF2-40B4-BE49-F238E27FC236}">
                <a16:creationId xmlns:a16="http://schemas.microsoft.com/office/drawing/2014/main" id="{3F4AFDD1-7104-CA0D-FA5E-4A72654A32B0}"/>
              </a:ext>
            </a:extLst>
          </p:cNvPr>
          <p:cNvSpPr>
            <a:spLocks noGrp="1"/>
          </p:cNvSpPr>
          <p:nvPr>
            <p:ph idx="1"/>
          </p:nvPr>
        </p:nvSpPr>
        <p:spPr bwMode="auto">
          <a:xfrm>
            <a:off x="457200" y="1295400"/>
            <a:ext cx="82296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曼彻斯特</a:t>
            </a:r>
            <a:r>
              <a:rPr lang="en-US" altLang="zh-CN">
                <a:ea typeface="宋体" panose="02010600030101010101" pitchFamily="2" charset="-122"/>
              </a:rPr>
              <a:t>(Manchester)</a:t>
            </a:r>
            <a:r>
              <a:rPr lang="zh-CN" altLang="en-US">
                <a:ea typeface="宋体" panose="02010600030101010101" pitchFamily="2" charset="-122"/>
              </a:rPr>
              <a:t>编码和差分曼彻斯特</a:t>
            </a:r>
            <a:r>
              <a:rPr lang="en-US" altLang="zh-CN">
                <a:ea typeface="宋体" panose="02010600030101010101" pitchFamily="2" charset="-122"/>
              </a:rPr>
              <a:t>(Differential Manchester)</a:t>
            </a:r>
            <a:r>
              <a:rPr lang="zh-CN" altLang="en-US">
                <a:ea typeface="宋体" panose="02010600030101010101" pitchFamily="2" charset="-122"/>
              </a:rPr>
              <a:t>编码</a:t>
            </a:r>
            <a:endParaRPr lang="en-US" altLang="zh-CN">
              <a:ea typeface="宋体" panose="02010600030101010101" pitchFamily="2" charset="-122"/>
            </a:endParaRPr>
          </a:p>
          <a:p>
            <a:r>
              <a:rPr lang="zh-CN" altLang="en-US">
                <a:ea typeface="宋体" panose="02010600030101010101" pitchFamily="2" charset="-122"/>
              </a:rPr>
              <a:t>曼彻斯特编码：</a:t>
            </a:r>
            <a:r>
              <a:rPr lang="en-US" altLang="zh-CN">
                <a:ea typeface="宋体" panose="02010600030101010101" pitchFamily="2" charset="-122"/>
              </a:rPr>
              <a:t>RZ</a:t>
            </a:r>
            <a:r>
              <a:rPr lang="zh-CN" altLang="en-US">
                <a:ea typeface="宋体" panose="02010600030101010101" pitchFamily="2" charset="-122"/>
              </a:rPr>
              <a:t>的位中间跳变 </a:t>
            </a:r>
            <a:r>
              <a:rPr lang="en-US" altLang="zh-CN">
                <a:ea typeface="宋体" panose="02010600030101010101" pitchFamily="2" charset="-122"/>
              </a:rPr>
              <a:t>+ NRZ-L</a:t>
            </a:r>
          </a:p>
          <a:p>
            <a:pPr lvl="1"/>
            <a:r>
              <a:rPr lang="zh-CN" altLang="en-US">
                <a:ea typeface="宋体" panose="02010600030101010101" pitchFamily="2" charset="-122"/>
              </a:rPr>
              <a:t>位的持续时间被二等分，前半部分电平保持一个水平，后半部分编程另外一个水平</a:t>
            </a:r>
            <a:endParaRPr lang="en-US" altLang="zh-CN">
              <a:ea typeface="宋体" panose="02010600030101010101" pitchFamily="2" charset="-122"/>
            </a:endParaRPr>
          </a:p>
          <a:p>
            <a:pPr lvl="1"/>
            <a:r>
              <a:rPr lang="zh-CN" altLang="en-US">
                <a:ea typeface="宋体" panose="02010600030101010101" pitchFamily="2" charset="-122"/>
              </a:rPr>
              <a:t>位中间的跳变提供了同步</a:t>
            </a:r>
            <a:endParaRPr lang="en-US" altLang="zh-CN">
              <a:ea typeface="宋体" panose="02010600030101010101" pitchFamily="2" charset="-122"/>
            </a:endParaRPr>
          </a:p>
          <a:p>
            <a:pPr lvl="1"/>
            <a:r>
              <a:rPr lang="en-US" altLang="zh-CN">
                <a:ea typeface="宋体" panose="02010600030101010101" pitchFamily="2" charset="-122"/>
              </a:rPr>
              <a:t>0</a:t>
            </a:r>
            <a:r>
              <a:rPr lang="zh-CN" altLang="en-US">
                <a:ea typeface="宋体" panose="02010600030101010101" pitchFamily="2" charset="-122"/>
              </a:rPr>
              <a:t>：由高</a:t>
            </a:r>
            <a:r>
              <a:rPr lang="zh-CN" altLang="en-US">
                <a:ea typeface="宋体" panose="02010600030101010101" pitchFamily="2" charset="-122"/>
                <a:sym typeface="Wingdings" panose="05000000000000000000" pitchFamily="2" charset="2"/>
              </a:rPr>
              <a:t>低，   </a:t>
            </a:r>
            <a:r>
              <a:rPr lang="en-US" altLang="zh-CN">
                <a:ea typeface="宋体" panose="02010600030101010101" pitchFamily="2" charset="-122"/>
                <a:sym typeface="Wingdings" panose="05000000000000000000" pitchFamily="2" charset="2"/>
              </a:rPr>
              <a:t>1</a:t>
            </a:r>
            <a:r>
              <a:rPr lang="zh-CN" altLang="en-US">
                <a:ea typeface="宋体" panose="02010600030101010101" pitchFamily="2" charset="-122"/>
                <a:sym typeface="Wingdings" panose="05000000000000000000" pitchFamily="2" charset="2"/>
              </a:rPr>
              <a:t>：由低高</a:t>
            </a:r>
            <a:endParaRPr lang="en-US" altLang="zh-CN">
              <a:ea typeface="宋体" panose="02010600030101010101" pitchFamily="2" charset="-122"/>
              <a:sym typeface="Wingdings" panose="05000000000000000000" pitchFamily="2" charset="2"/>
            </a:endParaRPr>
          </a:p>
          <a:p>
            <a:r>
              <a:rPr lang="zh-CN" altLang="en-US">
                <a:ea typeface="宋体" panose="02010600030101010101" pitchFamily="2" charset="-122"/>
                <a:sym typeface="Wingdings" panose="05000000000000000000" pitchFamily="2" charset="2"/>
              </a:rPr>
              <a:t>差分曼彻斯特编码：</a:t>
            </a:r>
            <a:r>
              <a:rPr lang="en-US" altLang="zh-CN">
                <a:ea typeface="宋体" panose="02010600030101010101" pitchFamily="2" charset="-122"/>
                <a:sym typeface="Wingdings" panose="05000000000000000000" pitchFamily="2" charset="2"/>
              </a:rPr>
              <a:t>RZ + NRZ-I</a:t>
            </a:r>
          </a:p>
          <a:p>
            <a:pPr lvl="1"/>
            <a:r>
              <a:rPr lang="zh-CN" altLang="en-US">
                <a:ea typeface="宋体" panose="02010600030101010101" pitchFamily="2" charset="-122"/>
                <a:sym typeface="Wingdings" panose="05000000000000000000" pitchFamily="2" charset="2"/>
              </a:rPr>
              <a:t>中间总有跳变，值在位起始位置</a:t>
            </a:r>
            <a:endParaRPr lang="en-US" altLang="zh-CN">
              <a:ea typeface="宋体" panose="02010600030101010101" pitchFamily="2" charset="-122"/>
              <a:sym typeface="Wingdings" panose="05000000000000000000" pitchFamily="2" charset="2"/>
            </a:endParaRPr>
          </a:p>
          <a:p>
            <a:pPr lvl="1"/>
            <a:r>
              <a:rPr lang="en-US" altLang="zh-CN">
                <a:ea typeface="宋体" panose="02010600030101010101" pitchFamily="2" charset="-122"/>
                <a:sym typeface="Wingdings" panose="05000000000000000000" pitchFamily="2" charset="2"/>
              </a:rPr>
              <a:t>0</a:t>
            </a:r>
            <a:r>
              <a:rPr lang="zh-CN" altLang="en-US">
                <a:ea typeface="宋体" panose="02010600030101010101" pitchFamily="2" charset="-122"/>
                <a:sym typeface="Wingdings" panose="05000000000000000000" pitchFamily="2" charset="2"/>
              </a:rPr>
              <a:t>：起始没有跳变； </a:t>
            </a:r>
            <a:r>
              <a:rPr lang="en-US" altLang="zh-CN">
                <a:ea typeface="宋体" panose="02010600030101010101" pitchFamily="2" charset="-122"/>
                <a:sym typeface="Wingdings" panose="05000000000000000000" pitchFamily="2" charset="2"/>
              </a:rPr>
              <a:t>0</a:t>
            </a:r>
            <a:r>
              <a:rPr lang="zh-CN" altLang="en-US">
                <a:ea typeface="宋体" panose="02010600030101010101" pitchFamily="2" charset="-122"/>
                <a:sym typeface="Wingdings" panose="05000000000000000000" pitchFamily="2" charset="2"/>
              </a:rPr>
              <a:t>：起始有跳变，</a:t>
            </a:r>
            <a:endParaRPr lang="en-US" altLang="zh-CN">
              <a:ea typeface="宋体" panose="02010600030101010101" pitchFamily="2" charset="-122"/>
            </a:endParaRPr>
          </a:p>
          <a:p>
            <a:endParaRPr lang="zh-CN" altLang="en-US">
              <a:ea typeface="宋体" panose="02010600030101010101" pitchFamily="2" charset="-122"/>
            </a:endParaRPr>
          </a:p>
        </p:txBody>
      </p:sp>
      <p:sp>
        <p:nvSpPr>
          <p:cNvPr id="39940" name="灯片编号占位符 3">
            <a:extLst>
              <a:ext uri="{FF2B5EF4-FFF2-40B4-BE49-F238E27FC236}">
                <a16:creationId xmlns:a16="http://schemas.microsoft.com/office/drawing/2014/main" id="{F9362E2A-0861-075F-E7CB-756ADFF60EE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4E0F8C20-006F-414C-98CE-345CD546769C}" type="slidenum">
              <a:rPr lang="en-US" altLang="zh-CN" baseline="0">
                <a:solidFill>
                  <a:schemeClr val="bg2"/>
                </a:solidFill>
                <a:latin typeface="Arial" panose="020B0604020202020204" pitchFamily="34" charset="0"/>
              </a:rPr>
              <a:pPr/>
              <a:t>21</a:t>
            </a:fld>
            <a:endParaRPr lang="en-US" altLang="zh-CN" baseline="0">
              <a:solidFill>
                <a:schemeClr val="bg2"/>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1">
            <a:extLst>
              <a:ext uri="{FF2B5EF4-FFF2-40B4-BE49-F238E27FC236}">
                <a16:creationId xmlns:a16="http://schemas.microsoft.com/office/drawing/2014/main" id="{99CE4265-E2CB-8688-A9F7-4B6A4BF91C3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BA3E264-151A-4BAA-B497-074D08B5A707}" type="slidenum">
              <a:rPr lang="en-US" altLang="zh-CN" baseline="0">
                <a:solidFill>
                  <a:schemeClr val="bg2"/>
                </a:solidFill>
                <a:latin typeface="Arial" panose="020B0604020202020204" pitchFamily="34" charset="0"/>
              </a:rPr>
              <a:pPr/>
              <a:t>22</a:t>
            </a:fld>
            <a:endParaRPr lang="en-US" altLang="zh-CN" baseline="0">
              <a:solidFill>
                <a:schemeClr val="bg2"/>
              </a:solidFill>
              <a:latin typeface="Arial" panose="020B0604020202020204" pitchFamily="34" charset="0"/>
            </a:endParaRPr>
          </a:p>
        </p:txBody>
      </p:sp>
      <p:sp>
        <p:nvSpPr>
          <p:cNvPr id="40963" name="Line 2">
            <a:extLst>
              <a:ext uri="{FF2B5EF4-FFF2-40B4-BE49-F238E27FC236}">
                <a16:creationId xmlns:a16="http://schemas.microsoft.com/office/drawing/2014/main" id="{FB3F2B5F-96BC-C7CA-7A36-C82192D1F24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4" name="Line 3">
            <a:extLst>
              <a:ext uri="{FF2B5EF4-FFF2-40B4-BE49-F238E27FC236}">
                <a16:creationId xmlns:a16="http://schemas.microsoft.com/office/drawing/2014/main" id="{2C80A78F-D888-3AD4-D8E5-2C9D19FB636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965" name="Text Box 4">
            <a:extLst>
              <a:ext uri="{FF2B5EF4-FFF2-40B4-BE49-F238E27FC236}">
                <a16:creationId xmlns:a16="http://schemas.microsoft.com/office/drawing/2014/main" id="{AEA0C92E-0E5B-F4B8-E83A-478AABF64AE9}"/>
              </a:ext>
            </a:extLst>
          </p:cNvPr>
          <p:cNvSpPr txBox="1">
            <a:spLocks noChangeArrowheads="1"/>
          </p:cNvSpPr>
          <p:nvPr/>
        </p:nvSpPr>
        <p:spPr bwMode="auto">
          <a:xfrm>
            <a:off x="304800" y="762000"/>
            <a:ext cx="841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4.8  </a:t>
            </a:r>
            <a:r>
              <a:rPr lang="en-US" altLang="zh-CN" b="1" i="1" baseline="0">
                <a:ea typeface="宋体" panose="02010600030101010101" pitchFamily="2" charset="-122"/>
              </a:rPr>
              <a:t>Polar biphase: Manchester and differential Manchester schemes</a:t>
            </a:r>
          </a:p>
        </p:txBody>
      </p:sp>
      <p:sp>
        <p:nvSpPr>
          <p:cNvPr id="40966" name="Line 5">
            <a:extLst>
              <a:ext uri="{FF2B5EF4-FFF2-40B4-BE49-F238E27FC236}">
                <a16:creationId xmlns:a16="http://schemas.microsoft.com/office/drawing/2014/main" id="{9758F222-C2E0-B72D-157D-E728C960205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0967" name="Picture 7">
            <a:extLst>
              <a:ext uri="{FF2B5EF4-FFF2-40B4-BE49-F238E27FC236}">
                <a16:creationId xmlns:a16="http://schemas.microsoft.com/office/drawing/2014/main" id="{34A6BB83-1B78-2973-3D79-3293449EF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3" y="1560513"/>
            <a:ext cx="8510587"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1724A6B1-2855-1AAE-03F1-BD27AC71A4C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30644A85-F57E-43C1-B491-D4260291DD05}" type="slidenum">
              <a:rPr lang="en-US" altLang="zh-CN" baseline="0">
                <a:solidFill>
                  <a:schemeClr val="bg2"/>
                </a:solidFill>
                <a:latin typeface="Arial" panose="020B0604020202020204" pitchFamily="34" charset="0"/>
              </a:rPr>
              <a:pPr/>
              <a:t>23</a:t>
            </a:fld>
            <a:endParaRPr lang="en-US" altLang="zh-CN" baseline="0">
              <a:solidFill>
                <a:schemeClr val="bg2"/>
              </a:solidFill>
              <a:latin typeface="Arial" panose="020B0604020202020204" pitchFamily="34" charset="0"/>
            </a:endParaRPr>
          </a:p>
        </p:txBody>
      </p:sp>
      <p:sp>
        <p:nvSpPr>
          <p:cNvPr id="43011" name="Rectangle 2">
            <a:extLst>
              <a:ext uri="{FF2B5EF4-FFF2-40B4-BE49-F238E27FC236}">
                <a16:creationId xmlns:a16="http://schemas.microsoft.com/office/drawing/2014/main" id="{C99F3225-4FE4-648C-1499-8F570D3AC2F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2" name="Rectangle 3">
            <a:extLst>
              <a:ext uri="{FF2B5EF4-FFF2-40B4-BE49-F238E27FC236}">
                <a16:creationId xmlns:a16="http://schemas.microsoft.com/office/drawing/2014/main" id="{2F37FA9B-2B1E-136D-5344-FF3B727BE62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3" name="Rectangle 4">
            <a:extLst>
              <a:ext uri="{FF2B5EF4-FFF2-40B4-BE49-F238E27FC236}">
                <a16:creationId xmlns:a16="http://schemas.microsoft.com/office/drawing/2014/main" id="{D8E90679-BAB8-71D5-DC1B-F94F4E511A30}"/>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4" name="Rectangle 5">
            <a:extLst>
              <a:ext uri="{FF2B5EF4-FFF2-40B4-BE49-F238E27FC236}">
                <a16:creationId xmlns:a16="http://schemas.microsoft.com/office/drawing/2014/main" id="{499E5669-6E8B-3FBD-F1AB-D28F8656C3B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5" name="Rectangle 6">
            <a:extLst>
              <a:ext uri="{FF2B5EF4-FFF2-40B4-BE49-F238E27FC236}">
                <a16:creationId xmlns:a16="http://schemas.microsoft.com/office/drawing/2014/main" id="{54F88C0E-25DA-02F9-8F0D-FDC73803517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6" name="Rectangle 7">
            <a:extLst>
              <a:ext uri="{FF2B5EF4-FFF2-40B4-BE49-F238E27FC236}">
                <a16:creationId xmlns:a16="http://schemas.microsoft.com/office/drawing/2014/main" id="{56F83DB9-32E3-1491-DCC4-A3584E6815D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7" name="Rectangle 8">
            <a:extLst>
              <a:ext uri="{FF2B5EF4-FFF2-40B4-BE49-F238E27FC236}">
                <a16:creationId xmlns:a16="http://schemas.microsoft.com/office/drawing/2014/main" id="{6DF1907E-5390-F21E-AFFD-5ECDB5A67E3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3018" name="Line 9">
            <a:extLst>
              <a:ext uri="{FF2B5EF4-FFF2-40B4-BE49-F238E27FC236}">
                <a16:creationId xmlns:a16="http://schemas.microsoft.com/office/drawing/2014/main" id="{C2AF415B-B675-798B-9AB7-29D3AA3B522A}"/>
              </a:ext>
            </a:extLst>
          </p:cNvPr>
          <p:cNvSpPr>
            <a:spLocks noChangeShapeType="1"/>
          </p:cNvSpPr>
          <p:nvPr/>
        </p:nvSpPr>
        <p:spPr bwMode="auto">
          <a:xfrm>
            <a:off x="457200" y="1524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9" name="Line 10">
            <a:extLst>
              <a:ext uri="{FF2B5EF4-FFF2-40B4-BE49-F238E27FC236}">
                <a16:creationId xmlns:a16="http://schemas.microsoft.com/office/drawing/2014/main" id="{FADA9FDB-7C0F-2A61-812C-946ED58F807F}"/>
              </a:ext>
            </a:extLst>
          </p:cNvPr>
          <p:cNvSpPr>
            <a:spLocks noChangeShapeType="1"/>
          </p:cNvSpPr>
          <p:nvPr/>
        </p:nvSpPr>
        <p:spPr bwMode="auto">
          <a:xfrm>
            <a:off x="458788" y="6248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20" name="Rectangle 11">
            <a:extLst>
              <a:ext uri="{FF2B5EF4-FFF2-40B4-BE49-F238E27FC236}">
                <a16:creationId xmlns:a16="http://schemas.microsoft.com/office/drawing/2014/main" id="{E25AE7D2-D908-DE08-E284-D9D252ACBCC1}"/>
              </a:ext>
            </a:extLst>
          </p:cNvPr>
          <p:cNvSpPr>
            <a:spLocks noChangeArrowheads="1"/>
          </p:cNvSpPr>
          <p:nvPr/>
        </p:nvSpPr>
        <p:spPr bwMode="auto">
          <a:xfrm>
            <a:off x="495300" y="3657600"/>
            <a:ext cx="8077200" cy="20415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In Manchester and differential Manchester encoding, the transition</a:t>
            </a:r>
          </a:p>
          <a:p>
            <a:pPr algn="ctr"/>
            <a:r>
              <a:rPr lang="en-US" altLang="zh-CN" sz="3200" b="1" baseline="0">
                <a:latin typeface="Arial" panose="020B0604020202020204" pitchFamily="34" charset="0"/>
                <a:ea typeface="宋体" panose="02010600030101010101" pitchFamily="2" charset="-122"/>
              </a:rPr>
              <a:t>at the middle of the bit is used for synchronization.</a:t>
            </a:r>
          </a:p>
        </p:txBody>
      </p:sp>
      <p:grpSp>
        <p:nvGrpSpPr>
          <p:cNvPr id="43021" name="Group 12">
            <a:extLst>
              <a:ext uri="{FF2B5EF4-FFF2-40B4-BE49-F238E27FC236}">
                <a16:creationId xmlns:a16="http://schemas.microsoft.com/office/drawing/2014/main" id="{5FE2B3E5-39E3-DB9C-7FB4-96116FB98BD4}"/>
              </a:ext>
            </a:extLst>
          </p:cNvPr>
          <p:cNvGrpSpPr>
            <a:grpSpLocks/>
          </p:cNvGrpSpPr>
          <p:nvPr/>
        </p:nvGrpSpPr>
        <p:grpSpPr bwMode="auto">
          <a:xfrm>
            <a:off x="457200" y="838200"/>
            <a:ext cx="1143000" cy="566738"/>
            <a:chOff x="1200" y="1248"/>
            <a:chExt cx="720" cy="357"/>
          </a:xfrm>
        </p:grpSpPr>
        <p:pic>
          <p:nvPicPr>
            <p:cNvPr id="43023" name="Picture 13">
              <a:extLst>
                <a:ext uri="{FF2B5EF4-FFF2-40B4-BE49-F238E27FC236}">
                  <a16:creationId xmlns:a16="http://schemas.microsoft.com/office/drawing/2014/main" id="{EA590ACC-824C-8117-8EB2-8AF8FADF62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4" name="Text Box 14">
              <a:extLst>
                <a:ext uri="{FF2B5EF4-FFF2-40B4-BE49-F238E27FC236}">
                  <a16:creationId xmlns:a16="http://schemas.microsoft.com/office/drawing/2014/main" id="{C9D86A83-8C75-7FE8-9868-69C19CAF0DB6}"/>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43022" name="Rectangle 11">
            <a:extLst>
              <a:ext uri="{FF2B5EF4-FFF2-40B4-BE49-F238E27FC236}">
                <a16:creationId xmlns:a16="http://schemas.microsoft.com/office/drawing/2014/main" id="{AAB866EB-A891-D762-F24D-632CB4E57976}"/>
              </a:ext>
            </a:extLst>
          </p:cNvPr>
          <p:cNvSpPr>
            <a:spLocks noChangeArrowheads="1"/>
          </p:cNvSpPr>
          <p:nvPr/>
        </p:nvSpPr>
        <p:spPr bwMode="auto">
          <a:xfrm>
            <a:off x="533400" y="1752600"/>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在曼彻斯特编码和差分曼彻斯特编码中，位中间的跳变用于同步</a:t>
            </a:r>
            <a:endParaRPr lang="en-US" altLang="zh-CN" sz="3200" b="1" baseline="0">
              <a:latin typeface="Arial" panose="020B0604020202020204" pitchFamily="34" charset="0"/>
              <a:ea typeface="宋体" panose="02010600030101010101" pitchFamily="2" charset="-122"/>
            </a:endParaRPr>
          </a:p>
          <a:p>
            <a:pPr algn="ctr"/>
            <a:r>
              <a:rPr lang="zh-CN" altLang="en-US" sz="3200" b="1" baseline="0">
                <a:latin typeface="Arial" panose="020B0604020202020204" pitchFamily="34" charset="0"/>
                <a:ea typeface="宋体" panose="02010600030101010101" pitchFamily="2" charset="-122"/>
              </a:rPr>
              <a:t>值要么在位中间，要么在位起始位置</a:t>
            </a:r>
            <a:endParaRPr lang="en-US" altLang="zh-CN" sz="3200" b="1" baseline="0">
              <a:latin typeface="Arial" panose="020B0604020202020204" pitchFamily="34"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a:extLst>
              <a:ext uri="{FF2B5EF4-FFF2-40B4-BE49-F238E27FC236}">
                <a16:creationId xmlns:a16="http://schemas.microsoft.com/office/drawing/2014/main" id="{FEF3C1CF-4D61-5621-08D5-7E22C8F8C34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F61CBCA9-D7AB-485E-AA10-C5AD18EC14DB}" type="slidenum">
              <a:rPr lang="en-US" altLang="zh-CN" baseline="0">
                <a:solidFill>
                  <a:schemeClr val="bg2"/>
                </a:solidFill>
                <a:latin typeface="Arial" panose="020B0604020202020204" pitchFamily="34" charset="0"/>
              </a:rPr>
              <a:pPr/>
              <a:t>24</a:t>
            </a:fld>
            <a:endParaRPr lang="en-US" altLang="zh-CN" baseline="0">
              <a:solidFill>
                <a:schemeClr val="bg2"/>
              </a:solidFill>
              <a:latin typeface="Arial" panose="020B0604020202020204" pitchFamily="34" charset="0"/>
            </a:endParaRPr>
          </a:p>
        </p:txBody>
      </p:sp>
      <p:sp>
        <p:nvSpPr>
          <p:cNvPr id="45059" name="Rectangle 2">
            <a:extLst>
              <a:ext uri="{FF2B5EF4-FFF2-40B4-BE49-F238E27FC236}">
                <a16:creationId xmlns:a16="http://schemas.microsoft.com/office/drawing/2014/main" id="{39B7D169-40D2-F3D4-375B-925F6D83ABD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0" name="Rectangle 3">
            <a:extLst>
              <a:ext uri="{FF2B5EF4-FFF2-40B4-BE49-F238E27FC236}">
                <a16:creationId xmlns:a16="http://schemas.microsoft.com/office/drawing/2014/main" id="{C8A69BCF-8FB9-0B11-2B1E-64560D1FA37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1" name="Rectangle 4">
            <a:extLst>
              <a:ext uri="{FF2B5EF4-FFF2-40B4-BE49-F238E27FC236}">
                <a16:creationId xmlns:a16="http://schemas.microsoft.com/office/drawing/2014/main" id="{0500E60E-997E-7208-839C-3B1AE23510A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2" name="Rectangle 5">
            <a:extLst>
              <a:ext uri="{FF2B5EF4-FFF2-40B4-BE49-F238E27FC236}">
                <a16:creationId xmlns:a16="http://schemas.microsoft.com/office/drawing/2014/main" id="{274041C9-A7E4-C4BA-83C5-5FF9AFF6DC8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3" name="Rectangle 6">
            <a:extLst>
              <a:ext uri="{FF2B5EF4-FFF2-40B4-BE49-F238E27FC236}">
                <a16:creationId xmlns:a16="http://schemas.microsoft.com/office/drawing/2014/main" id="{4F8143A3-0ED4-BBCD-127F-B36F6AC26D3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4" name="Rectangle 7">
            <a:extLst>
              <a:ext uri="{FF2B5EF4-FFF2-40B4-BE49-F238E27FC236}">
                <a16:creationId xmlns:a16="http://schemas.microsoft.com/office/drawing/2014/main" id="{4388BE0A-75AD-B4B7-5BE7-E5FF116CB8E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5" name="Rectangle 8">
            <a:extLst>
              <a:ext uri="{FF2B5EF4-FFF2-40B4-BE49-F238E27FC236}">
                <a16:creationId xmlns:a16="http://schemas.microsoft.com/office/drawing/2014/main" id="{1F2D5505-C54D-FA1B-A20C-3882E187BC6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5066" name="Line 9">
            <a:extLst>
              <a:ext uri="{FF2B5EF4-FFF2-40B4-BE49-F238E27FC236}">
                <a16:creationId xmlns:a16="http://schemas.microsoft.com/office/drawing/2014/main" id="{426BECE6-CF9B-D915-EA2B-453BB1898C10}"/>
              </a:ext>
            </a:extLst>
          </p:cNvPr>
          <p:cNvSpPr>
            <a:spLocks noChangeShapeType="1"/>
          </p:cNvSpPr>
          <p:nvPr/>
        </p:nvSpPr>
        <p:spPr bwMode="auto">
          <a:xfrm>
            <a:off x="457200" y="2590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7" name="Line 10">
            <a:extLst>
              <a:ext uri="{FF2B5EF4-FFF2-40B4-BE49-F238E27FC236}">
                <a16:creationId xmlns:a16="http://schemas.microsoft.com/office/drawing/2014/main" id="{5F391C8A-65F1-14E5-9E96-836D8B2D2080}"/>
              </a:ext>
            </a:extLst>
          </p:cNvPr>
          <p:cNvSpPr>
            <a:spLocks noChangeShapeType="1"/>
          </p:cNvSpPr>
          <p:nvPr/>
        </p:nvSpPr>
        <p:spPr bwMode="auto">
          <a:xfrm>
            <a:off x="457200" y="5867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68" name="Rectangle 11">
            <a:extLst>
              <a:ext uri="{FF2B5EF4-FFF2-40B4-BE49-F238E27FC236}">
                <a16:creationId xmlns:a16="http://schemas.microsoft.com/office/drawing/2014/main" id="{0B128A69-FB29-BB08-B704-0B3556F4C98B}"/>
              </a:ext>
            </a:extLst>
          </p:cNvPr>
          <p:cNvSpPr>
            <a:spLocks noChangeArrowheads="1"/>
          </p:cNvSpPr>
          <p:nvPr/>
        </p:nvSpPr>
        <p:spPr bwMode="auto">
          <a:xfrm>
            <a:off x="533400" y="4084638"/>
            <a:ext cx="8077200" cy="1554162"/>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The minimum bandwidth of Manchester and differential Manchester is 2 times that of NRZ.</a:t>
            </a:r>
          </a:p>
        </p:txBody>
      </p:sp>
      <p:grpSp>
        <p:nvGrpSpPr>
          <p:cNvPr id="45069" name="Group 12">
            <a:extLst>
              <a:ext uri="{FF2B5EF4-FFF2-40B4-BE49-F238E27FC236}">
                <a16:creationId xmlns:a16="http://schemas.microsoft.com/office/drawing/2014/main" id="{2DE6C5DC-CF97-953C-7989-8793C17C4A71}"/>
              </a:ext>
            </a:extLst>
          </p:cNvPr>
          <p:cNvGrpSpPr>
            <a:grpSpLocks/>
          </p:cNvGrpSpPr>
          <p:nvPr/>
        </p:nvGrpSpPr>
        <p:grpSpPr bwMode="auto">
          <a:xfrm>
            <a:off x="457200" y="1905000"/>
            <a:ext cx="1143000" cy="566738"/>
            <a:chOff x="1200" y="1248"/>
            <a:chExt cx="720" cy="357"/>
          </a:xfrm>
        </p:grpSpPr>
        <p:pic>
          <p:nvPicPr>
            <p:cNvPr id="45071" name="Picture 13">
              <a:extLst>
                <a:ext uri="{FF2B5EF4-FFF2-40B4-BE49-F238E27FC236}">
                  <a16:creationId xmlns:a16="http://schemas.microsoft.com/office/drawing/2014/main" id="{9DF9F503-B999-F0A1-AE4D-6901B7598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2" name="Text Box 14">
              <a:extLst>
                <a:ext uri="{FF2B5EF4-FFF2-40B4-BE49-F238E27FC236}">
                  <a16:creationId xmlns:a16="http://schemas.microsoft.com/office/drawing/2014/main" id="{74507197-16A1-3A5F-DC05-9BE94452AA6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45070" name="Rectangle 11">
            <a:extLst>
              <a:ext uri="{FF2B5EF4-FFF2-40B4-BE49-F238E27FC236}">
                <a16:creationId xmlns:a16="http://schemas.microsoft.com/office/drawing/2014/main" id="{92382273-7910-8A20-4E6D-C02D88C970F6}"/>
              </a:ext>
            </a:extLst>
          </p:cNvPr>
          <p:cNvSpPr>
            <a:spLocks noChangeArrowheads="1"/>
          </p:cNvSpPr>
          <p:nvPr/>
        </p:nvSpPr>
        <p:spPr bwMode="auto">
          <a:xfrm>
            <a:off x="517525" y="2743200"/>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曼彻斯特编码和差分曼彻斯特编码的最小带宽是</a:t>
            </a:r>
            <a:r>
              <a:rPr lang="en-US" altLang="zh-CN" sz="3200" b="1" baseline="0">
                <a:latin typeface="Arial" panose="020B0604020202020204" pitchFamily="34" charset="0"/>
                <a:ea typeface="宋体" panose="02010600030101010101" pitchFamily="2" charset="-122"/>
              </a:rPr>
              <a:t>NRZ</a:t>
            </a:r>
            <a:r>
              <a:rPr lang="zh-CN" altLang="en-US" sz="3200" b="1" baseline="0">
                <a:latin typeface="Arial" panose="020B0604020202020204" pitchFamily="34" charset="0"/>
                <a:ea typeface="宋体" panose="02010600030101010101" pitchFamily="2" charset="-122"/>
              </a:rPr>
              <a:t>的两倍</a:t>
            </a:r>
            <a:endParaRPr lang="en-US" altLang="zh-CN" sz="3200" b="1" baseline="0">
              <a:latin typeface="Arial" panose="020B0604020202020204" pitchFamily="34"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1">
            <a:extLst>
              <a:ext uri="{FF2B5EF4-FFF2-40B4-BE49-F238E27FC236}">
                <a16:creationId xmlns:a16="http://schemas.microsoft.com/office/drawing/2014/main" id="{4C89C34B-7681-E8A0-B53A-F4FEFFBF9EE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32B5FD07-E6CC-4358-BBA2-117487723A16}" type="slidenum">
              <a:rPr lang="en-US" altLang="zh-CN" baseline="0">
                <a:solidFill>
                  <a:schemeClr val="bg2"/>
                </a:solidFill>
                <a:latin typeface="Arial" panose="020B0604020202020204" pitchFamily="34" charset="0"/>
              </a:rPr>
              <a:pPr/>
              <a:t>25</a:t>
            </a:fld>
            <a:endParaRPr lang="en-US" altLang="zh-CN" baseline="0">
              <a:solidFill>
                <a:schemeClr val="bg2"/>
              </a:solidFill>
              <a:latin typeface="Arial" panose="020B0604020202020204" pitchFamily="34" charset="0"/>
            </a:endParaRPr>
          </a:p>
        </p:txBody>
      </p:sp>
      <p:sp>
        <p:nvSpPr>
          <p:cNvPr id="47107" name="Rectangle 2">
            <a:extLst>
              <a:ext uri="{FF2B5EF4-FFF2-40B4-BE49-F238E27FC236}">
                <a16:creationId xmlns:a16="http://schemas.microsoft.com/office/drawing/2014/main" id="{4BDB8D9D-5C53-5436-08A4-77666708753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08" name="Rectangle 3">
            <a:extLst>
              <a:ext uri="{FF2B5EF4-FFF2-40B4-BE49-F238E27FC236}">
                <a16:creationId xmlns:a16="http://schemas.microsoft.com/office/drawing/2014/main" id="{F612F9AE-D0FE-D22C-7001-249E4F000E6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09" name="Rectangle 4">
            <a:extLst>
              <a:ext uri="{FF2B5EF4-FFF2-40B4-BE49-F238E27FC236}">
                <a16:creationId xmlns:a16="http://schemas.microsoft.com/office/drawing/2014/main" id="{E7B0D178-B76C-A139-3CE2-AF6DACEF580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10" name="Rectangle 5">
            <a:extLst>
              <a:ext uri="{FF2B5EF4-FFF2-40B4-BE49-F238E27FC236}">
                <a16:creationId xmlns:a16="http://schemas.microsoft.com/office/drawing/2014/main" id="{AF39B54D-DFC1-6833-2BE0-F6194F6DC15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11" name="Rectangle 6">
            <a:extLst>
              <a:ext uri="{FF2B5EF4-FFF2-40B4-BE49-F238E27FC236}">
                <a16:creationId xmlns:a16="http://schemas.microsoft.com/office/drawing/2014/main" id="{237AFFF3-2A30-20E9-E851-36AFF11CB2B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12" name="Rectangle 7">
            <a:extLst>
              <a:ext uri="{FF2B5EF4-FFF2-40B4-BE49-F238E27FC236}">
                <a16:creationId xmlns:a16="http://schemas.microsoft.com/office/drawing/2014/main" id="{068FC811-1B5E-0545-3D80-5FFD15DAFB6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13" name="Rectangle 8">
            <a:extLst>
              <a:ext uri="{FF2B5EF4-FFF2-40B4-BE49-F238E27FC236}">
                <a16:creationId xmlns:a16="http://schemas.microsoft.com/office/drawing/2014/main" id="{7FD2F976-2A63-9C18-C19D-0C6B7726EEB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47114" name="Line 9">
            <a:extLst>
              <a:ext uri="{FF2B5EF4-FFF2-40B4-BE49-F238E27FC236}">
                <a16:creationId xmlns:a16="http://schemas.microsoft.com/office/drawing/2014/main" id="{86EA14B6-031B-68FD-BB6C-1F87A1377842}"/>
              </a:ext>
            </a:extLst>
          </p:cNvPr>
          <p:cNvSpPr>
            <a:spLocks noChangeShapeType="1"/>
          </p:cNvSpPr>
          <p:nvPr/>
        </p:nvSpPr>
        <p:spPr bwMode="auto">
          <a:xfrm>
            <a:off x="457200" y="4572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5" name="Line 10">
            <a:extLst>
              <a:ext uri="{FF2B5EF4-FFF2-40B4-BE49-F238E27FC236}">
                <a16:creationId xmlns:a16="http://schemas.microsoft.com/office/drawing/2014/main" id="{6C1A44EA-5F04-097C-3A05-8C3F007D6B42}"/>
              </a:ext>
            </a:extLst>
          </p:cNvPr>
          <p:cNvSpPr>
            <a:spLocks noChangeShapeType="1"/>
          </p:cNvSpPr>
          <p:nvPr/>
        </p:nvSpPr>
        <p:spPr bwMode="auto">
          <a:xfrm>
            <a:off x="458788" y="5791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6" name="Rectangle 11">
            <a:extLst>
              <a:ext uri="{FF2B5EF4-FFF2-40B4-BE49-F238E27FC236}">
                <a16:creationId xmlns:a16="http://schemas.microsoft.com/office/drawing/2014/main" id="{8E922391-9501-DDBA-F09F-781731D6F66A}"/>
              </a:ext>
            </a:extLst>
          </p:cNvPr>
          <p:cNvSpPr>
            <a:spLocks noChangeArrowheads="1"/>
          </p:cNvSpPr>
          <p:nvPr/>
        </p:nvSpPr>
        <p:spPr bwMode="auto">
          <a:xfrm>
            <a:off x="495300" y="4664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在双极性编码中，使用三种电平：正电平，负电平，零</a:t>
            </a:r>
            <a:endParaRPr lang="en-US" altLang="zh-CN" sz="3200" b="1" baseline="0">
              <a:latin typeface="Arial" panose="020B0604020202020204" pitchFamily="34" charset="0"/>
              <a:ea typeface="宋体" panose="02010600030101010101" pitchFamily="2" charset="-122"/>
            </a:endParaRPr>
          </a:p>
        </p:txBody>
      </p:sp>
      <p:grpSp>
        <p:nvGrpSpPr>
          <p:cNvPr id="47117" name="Group 12">
            <a:extLst>
              <a:ext uri="{FF2B5EF4-FFF2-40B4-BE49-F238E27FC236}">
                <a16:creationId xmlns:a16="http://schemas.microsoft.com/office/drawing/2014/main" id="{491D8C8A-4954-D80C-8105-8DA8D6F9465E}"/>
              </a:ext>
            </a:extLst>
          </p:cNvPr>
          <p:cNvGrpSpPr>
            <a:grpSpLocks/>
          </p:cNvGrpSpPr>
          <p:nvPr/>
        </p:nvGrpSpPr>
        <p:grpSpPr bwMode="auto">
          <a:xfrm>
            <a:off x="457200" y="3886200"/>
            <a:ext cx="1143000" cy="566738"/>
            <a:chOff x="1200" y="1248"/>
            <a:chExt cx="720" cy="357"/>
          </a:xfrm>
        </p:grpSpPr>
        <p:pic>
          <p:nvPicPr>
            <p:cNvPr id="47120" name="Picture 13">
              <a:extLst>
                <a:ext uri="{FF2B5EF4-FFF2-40B4-BE49-F238E27FC236}">
                  <a16:creationId xmlns:a16="http://schemas.microsoft.com/office/drawing/2014/main" id="{6A2A33AE-F657-BC50-A1C8-C434FA2677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1" name="Text Box 14">
              <a:extLst>
                <a:ext uri="{FF2B5EF4-FFF2-40B4-BE49-F238E27FC236}">
                  <a16:creationId xmlns:a16="http://schemas.microsoft.com/office/drawing/2014/main" id="{1DECFB44-D1B0-6C3A-3C45-31A0E083ABDB}"/>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47118" name="标题 1">
            <a:extLst>
              <a:ext uri="{FF2B5EF4-FFF2-40B4-BE49-F238E27FC236}">
                <a16:creationId xmlns:a16="http://schemas.microsoft.com/office/drawing/2014/main" id="{AFA6B505-700E-2570-55C7-B1CB17D56F8B}"/>
              </a:ext>
            </a:extLst>
          </p:cNvPr>
          <p:cNvSpPr txBox="1">
            <a:spLocks/>
          </p:cNvSpPr>
          <p:nvPr/>
        </p:nvSpPr>
        <p:spPr bwMode="auto">
          <a:xfrm>
            <a:off x="1020763" y="423863"/>
            <a:ext cx="72215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双极性</a:t>
            </a:r>
            <a:r>
              <a:rPr lang="en-US" altLang="zh-CN" sz="4400">
                <a:solidFill>
                  <a:schemeClr val="tx2"/>
                </a:solidFill>
                <a:latin typeface="Tahoma" panose="020B0604030504040204" pitchFamily="34" charset="0"/>
                <a:ea typeface="宋体" panose="02010600030101010101" pitchFamily="2" charset="-122"/>
              </a:rPr>
              <a:t>(bipolar)</a:t>
            </a:r>
            <a:endParaRPr lang="zh-CN" altLang="en-US" sz="4400">
              <a:solidFill>
                <a:schemeClr val="tx2"/>
              </a:solidFill>
              <a:latin typeface="Tahoma" panose="020B0604030504040204" pitchFamily="34" charset="0"/>
              <a:ea typeface="宋体" panose="02010600030101010101" pitchFamily="2" charset="-122"/>
            </a:endParaRPr>
          </a:p>
        </p:txBody>
      </p:sp>
      <p:sp>
        <p:nvSpPr>
          <p:cNvPr id="47119" name="内容占位符 2">
            <a:extLst>
              <a:ext uri="{FF2B5EF4-FFF2-40B4-BE49-F238E27FC236}">
                <a16:creationId xmlns:a16="http://schemas.microsoft.com/office/drawing/2014/main" id="{D2AE0655-33A1-A2DC-82C0-063B70353DCD}"/>
              </a:ext>
            </a:extLst>
          </p:cNvPr>
          <p:cNvSpPr txBox="1">
            <a:spLocks/>
          </p:cNvSpPr>
          <p:nvPr/>
        </p:nvSpPr>
        <p:spPr bwMode="auto">
          <a:xfrm>
            <a:off x="487363" y="1371600"/>
            <a:ext cx="82296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spcBef>
                <a:spcPct val="20000"/>
              </a:spcBef>
              <a:buClr>
                <a:schemeClr val="folHlink"/>
              </a:buClr>
              <a:buSzPct val="60000"/>
              <a:buFont typeface="Wingdings" panose="05000000000000000000" pitchFamily="2" charset="2"/>
              <a:buChar char="n"/>
            </a:pPr>
            <a:r>
              <a:rPr lang="zh-CN" altLang="en-US" sz="4400">
                <a:latin typeface="Tahoma" panose="020B0604030504040204" pitchFamily="34" charset="0"/>
                <a:ea typeface="宋体" panose="02010600030101010101" pitchFamily="2" charset="-122"/>
              </a:rPr>
              <a:t>也称为多电平二进制</a:t>
            </a:r>
            <a:r>
              <a:rPr lang="en-US" altLang="zh-CN" sz="4400">
                <a:latin typeface="Tahoma" panose="020B0604030504040204" pitchFamily="34" charset="0"/>
                <a:ea typeface="宋体" panose="02010600030101010101" pitchFamily="2" charset="-122"/>
              </a:rPr>
              <a:t>(multilevel</a:t>
            </a:r>
            <a:r>
              <a:rPr lang="en-US" altLang="zh-CN" sz="4400" baseline="0">
                <a:latin typeface="Tahoma" panose="020B0604030504040204" pitchFamily="34" charset="0"/>
                <a:ea typeface="宋体" panose="02010600030101010101" pitchFamily="2" charset="-122"/>
              </a:rPr>
              <a:t> </a:t>
            </a:r>
            <a:r>
              <a:rPr lang="en-US" altLang="zh-CN" sz="4400">
                <a:latin typeface="Tahoma" panose="020B0604030504040204" pitchFamily="34" charset="0"/>
                <a:ea typeface="宋体" panose="02010600030101010101" pitchFamily="2" charset="-122"/>
              </a:rPr>
              <a:t>binary)</a:t>
            </a:r>
            <a:r>
              <a:rPr lang="zh-CN" altLang="en-US" sz="4400">
                <a:latin typeface="Tahoma" panose="020B0604030504040204" pitchFamily="34" charset="0"/>
                <a:ea typeface="宋体" panose="02010600030101010101" pitchFamily="2" charset="-122"/>
              </a:rPr>
              <a:t>编码</a:t>
            </a:r>
            <a:endParaRPr lang="en-US" altLang="zh-CN" sz="4400">
              <a:latin typeface="Tahoma" panose="020B0604030504040204" pitchFamily="34" charset="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zh-CN" altLang="en-US" sz="4400">
                <a:latin typeface="Tahoma" panose="020B0604030504040204" pitchFamily="34" charset="0"/>
                <a:ea typeface="宋体" panose="02010600030101010101" pitchFamily="2" charset="-122"/>
              </a:rPr>
              <a:t>一个数据元素的电平是</a:t>
            </a:r>
            <a:r>
              <a:rPr lang="en-US" altLang="zh-CN" sz="4400">
                <a:latin typeface="Tahoma" panose="020B0604030504040204" pitchFamily="34" charset="0"/>
                <a:ea typeface="宋体" panose="02010600030101010101" pitchFamily="2" charset="-122"/>
              </a:rPr>
              <a:t>0</a:t>
            </a:r>
            <a:r>
              <a:rPr lang="zh-CN" altLang="en-US" sz="4400">
                <a:latin typeface="Tahoma" panose="020B0604030504040204" pitchFamily="34" charset="0"/>
                <a:ea typeface="宋体" panose="02010600030101010101" pitchFamily="2" charset="-122"/>
              </a:rPr>
              <a:t>，另一个数据元素的电平在正值和负值间交替。</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CC0BB4BB-FF13-0F78-9EB8-6450F2EEBFD6}"/>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AMI(alternate mark inversion)</a:t>
            </a:r>
            <a:r>
              <a:rPr lang="zh-CN" altLang="en-US">
                <a:ea typeface="宋体" panose="02010600030101010101" pitchFamily="2" charset="-122"/>
              </a:rPr>
              <a:t>和伪三元编码</a:t>
            </a:r>
            <a:r>
              <a:rPr lang="en-US" altLang="zh-CN">
                <a:ea typeface="宋体" panose="02010600030101010101" pitchFamily="2" charset="-122"/>
              </a:rPr>
              <a:t>(pseudoternary)</a:t>
            </a:r>
            <a:endParaRPr lang="zh-CN" altLang="en-US">
              <a:ea typeface="宋体" panose="02010600030101010101" pitchFamily="2" charset="-122"/>
            </a:endParaRPr>
          </a:p>
        </p:txBody>
      </p:sp>
      <p:sp>
        <p:nvSpPr>
          <p:cNvPr id="49155" name="内容占位符 2">
            <a:extLst>
              <a:ext uri="{FF2B5EF4-FFF2-40B4-BE49-F238E27FC236}">
                <a16:creationId xmlns:a16="http://schemas.microsoft.com/office/drawing/2014/main" id="{26DC4C75-DC2B-E2E9-89F2-A3A31F76C7B6}"/>
              </a:ext>
            </a:extLst>
          </p:cNvPr>
          <p:cNvSpPr>
            <a:spLocks noGrp="1"/>
          </p:cNvSpPr>
          <p:nvPr>
            <p:ph idx="1"/>
          </p:nvPr>
        </p:nvSpPr>
        <p:spPr bwMode="auto">
          <a:xfrm>
            <a:off x="457200" y="1798638"/>
            <a:ext cx="8229600"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双极性编码的两个例子</a:t>
            </a:r>
            <a:endParaRPr lang="en-US" altLang="zh-CN">
              <a:ea typeface="宋体" panose="02010600030101010101" pitchFamily="2" charset="-122"/>
            </a:endParaRPr>
          </a:p>
          <a:p>
            <a:r>
              <a:rPr lang="en-US" altLang="zh-CN">
                <a:ea typeface="宋体" panose="02010600030101010101" pitchFamily="2" charset="-122"/>
              </a:rPr>
              <a:t>AMI</a:t>
            </a:r>
            <a:r>
              <a:rPr lang="zh-CN" altLang="en-US">
                <a:ea typeface="宋体" panose="02010600030101010101" pitchFamily="2" charset="-122"/>
              </a:rPr>
              <a:t>：交替传号反码</a:t>
            </a:r>
            <a:endParaRPr lang="en-US" altLang="zh-CN">
              <a:ea typeface="宋体" panose="02010600030101010101" pitchFamily="2" charset="-122"/>
            </a:endParaRPr>
          </a:p>
          <a:p>
            <a:pPr lvl="1"/>
            <a:r>
              <a:rPr lang="zh-CN" altLang="en-US">
                <a:ea typeface="宋体" panose="02010600030101010101" pitchFamily="2" charset="-122"/>
              </a:rPr>
              <a:t>传号就是</a:t>
            </a:r>
            <a:r>
              <a:rPr lang="en-US" altLang="zh-CN">
                <a:ea typeface="宋体" panose="02010600030101010101" pitchFamily="2" charset="-122"/>
              </a:rPr>
              <a:t>1</a:t>
            </a:r>
          </a:p>
          <a:p>
            <a:pPr lvl="1"/>
            <a:r>
              <a:rPr lang="zh-CN" altLang="en-US">
                <a:ea typeface="宋体" panose="02010600030101010101" pitchFamily="2" charset="-122"/>
              </a:rPr>
              <a:t>交替</a:t>
            </a:r>
            <a:r>
              <a:rPr lang="en-US" altLang="zh-CN">
                <a:ea typeface="宋体" panose="02010600030101010101" pitchFamily="2" charset="-122"/>
              </a:rPr>
              <a:t>1</a:t>
            </a:r>
            <a:r>
              <a:rPr lang="zh-CN" altLang="en-US">
                <a:ea typeface="宋体" panose="02010600030101010101" pitchFamily="2" charset="-122"/>
              </a:rPr>
              <a:t>的翻转替换</a:t>
            </a:r>
            <a:endParaRPr lang="en-US" altLang="zh-CN">
              <a:ea typeface="宋体" panose="02010600030101010101" pitchFamily="2" charset="-122"/>
            </a:endParaRPr>
          </a:p>
          <a:p>
            <a:pPr lvl="1"/>
            <a:r>
              <a:rPr lang="en-US" altLang="zh-CN">
                <a:ea typeface="宋体" panose="02010600030101010101" pitchFamily="2" charset="-122"/>
              </a:rPr>
              <a:t>0: 0</a:t>
            </a:r>
            <a:r>
              <a:rPr lang="zh-CN" altLang="en-US">
                <a:ea typeface="宋体" panose="02010600030101010101" pitchFamily="2" charset="-122"/>
              </a:rPr>
              <a:t>电平， </a:t>
            </a:r>
            <a:r>
              <a:rPr lang="en-US" altLang="zh-CN">
                <a:ea typeface="宋体" panose="02010600030101010101" pitchFamily="2" charset="-122"/>
              </a:rPr>
              <a:t>1</a:t>
            </a:r>
            <a:r>
              <a:rPr lang="zh-CN" altLang="en-US">
                <a:ea typeface="宋体" panose="02010600030101010101" pitchFamily="2" charset="-122"/>
              </a:rPr>
              <a:t>：交替正负电平</a:t>
            </a:r>
            <a:endParaRPr lang="en-US" altLang="zh-CN">
              <a:ea typeface="宋体" panose="02010600030101010101" pitchFamily="2" charset="-122"/>
            </a:endParaRPr>
          </a:p>
          <a:p>
            <a:r>
              <a:rPr lang="zh-CN" altLang="en-US">
                <a:ea typeface="宋体" panose="02010600030101010101" pitchFamily="2" charset="-122"/>
              </a:rPr>
              <a:t>伪三元编码</a:t>
            </a:r>
            <a:endParaRPr lang="en-US" altLang="zh-CN">
              <a:ea typeface="宋体" panose="02010600030101010101" pitchFamily="2" charset="-122"/>
            </a:endParaRPr>
          </a:p>
          <a:p>
            <a:pPr lvl="1"/>
            <a:r>
              <a:rPr lang="zh-CN" altLang="en-US">
                <a:ea typeface="宋体" panose="02010600030101010101" pitchFamily="2" charset="-122"/>
              </a:rPr>
              <a:t>是</a:t>
            </a:r>
            <a:r>
              <a:rPr lang="en-US" altLang="zh-CN">
                <a:ea typeface="宋体" panose="02010600030101010101" pitchFamily="2" charset="-122"/>
              </a:rPr>
              <a:t>AMI</a:t>
            </a:r>
            <a:r>
              <a:rPr lang="zh-CN" altLang="en-US">
                <a:ea typeface="宋体" panose="02010600030101010101" pitchFamily="2" charset="-122"/>
              </a:rPr>
              <a:t>的一个变形</a:t>
            </a:r>
            <a:endParaRPr lang="en-US" altLang="zh-CN">
              <a:ea typeface="宋体" panose="02010600030101010101" pitchFamily="2" charset="-122"/>
            </a:endParaRPr>
          </a:p>
          <a:p>
            <a:pPr lvl="1"/>
            <a:r>
              <a:rPr lang="en-US" altLang="zh-CN">
                <a:ea typeface="宋体" panose="02010600030101010101" pitchFamily="2" charset="-122"/>
              </a:rPr>
              <a:t>1</a:t>
            </a:r>
            <a:r>
              <a:rPr lang="zh-CN" altLang="en-US">
                <a:ea typeface="宋体" panose="02010600030101010101" pitchFamily="2" charset="-122"/>
              </a:rPr>
              <a:t>编码成</a:t>
            </a:r>
            <a:r>
              <a:rPr lang="en-US" altLang="zh-CN">
                <a:ea typeface="宋体" panose="02010600030101010101" pitchFamily="2" charset="-122"/>
              </a:rPr>
              <a:t>0</a:t>
            </a:r>
            <a:r>
              <a:rPr lang="zh-CN" altLang="en-US">
                <a:ea typeface="宋体" panose="02010600030101010101" pitchFamily="2" charset="-122"/>
              </a:rPr>
              <a:t>电平，</a:t>
            </a:r>
            <a:r>
              <a:rPr lang="en-US" altLang="zh-CN">
                <a:ea typeface="宋体" panose="02010600030101010101" pitchFamily="2" charset="-122"/>
              </a:rPr>
              <a:t>0</a:t>
            </a:r>
            <a:r>
              <a:rPr lang="zh-CN" altLang="en-US">
                <a:ea typeface="宋体" panose="02010600030101010101" pitchFamily="2" charset="-122"/>
              </a:rPr>
              <a:t>编码成正负交替电平</a:t>
            </a:r>
          </a:p>
        </p:txBody>
      </p:sp>
      <p:sp>
        <p:nvSpPr>
          <p:cNvPr id="49156" name="灯片编号占位符 3">
            <a:extLst>
              <a:ext uri="{FF2B5EF4-FFF2-40B4-BE49-F238E27FC236}">
                <a16:creationId xmlns:a16="http://schemas.microsoft.com/office/drawing/2014/main" id="{1C47E567-9D75-7B83-8AC4-9AB47674321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D411438-43AF-4EC6-859C-1EB499B7A388}" type="slidenum">
              <a:rPr lang="en-US" altLang="zh-CN" baseline="0">
                <a:solidFill>
                  <a:schemeClr val="bg2"/>
                </a:solidFill>
                <a:latin typeface="Arial" panose="020B0604020202020204" pitchFamily="34" charset="0"/>
              </a:rPr>
              <a:pPr/>
              <a:t>26</a:t>
            </a:fld>
            <a:endParaRPr lang="en-US" altLang="zh-CN" baseline="0">
              <a:solidFill>
                <a:schemeClr val="bg2"/>
              </a:solidFill>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a:extLst>
              <a:ext uri="{FF2B5EF4-FFF2-40B4-BE49-F238E27FC236}">
                <a16:creationId xmlns:a16="http://schemas.microsoft.com/office/drawing/2014/main" id="{5D805525-FA27-C7C4-43FF-627E31B7332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D1252C0-76AA-47A1-BC65-1C810235CDED}" type="slidenum">
              <a:rPr lang="en-US" altLang="zh-CN" baseline="0">
                <a:solidFill>
                  <a:schemeClr val="bg2"/>
                </a:solidFill>
                <a:latin typeface="Arial" panose="020B0604020202020204" pitchFamily="34" charset="0"/>
              </a:rPr>
              <a:pPr/>
              <a:t>27</a:t>
            </a:fld>
            <a:endParaRPr lang="en-US" altLang="zh-CN" baseline="0">
              <a:solidFill>
                <a:schemeClr val="bg2"/>
              </a:solidFill>
              <a:latin typeface="Arial" panose="020B0604020202020204" pitchFamily="34" charset="0"/>
            </a:endParaRPr>
          </a:p>
        </p:txBody>
      </p:sp>
      <p:sp>
        <p:nvSpPr>
          <p:cNvPr id="50179" name="Line 2">
            <a:extLst>
              <a:ext uri="{FF2B5EF4-FFF2-40B4-BE49-F238E27FC236}">
                <a16:creationId xmlns:a16="http://schemas.microsoft.com/office/drawing/2014/main" id="{DA7A39DB-E538-9D72-2174-48A229365A9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0" name="Line 3">
            <a:extLst>
              <a:ext uri="{FF2B5EF4-FFF2-40B4-BE49-F238E27FC236}">
                <a16:creationId xmlns:a16="http://schemas.microsoft.com/office/drawing/2014/main" id="{1A521879-6A85-247E-FA10-E2B3C0086073}"/>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1" name="Text Box 4">
            <a:extLst>
              <a:ext uri="{FF2B5EF4-FFF2-40B4-BE49-F238E27FC236}">
                <a16:creationId xmlns:a16="http://schemas.microsoft.com/office/drawing/2014/main" id="{71BC3111-8A8A-C3CC-589E-4384DC1C9522}"/>
              </a:ext>
            </a:extLst>
          </p:cNvPr>
          <p:cNvSpPr txBox="1">
            <a:spLocks noChangeArrowheads="1"/>
          </p:cNvSpPr>
          <p:nvPr/>
        </p:nvSpPr>
        <p:spPr bwMode="auto">
          <a:xfrm>
            <a:off x="304800" y="762000"/>
            <a:ext cx="6038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4.9  </a:t>
            </a:r>
            <a:r>
              <a:rPr lang="en-US" altLang="zh-CN" b="1" i="1" baseline="0">
                <a:ea typeface="宋体" panose="02010600030101010101" pitchFamily="2" charset="-122"/>
              </a:rPr>
              <a:t>Bipolar schemes: AMI and pseudoternary</a:t>
            </a:r>
          </a:p>
        </p:txBody>
      </p:sp>
      <p:sp>
        <p:nvSpPr>
          <p:cNvPr id="50182" name="Line 5">
            <a:extLst>
              <a:ext uri="{FF2B5EF4-FFF2-40B4-BE49-F238E27FC236}">
                <a16:creationId xmlns:a16="http://schemas.microsoft.com/office/drawing/2014/main" id="{813A89E9-0564-E609-518C-06FCCCCD7F8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0183" name="Picture 7">
            <a:extLst>
              <a:ext uri="{FF2B5EF4-FFF2-40B4-BE49-F238E27FC236}">
                <a16:creationId xmlns:a16="http://schemas.microsoft.com/office/drawing/2014/main" id="{3A121114-7B08-B6D5-6110-D5F53E479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75" y="2344738"/>
            <a:ext cx="8556625" cy="237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C08E0A79-5702-FA2E-A5B3-313255D25667}"/>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多电平编码</a:t>
            </a:r>
            <a:r>
              <a:rPr lang="en-US" altLang="zh-CN">
                <a:ea typeface="宋体" panose="02010600030101010101" pitchFamily="2" charset="-122"/>
              </a:rPr>
              <a:t>(multilevel schemes)</a:t>
            </a:r>
            <a:endParaRPr lang="zh-CN" altLang="en-US">
              <a:ea typeface="宋体" panose="02010600030101010101" pitchFamily="2" charset="-122"/>
            </a:endParaRPr>
          </a:p>
        </p:txBody>
      </p:sp>
      <p:sp>
        <p:nvSpPr>
          <p:cNvPr id="52227" name="内容占位符 2">
            <a:extLst>
              <a:ext uri="{FF2B5EF4-FFF2-40B4-BE49-F238E27FC236}">
                <a16:creationId xmlns:a16="http://schemas.microsoft.com/office/drawing/2014/main" id="{43B8572D-09B5-1458-CC14-F730EC9E3686}"/>
              </a:ext>
            </a:extLst>
          </p:cNvPr>
          <p:cNvSpPr>
            <a:spLocks noGrp="1"/>
          </p:cNvSpPr>
          <p:nvPr>
            <p:ph idx="1"/>
          </p:nvPr>
        </p:nvSpPr>
        <p:spPr bwMode="auto">
          <a:xfrm>
            <a:off x="457200" y="1143000"/>
            <a:ext cx="82296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通过把</a:t>
            </a:r>
            <a:r>
              <a:rPr lang="en-US" altLang="zh-CN" i="1">
                <a:latin typeface="Times New Roman" panose="02020603050405020304" pitchFamily="18" charset="0"/>
                <a:ea typeface="宋体" panose="02010600030101010101" pitchFamily="2" charset="-122"/>
                <a:cs typeface="Times New Roman" panose="02020603050405020304" pitchFamily="18" charset="0"/>
              </a:rPr>
              <a:t>m</a:t>
            </a:r>
            <a:r>
              <a:rPr lang="zh-CN" altLang="en-US">
                <a:ea typeface="宋体" panose="02010600030101010101" pitchFamily="2" charset="-122"/>
              </a:rPr>
              <a:t>个数据元素的模式编码成</a:t>
            </a:r>
            <a:r>
              <a:rPr lang="en-US" altLang="zh-CN" i="1">
                <a:latin typeface="Times New Roman" panose="02020603050405020304" pitchFamily="18" charset="0"/>
                <a:ea typeface="宋体" panose="02010600030101010101" pitchFamily="2" charset="-122"/>
              </a:rPr>
              <a:t>n</a:t>
            </a:r>
            <a:r>
              <a:rPr lang="zh-CN" altLang="en-US">
                <a:ea typeface="宋体" panose="02010600030101010101" pitchFamily="2" charset="-122"/>
              </a:rPr>
              <a:t>个信号元素的模式，增加每波特的位数。</a:t>
            </a:r>
            <a:endParaRPr lang="en-US" altLang="zh-CN">
              <a:ea typeface="宋体" panose="02010600030101010101" pitchFamily="2" charset="-122"/>
            </a:endParaRPr>
          </a:p>
          <a:p>
            <a:r>
              <a:rPr lang="zh-CN" altLang="en-US">
                <a:ea typeface="宋体" panose="02010600030101010101" pitchFamily="2" charset="-122"/>
              </a:rPr>
              <a:t>只有两种数据元素</a:t>
            </a:r>
            <a:r>
              <a:rPr lang="en-US" altLang="zh-CN">
                <a:ea typeface="宋体" panose="02010600030101010101" pitchFamily="2" charset="-122"/>
              </a:rPr>
              <a:t>(0,1),</a:t>
            </a:r>
            <a:r>
              <a:rPr lang="zh-CN" altLang="en-US">
                <a:ea typeface="宋体" panose="02010600030101010101" pitchFamily="2" charset="-122"/>
              </a:rPr>
              <a:t>表示</a:t>
            </a:r>
            <a:r>
              <a:rPr lang="en-US" altLang="zh-CN" i="1">
                <a:latin typeface="Times New Roman" panose="02020603050405020304" pitchFamily="18" charset="0"/>
                <a:ea typeface="宋体" panose="02010600030101010101" pitchFamily="2" charset="-122"/>
              </a:rPr>
              <a:t>m</a:t>
            </a:r>
            <a:r>
              <a:rPr lang="zh-CN" altLang="en-US">
                <a:ea typeface="宋体" panose="02010600030101010101" pitchFamily="2" charset="-122"/>
              </a:rPr>
              <a:t>个数据元素组可以产生</a:t>
            </a:r>
            <a:r>
              <a:rPr lang="en-US" altLang="zh-CN">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zh-CN" altLang="en-US">
                <a:ea typeface="宋体" panose="02010600030101010101" pitchFamily="2" charset="-122"/>
              </a:rPr>
              <a:t>个数据模式组合。</a:t>
            </a:r>
            <a:endParaRPr lang="en-US" altLang="zh-CN">
              <a:ea typeface="宋体" panose="02010600030101010101" pitchFamily="2" charset="-122"/>
            </a:endParaRPr>
          </a:p>
          <a:p>
            <a:r>
              <a:rPr lang="zh-CN" altLang="en-US">
                <a:ea typeface="宋体" panose="02010600030101010101" pitchFamily="2" charset="-122"/>
              </a:rPr>
              <a:t>不同信号元素可以用不同的电平表示，</a:t>
            </a:r>
            <a:r>
              <a:rPr lang="en-US" altLang="zh-CN" i="1">
                <a:latin typeface="Times New Roman" panose="02020603050405020304" pitchFamily="18" charset="0"/>
                <a:ea typeface="宋体" panose="02010600030101010101" pitchFamily="2" charset="-122"/>
              </a:rPr>
              <a:t>L</a:t>
            </a:r>
            <a:r>
              <a:rPr lang="zh-CN" altLang="en-US">
                <a:ea typeface="宋体" panose="02010600030101010101" pitchFamily="2" charset="-122"/>
              </a:rPr>
              <a:t>个不同的电平，可以产生</a:t>
            </a:r>
            <a:r>
              <a:rPr lang="en-US" altLang="zh-CN" i="1">
                <a:latin typeface="Times New Roman" panose="02020603050405020304" pitchFamily="18" charset="0"/>
                <a:ea typeface="宋体" panose="02010600030101010101" pitchFamily="2" charset="-122"/>
              </a:rPr>
              <a:t>L</a:t>
            </a:r>
            <a:r>
              <a:rPr lang="en-US" altLang="zh-CN" i="1" baseline="30000">
                <a:latin typeface="Times New Roman" panose="02020603050405020304" pitchFamily="18" charset="0"/>
                <a:ea typeface="宋体" panose="02010600030101010101" pitchFamily="2" charset="-122"/>
              </a:rPr>
              <a:t>n</a:t>
            </a:r>
            <a:r>
              <a:rPr lang="zh-CN" altLang="en-US">
                <a:ea typeface="宋体" panose="02010600030101010101" pitchFamily="2" charset="-122"/>
              </a:rPr>
              <a:t>个信号模式组合。</a:t>
            </a:r>
            <a:endParaRPr lang="en-US" altLang="zh-CN">
              <a:ea typeface="宋体" panose="02010600030101010101" pitchFamily="2" charset="-122"/>
            </a:endParaRPr>
          </a:p>
          <a:p>
            <a:r>
              <a:rPr lang="zh-CN" altLang="en-US">
                <a:ea typeface="宋体" panose="02010600030101010101" pitchFamily="2" charset="-122"/>
              </a:rPr>
              <a:t>若</a:t>
            </a:r>
            <a:r>
              <a:rPr lang="en-US" altLang="zh-CN">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i="1">
                <a:latin typeface="Times New Roman" panose="02020603050405020304" pitchFamily="18" charset="0"/>
                <a:ea typeface="宋体" panose="02010600030101010101" pitchFamily="2" charset="-122"/>
              </a:rPr>
              <a:t>= L</a:t>
            </a:r>
            <a:r>
              <a:rPr lang="en-US" altLang="zh-CN" i="1" baseline="30000">
                <a:latin typeface="Times New Roman" panose="02020603050405020304" pitchFamily="18" charset="0"/>
                <a:ea typeface="宋体" panose="02010600030101010101" pitchFamily="2" charset="-122"/>
              </a:rPr>
              <a:t>n</a:t>
            </a:r>
            <a:r>
              <a:rPr lang="zh-CN" altLang="en-US" i="1">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每个数据模式编成一个信号模式</a:t>
            </a:r>
            <a:endParaRPr lang="en-US" altLang="zh-CN">
              <a:latin typeface="Times New Roman" panose="02020603050405020304" pitchFamily="18" charset="0"/>
              <a:ea typeface="宋体" panose="02010600030101010101" pitchFamily="2" charset="-122"/>
            </a:endParaRPr>
          </a:p>
          <a:p>
            <a:r>
              <a:rPr lang="zh-CN" altLang="en-US">
                <a:ea typeface="宋体" panose="02010600030101010101" pitchFamily="2" charset="-122"/>
              </a:rPr>
              <a:t>若</a:t>
            </a:r>
            <a:r>
              <a:rPr lang="en-US" altLang="zh-CN">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i="1">
                <a:latin typeface="Times New Roman" panose="02020603050405020304" pitchFamily="18" charset="0"/>
                <a:ea typeface="宋体" panose="02010600030101010101" pitchFamily="2" charset="-122"/>
              </a:rPr>
              <a:t>&lt;L</a:t>
            </a:r>
            <a:r>
              <a:rPr lang="en-US" altLang="zh-CN" i="1" baseline="30000">
                <a:latin typeface="Times New Roman" panose="02020603050405020304" pitchFamily="18" charset="0"/>
                <a:ea typeface="宋体" panose="02010600030101010101" pitchFamily="2" charset="-122"/>
              </a:rPr>
              <a:t>n</a:t>
            </a:r>
            <a:r>
              <a:rPr lang="zh-CN" altLang="en-US" i="1">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数据模式只能占据一个信号模式的子集</a:t>
            </a:r>
            <a:endParaRPr lang="en-US" altLang="zh-CN">
              <a:latin typeface="Times New Roman" panose="02020603050405020304" pitchFamily="18" charset="0"/>
              <a:ea typeface="宋体" panose="02010600030101010101" pitchFamily="2" charset="-122"/>
            </a:endParaRPr>
          </a:p>
          <a:p>
            <a:r>
              <a:rPr lang="zh-CN" altLang="en-US">
                <a:ea typeface="宋体" panose="02010600030101010101" pitchFamily="2" charset="-122"/>
              </a:rPr>
              <a:t>若</a:t>
            </a:r>
            <a:r>
              <a:rPr lang="en-US" altLang="zh-CN">
                <a:ea typeface="宋体" panose="02010600030101010101" pitchFamily="2" charset="-122"/>
              </a:rPr>
              <a:t>2</a:t>
            </a:r>
            <a:r>
              <a:rPr lang="en-US" altLang="zh-CN" i="1" baseline="30000">
                <a:latin typeface="Times New Roman" panose="02020603050405020304" pitchFamily="18" charset="0"/>
                <a:ea typeface="宋体" panose="02010600030101010101" pitchFamily="2" charset="-122"/>
              </a:rPr>
              <a:t>m</a:t>
            </a:r>
            <a:r>
              <a:rPr lang="en-US" altLang="zh-CN" i="1">
                <a:latin typeface="Times New Roman" panose="02020603050405020304" pitchFamily="18" charset="0"/>
                <a:ea typeface="宋体" panose="02010600030101010101" pitchFamily="2" charset="-122"/>
              </a:rPr>
              <a:t>&gt;L</a:t>
            </a:r>
            <a:r>
              <a:rPr lang="en-US" altLang="zh-CN" i="1" baseline="30000">
                <a:latin typeface="Times New Roman" panose="02020603050405020304" pitchFamily="18" charset="0"/>
                <a:ea typeface="宋体" panose="02010600030101010101" pitchFamily="2" charset="-122"/>
              </a:rPr>
              <a:t>n</a:t>
            </a:r>
            <a:r>
              <a:rPr lang="zh-CN" altLang="en-US" i="1">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无法数据编码</a:t>
            </a:r>
            <a:endParaRPr lang="en-US" altLang="zh-CN">
              <a:latin typeface="Times New Roman" panose="02020603050405020304" pitchFamily="18" charset="0"/>
              <a:ea typeface="宋体" panose="02010600030101010101" pitchFamily="2" charset="-122"/>
            </a:endParaRPr>
          </a:p>
          <a:p>
            <a:endParaRPr lang="en-US" altLang="zh-CN">
              <a:latin typeface="Times New Roman" panose="02020603050405020304" pitchFamily="18" charset="0"/>
              <a:ea typeface="宋体" panose="02010600030101010101" pitchFamily="2" charset="-122"/>
            </a:endParaRPr>
          </a:p>
          <a:p>
            <a:endParaRPr lang="en-US" altLang="zh-CN">
              <a:latin typeface="Times New Roman" panose="02020603050405020304" pitchFamily="18" charset="0"/>
              <a:ea typeface="宋体" panose="02010600030101010101" pitchFamily="2" charset="-122"/>
            </a:endParaRPr>
          </a:p>
          <a:p>
            <a:endParaRPr lang="zh-CN" altLang="en-US">
              <a:ea typeface="宋体" panose="02010600030101010101" pitchFamily="2" charset="-122"/>
            </a:endParaRPr>
          </a:p>
        </p:txBody>
      </p:sp>
      <p:sp>
        <p:nvSpPr>
          <p:cNvPr id="52228" name="灯片编号占位符 3">
            <a:extLst>
              <a:ext uri="{FF2B5EF4-FFF2-40B4-BE49-F238E27FC236}">
                <a16:creationId xmlns:a16="http://schemas.microsoft.com/office/drawing/2014/main" id="{CC310D5C-09F3-FB18-C33A-99F5AE8D662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CB18E14B-B11E-4803-915D-0A945E91CAA8}" type="slidenum">
              <a:rPr lang="en-US" altLang="zh-CN" baseline="0">
                <a:solidFill>
                  <a:schemeClr val="bg2"/>
                </a:solidFill>
                <a:latin typeface="Arial" panose="020B0604020202020204" pitchFamily="34" charset="0"/>
              </a:rPr>
              <a:pPr/>
              <a:t>28</a:t>
            </a:fld>
            <a:endParaRPr lang="en-US" altLang="zh-CN" baseline="0">
              <a:solidFill>
                <a:schemeClr val="bg2"/>
              </a:solidFill>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1">
            <a:extLst>
              <a:ext uri="{FF2B5EF4-FFF2-40B4-BE49-F238E27FC236}">
                <a16:creationId xmlns:a16="http://schemas.microsoft.com/office/drawing/2014/main" id="{8B08EABC-4CC6-5824-D20C-7FA5C9DAB40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6B2FCCC-9ADC-48C6-ABE9-77C9EFC3BAD6}" type="slidenum">
              <a:rPr lang="en-US" altLang="zh-CN" baseline="0">
                <a:solidFill>
                  <a:schemeClr val="bg2"/>
                </a:solidFill>
                <a:latin typeface="Arial" panose="020B0604020202020204" pitchFamily="34" charset="0"/>
              </a:rPr>
              <a:pPr/>
              <a:t>29</a:t>
            </a:fld>
            <a:endParaRPr lang="en-US" altLang="zh-CN" baseline="0">
              <a:solidFill>
                <a:schemeClr val="bg2"/>
              </a:solidFill>
              <a:latin typeface="Arial" panose="020B0604020202020204" pitchFamily="34" charset="0"/>
            </a:endParaRPr>
          </a:p>
        </p:txBody>
      </p:sp>
      <p:sp>
        <p:nvSpPr>
          <p:cNvPr id="53251" name="Rectangle 2">
            <a:extLst>
              <a:ext uri="{FF2B5EF4-FFF2-40B4-BE49-F238E27FC236}">
                <a16:creationId xmlns:a16="http://schemas.microsoft.com/office/drawing/2014/main" id="{7FB6F944-3E04-5C3E-F780-2EDE9B39A1D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2" name="Rectangle 3">
            <a:extLst>
              <a:ext uri="{FF2B5EF4-FFF2-40B4-BE49-F238E27FC236}">
                <a16:creationId xmlns:a16="http://schemas.microsoft.com/office/drawing/2014/main" id="{F51CC4AE-C4FC-F6FE-2B27-CE2B2DB7172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3" name="Rectangle 4">
            <a:extLst>
              <a:ext uri="{FF2B5EF4-FFF2-40B4-BE49-F238E27FC236}">
                <a16:creationId xmlns:a16="http://schemas.microsoft.com/office/drawing/2014/main" id="{FAA43A39-ED6F-5F91-DBD4-7A3DC3D8340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4" name="Rectangle 5">
            <a:extLst>
              <a:ext uri="{FF2B5EF4-FFF2-40B4-BE49-F238E27FC236}">
                <a16:creationId xmlns:a16="http://schemas.microsoft.com/office/drawing/2014/main" id="{204906C2-8ACF-3E6D-A581-7AE61BCBB49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5" name="Rectangle 6">
            <a:extLst>
              <a:ext uri="{FF2B5EF4-FFF2-40B4-BE49-F238E27FC236}">
                <a16:creationId xmlns:a16="http://schemas.microsoft.com/office/drawing/2014/main" id="{28B05AA2-0A90-BE3F-96CA-719026FC2E9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6" name="Rectangle 7">
            <a:extLst>
              <a:ext uri="{FF2B5EF4-FFF2-40B4-BE49-F238E27FC236}">
                <a16:creationId xmlns:a16="http://schemas.microsoft.com/office/drawing/2014/main" id="{3148BDFB-F9D8-5632-C65C-430F22BD88B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7" name="Rectangle 8">
            <a:extLst>
              <a:ext uri="{FF2B5EF4-FFF2-40B4-BE49-F238E27FC236}">
                <a16:creationId xmlns:a16="http://schemas.microsoft.com/office/drawing/2014/main" id="{684BD7F7-A97F-861D-E678-A148D58F84EC}"/>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53258" name="Line 9">
            <a:extLst>
              <a:ext uri="{FF2B5EF4-FFF2-40B4-BE49-F238E27FC236}">
                <a16:creationId xmlns:a16="http://schemas.microsoft.com/office/drawing/2014/main" id="{38C65EFA-4242-846F-9E42-13742CC0C5FF}"/>
              </a:ext>
            </a:extLst>
          </p:cNvPr>
          <p:cNvSpPr>
            <a:spLocks noChangeShapeType="1"/>
          </p:cNvSpPr>
          <p:nvPr/>
        </p:nvSpPr>
        <p:spPr bwMode="auto">
          <a:xfrm>
            <a:off x="457200"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9" name="Line 10">
            <a:extLst>
              <a:ext uri="{FF2B5EF4-FFF2-40B4-BE49-F238E27FC236}">
                <a16:creationId xmlns:a16="http://schemas.microsoft.com/office/drawing/2014/main" id="{E0DA721F-088B-C311-2EC4-60F722C5D9D8}"/>
              </a:ext>
            </a:extLst>
          </p:cNvPr>
          <p:cNvSpPr>
            <a:spLocks noChangeShapeType="1"/>
          </p:cNvSpPr>
          <p:nvPr/>
        </p:nvSpPr>
        <p:spPr bwMode="auto">
          <a:xfrm>
            <a:off x="458788" y="6172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60" name="Rectangle 11">
            <a:extLst>
              <a:ext uri="{FF2B5EF4-FFF2-40B4-BE49-F238E27FC236}">
                <a16:creationId xmlns:a16="http://schemas.microsoft.com/office/drawing/2014/main" id="{25B1440A-B752-2368-7E9C-4538517CF432}"/>
              </a:ext>
            </a:extLst>
          </p:cNvPr>
          <p:cNvSpPr>
            <a:spLocks noChangeArrowheads="1"/>
          </p:cNvSpPr>
          <p:nvPr/>
        </p:nvSpPr>
        <p:spPr bwMode="auto">
          <a:xfrm>
            <a:off x="495300" y="5018088"/>
            <a:ext cx="8077200" cy="1077912"/>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i="1" baseline="0">
                <a:latin typeface="Arial" panose="020B0604020202020204" pitchFamily="34" charset="0"/>
                <a:ea typeface="宋体" panose="02010600030101010101" pitchFamily="2" charset="-122"/>
              </a:rPr>
              <a:t>在</a:t>
            </a:r>
            <a:r>
              <a:rPr lang="en-US" altLang="zh-CN" sz="3200" b="1" i="1" baseline="0">
                <a:latin typeface="Arial" panose="020B0604020202020204" pitchFamily="34" charset="0"/>
                <a:ea typeface="宋体" panose="02010600030101010101" pitchFamily="2" charset="-122"/>
              </a:rPr>
              <a:t>m</a:t>
            </a:r>
            <a:r>
              <a:rPr lang="en-US" altLang="zh-CN" sz="3200" b="1" baseline="0">
                <a:latin typeface="Arial" panose="020B0604020202020204" pitchFamily="34" charset="0"/>
                <a:ea typeface="宋体" panose="02010600030101010101" pitchFamily="2" charset="-122"/>
              </a:rPr>
              <a:t>B</a:t>
            </a:r>
            <a:r>
              <a:rPr lang="en-US" altLang="zh-CN" sz="3200" b="1" i="1" baseline="0">
                <a:latin typeface="Arial" panose="020B0604020202020204" pitchFamily="34" charset="0"/>
                <a:ea typeface="宋体" panose="02010600030101010101" pitchFamily="2" charset="-122"/>
              </a:rPr>
              <a:t>n</a:t>
            </a:r>
            <a:r>
              <a:rPr lang="en-US" altLang="zh-CN" sz="3200" b="1" baseline="0">
                <a:latin typeface="Arial" panose="020B0604020202020204" pitchFamily="34" charset="0"/>
                <a:ea typeface="宋体" panose="02010600030101010101" pitchFamily="2" charset="-122"/>
              </a:rPr>
              <a:t>L </a:t>
            </a:r>
            <a:r>
              <a:rPr lang="zh-CN" altLang="en-US" sz="3200" b="1" baseline="0">
                <a:latin typeface="Arial" panose="020B0604020202020204" pitchFamily="34" charset="0"/>
                <a:ea typeface="宋体" panose="02010600030101010101" pitchFamily="2" charset="-122"/>
              </a:rPr>
              <a:t>方案中</a:t>
            </a:r>
            <a:r>
              <a:rPr lang="en-US" altLang="zh-CN" sz="3200" b="1" baseline="0">
                <a:latin typeface="Arial" panose="020B0604020202020204" pitchFamily="34" charset="0"/>
                <a:ea typeface="宋体" panose="02010600030101010101" pitchFamily="2" charset="-122"/>
              </a:rPr>
              <a:t>, </a:t>
            </a:r>
            <a:r>
              <a:rPr lang="en-US" altLang="zh-CN" sz="3200" b="1" i="1" baseline="0">
                <a:latin typeface="Arial" panose="020B0604020202020204" pitchFamily="34" charset="0"/>
                <a:ea typeface="宋体" panose="02010600030101010101" pitchFamily="2" charset="-122"/>
              </a:rPr>
              <a:t>m</a:t>
            </a:r>
            <a:r>
              <a:rPr lang="en-US" altLang="zh-CN" sz="3200" b="1" baseline="0">
                <a:latin typeface="Arial" panose="020B0604020202020204" pitchFamily="34" charset="0"/>
                <a:ea typeface="宋体" panose="02010600030101010101" pitchFamily="2" charset="-122"/>
              </a:rPr>
              <a:t> </a:t>
            </a:r>
            <a:r>
              <a:rPr lang="zh-CN" altLang="en-US" sz="3200" b="1" baseline="0">
                <a:latin typeface="Arial" panose="020B0604020202020204" pitchFamily="34" charset="0"/>
                <a:ea typeface="宋体" panose="02010600030101010101" pitchFamily="2" charset="-122"/>
              </a:rPr>
              <a:t>个数据元素模式编码成</a:t>
            </a:r>
            <a:r>
              <a:rPr lang="en-US" altLang="zh-CN" sz="3200" b="1" i="1" baseline="0">
                <a:latin typeface="Arial" panose="020B0604020202020204" pitchFamily="34" charset="0"/>
                <a:ea typeface="宋体" panose="02010600030101010101" pitchFamily="2" charset="-122"/>
              </a:rPr>
              <a:t>n</a:t>
            </a:r>
            <a:r>
              <a:rPr lang="en-US" altLang="zh-CN" sz="3200" b="1" baseline="0">
                <a:latin typeface="Arial" panose="020B0604020202020204" pitchFamily="34" charset="0"/>
                <a:ea typeface="宋体" panose="02010600030101010101" pitchFamily="2" charset="-122"/>
              </a:rPr>
              <a:t> </a:t>
            </a:r>
            <a:r>
              <a:rPr lang="zh-CN" altLang="en-US" sz="3200" b="1" baseline="0">
                <a:latin typeface="Arial" panose="020B0604020202020204" pitchFamily="34" charset="0"/>
                <a:ea typeface="宋体" panose="02010600030101010101" pitchFamily="2" charset="-122"/>
              </a:rPr>
              <a:t>信号元素模式，</a:t>
            </a:r>
            <a:r>
              <a:rPr lang="en-US" altLang="zh-CN" sz="3200" b="1" baseline="0">
                <a:latin typeface="Arial" panose="020B0604020202020204" pitchFamily="34" charset="0"/>
                <a:ea typeface="宋体" panose="02010600030101010101" pitchFamily="2" charset="-122"/>
              </a:rPr>
              <a:t> 2</a:t>
            </a:r>
            <a:r>
              <a:rPr lang="en-US" altLang="zh-CN" sz="3200" b="1" baseline="30000">
                <a:latin typeface="Arial" panose="020B0604020202020204" pitchFamily="34" charset="0"/>
                <a:ea typeface="宋体" panose="02010600030101010101" pitchFamily="2" charset="-122"/>
              </a:rPr>
              <a:t>m</a:t>
            </a:r>
            <a:r>
              <a:rPr lang="en-US" altLang="zh-CN" sz="3200" b="1" baseline="0">
                <a:latin typeface="Arial" panose="020B0604020202020204" pitchFamily="34" charset="0"/>
                <a:ea typeface="宋体" panose="02010600030101010101" pitchFamily="2" charset="-122"/>
              </a:rPr>
              <a:t> ≤ L</a:t>
            </a:r>
            <a:r>
              <a:rPr lang="en-US" altLang="zh-CN" sz="3200" b="1" baseline="30000">
                <a:latin typeface="Arial" panose="020B0604020202020204" pitchFamily="34" charset="0"/>
                <a:ea typeface="宋体" panose="02010600030101010101" pitchFamily="2" charset="-122"/>
              </a:rPr>
              <a:t>n</a:t>
            </a:r>
            <a:r>
              <a:rPr lang="en-US" altLang="zh-CN" sz="3200" b="1" baseline="0">
                <a:latin typeface="Arial" panose="020B0604020202020204" pitchFamily="34" charset="0"/>
                <a:ea typeface="宋体" panose="02010600030101010101" pitchFamily="2" charset="-122"/>
              </a:rPr>
              <a:t>.</a:t>
            </a:r>
          </a:p>
        </p:txBody>
      </p:sp>
      <p:grpSp>
        <p:nvGrpSpPr>
          <p:cNvPr id="53261" name="Group 12">
            <a:extLst>
              <a:ext uri="{FF2B5EF4-FFF2-40B4-BE49-F238E27FC236}">
                <a16:creationId xmlns:a16="http://schemas.microsoft.com/office/drawing/2014/main" id="{25C1B149-0062-D8A5-FB11-0A0603676F8F}"/>
              </a:ext>
            </a:extLst>
          </p:cNvPr>
          <p:cNvGrpSpPr>
            <a:grpSpLocks/>
          </p:cNvGrpSpPr>
          <p:nvPr/>
        </p:nvGrpSpPr>
        <p:grpSpPr bwMode="auto">
          <a:xfrm>
            <a:off x="457200" y="4191000"/>
            <a:ext cx="1143000" cy="566738"/>
            <a:chOff x="1200" y="1248"/>
            <a:chExt cx="720" cy="357"/>
          </a:xfrm>
        </p:grpSpPr>
        <p:pic>
          <p:nvPicPr>
            <p:cNvPr id="53263" name="Picture 13">
              <a:extLst>
                <a:ext uri="{FF2B5EF4-FFF2-40B4-BE49-F238E27FC236}">
                  <a16:creationId xmlns:a16="http://schemas.microsoft.com/office/drawing/2014/main" id="{81D78A50-9B9E-838D-96A4-51D453C7E1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4" name="Text Box 14">
              <a:extLst>
                <a:ext uri="{FF2B5EF4-FFF2-40B4-BE49-F238E27FC236}">
                  <a16:creationId xmlns:a16="http://schemas.microsoft.com/office/drawing/2014/main" id="{4576C241-1727-690E-6DD7-48B08F44176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53262" name="内容占位符 2">
            <a:extLst>
              <a:ext uri="{FF2B5EF4-FFF2-40B4-BE49-F238E27FC236}">
                <a16:creationId xmlns:a16="http://schemas.microsoft.com/office/drawing/2014/main" id="{5F7F58BA-93DB-31F6-EF6A-C2E64DF8C270}"/>
              </a:ext>
            </a:extLst>
          </p:cNvPr>
          <p:cNvSpPr txBox="1">
            <a:spLocks/>
          </p:cNvSpPr>
          <p:nvPr/>
        </p:nvSpPr>
        <p:spPr bwMode="auto">
          <a:xfrm>
            <a:off x="620713" y="801688"/>
            <a:ext cx="8229600" cy="338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spcBef>
                <a:spcPct val="20000"/>
              </a:spcBef>
              <a:buClr>
                <a:schemeClr val="folHlink"/>
              </a:buClr>
              <a:buSzPct val="60000"/>
              <a:buFont typeface="Wingdings" panose="05000000000000000000" pitchFamily="2" charset="2"/>
              <a:buChar char="n"/>
            </a:pPr>
            <a:r>
              <a:rPr lang="en-US" altLang="zh-CN" sz="3200" b="1" i="1" baseline="0">
                <a:latin typeface="Arial" panose="020B0604020202020204" pitchFamily="34" charset="0"/>
                <a:ea typeface="宋体" panose="02010600030101010101" pitchFamily="2" charset="-122"/>
              </a:rPr>
              <a:t>m</a:t>
            </a:r>
            <a:r>
              <a:rPr lang="en-US" altLang="zh-CN" sz="3200" b="1" baseline="0">
                <a:latin typeface="Arial" panose="020B0604020202020204" pitchFamily="34" charset="0"/>
                <a:ea typeface="宋体" panose="02010600030101010101" pitchFamily="2" charset="-122"/>
              </a:rPr>
              <a:t>B</a:t>
            </a:r>
            <a:r>
              <a:rPr lang="en-US" altLang="zh-CN" sz="3200" b="1" i="1" baseline="0">
                <a:latin typeface="Arial" panose="020B0604020202020204" pitchFamily="34" charset="0"/>
                <a:ea typeface="宋体" panose="02010600030101010101" pitchFamily="2" charset="-122"/>
              </a:rPr>
              <a:t>n</a:t>
            </a:r>
            <a:r>
              <a:rPr lang="en-US" altLang="zh-CN" sz="3200" b="1" baseline="0">
                <a:latin typeface="Arial" panose="020B0604020202020204" pitchFamily="34" charset="0"/>
                <a:ea typeface="宋体" panose="02010600030101010101" pitchFamily="2" charset="-122"/>
              </a:rPr>
              <a:t>L</a:t>
            </a:r>
            <a:r>
              <a:rPr lang="zh-CN" altLang="en-US" sz="3200" b="1" baseline="0">
                <a:latin typeface="Arial" panose="020B0604020202020204" pitchFamily="34" charset="0"/>
                <a:ea typeface="宋体" panose="02010600030101010101" pitchFamily="2" charset="-122"/>
              </a:rPr>
              <a:t>，</a:t>
            </a:r>
            <a:endParaRPr lang="en-US" altLang="zh-CN" sz="3200" b="1" baseline="0">
              <a:latin typeface="Arial" panose="020B0604020202020204" pitchFamily="34" charset="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b="1" i="1" baseline="0">
                <a:latin typeface="Arial" panose="020B0604020202020204" pitchFamily="34" charset="0"/>
                <a:ea typeface="宋体" panose="02010600030101010101" pitchFamily="2" charset="-122"/>
              </a:rPr>
              <a:t>m</a:t>
            </a:r>
            <a:r>
              <a:rPr lang="zh-CN" altLang="en-US" sz="3200" b="1" baseline="0">
                <a:latin typeface="Arial" panose="020B0604020202020204" pitchFamily="34" charset="0"/>
                <a:ea typeface="宋体" panose="02010600030101010101" pitchFamily="2" charset="-122"/>
              </a:rPr>
              <a:t>表示二进制模式的长度</a:t>
            </a:r>
            <a:endParaRPr lang="en-US" altLang="zh-CN" sz="3200" b="1" baseline="0">
              <a:latin typeface="Arial" panose="020B0604020202020204" pitchFamily="34" charset="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b="1" baseline="0">
                <a:latin typeface="Arial" panose="020B0604020202020204" pitchFamily="34" charset="0"/>
                <a:ea typeface="宋体" panose="02010600030101010101" pitchFamily="2" charset="-122"/>
              </a:rPr>
              <a:t>B</a:t>
            </a:r>
            <a:r>
              <a:rPr lang="zh-CN" altLang="en-US" sz="3200" b="1" baseline="0">
                <a:latin typeface="Arial" panose="020B0604020202020204" pitchFamily="34" charset="0"/>
                <a:ea typeface="宋体" panose="02010600030101010101" pitchFamily="2" charset="-122"/>
              </a:rPr>
              <a:t>表示二进制数据</a:t>
            </a:r>
            <a:endParaRPr lang="en-US" altLang="zh-CN" sz="3200" b="1" baseline="0">
              <a:latin typeface="Arial" panose="020B0604020202020204" pitchFamily="34" charset="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b="1" i="1" baseline="0">
                <a:latin typeface="Arial" panose="020B0604020202020204" pitchFamily="34" charset="0"/>
                <a:ea typeface="宋体" panose="02010600030101010101" pitchFamily="2" charset="-122"/>
              </a:rPr>
              <a:t>n</a:t>
            </a:r>
            <a:r>
              <a:rPr lang="zh-CN" altLang="en-US" sz="3200" b="1" baseline="0">
                <a:latin typeface="Arial" panose="020B0604020202020204" pitchFamily="34" charset="0"/>
                <a:ea typeface="宋体" panose="02010600030101010101" pitchFamily="2" charset="-122"/>
              </a:rPr>
              <a:t>是信号模式的长度</a:t>
            </a:r>
            <a:endParaRPr lang="en-US" altLang="zh-CN" sz="3200" b="1" baseline="0">
              <a:latin typeface="Arial" panose="020B0604020202020204" pitchFamily="34" charset="0"/>
              <a:ea typeface="宋体" panose="02010600030101010101" pitchFamily="2" charset="-122"/>
            </a:endParaRPr>
          </a:p>
          <a:p>
            <a:pPr>
              <a:spcBef>
                <a:spcPct val="20000"/>
              </a:spcBef>
              <a:buClr>
                <a:schemeClr val="folHlink"/>
              </a:buClr>
              <a:buSzPct val="60000"/>
              <a:buFont typeface="Wingdings" panose="05000000000000000000" pitchFamily="2" charset="2"/>
              <a:buChar char="n"/>
            </a:pPr>
            <a:r>
              <a:rPr lang="en-US" altLang="zh-CN" sz="3200" b="1" baseline="0">
                <a:latin typeface="Arial" panose="020B0604020202020204" pitchFamily="34" charset="0"/>
                <a:ea typeface="宋体" panose="02010600030101010101" pitchFamily="2" charset="-122"/>
              </a:rPr>
              <a:t>L</a:t>
            </a:r>
            <a:r>
              <a:rPr lang="zh-CN" altLang="en-US" sz="3200" b="1" baseline="0">
                <a:latin typeface="Arial" panose="020B0604020202020204" pitchFamily="34" charset="0"/>
                <a:ea typeface="宋体" panose="02010600030101010101" pitchFamily="2" charset="-122"/>
              </a:rPr>
              <a:t>是信号的电平数，若</a:t>
            </a:r>
            <a:r>
              <a:rPr lang="en-US" altLang="zh-CN" sz="3200" b="1" baseline="0">
                <a:latin typeface="Arial" panose="020B0604020202020204" pitchFamily="34" charset="0"/>
                <a:ea typeface="宋体" panose="02010600030101010101" pitchFamily="2" charset="-122"/>
              </a:rPr>
              <a:t>L=2</a:t>
            </a:r>
            <a:r>
              <a:rPr lang="zh-CN" altLang="en-US" sz="3200" b="1" baseline="0">
                <a:latin typeface="Arial" panose="020B0604020202020204" pitchFamily="34" charset="0"/>
                <a:ea typeface="宋体" panose="02010600030101010101" pitchFamily="2" charset="-122"/>
              </a:rPr>
              <a:t>，用</a:t>
            </a:r>
            <a:r>
              <a:rPr lang="en-US" altLang="zh-CN" sz="3200" b="1" baseline="0">
                <a:latin typeface="Arial" panose="020B0604020202020204" pitchFamily="34" charset="0"/>
                <a:ea typeface="宋体" panose="02010600030101010101" pitchFamily="2" charset="-122"/>
              </a:rPr>
              <a:t>B</a:t>
            </a:r>
            <a:r>
              <a:rPr lang="zh-CN" altLang="en-US" sz="3200" b="1" baseline="0">
                <a:latin typeface="Arial" panose="020B0604020202020204" pitchFamily="34" charset="0"/>
                <a:ea typeface="宋体" panose="02010600030101010101" pitchFamily="2" charset="-122"/>
              </a:rPr>
              <a:t>替换；若</a:t>
            </a:r>
            <a:r>
              <a:rPr lang="en-US" altLang="zh-CN" sz="3200" b="1" baseline="0">
                <a:latin typeface="Arial" panose="020B0604020202020204" pitchFamily="34" charset="0"/>
                <a:ea typeface="宋体" panose="02010600030101010101" pitchFamily="2" charset="-122"/>
              </a:rPr>
              <a:t>L=3</a:t>
            </a:r>
            <a:r>
              <a:rPr lang="zh-CN" altLang="en-US" sz="3200" b="1" baseline="0">
                <a:latin typeface="Arial" panose="020B0604020202020204" pitchFamily="34" charset="0"/>
                <a:ea typeface="宋体" panose="02010600030101010101" pitchFamily="2" charset="-122"/>
              </a:rPr>
              <a:t>，则用</a:t>
            </a:r>
            <a:r>
              <a:rPr lang="en-US" altLang="zh-CN" sz="3200" b="1" baseline="0">
                <a:latin typeface="Arial" panose="020B0604020202020204" pitchFamily="34" charset="0"/>
                <a:ea typeface="宋体" panose="02010600030101010101" pitchFamily="2" charset="-122"/>
              </a:rPr>
              <a:t>T</a:t>
            </a:r>
            <a:r>
              <a:rPr lang="zh-CN" altLang="en-US" sz="3200" b="1" baseline="0">
                <a:latin typeface="Arial" panose="020B0604020202020204" pitchFamily="34" charset="0"/>
                <a:ea typeface="宋体" panose="02010600030101010101" pitchFamily="2" charset="-122"/>
              </a:rPr>
              <a:t>替换；若</a:t>
            </a:r>
            <a:r>
              <a:rPr lang="en-US" altLang="zh-CN" sz="3200" b="1" baseline="0">
                <a:latin typeface="Arial" panose="020B0604020202020204" pitchFamily="34" charset="0"/>
                <a:ea typeface="宋体" panose="02010600030101010101" pitchFamily="2" charset="-122"/>
              </a:rPr>
              <a:t>L=4</a:t>
            </a:r>
            <a:r>
              <a:rPr lang="zh-CN" altLang="en-US" sz="3200" b="1" baseline="0">
                <a:latin typeface="Arial" panose="020B0604020202020204" pitchFamily="34" charset="0"/>
                <a:ea typeface="宋体" panose="02010600030101010101" pitchFamily="2" charset="-122"/>
              </a:rPr>
              <a:t>，则用</a:t>
            </a:r>
            <a:r>
              <a:rPr lang="en-US" altLang="zh-CN" sz="3200" b="1" baseline="0">
                <a:latin typeface="Arial" panose="020B0604020202020204" pitchFamily="34" charset="0"/>
                <a:ea typeface="宋体" panose="02010600030101010101" pitchFamily="2" charset="-122"/>
              </a:rPr>
              <a:t>Q</a:t>
            </a:r>
            <a:r>
              <a:rPr lang="zh-CN" altLang="en-US" sz="3200" b="1" baseline="0">
                <a:latin typeface="Arial" panose="020B0604020202020204" pitchFamily="34" charset="0"/>
                <a:ea typeface="宋体" panose="02010600030101010101" pitchFamily="2" charset="-122"/>
              </a:rPr>
              <a:t>替换</a:t>
            </a:r>
            <a:endParaRPr lang="zh-CN" altLang="en-US" sz="3200">
              <a:latin typeface="Tahoma" panose="020B0604030504040204" pitchFamily="34"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1">
            <a:extLst>
              <a:ext uri="{FF2B5EF4-FFF2-40B4-BE49-F238E27FC236}">
                <a16:creationId xmlns:a16="http://schemas.microsoft.com/office/drawing/2014/main" id="{11A703DD-79A4-CAF0-9DAA-754533F6F2B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4EAD081-E3F0-4BF8-B2BB-E70D878CB762}" type="slidenum">
              <a:rPr lang="en-US" altLang="zh-CN" baseline="0">
                <a:solidFill>
                  <a:schemeClr val="bg2"/>
                </a:solidFill>
                <a:latin typeface="Arial" panose="020B0604020202020204" pitchFamily="34" charset="0"/>
              </a:rPr>
              <a:pPr/>
              <a:t>30</a:t>
            </a:fld>
            <a:endParaRPr lang="en-US" altLang="zh-CN" baseline="0">
              <a:solidFill>
                <a:schemeClr val="bg2"/>
              </a:solidFill>
              <a:latin typeface="Arial" panose="020B0604020202020204" pitchFamily="34" charset="0"/>
            </a:endParaRPr>
          </a:p>
        </p:txBody>
      </p:sp>
      <p:sp>
        <p:nvSpPr>
          <p:cNvPr id="55299" name="Line 2">
            <a:extLst>
              <a:ext uri="{FF2B5EF4-FFF2-40B4-BE49-F238E27FC236}">
                <a16:creationId xmlns:a16="http://schemas.microsoft.com/office/drawing/2014/main" id="{1BCDA9D7-06CA-1DA6-654A-CE6E9AD516E6}"/>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 name="Line 3">
            <a:extLst>
              <a:ext uri="{FF2B5EF4-FFF2-40B4-BE49-F238E27FC236}">
                <a16:creationId xmlns:a16="http://schemas.microsoft.com/office/drawing/2014/main" id="{101A0BFA-B969-5342-63C5-41FC128FE47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 name="Text Box 4">
            <a:extLst>
              <a:ext uri="{FF2B5EF4-FFF2-40B4-BE49-F238E27FC236}">
                <a16:creationId xmlns:a16="http://schemas.microsoft.com/office/drawing/2014/main" id="{7C90CB38-356F-EAF1-ECED-53AD3CF02E87}"/>
              </a:ext>
            </a:extLst>
          </p:cNvPr>
          <p:cNvSpPr txBox="1">
            <a:spLocks noChangeArrowheads="1"/>
          </p:cNvSpPr>
          <p:nvPr/>
        </p:nvSpPr>
        <p:spPr bwMode="auto">
          <a:xfrm>
            <a:off x="304800" y="381000"/>
            <a:ext cx="4456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4.10  </a:t>
            </a:r>
            <a:r>
              <a:rPr lang="en-US" altLang="zh-CN" b="1" i="1" baseline="0">
                <a:ea typeface="宋体" panose="02010600030101010101" pitchFamily="2" charset="-122"/>
              </a:rPr>
              <a:t>Multilevel: 2B1Q scheme</a:t>
            </a:r>
          </a:p>
        </p:txBody>
      </p:sp>
      <p:sp>
        <p:nvSpPr>
          <p:cNvPr id="55302" name="Line 5">
            <a:extLst>
              <a:ext uri="{FF2B5EF4-FFF2-40B4-BE49-F238E27FC236}">
                <a16:creationId xmlns:a16="http://schemas.microsoft.com/office/drawing/2014/main" id="{76050E0D-50C4-39F8-F353-060EDE34612E}"/>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5303" name="Picture 6">
            <a:extLst>
              <a:ext uri="{FF2B5EF4-FFF2-40B4-BE49-F238E27FC236}">
                <a16:creationId xmlns:a16="http://schemas.microsoft.com/office/drawing/2014/main" id="{432D5BD4-E776-FECF-316A-4FDAFFA05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13" y="990600"/>
            <a:ext cx="7659687" cy="525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AE2CE76A-86BE-39C1-B9B3-3C7BAB44121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0DCC038C-233B-4951-9616-10AA6B5FDE66}" type="slidenum">
              <a:rPr lang="en-US" altLang="zh-CN" baseline="0">
                <a:solidFill>
                  <a:schemeClr val="bg2"/>
                </a:solidFill>
                <a:latin typeface="Arial" panose="020B0604020202020204" pitchFamily="34" charset="0"/>
              </a:rPr>
              <a:pPr/>
              <a:t>31</a:t>
            </a:fld>
            <a:endParaRPr lang="en-US" altLang="zh-CN" baseline="0">
              <a:solidFill>
                <a:schemeClr val="bg2"/>
              </a:solidFill>
              <a:latin typeface="Arial" panose="020B0604020202020204" pitchFamily="34" charset="0"/>
            </a:endParaRPr>
          </a:p>
        </p:txBody>
      </p:sp>
      <p:sp>
        <p:nvSpPr>
          <p:cNvPr id="57347" name="Line 2">
            <a:extLst>
              <a:ext uri="{FF2B5EF4-FFF2-40B4-BE49-F238E27FC236}">
                <a16:creationId xmlns:a16="http://schemas.microsoft.com/office/drawing/2014/main" id="{0A8E6B07-8252-A4B8-136A-DE839DFCEB67}"/>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8" name="Line 3">
            <a:extLst>
              <a:ext uri="{FF2B5EF4-FFF2-40B4-BE49-F238E27FC236}">
                <a16:creationId xmlns:a16="http://schemas.microsoft.com/office/drawing/2014/main" id="{4219D0CB-A70E-16B8-EEB2-DA118F9FBC60}"/>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9" name="Text Box 4">
            <a:extLst>
              <a:ext uri="{FF2B5EF4-FFF2-40B4-BE49-F238E27FC236}">
                <a16:creationId xmlns:a16="http://schemas.microsoft.com/office/drawing/2014/main" id="{0E1466F5-197E-A460-3182-CCFA2F78F876}"/>
              </a:ext>
            </a:extLst>
          </p:cNvPr>
          <p:cNvSpPr txBox="1">
            <a:spLocks noChangeArrowheads="1"/>
          </p:cNvSpPr>
          <p:nvPr/>
        </p:nvSpPr>
        <p:spPr bwMode="auto">
          <a:xfrm>
            <a:off x="304800" y="762000"/>
            <a:ext cx="4427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4.11  </a:t>
            </a:r>
            <a:r>
              <a:rPr lang="en-US" altLang="zh-CN" b="1" i="1" baseline="0">
                <a:ea typeface="宋体" panose="02010600030101010101" pitchFamily="2" charset="-122"/>
              </a:rPr>
              <a:t>Multilevel: 8B6T scheme</a:t>
            </a:r>
          </a:p>
        </p:txBody>
      </p:sp>
      <p:sp>
        <p:nvSpPr>
          <p:cNvPr id="57350" name="Line 5">
            <a:extLst>
              <a:ext uri="{FF2B5EF4-FFF2-40B4-BE49-F238E27FC236}">
                <a16:creationId xmlns:a16="http://schemas.microsoft.com/office/drawing/2014/main" id="{A94FF77D-C90A-6972-3C10-89DF8BD5027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7351" name="Picture 6">
            <a:extLst>
              <a:ext uri="{FF2B5EF4-FFF2-40B4-BE49-F238E27FC236}">
                <a16:creationId xmlns:a16="http://schemas.microsoft.com/office/drawing/2014/main" id="{3030E717-09C5-70B0-D80D-FEC5DB93D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50" y="2209800"/>
            <a:ext cx="892175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7352" name="对象 1">
            <a:extLst>
              <a:ext uri="{FF2B5EF4-FFF2-40B4-BE49-F238E27FC236}">
                <a16:creationId xmlns:a16="http://schemas.microsoft.com/office/drawing/2014/main" id="{DF14A348-0C4C-3A81-7548-B1B7D7064F0F}"/>
              </a:ext>
            </a:extLst>
          </p:cNvPr>
          <p:cNvGraphicFramePr>
            <a:graphicFrameLocks noChangeAspect="1"/>
          </p:cNvGraphicFramePr>
          <p:nvPr/>
        </p:nvGraphicFramePr>
        <p:xfrm>
          <a:off x="673100" y="4953000"/>
          <a:ext cx="2300288" cy="914400"/>
        </p:xfrm>
        <a:graphic>
          <a:graphicData uri="http://schemas.openxmlformats.org/presentationml/2006/ole">
            <mc:AlternateContent xmlns:mc="http://schemas.openxmlformats.org/markup-compatibility/2006">
              <mc:Choice xmlns:v="urn:schemas-microsoft-com:vml" Requires="v">
                <p:oleObj name="Equation" r:id="rId4" imgW="990170" imgH="393529" progId="Equation.DSMT4">
                  <p:embed/>
                </p:oleObj>
              </mc:Choice>
              <mc:Fallback>
                <p:oleObj name="Equation" r:id="rId4" imgW="990170" imgH="393529"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100" y="4953000"/>
                        <a:ext cx="23002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7353" name="TextBox 2">
            <a:extLst>
              <a:ext uri="{FF2B5EF4-FFF2-40B4-BE49-F238E27FC236}">
                <a16:creationId xmlns:a16="http://schemas.microsoft.com/office/drawing/2014/main" id="{5AC9BB61-BD42-A890-CB4D-E20CE18CB2A6}"/>
              </a:ext>
            </a:extLst>
          </p:cNvPr>
          <p:cNvSpPr txBox="1">
            <a:spLocks noChangeArrowheads="1"/>
          </p:cNvSpPr>
          <p:nvPr/>
        </p:nvSpPr>
        <p:spPr bwMode="auto">
          <a:xfrm>
            <a:off x="360363" y="4267200"/>
            <a:ext cx="2925762"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3200" b="1">
                <a:ea typeface="宋体" panose="02010600030101010101" pitchFamily="2" charset="-122"/>
              </a:rPr>
              <a:t>平均信号速度理论值：</a:t>
            </a:r>
          </a:p>
        </p:txBody>
      </p:sp>
      <p:sp>
        <p:nvSpPr>
          <p:cNvPr id="57354" name="TextBox 9">
            <a:extLst>
              <a:ext uri="{FF2B5EF4-FFF2-40B4-BE49-F238E27FC236}">
                <a16:creationId xmlns:a16="http://schemas.microsoft.com/office/drawing/2014/main" id="{279AB4FA-3E8D-2476-546D-32B7ED2B9B4D}"/>
              </a:ext>
            </a:extLst>
          </p:cNvPr>
          <p:cNvSpPr txBox="1">
            <a:spLocks noChangeArrowheads="1"/>
          </p:cNvSpPr>
          <p:nvPr/>
        </p:nvSpPr>
        <p:spPr bwMode="auto">
          <a:xfrm>
            <a:off x="4114800" y="4303713"/>
            <a:ext cx="21034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3200" b="1">
                <a:ea typeface="宋体" panose="02010600030101010101" pitchFamily="2" charset="-122"/>
              </a:rPr>
              <a:t>最小带宽接近：</a:t>
            </a:r>
          </a:p>
        </p:txBody>
      </p:sp>
      <p:graphicFrame>
        <p:nvGraphicFramePr>
          <p:cNvPr id="57355" name="对象 3">
            <a:extLst>
              <a:ext uri="{FF2B5EF4-FFF2-40B4-BE49-F238E27FC236}">
                <a16:creationId xmlns:a16="http://schemas.microsoft.com/office/drawing/2014/main" id="{9C1261BA-86C3-9A91-88B6-4C4256F2CA3A}"/>
              </a:ext>
            </a:extLst>
          </p:cNvPr>
          <p:cNvGraphicFramePr>
            <a:graphicFrameLocks noChangeAspect="1"/>
          </p:cNvGraphicFramePr>
          <p:nvPr/>
        </p:nvGraphicFramePr>
        <p:xfrm>
          <a:off x="4805363" y="5224463"/>
          <a:ext cx="973137" cy="447675"/>
        </p:xfrm>
        <a:graphic>
          <a:graphicData uri="http://schemas.openxmlformats.org/presentationml/2006/ole">
            <mc:AlternateContent xmlns:mc="http://schemas.openxmlformats.org/markup-compatibility/2006">
              <mc:Choice xmlns:v="urn:schemas-microsoft-com:vml" Requires="v">
                <p:oleObj name="Equation" r:id="rId6" imgW="418918" imgH="177723" progId="Equation.DSMT4">
                  <p:embed/>
                </p:oleObj>
              </mc:Choice>
              <mc:Fallback>
                <p:oleObj name="Equation" r:id="rId6" imgW="418918" imgH="177723" progId="Equation.DSMT4">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5363" y="5224463"/>
                        <a:ext cx="97313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E4EFA9A2-0ECD-48E6-9BDC-712D15E8A31E}"/>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4D-PAM5</a:t>
            </a:r>
            <a:endParaRPr lang="zh-CN" altLang="en-US">
              <a:ea typeface="宋体" panose="02010600030101010101" pitchFamily="2" charset="-122"/>
            </a:endParaRPr>
          </a:p>
        </p:txBody>
      </p:sp>
      <p:sp>
        <p:nvSpPr>
          <p:cNvPr id="59395" name="内容占位符 2">
            <a:extLst>
              <a:ext uri="{FF2B5EF4-FFF2-40B4-BE49-F238E27FC236}">
                <a16:creationId xmlns:a16="http://schemas.microsoft.com/office/drawing/2014/main" id="{4623D7AE-C213-5A89-70B9-B4264B1FDFAF}"/>
              </a:ext>
            </a:extLst>
          </p:cNvPr>
          <p:cNvSpPr>
            <a:spLocks noGrp="1"/>
          </p:cNvSpPr>
          <p:nvPr>
            <p:ph idx="1"/>
          </p:nvPr>
        </p:nvSpPr>
        <p:spPr bwMode="auto">
          <a:xfrm>
            <a:off x="457200" y="1219200"/>
            <a:ext cx="82296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4</a:t>
            </a:r>
            <a:r>
              <a:rPr lang="zh-CN" altLang="en-US">
                <a:ea typeface="宋体" panose="02010600030101010101" pitchFamily="2" charset="-122"/>
              </a:rPr>
              <a:t>维</a:t>
            </a:r>
            <a:r>
              <a:rPr lang="en-US" altLang="zh-CN">
                <a:ea typeface="宋体" panose="02010600030101010101" pitchFamily="2" charset="-122"/>
              </a:rPr>
              <a:t>5</a:t>
            </a:r>
            <a:r>
              <a:rPr lang="zh-CN" altLang="en-US">
                <a:ea typeface="宋体" panose="02010600030101010101" pitchFamily="2" charset="-122"/>
              </a:rPr>
              <a:t>级脉冲振幅调制</a:t>
            </a:r>
            <a:r>
              <a:rPr lang="en-US" altLang="zh-CN">
                <a:ea typeface="宋体" panose="02010600030101010101" pitchFamily="2" charset="-122"/>
              </a:rPr>
              <a:t>(four dimensional five-level pulse amplitude )</a:t>
            </a:r>
          </a:p>
          <a:p>
            <a:r>
              <a:rPr lang="en-US" altLang="zh-CN">
                <a:ea typeface="宋体" panose="02010600030101010101" pitchFamily="2" charset="-122"/>
              </a:rPr>
              <a:t>4D: </a:t>
            </a:r>
            <a:r>
              <a:rPr lang="zh-CN" altLang="en-US">
                <a:ea typeface="宋体" panose="02010600030101010101" pitchFamily="2" charset="-122"/>
              </a:rPr>
              <a:t>数据同时通过</a:t>
            </a:r>
            <a:r>
              <a:rPr lang="en-US" altLang="zh-CN">
                <a:ea typeface="宋体" panose="02010600030101010101" pitchFamily="2" charset="-122"/>
              </a:rPr>
              <a:t>4</a:t>
            </a:r>
            <a:r>
              <a:rPr lang="zh-CN" altLang="en-US">
                <a:ea typeface="宋体" panose="02010600030101010101" pitchFamily="2" charset="-122"/>
              </a:rPr>
              <a:t>条线路发送</a:t>
            </a:r>
            <a:endParaRPr lang="en-US" altLang="zh-CN">
              <a:ea typeface="宋体" panose="02010600030101010101" pitchFamily="2" charset="-122"/>
            </a:endParaRPr>
          </a:p>
          <a:p>
            <a:r>
              <a:rPr lang="en-US" altLang="zh-CN">
                <a:ea typeface="宋体" panose="02010600030101010101" pitchFamily="2" charset="-122"/>
              </a:rPr>
              <a:t>5</a:t>
            </a:r>
            <a:r>
              <a:rPr lang="zh-CN" altLang="en-US">
                <a:ea typeface="宋体" panose="02010600030101010101" pitchFamily="2" charset="-122"/>
              </a:rPr>
              <a:t>个电平：</a:t>
            </a:r>
            <a:r>
              <a:rPr lang="en-US" altLang="zh-CN">
                <a:ea typeface="宋体" panose="02010600030101010101" pitchFamily="2" charset="-122"/>
              </a:rPr>
              <a:t>-2</a:t>
            </a:r>
            <a:r>
              <a:rPr lang="zh-CN" altLang="en-US">
                <a:ea typeface="宋体" panose="02010600030101010101" pitchFamily="2" charset="-122"/>
              </a:rPr>
              <a:t>，</a:t>
            </a:r>
            <a:r>
              <a:rPr lang="en-US" altLang="zh-CN">
                <a:ea typeface="宋体" panose="02010600030101010101" pitchFamily="2" charset="-122"/>
              </a:rPr>
              <a:t>-1, 0, 1, 2</a:t>
            </a:r>
          </a:p>
          <a:p>
            <a:r>
              <a:rPr lang="en-US" altLang="zh-CN">
                <a:ea typeface="宋体" panose="02010600030101010101" pitchFamily="2" charset="-122"/>
              </a:rPr>
              <a:t>0</a:t>
            </a:r>
            <a:r>
              <a:rPr lang="zh-CN" altLang="en-US">
                <a:ea typeface="宋体" panose="02010600030101010101" pitchFamily="2" charset="-122"/>
              </a:rPr>
              <a:t>只用于发送差错检测</a:t>
            </a:r>
            <a:endParaRPr lang="en-US" altLang="zh-CN">
              <a:ea typeface="宋体" panose="02010600030101010101" pitchFamily="2" charset="-122"/>
            </a:endParaRPr>
          </a:p>
          <a:p>
            <a:r>
              <a:rPr lang="zh-CN" altLang="en-US">
                <a:ea typeface="宋体" panose="02010600030101010101" pitchFamily="2" charset="-122"/>
              </a:rPr>
              <a:t>若编码是一维的，</a:t>
            </a:r>
            <a:r>
              <a:rPr lang="en-US" altLang="zh-CN">
                <a:ea typeface="宋体" panose="02010600030101010101" pitchFamily="2" charset="-122"/>
              </a:rPr>
              <a:t>4</a:t>
            </a:r>
            <a:r>
              <a:rPr lang="zh-CN" altLang="en-US">
                <a:ea typeface="宋体" panose="02010600030101010101" pitchFamily="2" charset="-122"/>
              </a:rPr>
              <a:t>个电平产生类似于</a:t>
            </a:r>
            <a:r>
              <a:rPr lang="en-US" altLang="zh-CN">
                <a:ea typeface="宋体" panose="02010600030101010101" pitchFamily="2" charset="-122"/>
              </a:rPr>
              <a:t>8B4Q</a:t>
            </a:r>
          </a:p>
          <a:p>
            <a:r>
              <a:rPr lang="zh-CN" altLang="en-US">
                <a:ea typeface="宋体" panose="02010600030101010101" pitchFamily="2" charset="-122"/>
              </a:rPr>
              <a:t>信号速率可以降低到</a:t>
            </a:r>
            <a:r>
              <a:rPr lang="en-US" altLang="zh-CN">
                <a:ea typeface="宋体" panose="02010600030101010101" pitchFamily="2" charset="-122"/>
              </a:rPr>
              <a:t>N/8</a:t>
            </a:r>
          </a:p>
          <a:p>
            <a:r>
              <a:rPr lang="en-US" altLang="zh-CN">
                <a:ea typeface="宋体" panose="02010600030101010101" pitchFamily="2" charset="-122"/>
              </a:rPr>
              <a:t>G</a:t>
            </a:r>
            <a:r>
              <a:rPr lang="zh-CN" altLang="en-US">
                <a:ea typeface="宋体" panose="02010600030101010101" pitchFamily="2" charset="-122"/>
              </a:rPr>
              <a:t>比特</a:t>
            </a:r>
            <a:r>
              <a:rPr lang="en-US" altLang="zh-CN">
                <a:ea typeface="宋体" panose="02010600030101010101" pitchFamily="2" charset="-122"/>
              </a:rPr>
              <a:t>LAN</a:t>
            </a:r>
            <a:r>
              <a:rPr lang="zh-CN" altLang="en-US">
                <a:ea typeface="宋体" panose="02010600030101010101" pitchFamily="2" charset="-122"/>
              </a:rPr>
              <a:t>使用这个技术来通过</a:t>
            </a:r>
            <a:r>
              <a:rPr lang="en-US" altLang="zh-CN">
                <a:ea typeface="宋体" panose="02010600030101010101" pitchFamily="2" charset="-122"/>
              </a:rPr>
              <a:t>4</a:t>
            </a:r>
            <a:r>
              <a:rPr lang="zh-CN" altLang="en-US">
                <a:ea typeface="宋体" panose="02010600030101010101" pitchFamily="2" charset="-122"/>
              </a:rPr>
              <a:t>条铜线（能处理</a:t>
            </a:r>
            <a:r>
              <a:rPr lang="en-US" altLang="zh-CN">
                <a:ea typeface="宋体" panose="02010600030101010101" pitchFamily="2" charset="-122"/>
              </a:rPr>
              <a:t>125MBd</a:t>
            </a:r>
            <a:r>
              <a:rPr lang="zh-CN" altLang="en-US">
                <a:ea typeface="宋体" panose="02010600030101010101" pitchFamily="2" charset="-122"/>
              </a:rPr>
              <a:t>）发送</a:t>
            </a:r>
            <a:r>
              <a:rPr lang="en-US" altLang="zh-CN">
                <a:ea typeface="宋体" panose="02010600030101010101" pitchFamily="2" charset="-122"/>
              </a:rPr>
              <a:t>1Gbps</a:t>
            </a:r>
            <a:r>
              <a:rPr lang="zh-CN" altLang="en-US">
                <a:ea typeface="宋体" panose="02010600030101010101" pitchFamily="2" charset="-122"/>
              </a:rPr>
              <a:t>的数据。</a:t>
            </a:r>
          </a:p>
        </p:txBody>
      </p:sp>
      <p:sp>
        <p:nvSpPr>
          <p:cNvPr id="59396" name="灯片编号占位符 3">
            <a:extLst>
              <a:ext uri="{FF2B5EF4-FFF2-40B4-BE49-F238E27FC236}">
                <a16:creationId xmlns:a16="http://schemas.microsoft.com/office/drawing/2014/main" id="{3380FA2C-0DB1-5FBA-B15E-5F11155DD11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1B13889C-69D6-4B00-BE93-B36F17556951}" type="slidenum">
              <a:rPr lang="en-US" altLang="zh-CN" baseline="0">
                <a:solidFill>
                  <a:schemeClr val="bg2"/>
                </a:solidFill>
                <a:latin typeface="Arial" panose="020B0604020202020204" pitchFamily="34" charset="0"/>
              </a:rPr>
              <a:pPr/>
              <a:t>32</a:t>
            </a:fld>
            <a:endParaRPr lang="en-US" altLang="zh-CN" baseline="0">
              <a:solidFill>
                <a:schemeClr val="bg2"/>
              </a:solidFill>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1">
            <a:extLst>
              <a:ext uri="{FF2B5EF4-FFF2-40B4-BE49-F238E27FC236}">
                <a16:creationId xmlns:a16="http://schemas.microsoft.com/office/drawing/2014/main" id="{7CA0A13F-BAB0-78A4-80CC-44BA77C2F48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967C07C-E51C-4D0F-8622-0D270F5623BA}" type="slidenum">
              <a:rPr lang="en-US" altLang="zh-CN" baseline="0">
                <a:solidFill>
                  <a:schemeClr val="bg2"/>
                </a:solidFill>
                <a:latin typeface="Arial" panose="020B0604020202020204" pitchFamily="34" charset="0"/>
              </a:rPr>
              <a:pPr/>
              <a:t>33</a:t>
            </a:fld>
            <a:endParaRPr lang="en-US" altLang="zh-CN" baseline="0">
              <a:solidFill>
                <a:schemeClr val="bg2"/>
              </a:solidFill>
              <a:latin typeface="Arial" panose="020B0604020202020204" pitchFamily="34" charset="0"/>
            </a:endParaRPr>
          </a:p>
        </p:txBody>
      </p:sp>
      <p:sp>
        <p:nvSpPr>
          <p:cNvPr id="60419" name="Line 2">
            <a:extLst>
              <a:ext uri="{FF2B5EF4-FFF2-40B4-BE49-F238E27FC236}">
                <a16:creationId xmlns:a16="http://schemas.microsoft.com/office/drawing/2014/main" id="{24FC26D8-23A5-4DBD-A862-AEB67DB1FB57}"/>
              </a:ext>
            </a:extLst>
          </p:cNvPr>
          <p:cNvSpPr>
            <a:spLocks noChangeShapeType="1"/>
          </p:cNvSpPr>
          <p:nvPr/>
        </p:nvSpPr>
        <p:spPr bwMode="auto">
          <a:xfrm>
            <a:off x="152400" y="228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0" name="Line 3">
            <a:extLst>
              <a:ext uri="{FF2B5EF4-FFF2-40B4-BE49-F238E27FC236}">
                <a16:creationId xmlns:a16="http://schemas.microsoft.com/office/drawing/2014/main" id="{0DDF8D97-B3E5-CAFA-0B54-9685175014FA}"/>
              </a:ext>
            </a:extLst>
          </p:cNvPr>
          <p:cNvSpPr>
            <a:spLocks noChangeShapeType="1"/>
          </p:cNvSpPr>
          <p:nvPr/>
        </p:nvSpPr>
        <p:spPr bwMode="auto">
          <a:xfrm>
            <a:off x="152400" y="10668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1" name="Text Box 4">
            <a:extLst>
              <a:ext uri="{FF2B5EF4-FFF2-40B4-BE49-F238E27FC236}">
                <a16:creationId xmlns:a16="http://schemas.microsoft.com/office/drawing/2014/main" id="{204F66C2-CF2B-F500-67B8-EB1E42760ECE}"/>
              </a:ext>
            </a:extLst>
          </p:cNvPr>
          <p:cNvSpPr txBox="1">
            <a:spLocks noChangeArrowheads="1"/>
          </p:cNvSpPr>
          <p:nvPr/>
        </p:nvSpPr>
        <p:spPr bwMode="auto">
          <a:xfrm>
            <a:off x="304800" y="457200"/>
            <a:ext cx="4921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4.12  </a:t>
            </a:r>
            <a:r>
              <a:rPr lang="en-US" altLang="zh-CN" b="1" i="1" baseline="0">
                <a:ea typeface="宋体" panose="02010600030101010101" pitchFamily="2" charset="-122"/>
              </a:rPr>
              <a:t>Multilevel: 4D-PAM5 scheme</a:t>
            </a:r>
          </a:p>
        </p:txBody>
      </p:sp>
      <p:sp>
        <p:nvSpPr>
          <p:cNvPr id="60422" name="Line 5">
            <a:extLst>
              <a:ext uri="{FF2B5EF4-FFF2-40B4-BE49-F238E27FC236}">
                <a16:creationId xmlns:a16="http://schemas.microsoft.com/office/drawing/2014/main" id="{1ED594D6-7B31-D9EF-FD1D-972215C2781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0423" name="Picture 7">
            <a:extLst>
              <a:ext uri="{FF2B5EF4-FFF2-40B4-BE49-F238E27FC236}">
                <a16:creationId xmlns:a16="http://schemas.microsoft.com/office/drawing/2014/main" id="{827113AD-7872-3E82-9DD8-161C448488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39900"/>
            <a:ext cx="8802688"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B9E609EB-452E-56EF-1809-E49B92B27BD7}"/>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多线路传输</a:t>
            </a:r>
            <a:r>
              <a:rPr lang="en-US" altLang="zh-CN">
                <a:ea typeface="宋体" panose="02010600030101010101" pitchFamily="2" charset="-122"/>
              </a:rPr>
              <a:t>MLT-3</a:t>
            </a:r>
            <a:endParaRPr lang="zh-CN" altLang="en-US">
              <a:ea typeface="宋体" panose="02010600030101010101" pitchFamily="2" charset="-122"/>
            </a:endParaRPr>
          </a:p>
        </p:txBody>
      </p:sp>
      <p:sp>
        <p:nvSpPr>
          <p:cNvPr id="62467" name="内容占位符 2">
            <a:extLst>
              <a:ext uri="{FF2B5EF4-FFF2-40B4-BE49-F238E27FC236}">
                <a16:creationId xmlns:a16="http://schemas.microsoft.com/office/drawing/2014/main" id="{0D23D729-28F6-8A49-76AF-1F354431BBAE}"/>
              </a:ext>
            </a:extLst>
          </p:cNvPr>
          <p:cNvSpPr>
            <a:spLocks noGrp="1"/>
          </p:cNvSpPr>
          <p:nvPr>
            <p:ph idx="1"/>
          </p:nvPr>
        </p:nvSpPr>
        <p:spPr bwMode="auto">
          <a:xfrm>
            <a:off x="457200" y="1066800"/>
            <a:ext cx="82296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三电平多线路传输</a:t>
            </a:r>
            <a:endParaRPr lang="en-US" altLang="zh-CN">
              <a:ea typeface="宋体" panose="02010600030101010101" pitchFamily="2" charset="-122"/>
            </a:endParaRPr>
          </a:p>
          <a:p>
            <a:r>
              <a:rPr lang="zh-CN" altLang="en-US">
                <a:ea typeface="宋体" panose="02010600030101010101" pitchFamily="2" charset="-122"/>
              </a:rPr>
              <a:t>信号电平多于两个情况下，一种多于两个跳变规则的差分编码</a:t>
            </a:r>
            <a:endParaRPr lang="en-US" altLang="zh-CN">
              <a:ea typeface="宋体" panose="02010600030101010101" pitchFamily="2" charset="-122"/>
            </a:endParaRPr>
          </a:p>
          <a:p>
            <a:r>
              <a:rPr lang="zh-CN" altLang="en-US">
                <a:ea typeface="宋体" panose="02010600030101010101" pitchFamily="2" charset="-122"/>
              </a:rPr>
              <a:t>三种电平是：</a:t>
            </a:r>
            <a:r>
              <a:rPr lang="en-US" altLang="zh-CN">
                <a:ea typeface="宋体" panose="02010600030101010101" pitchFamily="2" charset="-122"/>
              </a:rPr>
              <a:t>+V,0,-V</a:t>
            </a:r>
          </a:p>
          <a:p>
            <a:r>
              <a:rPr lang="zh-CN" altLang="en-US">
                <a:ea typeface="宋体" panose="02010600030101010101" pitchFamily="2" charset="-122"/>
              </a:rPr>
              <a:t>规则：</a:t>
            </a:r>
            <a:endParaRPr lang="en-US" altLang="zh-CN">
              <a:ea typeface="宋体" panose="02010600030101010101" pitchFamily="2" charset="-122"/>
            </a:endParaRPr>
          </a:p>
          <a:p>
            <a:pPr lvl="1"/>
            <a:r>
              <a:rPr lang="zh-CN" altLang="en-US">
                <a:solidFill>
                  <a:srgbClr val="FF0000"/>
                </a:solidFill>
                <a:ea typeface="宋体" panose="02010600030101010101" pitchFamily="2" charset="-122"/>
              </a:rPr>
              <a:t>如果下一位是</a:t>
            </a:r>
            <a:r>
              <a:rPr lang="en-US" altLang="zh-CN">
                <a:solidFill>
                  <a:srgbClr val="FF0000"/>
                </a:solidFill>
                <a:ea typeface="宋体" panose="02010600030101010101" pitchFamily="2" charset="-122"/>
              </a:rPr>
              <a:t>0</a:t>
            </a:r>
            <a:r>
              <a:rPr lang="zh-CN" altLang="en-US">
                <a:solidFill>
                  <a:srgbClr val="FF0000"/>
                </a:solidFill>
                <a:ea typeface="宋体" panose="02010600030101010101" pitchFamily="2" charset="-122"/>
              </a:rPr>
              <a:t>，没有跳变</a:t>
            </a:r>
            <a:endParaRPr lang="en-US" altLang="zh-CN">
              <a:solidFill>
                <a:srgbClr val="FF0000"/>
              </a:solidFill>
              <a:ea typeface="宋体" panose="02010600030101010101" pitchFamily="2" charset="-122"/>
            </a:endParaRPr>
          </a:p>
          <a:p>
            <a:pPr lvl="1"/>
            <a:r>
              <a:rPr lang="zh-CN" altLang="en-US">
                <a:solidFill>
                  <a:srgbClr val="FF0000"/>
                </a:solidFill>
                <a:ea typeface="宋体" panose="02010600030101010101" pitchFamily="2" charset="-122"/>
              </a:rPr>
              <a:t>如果下一位是</a:t>
            </a:r>
            <a:r>
              <a:rPr lang="en-US" altLang="zh-CN">
                <a:solidFill>
                  <a:srgbClr val="FF0000"/>
                </a:solidFill>
                <a:ea typeface="宋体" panose="02010600030101010101" pitchFamily="2" charset="-122"/>
              </a:rPr>
              <a:t>1</a:t>
            </a:r>
            <a:r>
              <a:rPr lang="zh-CN" altLang="en-US">
                <a:solidFill>
                  <a:srgbClr val="FF0000"/>
                </a:solidFill>
                <a:ea typeface="宋体" panose="02010600030101010101" pitchFamily="2" charset="-122"/>
              </a:rPr>
              <a:t>且当前电平不是</a:t>
            </a:r>
            <a:r>
              <a:rPr lang="en-US" altLang="zh-CN">
                <a:solidFill>
                  <a:srgbClr val="FF0000"/>
                </a:solidFill>
                <a:ea typeface="宋体" panose="02010600030101010101" pitchFamily="2" charset="-122"/>
              </a:rPr>
              <a:t>0</a:t>
            </a:r>
            <a:r>
              <a:rPr lang="zh-CN" altLang="en-US">
                <a:solidFill>
                  <a:srgbClr val="FF0000"/>
                </a:solidFill>
                <a:ea typeface="宋体" panose="02010600030101010101" pitchFamily="2" charset="-122"/>
              </a:rPr>
              <a:t>，下一个电平是</a:t>
            </a:r>
            <a:r>
              <a:rPr lang="en-US" altLang="zh-CN">
                <a:solidFill>
                  <a:srgbClr val="FF0000"/>
                </a:solidFill>
                <a:ea typeface="宋体" panose="02010600030101010101" pitchFamily="2" charset="-122"/>
              </a:rPr>
              <a:t>0</a:t>
            </a:r>
          </a:p>
          <a:p>
            <a:pPr lvl="1"/>
            <a:r>
              <a:rPr lang="zh-CN" altLang="en-US">
                <a:solidFill>
                  <a:srgbClr val="FF0000"/>
                </a:solidFill>
                <a:ea typeface="宋体" panose="02010600030101010101" pitchFamily="2" charset="-122"/>
              </a:rPr>
              <a:t>如果下一位是</a:t>
            </a:r>
            <a:r>
              <a:rPr lang="en-US" altLang="zh-CN">
                <a:solidFill>
                  <a:srgbClr val="FF0000"/>
                </a:solidFill>
                <a:ea typeface="宋体" panose="02010600030101010101" pitchFamily="2" charset="-122"/>
              </a:rPr>
              <a:t>1</a:t>
            </a:r>
            <a:r>
              <a:rPr lang="zh-CN" altLang="en-US">
                <a:solidFill>
                  <a:srgbClr val="FF0000"/>
                </a:solidFill>
                <a:ea typeface="宋体" panose="02010600030101010101" pitchFamily="2" charset="-122"/>
              </a:rPr>
              <a:t>且当前电平是</a:t>
            </a:r>
            <a:r>
              <a:rPr lang="en-US" altLang="zh-CN">
                <a:solidFill>
                  <a:srgbClr val="FF0000"/>
                </a:solidFill>
                <a:ea typeface="宋体" panose="02010600030101010101" pitchFamily="2" charset="-122"/>
              </a:rPr>
              <a:t>0</a:t>
            </a:r>
            <a:r>
              <a:rPr lang="zh-CN" altLang="en-US">
                <a:solidFill>
                  <a:srgbClr val="FF0000"/>
                </a:solidFill>
                <a:ea typeface="宋体" panose="02010600030101010101" pitchFamily="2" charset="-122"/>
              </a:rPr>
              <a:t>，下一个电平是最后一个非零电平的相反值</a:t>
            </a:r>
            <a:endParaRPr lang="en-US" altLang="zh-CN">
              <a:solidFill>
                <a:srgbClr val="FF0000"/>
              </a:solidFill>
              <a:ea typeface="宋体" panose="02010600030101010101" pitchFamily="2" charset="-122"/>
            </a:endParaRPr>
          </a:p>
          <a:p>
            <a:pPr lvl="1"/>
            <a:endParaRPr lang="zh-CN" altLang="en-US">
              <a:solidFill>
                <a:srgbClr val="FF0000"/>
              </a:solidFill>
              <a:ea typeface="宋体" panose="02010600030101010101" pitchFamily="2" charset="-122"/>
            </a:endParaRPr>
          </a:p>
        </p:txBody>
      </p:sp>
      <p:sp>
        <p:nvSpPr>
          <p:cNvPr id="62468" name="灯片编号占位符 3">
            <a:extLst>
              <a:ext uri="{FF2B5EF4-FFF2-40B4-BE49-F238E27FC236}">
                <a16:creationId xmlns:a16="http://schemas.microsoft.com/office/drawing/2014/main" id="{616A7093-C8DB-53FB-44E7-BD5DE9DEB1B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036EF3C-FF96-413A-8E2A-4957C9DA7919}" type="slidenum">
              <a:rPr lang="en-US" altLang="zh-CN" baseline="0">
                <a:solidFill>
                  <a:schemeClr val="bg2"/>
                </a:solidFill>
                <a:latin typeface="Arial" panose="020B0604020202020204" pitchFamily="34" charset="0"/>
              </a:rPr>
              <a:pPr/>
              <a:t>34</a:t>
            </a:fld>
            <a:endParaRPr lang="en-US" altLang="zh-CN" baseline="0">
              <a:solidFill>
                <a:schemeClr val="bg2"/>
              </a:solidFill>
              <a:latin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84826C15-3F2E-C587-CDA7-DE1558443CA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666B07A-FA9C-405A-B379-E21B335DDD3A}" type="slidenum">
              <a:rPr lang="en-US" altLang="zh-CN" baseline="0">
                <a:solidFill>
                  <a:schemeClr val="bg2"/>
                </a:solidFill>
                <a:latin typeface="Arial" panose="020B0604020202020204" pitchFamily="34" charset="0"/>
              </a:rPr>
              <a:pPr/>
              <a:t>35</a:t>
            </a:fld>
            <a:endParaRPr lang="en-US" altLang="zh-CN" baseline="0">
              <a:solidFill>
                <a:schemeClr val="bg2"/>
              </a:solidFill>
              <a:latin typeface="Arial" panose="020B0604020202020204" pitchFamily="34" charset="0"/>
            </a:endParaRPr>
          </a:p>
        </p:txBody>
      </p:sp>
      <p:sp>
        <p:nvSpPr>
          <p:cNvPr id="63491" name="Line 2">
            <a:extLst>
              <a:ext uri="{FF2B5EF4-FFF2-40B4-BE49-F238E27FC236}">
                <a16:creationId xmlns:a16="http://schemas.microsoft.com/office/drawing/2014/main" id="{08BC18DB-F667-6BEE-28AB-B271951D7E71}"/>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2" name="Line 3">
            <a:extLst>
              <a:ext uri="{FF2B5EF4-FFF2-40B4-BE49-F238E27FC236}">
                <a16:creationId xmlns:a16="http://schemas.microsoft.com/office/drawing/2014/main" id="{18013912-0DA4-CD16-80DB-09094DA71BAD}"/>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493" name="Text Box 4">
            <a:extLst>
              <a:ext uri="{FF2B5EF4-FFF2-40B4-BE49-F238E27FC236}">
                <a16:creationId xmlns:a16="http://schemas.microsoft.com/office/drawing/2014/main" id="{9EEDF6E2-68AE-1E50-62E3-71E437AC4251}"/>
              </a:ext>
            </a:extLst>
          </p:cNvPr>
          <p:cNvSpPr txBox="1">
            <a:spLocks noChangeArrowheads="1"/>
          </p:cNvSpPr>
          <p:nvPr/>
        </p:nvSpPr>
        <p:spPr bwMode="auto">
          <a:xfrm>
            <a:off x="304800" y="762000"/>
            <a:ext cx="513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4.13  </a:t>
            </a:r>
            <a:r>
              <a:rPr lang="en-US" altLang="zh-CN" b="1" i="1" baseline="0">
                <a:ea typeface="宋体" panose="02010600030101010101" pitchFamily="2" charset="-122"/>
              </a:rPr>
              <a:t>Multitransition: MLT-3 scheme</a:t>
            </a:r>
          </a:p>
        </p:txBody>
      </p:sp>
      <p:sp>
        <p:nvSpPr>
          <p:cNvPr id="63494" name="Line 5">
            <a:extLst>
              <a:ext uri="{FF2B5EF4-FFF2-40B4-BE49-F238E27FC236}">
                <a16:creationId xmlns:a16="http://schemas.microsoft.com/office/drawing/2014/main" id="{B597B7BC-2EAE-F4B8-3BE1-C782295120A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3495" name="Picture 6">
            <a:extLst>
              <a:ext uri="{FF2B5EF4-FFF2-40B4-BE49-F238E27FC236}">
                <a16:creationId xmlns:a16="http://schemas.microsoft.com/office/drawing/2014/main" id="{361EF54A-DB8B-8644-0BB0-5FAC40B65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1773238"/>
            <a:ext cx="882967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1">
            <a:extLst>
              <a:ext uri="{FF2B5EF4-FFF2-40B4-BE49-F238E27FC236}">
                <a16:creationId xmlns:a16="http://schemas.microsoft.com/office/drawing/2014/main" id="{E59F71CD-B5D9-80BD-77A6-65EFB56F0DA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6BDAEFA-959D-4A14-B391-934D625737CC}" type="slidenum">
              <a:rPr lang="en-US" altLang="zh-CN" baseline="0">
                <a:solidFill>
                  <a:schemeClr val="bg2"/>
                </a:solidFill>
                <a:latin typeface="Arial" panose="020B0604020202020204" pitchFamily="34" charset="0"/>
              </a:rPr>
              <a:pPr/>
              <a:t>36</a:t>
            </a:fld>
            <a:endParaRPr lang="en-US" altLang="zh-CN" baseline="0">
              <a:solidFill>
                <a:schemeClr val="bg2"/>
              </a:solidFill>
              <a:latin typeface="Arial" panose="020B0604020202020204" pitchFamily="34" charset="0"/>
            </a:endParaRPr>
          </a:p>
        </p:txBody>
      </p:sp>
      <p:sp>
        <p:nvSpPr>
          <p:cNvPr id="65539" name="Text Box 2">
            <a:extLst>
              <a:ext uri="{FF2B5EF4-FFF2-40B4-BE49-F238E27FC236}">
                <a16:creationId xmlns:a16="http://schemas.microsoft.com/office/drawing/2014/main" id="{7FE5F4C5-0423-3B60-60EC-68B3C297FC27}"/>
              </a:ext>
            </a:extLst>
          </p:cNvPr>
          <p:cNvSpPr txBox="1">
            <a:spLocks noChangeArrowheads="1"/>
          </p:cNvSpPr>
          <p:nvPr/>
        </p:nvSpPr>
        <p:spPr bwMode="auto">
          <a:xfrm>
            <a:off x="304800" y="1066800"/>
            <a:ext cx="49895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Table 4.1  </a:t>
            </a:r>
            <a:r>
              <a:rPr lang="en-US" altLang="zh-CN" b="1" i="1" baseline="0">
                <a:ea typeface="宋体" panose="02010600030101010101" pitchFamily="2" charset="-122"/>
              </a:rPr>
              <a:t>Summary of line coding schemes</a:t>
            </a:r>
          </a:p>
        </p:txBody>
      </p:sp>
      <p:grpSp>
        <p:nvGrpSpPr>
          <p:cNvPr id="65540" name="Group 7">
            <a:extLst>
              <a:ext uri="{FF2B5EF4-FFF2-40B4-BE49-F238E27FC236}">
                <a16:creationId xmlns:a16="http://schemas.microsoft.com/office/drawing/2014/main" id="{0D9839E9-7E70-5DA9-694C-0A95FC20C755}"/>
              </a:ext>
            </a:extLst>
          </p:cNvPr>
          <p:cNvGrpSpPr>
            <a:grpSpLocks/>
          </p:cNvGrpSpPr>
          <p:nvPr/>
        </p:nvGrpSpPr>
        <p:grpSpPr bwMode="auto">
          <a:xfrm>
            <a:off x="142875" y="1539875"/>
            <a:ext cx="8848725" cy="4175125"/>
            <a:chOff x="90" y="538"/>
            <a:chExt cx="5574" cy="2630"/>
          </a:xfrm>
        </p:grpSpPr>
        <p:pic>
          <p:nvPicPr>
            <p:cNvPr id="65542" name="Picture 4">
              <a:extLst>
                <a:ext uri="{FF2B5EF4-FFF2-40B4-BE49-F238E27FC236}">
                  <a16:creationId xmlns:a16="http://schemas.microsoft.com/office/drawing/2014/main" id="{F3F0B0FF-E66F-C26F-77E1-4D8ACFE85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 y="538"/>
              <a:ext cx="5482" cy="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Picture 5">
              <a:extLst>
                <a:ext uri="{FF2B5EF4-FFF2-40B4-BE49-F238E27FC236}">
                  <a16:creationId xmlns:a16="http://schemas.microsoft.com/office/drawing/2014/main" id="{D581424A-B6C6-F17B-4D6F-AB483D9EF0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 y="1882"/>
              <a:ext cx="5574" cy="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5541" name="标题 1">
            <a:extLst>
              <a:ext uri="{FF2B5EF4-FFF2-40B4-BE49-F238E27FC236}">
                <a16:creationId xmlns:a16="http://schemas.microsoft.com/office/drawing/2014/main" id="{AA8310F6-B883-3502-9C4A-81BE5A386AEF}"/>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线路编码方案小结</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1">
            <a:extLst>
              <a:ext uri="{FF2B5EF4-FFF2-40B4-BE49-F238E27FC236}">
                <a16:creationId xmlns:a16="http://schemas.microsoft.com/office/drawing/2014/main" id="{324F0AD3-B3BA-A13F-4A04-A4C3F3B50BD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FD0EB603-715A-481E-82E8-B35521A90585}" type="slidenum">
              <a:rPr lang="en-US" altLang="zh-CN" baseline="0">
                <a:solidFill>
                  <a:schemeClr val="bg2"/>
                </a:solidFill>
                <a:latin typeface="Arial" panose="020B0604020202020204" pitchFamily="34" charset="0"/>
              </a:rPr>
              <a:pPr/>
              <a:t>37</a:t>
            </a:fld>
            <a:endParaRPr lang="en-US" altLang="zh-CN" baseline="0">
              <a:solidFill>
                <a:schemeClr val="bg2"/>
              </a:solidFill>
              <a:latin typeface="Arial" panose="020B0604020202020204" pitchFamily="34" charset="0"/>
            </a:endParaRPr>
          </a:p>
        </p:txBody>
      </p:sp>
      <p:sp>
        <p:nvSpPr>
          <p:cNvPr id="67587" name="Rectangle 2">
            <a:extLst>
              <a:ext uri="{FF2B5EF4-FFF2-40B4-BE49-F238E27FC236}">
                <a16:creationId xmlns:a16="http://schemas.microsoft.com/office/drawing/2014/main" id="{8836A725-10EB-43F0-2C14-11F4344D8AC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88" name="Rectangle 3">
            <a:extLst>
              <a:ext uri="{FF2B5EF4-FFF2-40B4-BE49-F238E27FC236}">
                <a16:creationId xmlns:a16="http://schemas.microsoft.com/office/drawing/2014/main" id="{81FF1204-DF9B-C3DF-24E3-6097EF78EB1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89" name="Rectangle 4">
            <a:extLst>
              <a:ext uri="{FF2B5EF4-FFF2-40B4-BE49-F238E27FC236}">
                <a16:creationId xmlns:a16="http://schemas.microsoft.com/office/drawing/2014/main" id="{496DCB95-B741-FEA6-357B-7430BF1EA50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90" name="Rectangle 5">
            <a:extLst>
              <a:ext uri="{FF2B5EF4-FFF2-40B4-BE49-F238E27FC236}">
                <a16:creationId xmlns:a16="http://schemas.microsoft.com/office/drawing/2014/main" id="{B5AE3673-8AA6-D4BA-30FB-DA6D08EA039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91" name="Rectangle 6">
            <a:extLst>
              <a:ext uri="{FF2B5EF4-FFF2-40B4-BE49-F238E27FC236}">
                <a16:creationId xmlns:a16="http://schemas.microsoft.com/office/drawing/2014/main" id="{48BAB65A-A15B-28B1-FA5D-15EC1A2DD0B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92" name="Rectangle 7">
            <a:extLst>
              <a:ext uri="{FF2B5EF4-FFF2-40B4-BE49-F238E27FC236}">
                <a16:creationId xmlns:a16="http://schemas.microsoft.com/office/drawing/2014/main" id="{A4B28535-2072-90AE-37EA-2A1D15A8EC7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93" name="Rectangle 8">
            <a:extLst>
              <a:ext uri="{FF2B5EF4-FFF2-40B4-BE49-F238E27FC236}">
                <a16:creationId xmlns:a16="http://schemas.microsoft.com/office/drawing/2014/main" id="{74B793FA-B762-895D-63C8-A70F0342FA9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67594" name="Line 9">
            <a:extLst>
              <a:ext uri="{FF2B5EF4-FFF2-40B4-BE49-F238E27FC236}">
                <a16:creationId xmlns:a16="http://schemas.microsoft.com/office/drawing/2014/main" id="{7D9862EB-E130-03D0-D828-738C7472B177}"/>
              </a:ext>
            </a:extLst>
          </p:cNvPr>
          <p:cNvSpPr>
            <a:spLocks noChangeShapeType="1"/>
          </p:cNvSpPr>
          <p:nvPr/>
        </p:nvSpPr>
        <p:spPr bwMode="auto">
          <a:xfrm>
            <a:off x="457200" y="3657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5" name="Line 10">
            <a:extLst>
              <a:ext uri="{FF2B5EF4-FFF2-40B4-BE49-F238E27FC236}">
                <a16:creationId xmlns:a16="http://schemas.microsoft.com/office/drawing/2014/main" id="{5846F139-8469-3DB6-6C9C-C1431FB07AEE}"/>
              </a:ext>
            </a:extLst>
          </p:cNvPr>
          <p:cNvSpPr>
            <a:spLocks noChangeShapeType="1"/>
          </p:cNvSpPr>
          <p:nvPr/>
        </p:nvSpPr>
        <p:spPr bwMode="auto">
          <a:xfrm>
            <a:off x="458788" y="5867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596" name="Rectangle 11">
            <a:extLst>
              <a:ext uri="{FF2B5EF4-FFF2-40B4-BE49-F238E27FC236}">
                <a16:creationId xmlns:a16="http://schemas.microsoft.com/office/drawing/2014/main" id="{C3807F4A-1EEA-50AF-72F0-24CDB158D78A}"/>
              </a:ext>
            </a:extLst>
          </p:cNvPr>
          <p:cNvSpPr>
            <a:spLocks noChangeArrowheads="1"/>
          </p:cNvSpPr>
          <p:nvPr/>
        </p:nvSpPr>
        <p:spPr bwMode="auto">
          <a:xfrm>
            <a:off x="495300" y="37496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块编码通常称为</a:t>
            </a:r>
            <a:r>
              <a:rPr lang="en-US" altLang="zh-CN" sz="3200" b="1" i="1" baseline="0">
                <a:latin typeface="Arial" panose="020B0604020202020204" pitchFamily="34" charset="0"/>
                <a:ea typeface="宋体" panose="02010600030101010101" pitchFamily="2" charset="-122"/>
              </a:rPr>
              <a:t>m</a:t>
            </a:r>
            <a:r>
              <a:rPr lang="en-US" altLang="zh-CN" sz="3200" b="1" baseline="0">
                <a:latin typeface="Arial" panose="020B0604020202020204" pitchFamily="34" charset="0"/>
                <a:ea typeface="宋体" panose="02010600030101010101" pitchFamily="2" charset="-122"/>
              </a:rPr>
              <a:t>B/</a:t>
            </a:r>
            <a:r>
              <a:rPr lang="en-US" altLang="zh-CN" sz="3200" b="1" i="1" baseline="0">
                <a:latin typeface="Arial" panose="020B0604020202020204" pitchFamily="34" charset="0"/>
                <a:ea typeface="宋体" panose="02010600030101010101" pitchFamily="2" charset="-122"/>
              </a:rPr>
              <a:t>n</a:t>
            </a:r>
            <a:r>
              <a:rPr lang="en-US" altLang="zh-CN" sz="3200" b="1" baseline="0">
                <a:latin typeface="Arial" panose="020B0604020202020204" pitchFamily="34" charset="0"/>
                <a:ea typeface="宋体" panose="02010600030101010101" pitchFamily="2" charset="-122"/>
              </a:rPr>
              <a:t>B </a:t>
            </a:r>
            <a:r>
              <a:rPr lang="zh-CN" altLang="en-US" sz="3200" b="1" baseline="0">
                <a:latin typeface="Arial" panose="020B0604020202020204" pitchFamily="34" charset="0"/>
                <a:ea typeface="宋体" panose="02010600030101010101" pitchFamily="2" charset="-122"/>
              </a:rPr>
              <a:t>编码技术，用</a:t>
            </a:r>
            <a:r>
              <a:rPr lang="en-US" altLang="zh-CN" sz="3200" b="1" baseline="0">
                <a:latin typeface="Arial" panose="020B0604020202020204" pitchFamily="34" charset="0"/>
                <a:ea typeface="宋体" panose="02010600030101010101" pitchFamily="2" charset="-122"/>
              </a:rPr>
              <a:t> n-bit </a:t>
            </a:r>
            <a:r>
              <a:rPr lang="zh-CN" altLang="en-US" sz="3200" b="1" baseline="0">
                <a:latin typeface="Arial" panose="020B0604020202020204" pitchFamily="34" charset="0"/>
                <a:ea typeface="宋体" panose="02010600030101010101" pitchFamily="2" charset="-122"/>
              </a:rPr>
              <a:t>位组替换</a:t>
            </a:r>
            <a:r>
              <a:rPr lang="en-US" altLang="zh-CN" sz="3200" b="1" baseline="0">
                <a:latin typeface="Arial" panose="020B0604020202020204" pitchFamily="34" charset="0"/>
                <a:ea typeface="宋体" panose="02010600030101010101" pitchFamily="2" charset="-122"/>
              </a:rPr>
              <a:t>m-bit.</a:t>
            </a:r>
          </a:p>
        </p:txBody>
      </p:sp>
      <p:grpSp>
        <p:nvGrpSpPr>
          <p:cNvPr id="67597" name="Group 12">
            <a:extLst>
              <a:ext uri="{FF2B5EF4-FFF2-40B4-BE49-F238E27FC236}">
                <a16:creationId xmlns:a16="http://schemas.microsoft.com/office/drawing/2014/main" id="{8F68D850-2E67-749C-AABE-F9F14FC416F9}"/>
              </a:ext>
            </a:extLst>
          </p:cNvPr>
          <p:cNvGrpSpPr>
            <a:grpSpLocks/>
          </p:cNvGrpSpPr>
          <p:nvPr/>
        </p:nvGrpSpPr>
        <p:grpSpPr bwMode="auto">
          <a:xfrm>
            <a:off x="457200" y="2667000"/>
            <a:ext cx="1143000" cy="566738"/>
            <a:chOff x="1200" y="1248"/>
            <a:chExt cx="720" cy="357"/>
          </a:xfrm>
        </p:grpSpPr>
        <p:pic>
          <p:nvPicPr>
            <p:cNvPr id="67599" name="Picture 13">
              <a:extLst>
                <a:ext uri="{FF2B5EF4-FFF2-40B4-BE49-F238E27FC236}">
                  <a16:creationId xmlns:a16="http://schemas.microsoft.com/office/drawing/2014/main" id="{F2EAB6F4-4645-D7F6-B58F-3A55935F9B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600" name="Text Box 14">
              <a:extLst>
                <a:ext uri="{FF2B5EF4-FFF2-40B4-BE49-F238E27FC236}">
                  <a16:creationId xmlns:a16="http://schemas.microsoft.com/office/drawing/2014/main" id="{CED783B3-57A6-6DCE-0603-3C86463C03F3}"/>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67598" name="标题 1">
            <a:extLst>
              <a:ext uri="{FF2B5EF4-FFF2-40B4-BE49-F238E27FC236}">
                <a16:creationId xmlns:a16="http://schemas.microsoft.com/office/drawing/2014/main" id="{CA4B67BE-59FD-221C-E70E-003DA168DFF9}"/>
              </a:ext>
            </a:extLst>
          </p:cNvPr>
          <p:cNvSpPr txBox="1">
            <a:spLocks/>
          </p:cNvSpPr>
          <p:nvPr/>
        </p:nvSpPr>
        <p:spPr bwMode="auto">
          <a:xfrm>
            <a:off x="522288" y="12192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4400">
                <a:solidFill>
                  <a:schemeClr val="tx2"/>
                </a:solidFill>
                <a:latin typeface="Tahoma" panose="020B0604030504040204" pitchFamily="34" charset="0"/>
                <a:ea typeface="宋体" panose="02010600030101010101" pitchFamily="2" charset="-122"/>
              </a:rPr>
              <a:t>4.1.3 </a:t>
            </a:r>
            <a:r>
              <a:rPr lang="zh-CN" altLang="en-US" sz="4400">
                <a:solidFill>
                  <a:schemeClr val="tx2"/>
                </a:solidFill>
                <a:latin typeface="Tahoma" panose="020B0604030504040204" pitchFamily="34" charset="0"/>
                <a:ea typeface="宋体" panose="02010600030101010101" pitchFamily="2" charset="-122"/>
              </a:rPr>
              <a:t>块编码</a:t>
            </a:r>
            <a:r>
              <a:rPr lang="en-US" altLang="zh-CN" sz="4400">
                <a:solidFill>
                  <a:schemeClr val="tx2"/>
                </a:solidFill>
                <a:latin typeface="Tahoma" panose="020B0604030504040204" pitchFamily="34" charset="0"/>
                <a:ea typeface="宋体" panose="02010600030101010101" pitchFamily="2" charset="-122"/>
              </a:rPr>
              <a:t>(block</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coding)</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1">
            <a:extLst>
              <a:ext uri="{FF2B5EF4-FFF2-40B4-BE49-F238E27FC236}">
                <a16:creationId xmlns:a16="http://schemas.microsoft.com/office/drawing/2014/main" id="{4947C203-D4E9-C9C0-DCAD-011C2866DF0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B7E666E-86E5-431D-8932-AB981B1913F3}" type="slidenum">
              <a:rPr lang="en-US" altLang="zh-CN" baseline="0">
                <a:solidFill>
                  <a:schemeClr val="bg2"/>
                </a:solidFill>
                <a:latin typeface="Arial" panose="020B0604020202020204" pitchFamily="34" charset="0"/>
              </a:rPr>
              <a:pPr/>
              <a:t>38</a:t>
            </a:fld>
            <a:endParaRPr lang="en-US" altLang="zh-CN" baseline="0">
              <a:solidFill>
                <a:schemeClr val="bg2"/>
              </a:solidFill>
              <a:latin typeface="Arial" panose="020B0604020202020204" pitchFamily="34" charset="0"/>
            </a:endParaRPr>
          </a:p>
        </p:txBody>
      </p:sp>
      <p:sp>
        <p:nvSpPr>
          <p:cNvPr id="69635" name="Line 2">
            <a:extLst>
              <a:ext uri="{FF2B5EF4-FFF2-40B4-BE49-F238E27FC236}">
                <a16:creationId xmlns:a16="http://schemas.microsoft.com/office/drawing/2014/main" id="{33CB2010-D134-CF59-12B5-233435928ED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6" name="Line 3">
            <a:extLst>
              <a:ext uri="{FF2B5EF4-FFF2-40B4-BE49-F238E27FC236}">
                <a16:creationId xmlns:a16="http://schemas.microsoft.com/office/drawing/2014/main" id="{C44194CE-AEEE-C818-2DD7-39A971F538C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37" name="Text Box 4">
            <a:extLst>
              <a:ext uri="{FF2B5EF4-FFF2-40B4-BE49-F238E27FC236}">
                <a16:creationId xmlns:a16="http://schemas.microsoft.com/office/drawing/2014/main" id="{401840D5-862E-E060-7A9D-3D991C5B46AC}"/>
              </a:ext>
            </a:extLst>
          </p:cNvPr>
          <p:cNvSpPr txBox="1">
            <a:spLocks noChangeArrowheads="1"/>
          </p:cNvSpPr>
          <p:nvPr/>
        </p:nvSpPr>
        <p:spPr bwMode="auto">
          <a:xfrm>
            <a:off x="304800" y="381000"/>
            <a:ext cx="4049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4.14  </a:t>
            </a:r>
            <a:r>
              <a:rPr lang="en-US" altLang="zh-CN" b="1" i="1" baseline="0">
                <a:ea typeface="宋体" panose="02010600030101010101" pitchFamily="2" charset="-122"/>
              </a:rPr>
              <a:t>Block coding concept</a:t>
            </a:r>
          </a:p>
        </p:txBody>
      </p:sp>
      <p:sp>
        <p:nvSpPr>
          <p:cNvPr id="69638" name="Line 5">
            <a:extLst>
              <a:ext uri="{FF2B5EF4-FFF2-40B4-BE49-F238E27FC236}">
                <a16:creationId xmlns:a16="http://schemas.microsoft.com/office/drawing/2014/main" id="{CDB9797B-703E-4A1C-F247-6DC68681B28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69639" name="Picture 6">
            <a:extLst>
              <a:ext uri="{FF2B5EF4-FFF2-40B4-BE49-F238E27FC236}">
                <a16:creationId xmlns:a16="http://schemas.microsoft.com/office/drawing/2014/main" id="{4918D834-EF2A-C3B9-5930-9B0EB2F376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8913" y="1635125"/>
            <a:ext cx="5703887" cy="407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1">
            <a:extLst>
              <a:ext uri="{FF2B5EF4-FFF2-40B4-BE49-F238E27FC236}">
                <a16:creationId xmlns:a16="http://schemas.microsoft.com/office/drawing/2014/main" id="{75016884-FAE0-AFC4-9499-B7DCE1CFD5C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2C3C13DF-C3A5-4443-B366-387D4B1FDC12}" type="slidenum">
              <a:rPr lang="en-US" altLang="zh-CN" baseline="0">
                <a:solidFill>
                  <a:schemeClr val="bg2"/>
                </a:solidFill>
                <a:latin typeface="Arial" panose="020B0604020202020204" pitchFamily="34" charset="0"/>
              </a:rPr>
              <a:pPr/>
              <a:t>39</a:t>
            </a:fld>
            <a:endParaRPr lang="en-US" altLang="zh-CN" baseline="0">
              <a:solidFill>
                <a:schemeClr val="bg2"/>
              </a:solidFill>
              <a:latin typeface="Arial" panose="020B0604020202020204" pitchFamily="34" charset="0"/>
            </a:endParaRPr>
          </a:p>
        </p:txBody>
      </p:sp>
      <p:sp>
        <p:nvSpPr>
          <p:cNvPr id="71683" name="Line 2">
            <a:extLst>
              <a:ext uri="{FF2B5EF4-FFF2-40B4-BE49-F238E27FC236}">
                <a16:creationId xmlns:a16="http://schemas.microsoft.com/office/drawing/2014/main" id="{AD45B435-8586-5545-0C9B-BADE7BAF44D6}"/>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4" name="Line 3">
            <a:extLst>
              <a:ext uri="{FF2B5EF4-FFF2-40B4-BE49-F238E27FC236}">
                <a16:creationId xmlns:a16="http://schemas.microsoft.com/office/drawing/2014/main" id="{2132CFAB-5EDC-CA7F-015F-9EC4F5D7C87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685" name="Text Box 4">
            <a:extLst>
              <a:ext uri="{FF2B5EF4-FFF2-40B4-BE49-F238E27FC236}">
                <a16:creationId xmlns:a16="http://schemas.microsoft.com/office/drawing/2014/main" id="{FC2E4531-012E-23B8-0A7A-F0A0059AB135}"/>
              </a:ext>
            </a:extLst>
          </p:cNvPr>
          <p:cNvSpPr txBox="1">
            <a:spLocks noChangeArrowheads="1"/>
          </p:cNvSpPr>
          <p:nvPr/>
        </p:nvSpPr>
        <p:spPr bwMode="auto">
          <a:xfrm>
            <a:off x="304800" y="762000"/>
            <a:ext cx="78851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4.15  </a:t>
            </a:r>
            <a:r>
              <a:rPr lang="en-US" altLang="zh-CN" b="1" i="1" baseline="0">
                <a:ea typeface="宋体" panose="02010600030101010101" pitchFamily="2" charset="-122"/>
              </a:rPr>
              <a:t>Using block coding 4B/5B with NRZ-I line coding scheme</a:t>
            </a:r>
          </a:p>
        </p:txBody>
      </p:sp>
      <p:sp>
        <p:nvSpPr>
          <p:cNvPr id="71686" name="Line 5">
            <a:extLst>
              <a:ext uri="{FF2B5EF4-FFF2-40B4-BE49-F238E27FC236}">
                <a16:creationId xmlns:a16="http://schemas.microsoft.com/office/drawing/2014/main" id="{A52DF460-FCD7-57FA-CF23-FE1E9897E9D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1687" name="Picture 6">
            <a:extLst>
              <a:ext uri="{FF2B5EF4-FFF2-40B4-BE49-F238E27FC236}">
                <a16:creationId xmlns:a16="http://schemas.microsoft.com/office/drawing/2014/main" id="{BBBC0B6B-90B9-AEB0-1CAD-ED2785FC5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3" y="2265363"/>
            <a:ext cx="8199437" cy="238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1">
            <a:extLst>
              <a:ext uri="{FF2B5EF4-FFF2-40B4-BE49-F238E27FC236}">
                <a16:creationId xmlns:a16="http://schemas.microsoft.com/office/drawing/2014/main" id="{E0415446-5506-2A6C-3099-FE2820701DC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F571F6F7-4D22-4D3C-8A94-6FD8913E866E}" type="slidenum">
              <a:rPr lang="en-US" altLang="zh-CN" baseline="0">
                <a:solidFill>
                  <a:schemeClr val="bg2"/>
                </a:solidFill>
                <a:latin typeface="Arial" panose="020B0604020202020204" pitchFamily="34" charset="0"/>
              </a:rPr>
              <a:pPr/>
              <a:t>40</a:t>
            </a:fld>
            <a:endParaRPr lang="en-US" altLang="zh-CN" baseline="0">
              <a:solidFill>
                <a:schemeClr val="bg2"/>
              </a:solidFill>
              <a:latin typeface="Arial" panose="020B0604020202020204" pitchFamily="34" charset="0"/>
            </a:endParaRPr>
          </a:p>
        </p:txBody>
      </p:sp>
      <p:sp>
        <p:nvSpPr>
          <p:cNvPr id="73731" name="Text Box 2">
            <a:extLst>
              <a:ext uri="{FF2B5EF4-FFF2-40B4-BE49-F238E27FC236}">
                <a16:creationId xmlns:a16="http://schemas.microsoft.com/office/drawing/2014/main" id="{564C119B-A6DE-4CEC-0B2F-0B1234B163D2}"/>
              </a:ext>
            </a:extLst>
          </p:cNvPr>
          <p:cNvSpPr txBox="1">
            <a:spLocks noChangeArrowheads="1"/>
          </p:cNvSpPr>
          <p:nvPr/>
        </p:nvSpPr>
        <p:spPr bwMode="auto">
          <a:xfrm>
            <a:off x="76200" y="0"/>
            <a:ext cx="382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Table 4.2  </a:t>
            </a:r>
            <a:r>
              <a:rPr lang="en-US" altLang="zh-CN" b="1" i="1" baseline="0">
                <a:ea typeface="宋体" panose="02010600030101010101" pitchFamily="2" charset="-122"/>
              </a:rPr>
              <a:t>4B/5B mapping codes</a:t>
            </a:r>
          </a:p>
        </p:txBody>
      </p:sp>
      <p:grpSp>
        <p:nvGrpSpPr>
          <p:cNvPr id="73732" name="Group 7">
            <a:extLst>
              <a:ext uri="{FF2B5EF4-FFF2-40B4-BE49-F238E27FC236}">
                <a16:creationId xmlns:a16="http://schemas.microsoft.com/office/drawing/2014/main" id="{D3BEE74F-BC59-2F29-B9B8-04D6C169C08F}"/>
              </a:ext>
            </a:extLst>
          </p:cNvPr>
          <p:cNvGrpSpPr>
            <a:grpSpLocks/>
          </p:cNvGrpSpPr>
          <p:nvPr/>
        </p:nvGrpSpPr>
        <p:grpSpPr bwMode="auto">
          <a:xfrm>
            <a:off x="136525" y="457200"/>
            <a:ext cx="8702675" cy="5867400"/>
            <a:chOff x="134" y="559"/>
            <a:chExt cx="5482" cy="4058"/>
          </a:xfrm>
        </p:grpSpPr>
        <p:pic>
          <p:nvPicPr>
            <p:cNvPr id="73734" name="Picture 5">
              <a:extLst>
                <a:ext uri="{FF2B5EF4-FFF2-40B4-BE49-F238E27FC236}">
                  <a16:creationId xmlns:a16="http://schemas.microsoft.com/office/drawing/2014/main" id="{68F74191-8CAE-69F6-C373-5DAE0C015C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 y="559"/>
              <a:ext cx="5482" cy="1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5" name="Picture 6">
              <a:extLst>
                <a:ext uri="{FF2B5EF4-FFF2-40B4-BE49-F238E27FC236}">
                  <a16:creationId xmlns:a16="http://schemas.microsoft.com/office/drawing/2014/main" id="{45680E47-DA82-F964-3B4C-352740AF2A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 y="2208"/>
              <a:ext cx="5465" cy="2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Rectangle 11">
            <a:extLst>
              <a:ext uri="{FF2B5EF4-FFF2-40B4-BE49-F238E27FC236}">
                <a16:creationId xmlns:a16="http://schemas.microsoft.com/office/drawing/2014/main" id="{6E3C360B-C167-2518-7CD8-8DCE6B6B1542}"/>
              </a:ext>
            </a:extLst>
          </p:cNvPr>
          <p:cNvSpPr>
            <a:spLocks noChangeArrowheads="1"/>
          </p:cNvSpPr>
          <p:nvPr/>
        </p:nvSpPr>
        <p:spPr bwMode="auto">
          <a:xfrm>
            <a:off x="495300" y="37496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4B/5B</a:t>
            </a:r>
            <a:r>
              <a:rPr lang="zh-CN" altLang="en-US" sz="3200" b="1" baseline="0">
                <a:latin typeface="Arial" panose="020B0604020202020204" pitchFamily="34" charset="0"/>
                <a:ea typeface="宋体" panose="02010600030101010101" pitchFamily="2" charset="-122"/>
              </a:rPr>
              <a:t>编码方案解决了同步问题，克服了</a:t>
            </a:r>
            <a:r>
              <a:rPr lang="en-US" altLang="zh-CN" sz="3200" b="1" baseline="0">
                <a:latin typeface="Arial" panose="020B0604020202020204" pitchFamily="34" charset="0"/>
                <a:ea typeface="宋体" panose="02010600030101010101" pitchFamily="2" charset="-122"/>
              </a:rPr>
              <a:t>NRZ-I</a:t>
            </a:r>
            <a:r>
              <a:rPr lang="zh-CN" altLang="en-US" sz="3200" b="1" baseline="0">
                <a:latin typeface="Arial" panose="020B0604020202020204" pitchFamily="34" charset="0"/>
                <a:ea typeface="宋体" panose="02010600030101010101" pitchFamily="2" charset="-122"/>
              </a:rPr>
              <a:t>的缺陷，但是它增加了</a:t>
            </a:r>
            <a:r>
              <a:rPr lang="en-US" altLang="zh-CN" sz="3200" b="1" baseline="0">
                <a:latin typeface="Arial" panose="020B0604020202020204" pitchFamily="34" charset="0"/>
                <a:ea typeface="宋体" panose="02010600030101010101" pitchFamily="2" charset="-122"/>
              </a:rPr>
              <a:t>NRZ-I</a:t>
            </a:r>
            <a:r>
              <a:rPr lang="zh-CN" altLang="en-US" sz="3200" b="1" baseline="0">
                <a:latin typeface="Arial" panose="020B0604020202020204" pitchFamily="34" charset="0"/>
                <a:ea typeface="宋体" panose="02010600030101010101" pitchFamily="2" charset="-122"/>
              </a:rPr>
              <a:t>的信号速率，冗余位增加</a:t>
            </a:r>
            <a:r>
              <a:rPr lang="en-US" altLang="zh-CN" sz="3200" b="1" baseline="0">
                <a:latin typeface="Arial" panose="020B0604020202020204" pitchFamily="34" charset="0"/>
                <a:ea typeface="宋体" panose="02010600030101010101" pitchFamily="2" charset="-122"/>
              </a:rPr>
              <a:t>20%</a:t>
            </a:r>
            <a:r>
              <a:rPr lang="zh-CN" altLang="en-US" sz="3200" b="1" baseline="0">
                <a:latin typeface="Arial" panose="020B0604020202020204" pitchFamily="34" charset="0"/>
                <a:ea typeface="宋体" panose="02010600030101010101" pitchFamily="2" charset="-122"/>
              </a:rPr>
              <a:t>的波特</a:t>
            </a:r>
            <a:endParaRPr lang="en-US" altLang="zh-CN" sz="3200" b="1" baseline="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1">
            <a:extLst>
              <a:ext uri="{FF2B5EF4-FFF2-40B4-BE49-F238E27FC236}">
                <a16:creationId xmlns:a16="http://schemas.microsoft.com/office/drawing/2014/main" id="{F6CCF56E-2BB3-CCC8-69B1-299B131221C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6051733-3BB3-4DDC-BEA2-1CFA9DCB37F0}" type="slidenum">
              <a:rPr lang="en-US" altLang="zh-CN" baseline="0">
                <a:solidFill>
                  <a:schemeClr val="bg2"/>
                </a:solidFill>
                <a:latin typeface="Arial" panose="020B0604020202020204" pitchFamily="34" charset="0"/>
              </a:rPr>
              <a:pPr/>
              <a:t>41</a:t>
            </a:fld>
            <a:endParaRPr lang="en-US" altLang="zh-CN" baseline="0">
              <a:solidFill>
                <a:schemeClr val="bg2"/>
              </a:solidFill>
              <a:latin typeface="Arial" panose="020B0604020202020204" pitchFamily="34" charset="0"/>
            </a:endParaRPr>
          </a:p>
        </p:txBody>
      </p:sp>
      <p:sp>
        <p:nvSpPr>
          <p:cNvPr id="75779" name="Rectangle 2">
            <a:extLst>
              <a:ext uri="{FF2B5EF4-FFF2-40B4-BE49-F238E27FC236}">
                <a16:creationId xmlns:a16="http://schemas.microsoft.com/office/drawing/2014/main" id="{6B1980E9-4354-7877-6C1F-3EB39028AEE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0" name="Rectangle 3">
            <a:extLst>
              <a:ext uri="{FF2B5EF4-FFF2-40B4-BE49-F238E27FC236}">
                <a16:creationId xmlns:a16="http://schemas.microsoft.com/office/drawing/2014/main" id="{E617B924-2F1F-278F-8405-4A74056D861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1" name="Rectangle 4">
            <a:extLst>
              <a:ext uri="{FF2B5EF4-FFF2-40B4-BE49-F238E27FC236}">
                <a16:creationId xmlns:a16="http://schemas.microsoft.com/office/drawing/2014/main" id="{989A9A2E-7EA7-0D8F-AA5D-F047D8627B1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2" name="Rectangle 5">
            <a:extLst>
              <a:ext uri="{FF2B5EF4-FFF2-40B4-BE49-F238E27FC236}">
                <a16:creationId xmlns:a16="http://schemas.microsoft.com/office/drawing/2014/main" id="{F874743B-186D-B181-A021-6E8BA11D9F3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3" name="Rectangle 6">
            <a:extLst>
              <a:ext uri="{FF2B5EF4-FFF2-40B4-BE49-F238E27FC236}">
                <a16:creationId xmlns:a16="http://schemas.microsoft.com/office/drawing/2014/main" id="{2964E94A-9D5F-13F9-36C2-9585CEEBB2E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4" name="Rectangle 7">
            <a:extLst>
              <a:ext uri="{FF2B5EF4-FFF2-40B4-BE49-F238E27FC236}">
                <a16:creationId xmlns:a16="http://schemas.microsoft.com/office/drawing/2014/main" id="{76EF6407-F459-7B5D-AB45-95867C384C3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5" name="Rectangle 8">
            <a:extLst>
              <a:ext uri="{FF2B5EF4-FFF2-40B4-BE49-F238E27FC236}">
                <a16:creationId xmlns:a16="http://schemas.microsoft.com/office/drawing/2014/main" id="{78BD714E-9E65-EF2C-2772-075EDD7F54E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75786" name="Rectangle 9">
            <a:extLst>
              <a:ext uri="{FF2B5EF4-FFF2-40B4-BE49-F238E27FC236}">
                <a16:creationId xmlns:a16="http://schemas.microsoft.com/office/drawing/2014/main" id="{22567825-0F95-56EA-B0BD-82BB25384120}"/>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我们需要以</a:t>
            </a:r>
            <a:r>
              <a:rPr lang="en-US" altLang="zh-CN" sz="2800" b="1" i="1" baseline="0">
                <a:ea typeface="宋体" panose="02010600030101010101" pitchFamily="2" charset="-122"/>
              </a:rPr>
              <a:t>1-Mbps</a:t>
            </a:r>
            <a:r>
              <a:rPr lang="zh-CN" altLang="en-US" sz="2800" b="1" i="1" baseline="0">
                <a:ea typeface="宋体" panose="02010600030101010101" pitchFamily="2" charset="-122"/>
              </a:rPr>
              <a:t>的数据速率发送数据，使用</a:t>
            </a:r>
            <a:r>
              <a:rPr lang="en-US" altLang="zh-CN" sz="2800" b="1" i="1" baseline="0">
                <a:ea typeface="宋体" panose="02010600030101010101" pitchFamily="2" charset="-122"/>
              </a:rPr>
              <a:t>4B/5B </a:t>
            </a:r>
            <a:r>
              <a:rPr lang="zh-CN" altLang="en-US" sz="2800" b="1" i="1" baseline="0">
                <a:ea typeface="宋体" panose="02010600030101010101" pitchFamily="2" charset="-122"/>
              </a:rPr>
              <a:t>和</a:t>
            </a:r>
            <a:r>
              <a:rPr lang="en-US" altLang="zh-CN" sz="2800" b="1" i="1" baseline="0">
                <a:ea typeface="宋体" panose="02010600030101010101" pitchFamily="2" charset="-122"/>
              </a:rPr>
              <a:t> NRZ-I </a:t>
            </a:r>
            <a:r>
              <a:rPr lang="zh-CN" altLang="en-US" sz="2800" b="1" i="1" baseline="0">
                <a:ea typeface="宋体" panose="02010600030101010101" pitchFamily="2" charset="-122"/>
              </a:rPr>
              <a:t>或</a:t>
            </a:r>
            <a:r>
              <a:rPr lang="en-US" altLang="zh-CN" sz="2800" b="1" i="1" baseline="0">
                <a:ea typeface="宋体" panose="02010600030101010101" pitchFamily="2" charset="-122"/>
              </a:rPr>
              <a:t> </a:t>
            </a:r>
            <a:r>
              <a:rPr lang="zh-CN" altLang="en-US" sz="2800" b="1" i="1" baseline="0">
                <a:ea typeface="宋体" panose="02010600030101010101" pitchFamily="2" charset="-122"/>
              </a:rPr>
              <a:t>曼彻斯特组合，最小的带宽是多少</a:t>
            </a:r>
            <a:r>
              <a:rPr lang="en-US" altLang="zh-CN" sz="2800" b="1" i="1" baseline="0">
                <a:ea typeface="宋体" panose="02010600030101010101" pitchFamily="2" charset="-122"/>
              </a:rPr>
              <a:t>?</a:t>
            </a:r>
          </a:p>
        </p:txBody>
      </p:sp>
      <p:sp>
        <p:nvSpPr>
          <p:cNvPr id="75787" name="Rectangle 10">
            <a:extLst>
              <a:ext uri="{FF2B5EF4-FFF2-40B4-BE49-F238E27FC236}">
                <a16:creationId xmlns:a16="http://schemas.microsoft.com/office/drawing/2014/main" id="{AC5E5276-D721-6A6B-9744-D9E32DEE0786}"/>
              </a:ext>
            </a:extLst>
          </p:cNvPr>
          <p:cNvSpPr>
            <a:spLocks noChangeArrowheads="1"/>
          </p:cNvSpPr>
          <p:nvPr/>
        </p:nvSpPr>
        <p:spPr bwMode="auto">
          <a:xfrm>
            <a:off x="228600" y="2362200"/>
            <a:ext cx="86868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latin typeface="Times" panose="02020603050405020304" pitchFamily="18" charset="0"/>
                <a:ea typeface="宋体" panose="02010600030101010101" pitchFamily="2" charset="-122"/>
              </a:rPr>
              <a:t>首先</a:t>
            </a:r>
            <a:r>
              <a:rPr lang="en-US" altLang="zh-CN" sz="2800" b="1" i="1" baseline="0">
                <a:latin typeface="Times" panose="02020603050405020304" pitchFamily="18" charset="0"/>
                <a:ea typeface="宋体" panose="02010600030101010101" pitchFamily="2" charset="-122"/>
              </a:rPr>
              <a:t> 4B/5B </a:t>
            </a:r>
            <a:r>
              <a:rPr lang="zh-CN" altLang="en-US" sz="2800" b="1" i="1" baseline="0">
                <a:latin typeface="Times" panose="02020603050405020304" pitchFamily="18" charset="0"/>
                <a:ea typeface="宋体" panose="02010600030101010101" pitchFamily="2" charset="-122"/>
              </a:rPr>
              <a:t>块编码增加比特率到</a:t>
            </a:r>
            <a:r>
              <a:rPr lang="en-US" altLang="zh-CN" sz="2800" b="1" i="1" baseline="0">
                <a:latin typeface="Times" panose="02020603050405020304" pitchFamily="18" charset="0"/>
                <a:ea typeface="宋体" panose="02010600030101010101" pitchFamily="2" charset="-122"/>
              </a:rPr>
              <a:t>1.25 Mbps. </a:t>
            </a:r>
            <a:r>
              <a:rPr lang="zh-CN" altLang="en-US" sz="2800" b="1" i="1" baseline="0">
                <a:latin typeface="Times" panose="02020603050405020304" pitchFamily="18" charset="0"/>
                <a:ea typeface="宋体" panose="02010600030101010101" pitchFamily="2" charset="-122"/>
              </a:rPr>
              <a:t>使用</a:t>
            </a:r>
            <a:r>
              <a:rPr lang="en-US" altLang="zh-CN" sz="2800" b="1" i="1" baseline="0">
                <a:latin typeface="Times" panose="02020603050405020304" pitchFamily="18" charset="0"/>
                <a:ea typeface="宋体" panose="02010600030101010101" pitchFamily="2" charset="-122"/>
              </a:rPr>
              <a:t>NRZ-I </a:t>
            </a:r>
            <a:r>
              <a:rPr lang="zh-CN" altLang="en-US" sz="2800" b="1" i="1" baseline="0">
                <a:latin typeface="Times" panose="02020603050405020304" pitchFamily="18" charset="0"/>
                <a:ea typeface="宋体" panose="02010600030101010101" pitchFamily="2" charset="-122"/>
              </a:rPr>
              <a:t>的最小带宽是</a:t>
            </a:r>
            <a:r>
              <a:rPr lang="en-US" altLang="zh-CN" sz="2800" b="1" i="1" baseline="0">
                <a:latin typeface="Times" panose="02020603050405020304" pitchFamily="18" charset="0"/>
                <a:ea typeface="宋体" panose="02010600030101010101" pitchFamily="2" charset="-122"/>
              </a:rPr>
              <a:t> N/2 </a:t>
            </a:r>
            <a:r>
              <a:rPr lang="zh-CN" altLang="en-US" sz="2800" b="1" i="1" baseline="0">
                <a:latin typeface="Times" panose="02020603050405020304" pitchFamily="18" charset="0"/>
                <a:ea typeface="宋体" panose="02010600030101010101" pitchFamily="2" charset="-122"/>
              </a:rPr>
              <a:t>或</a:t>
            </a:r>
            <a:r>
              <a:rPr lang="en-US" altLang="zh-CN" sz="2800" b="1" i="1" baseline="0">
                <a:latin typeface="Times" panose="02020603050405020304" pitchFamily="18" charset="0"/>
                <a:ea typeface="宋体" panose="02010600030101010101" pitchFamily="2" charset="-122"/>
              </a:rPr>
              <a:t> 625 kHz. </a:t>
            </a:r>
            <a:r>
              <a:rPr lang="zh-CN" altLang="en-US" sz="2800" b="1" i="1" baseline="0">
                <a:latin typeface="Times" panose="02020603050405020304" pitchFamily="18" charset="0"/>
                <a:ea typeface="宋体" panose="02010600030101010101" pitchFamily="2" charset="-122"/>
              </a:rPr>
              <a:t>曼彻斯特编码需要的最小带宽</a:t>
            </a:r>
            <a:r>
              <a:rPr lang="en-US" altLang="zh-CN" sz="2800" b="1" i="1" baseline="0">
                <a:latin typeface="Times" panose="02020603050405020304" pitchFamily="18" charset="0"/>
                <a:ea typeface="宋体" panose="02010600030101010101" pitchFamily="2" charset="-122"/>
              </a:rPr>
              <a:t> 1 MHz. </a:t>
            </a:r>
            <a:r>
              <a:rPr lang="zh-CN" altLang="en-US" sz="2800" b="1" i="1" baseline="0">
                <a:latin typeface="Times" panose="02020603050405020304" pitchFamily="18" charset="0"/>
                <a:ea typeface="宋体" panose="02010600030101010101" pitchFamily="2" charset="-122"/>
              </a:rPr>
              <a:t>第一个选择需要更低的带宽，但有</a:t>
            </a:r>
            <a:r>
              <a:rPr lang="en-US" altLang="zh-CN" sz="2800" b="1" i="1" baseline="0">
                <a:latin typeface="Times" panose="02020603050405020304" pitchFamily="18" charset="0"/>
                <a:ea typeface="宋体" panose="02010600030101010101" pitchFamily="2" charset="-122"/>
              </a:rPr>
              <a:t>DC</a:t>
            </a:r>
            <a:r>
              <a:rPr lang="zh-CN" altLang="en-US" sz="2800" b="1" i="1" baseline="0">
                <a:latin typeface="Times" panose="02020603050405020304" pitchFamily="18" charset="0"/>
                <a:ea typeface="宋体" panose="02010600030101010101" pitchFamily="2" charset="-122"/>
              </a:rPr>
              <a:t>分量</a:t>
            </a:r>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第二个选择需要更高的带宽，但没有</a:t>
            </a:r>
            <a:r>
              <a:rPr lang="en-US" altLang="zh-CN" sz="2800" b="1" i="1" baseline="0">
                <a:latin typeface="Times" panose="02020603050405020304" pitchFamily="18" charset="0"/>
                <a:ea typeface="宋体" panose="02010600030101010101" pitchFamily="2" charset="-122"/>
              </a:rPr>
              <a:t>DC </a:t>
            </a:r>
            <a:r>
              <a:rPr lang="zh-CN" altLang="en-US" sz="2800" b="1" i="1" baseline="0">
                <a:latin typeface="Times" panose="02020603050405020304" pitchFamily="18" charset="0"/>
                <a:ea typeface="宋体" panose="02010600030101010101" pitchFamily="2" charset="-122"/>
              </a:rPr>
              <a:t>分量</a:t>
            </a:r>
            <a:r>
              <a:rPr lang="en-US" altLang="zh-CN" sz="2800" b="1" i="1" baseline="0">
                <a:latin typeface="Times" panose="02020603050405020304" pitchFamily="18" charset="0"/>
                <a:ea typeface="宋体" panose="02010600030101010101" pitchFamily="2" charset="-122"/>
              </a:rPr>
              <a:t>.</a:t>
            </a:r>
          </a:p>
        </p:txBody>
      </p:sp>
      <p:sp>
        <p:nvSpPr>
          <p:cNvPr id="75788" name="Text Box 11">
            <a:extLst>
              <a:ext uri="{FF2B5EF4-FFF2-40B4-BE49-F238E27FC236}">
                <a16:creationId xmlns:a16="http://schemas.microsoft.com/office/drawing/2014/main" id="{F1DC13D6-8EE3-9C97-BCA1-68D4BD43B0BB}"/>
              </a:ext>
            </a:extLst>
          </p:cNvPr>
          <p:cNvSpPr txBox="1">
            <a:spLocks noChangeArrowheads="1"/>
          </p:cNvSpPr>
          <p:nvPr/>
        </p:nvSpPr>
        <p:spPr bwMode="auto">
          <a:xfrm>
            <a:off x="1143000" y="0"/>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4.5</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1">
            <a:extLst>
              <a:ext uri="{FF2B5EF4-FFF2-40B4-BE49-F238E27FC236}">
                <a16:creationId xmlns:a16="http://schemas.microsoft.com/office/drawing/2014/main" id="{433E593A-8B2A-C907-D54E-C95A6688597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4E25B6E-809E-4922-AB8F-238C577DFC01}" type="slidenum">
              <a:rPr lang="en-US" altLang="zh-CN" baseline="0">
                <a:solidFill>
                  <a:schemeClr val="bg2"/>
                </a:solidFill>
                <a:latin typeface="Arial" panose="020B0604020202020204" pitchFamily="34" charset="0"/>
              </a:rPr>
              <a:pPr/>
              <a:t>42</a:t>
            </a:fld>
            <a:endParaRPr lang="en-US" altLang="zh-CN" baseline="0">
              <a:solidFill>
                <a:schemeClr val="bg2"/>
              </a:solidFill>
              <a:latin typeface="Arial" panose="020B0604020202020204" pitchFamily="34" charset="0"/>
            </a:endParaRPr>
          </a:p>
        </p:txBody>
      </p:sp>
      <p:sp>
        <p:nvSpPr>
          <p:cNvPr id="77827" name="Line 2">
            <a:extLst>
              <a:ext uri="{FF2B5EF4-FFF2-40B4-BE49-F238E27FC236}">
                <a16:creationId xmlns:a16="http://schemas.microsoft.com/office/drawing/2014/main" id="{3685504D-E030-0CAA-9838-5D62D18AE62D}"/>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8" name="Line 3">
            <a:extLst>
              <a:ext uri="{FF2B5EF4-FFF2-40B4-BE49-F238E27FC236}">
                <a16:creationId xmlns:a16="http://schemas.microsoft.com/office/drawing/2014/main" id="{C172FB3D-72EC-84C0-305D-42EBBB4CE5C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29" name="Text Box 4">
            <a:extLst>
              <a:ext uri="{FF2B5EF4-FFF2-40B4-BE49-F238E27FC236}">
                <a16:creationId xmlns:a16="http://schemas.microsoft.com/office/drawing/2014/main" id="{53093FA6-C8AA-47F1-7ACD-97B21669CEED}"/>
              </a:ext>
            </a:extLst>
          </p:cNvPr>
          <p:cNvSpPr txBox="1">
            <a:spLocks noChangeArrowheads="1"/>
          </p:cNvSpPr>
          <p:nvPr/>
        </p:nvSpPr>
        <p:spPr bwMode="auto">
          <a:xfrm>
            <a:off x="304800" y="762000"/>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4.17  </a:t>
            </a:r>
            <a:r>
              <a:rPr lang="en-US" altLang="zh-CN" b="1" i="1" baseline="0">
                <a:ea typeface="宋体" panose="02010600030101010101" pitchFamily="2" charset="-122"/>
              </a:rPr>
              <a:t>8B/10B block encoding</a:t>
            </a:r>
          </a:p>
        </p:txBody>
      </p:sp>
      <p:sp>
        <p:nvSpPr>
          <p:cNvPr id="77830" name="Line 5">
            <a:extLst>
              <a:ext uri="{FF2B5EF4-FFF2-40B4-BE49-F238E27FC236}">
                <a16:creationId xmlns:a16="http://schemas.microsoft.com/office/drawing/2014/main" id="{53E4A6FE-4333-3EF4-3C67-9899550B93F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7831" name="Picture 6">
            <a:extLst>
              <a:ext uri="{FF2B5EF4-FFF2-40B4-BE49-F238E27FC236}">
                <a16:creationId xmlns:a16="http://schemas.microsoft.com/office/drawing/2014/main" id="{9A335A10-CEC9-2B3E-32B7-F40CCBC62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524000"/>
            <a:ext cx="7669213"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2" name="Rectangle 11">
            <a:extLst>
              <a:ext uri="{FF2B5EF4-FFF2-40B4-BE49-F238E27FC236}">
                <a16:creationId xmlns:a16="http://schemas.microsoft.com/office/drawing/2014/main" id="{32AF8D57-D719-38EC-2CB1-0AEE399DA138}"/>
              </a:ext>
            </a:extLst>
          </p:cNvPr>
          <p:cNvSpPr>
            <a:spLocks noChangeArrowheads="1"/>
          </p:cNvSpPr>
          <p:nvPr/>
        </p:nvSpPr>
        <p:spPr bwMode="auto">
          <a:xfrm>
            <a:off x="457200" y="4075113"/>
            <a:ext cx="8077200" cy="2678112"/>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en-US" altLang="zh-CN" sz="2400" b="1" baseline="0">
                <a:ea typeface="宋体" panose="02010600030101010101" pitchFamily="2" charset="-122"/>
              </a:rPr>
              <a:t>8B/10B</a:t>
            </a:r>
            <a:r>
              <a:rPr lang="zh-CN" altLang="en-US" sz="2400" b="1" baseline="0">
                <a:ea typeface="宋体" panose="02010600030101010101" pitchFamily="2" charset="-122"/>
              </a:rPr>
              <a:t>编码类似于</a:t>
            </a:r>
            <a:r>
              <a:rPr lang="en-US" altLang="zh-CN" sz="2400" b="1" baseline="0">
                <a:ea typeface="宋体" panose="02010600030101010101" pitchFamily="2" charset="-122"/>
              </a:rPr>
              <a:t>4B/5B</a:t>
            </a:r>
            <a:r>
              <a:rPr lang="zh-CN" altLang="en-US" sz="2400" b="1" baseline="0">
                <a:ea typeface="宋体" panose="02010600030101010101" pitchFamily="2" charset="-122"/>
              </a:rPr>
              <a:t>编码，</a:t>
            </a:r>
            <a:r>
              <a:rPr lang="en-US" altLang="zh-CN" sz="2400" b="1" baseline="0">
                <a:ea typeface="宋体" panose="02010600030101010101" pitchFamily="2" charset="-122"/>
              </a:rPr>
              <a:t>8</a:t>
            </a:r>
            <a:r>
              <a:rPr lang="zh-CN" altLang="en-US" sz="2400" b="1" baseline="0">
                <a:ea typeface="宋体" panose="02010600030101010101" pitchFamily="2" charset="-122"/>
              </a:rPr>
              <a:t>位数据组被置换成</a:t>
            </a:r>
            <a:r>
              <a:rPr lang="en-US" altLang="zh-CN" sz="2400" b="1" baseline="0">
                <a:ea typeface="宋体" panose="02010600030101010101" pitchFamily="2" charset="-122"/>
              </a:rPr>
              <a:t>10</a:t>
            </a:r>
            <a:r>
              <a:rPr lang="zh-CN" altLang="en-US" sz="2400" b="1" baseline="0">
                <a:ea typeface="宋体" panose="02010600030101010101" pitchFamily="2" charset="-122"/>
              </a:rPr>
              <a:t>位编码</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提供了更高的差错控制能力</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实际上</a:t>
            </a:r>
            <a:r>
              <a:rPr lang="en-US" altLang="zh-CN" sz="2400" b="1" baseline="0">
                <a:ea typeface="宋体" panose="02010600030101010101" pitchFamily="2" charset="-122"/>
              </a:rPr>
              <a:t>5B/6B</a:t>
            </a:r>
            <a:r>
              <a:rPr lang="zh-CN" altLang="en-US" sz="2400" b="1" baseline="0">
                <a:ea typeface="宋体" panose="02010600030101010101" pitchFamily="2" charset="-122"/>
              </a:rPr>
              <a:t>编码和</a:t>
            </a:r>
            <a:r>
              <a:rPr lang="en-US" altLang="zh-CN" sz="2400" b="1" baseline="0">
                <a:ea typeface="宋体" panose="02010600030101010101" pitchFamily="2" charset="-122"/>
              </a:rPr>
              <a:t>3B/4B</a:t>
            </a:r>
            <a:r>
              <a:rPr lang="zh-CN" altLang="en-US" sz="2400" b="1" baseline="0">
                <a:ea typeface="宋体" panose="02010600030101010101" pitchFamily="2" charset="-122"/>
              </a:rPr>
              <a:t>编码的组合</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为了防止连续</a:t>
            </a:r>
            <a:r>
              <a:rPr lang="en-US" altLang="zh-CN" sz="2400" b="1" baseline="0">
                <a:ea typeface="宋体" panose="02010600030101010101" pitchFamily="2" charset="-122"/>
              </a:rPr>
              <a:t>0</a:t>
            </a:r>
            <a:r>
              <a:rPr lang="zh-CN" altLang="en-US" sz="2400" b="1" baseline="0">
                <a:ea typeface="宋体" panose="02010600030101010101" pitchFamily="2" charset="-122"/>
              </a:rPr>
              <a:t>或者</a:t>
            </a:r>
            <a:r>
              <a:rPr lang="en-US" altLang="zh-CN" sz="2400" b="1" baseline="0">
                <a:ea typeface="宋体" panose="02010600030101010101" pitchFamily="2" charset="-122"/>
              </a:rPr>
              <a:t>1</a:t>
            </a:r>
            <a:r>
              <a:rPr lang="zh-CN" altLang="en-US" sz="2400" b="1" baseline="0">
                <a:ea typeface="宋体" panose="02010600030101010101" pitchFamily="2" charset="-122"/>
              </a:rPr>
              <a:t>的长串，使用不均等性控制，可见</a:t>
            </a:r>
            <a:r>
              <a:rPr lang="en-US" altLang="zh-CN" sz="2400" b="1" baseline="0">
                <a:ea typeface="宋体" panose="02010600030101010101" pitchFamily="2" charset="-122"/>
              </a:rPr>
              <a:t>0</a:t>
            </a:r>
            <a:r>
              <a:rPr lang="zh-CN" altLang="en-US" sz="2400" b="1" baseline="0">
                <a:ea typeface="宋体" panose="02010600030101010101" pitchFamily="2" charset="-122"/>
              </a:rPr>
              <a:t>比</a:t>
            </a:r>
            <a:r>
              <a:rPr lang="en-US" altLang="zh-CN" sz="2400" b="1" baseline="0">
                <a:ea typeface="宋体" panose="02010600030101010101" pitchFamily="2" charset="-122"/>
              </a:rPr>
              <a:t>1</a:t>
            </a:r>
            <a:r>
              <a:rPr lang="zh-CN" altLang="en-US" sz="2400" b="1" baseline="0">
                <a:ea typeface="宋体" panose="02010600030101010101" pitchFamily="2" charset="-122"/>
              </a:rPr>
              <a:t>多。</a:t>
            </a:r>
            <a:endParaRPr lang="en-US" altLang="zh-CN" sz="2400" b="1" baseline="0">
              <a:ea typeface="宋体" panose="02010600030101010101" pitchFamily="2" charset="-122"/>
            </a:endParaRPr>
          </a:p>
          <a:p>
            <a:pPr>
              <a:buClr>
                <a:srgbClr val="FF0000"/>
              </a:buClr>
              <a:buFont typeface="Wingdings" panose="05000000000000000000" pitchFamily="2" charset="2"/>
              <a:buChar char="l"/>
            </a:pPr>
            <a:r>
              <a:rPr lang="zh-CN" altLang="en-US" sz="2400" b="1" baseline="0">
                <a:ea typeface="宋体" panose="02010600030101010101" pitchFamily="2" charset="-122"/>
              </a:rPr>
              <a:t>编码有：</a:t>
            </a:r>
            <a:r>
              <a:rPr lang="en-US" altLang="zh-CN" sz="2400" b="1" baseline="0">
                <a:ea typeface="宋体" panose="02010600030101010101" pitchFamily="2" charset="-122"/>
              </a:rPr>
              <a:t>2</a:t>
            </a:r>
            <a:r>
              <a:rPr lang="en-US" altLang="zh-CN" sz="2400" b="1" baseline="30000">
                <a:ea typeface="宋体" panose="02010600030101010101" pitchFamily="2" charset="-122"/>
              </a:rPr>
              <a:t>10</a:t>
            </a:r>
            <a:r>
              <a:rPr lang="en-US" altLang="zh-CN" sz="2400" b="1" baseline="0">
                <a:ea typeface="宋体" panose="02010600030101010101" pitchFamily="2" charset="-122"/>
              </a:rPr>
              <a:t>-2</a:t>
            </a:r>
            <a:r>
              <a:rPr lang="en-US" altLang="zh-CN" sz="2400" b="1" baseline="30000">
                <a:ea typeface="宋体" panose="02010600030101010101" pitchFamily="2" charset="-122"/>
              </a:rPr>
              <a:t>8</a:t>
            </a:r>
            <a:r>
              <a:rPr lang="en-US" altLang="zh-CN" sz="2400" b="1" baseline="0">
                <a:ea typeface="宋体" panose="02010600030101010101" pitchFamily="2" charset="-122"/>
              </a:rPr>
              <a:t>=768</a:t>
            </a:r>
            <a:r>
              <a:rPr lang="zh-CN" altLang="en-US" sz="2400" b="1" baseline="0">
                <a:ea typeface="宋体" panose="02010600030101010101" pitchFamily="2" charset="-122"/>
              </a:rPr>
              <a:t>个冗余组</a:t>
            </a:r>
            <a:endParaRPr lang="en-US" altLang="zh-CN" sz="3600" b="1" baseline="0">
              <a:ea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1">
            <a:extLst>
              <a:ext uri="{FF2B5EF4-FFF2-40B4-BE49-F238E27FC236}">
                <a16:creationId xmlns:a16="http://schemas.microsoft.com/office/drawing/2014/main" id="{601338BB-8E2F-3F4E-980D-762E41E0531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DF46DB13-5214-4F3F-B62B-0D363FD20869}" type="slidenum">
              <a:rPr lang="en-US" altLang="zh-CN" baseline="0">
                <a:solidFill>
                  <a:schemeClr val="bg2"/>
                </a:solidFill>
                <a:latin typeface="Arial" panose="020B0604020202020204" pitchFamily="34" charset="0"/>
              </a:rPr>
              <a:pPr/>
              <a:t>43</a:t>
            </a:fld>
            <a:endParaRPr lang="en-US" altLang="zh-CN" baseline="0">
              <a:solidFill>
                <a:schemeClr val="bg2"/>
              </a:solidFill>
              <a:latin typeface="Arial" panose="020B0604020202020204" pitchFamily="34" charset="0"/>
            </a:endParaRPr>
          </a:p>
        </p:txBody>
      </p:sp>
      <p:sp>
        <p:nvSpPr>
          <p:cNvPr id="79875" name="Line 2">
            <a:extLst>
              <a:ext uri="{FF2B5EF4-FFF2-40B4-BE49-F238E27FC236}">
                <a16:creationId xmlns:a16="http://schemas.microsoft.com/office/drawing/2014/main" id="{E5E5693E-3676-7920-E21E-FD0B249585F8}"/>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6" name="Line 3">
            <a:extLst>
              <a:ext uri="{FF2B5EF4-FFF2-40B4-BE49-F238E27FC236}">
                <a16:creationId xmlns:a16="http://schemas.microsoft.com/office/drawing/2014/main" id="{4B684E4C-FEB8-1611-028A-206E6BE510FE}"/>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877" name="Text Box 4">
            <a:extLst>
              <a:ext uri="{FF2B5EF4-FFF2-40B4-BE49-F238E27FC236}">
                <a16:creationId xmlns:a16="http://schemas.microsoft.com/office/drawing/2014/main" id="{E5183AE9-2484-71C9-CFEA-587759A21A28}"/>
              </a:ext>
            </a:extLst>
          </p:cNvPr>
          <p:cNvSpPr txBox="1">
            <a:spLocks noChangeArrowheads="1"/>
          </p:cNvSpPr>
          <p:nvPr/>
        </p:nvSpPr>
        <p:spPr bwMode="auto">
          <a:xfrm>
            <a:off x="2155825" y="6324600"/>
            <a:ext cx="4591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4.18  </a:t>
            </a:r>
            <a:r>
              <a:rPr lang="en-US" altLang="zh-CN" b="1" i="1" baseline="0">
                <a:ea typeface="宋体" panose="02010600030101010101" pitchFamily="2" charset="-122"/>
              </a:rPr>
              <a:t>AMI used with scrambling</a:t>
            </a:r>
          </a:p>
        </p:txBody>
      </p:sp>
      <p:sp>
        <p:nvSpPr>
          <p:cNvPr id="79878" name="Line 5">
            <a:extLst>
              <a:ext uri="{FF2B5EF4-FFF2-40B4-BE49-F238E27FC236}">
                <a16:creationId xmlns:a16="http://schemas.microsoft.com/office/drawing/2014/main" id="{9F51CCC4-A6A4-6692-FB99-9D3AD0D501D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9879" name="Picture 6">
            <a:extLst>
              <a:ext uri="{FF2B5EF4-FFF2-40B4-BE49-F238E27FC236}">
                <a16:creationId xmlns:a16="http://schemas.microsoft.com/office/drawing/2014/main" id="{0C2684C8-1763-2554-FEC6-684722E42F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3581400"/>
            <a:ext cx="7861300" cy="261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0" name="标题 1">
            <a:extLst>
              <a:ext uri="{FF2B5EF4-FFF2-40B4-BE49-F238E27FC236}">
                <a16:creationId xmlns:a16="http://schemas.microsoft.com/office/drawing/2014/main" id="{FE066C23-2073-20B5-69F8-7D26B7E6C7DC}"/>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扰码</a:t>
            </a:r>
            <a:r>
              <a:rPr lang="en-US" altLang="zh-CN" sz="4400">
                <a:solidFill>
                  <a:schemeClr val="tx2"/>
                </a:solidFill>
                <a:latin typeface="Tahoma" panose="020B0604030504040204" pitchFamily="34" charset="0"/>
                <a:ea typeface="宋体" panose="02010600030101010101" pitchFamily="2" charset="-122"/>
              </a:rPr>
              <a:t>(Scrambling)</a:t>
            </a:r>
            <a:endParaRPr lang="zh-CN" altLang="en-US" sz="4400">
              <a:solidFill>
                <a:schemeClr val="tx2"/>
              </a:solidFill>
              <a:latin typeface="Tahoma" panose="020B0604030504040204" pitchFamily="34" charset="0"/>
              <a:ea typeface="宋体" panose="02010600030101010101" pitchFamily="2" charset="-122"/>
            </a:endParaRPr>
          </a:p>
        </p:txBody>
      </p:sp>
      <p:sp>
        <p:nvSpPr>
          <p:cNvPr id="79881" name="Rectangle 11">
            <a:extLst>
              <a:ext uri="{FF2B5EF4-FFF2-40B4-BE49-F238E27FC236}">
                <a16:creationId xmlns:a16="http://schemas.microsoft.com/office/drawing/2014/main" id="{31D7A13D-77F9-7A02-586A-D57CA7237765}"/>
              </a:ext>
            </a:extLst>
          </p:cNvPr>
          <p:cNvSpPr>
            <a:spLocks noChangeArrowheads="1"/>
          </p:cNvSpPr>
          <p:nvPr/>
        </p:nvSpPr>
        <p:spPr bwMode="auto">
          <a:xfrm>
            <a:off x="495300" y="1490663"/>
            <a:ext cx="8077200" cy="1938337"/>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b="1" baseline="0">
                <a:ea typeface="宋体" panose="02010600030101010101" pitchFamily="2" charset="-122"/>
              </a:rPr>
              <a:t>两相编码适用于</a:t>
            </a:r>
            <a:r>
              <a:rPr lang="en-US" altLang="zh-CN" b="1" baseline="0">
                <a:ea typeface="宋体" panose="02010600030101010101" pitchFamily="2" charset="-122"/>
              </a:rPr>
              <a:t>LAN</a:t>
            </a:r>
            <a:r>
              <a:rPr lang="zh-CN" altLang="en-US" b="1" baseline="0">
                <a:ea typeface="宋体" panose="02010600030101010101" pitchFamily="2" charset="-122"/>
              </a:rPr>
              <a:t>工作站间的专用链路，不适用于长距离通信</a:t>
            </a:r>
            <a:endParaRPr lang="en-US" altLang="zh-CN" b="1" baseline="0">
              <a:ea typeface="宋体" panose="02010600030101010101" pitchFamily="2" charset="-122"/>
            </a:endParaRPr>
          </a:p>
          <a:p>
            <a:pPr>
              <a:buClr>
                <a:srgbClr val="FF0000"/>
              </a:buClr>
              <a:buFont typeface="Wingdings" panose="05000000000000000000" pitchFamily="2" charset="2"/>
              <a:buChar char="l"/>
            </a:pPr>
            <a:r>
              <a:rPr lang="zh-CN" altLang="en-US" b="1" baseline="0">
                <a:ea typeface="宋体" panose="02010600030101010101" pitchFamily="2" charset="-122"/>
              </a:rPr>
              <a:t>块编码和</a:t>
            </a:r>
            <a:r>
              <a:rPr lang="en-US" altLang="zh-CN" b="1" baseline="0">
                <a:ea typeface="宋体" panose="02010600030101010101" pitchFamily="2" charset="-122"/>
              </a:rPr>
              <a:t>NRZ</a:t>
            </a:r>
            <a:r>
              <a:rPr lang="zh-CN" altLang="en-US" b="1" baseline="0">
                <a:ea typeface="宋体" panose="02010600030101010101" pitchFamily="2" charset="-122"/>
              </a:rPr>
              <a:t>编码的组合有</a:t>
            </a:r>
            <a:r>
              <a:rPr lang="en-US" altLang="zh-CN" b="1" baseline="0">
                <a:ea typeface="宋体" panose="02010600030101010101" pitchFamily="2" charset="-122"/>
              </a:rPr>
              <a:t>DC</a:t>
            </a:r>
            <a:r>
              <a:rPr lang="zh-CN" altLang="en-US" b="1" baseline="0">
                <a:ea typeface="宋体" panose="02010600030101010101" pitchFamily="2" charset="-122"/>
              </a:rPr>
              <a:t>分量，也不适合于长距离通信</a:t>
            </a:r>
            <a:endParaRPr lang="en-US" altLang="zh-CN" b="1" baseline="0">
              <a:ea typeface="宋体" panose="02010600030101010101" pitchFamily="2" charset="-122"/>
            </a:endParaRPr>
          </a:p>
          <a:p>
            <a:pPr>
              <a:buClr>
                <a:srgbClr val="FF0000"/>
              </a:buClr>
              <a:buFont typeface="Wingdings" panose="05000000000000000000" pitchFamily="2" charset="2"/>
              <a:buChar char="l"/>
            </a:pPr>
            <a:r>
              <a:rPr lang="zh-CN" altLang="en-US" b="1" baseline="0">
                <a:ea typeface="宋体" panose="02010600030101010101" pitchFamily="2" charset="-122"/>
              </a:rPr>
              <a:t>双极性</a:t>
            </a:r>
            <a:r>
              <a:rPr lang="en-US" altLang="zh-CN" b="1" baseline="0">
                <a:ea typeface="宋体" panose="02010600030101010101" pitchFamily="2" charset="-122"/>
              </a:rPr>
              <a:t>AMI</a:t>
            </a:r>
            <a:r>
              <a:rPr lang="zh-CN" altLang="en-US" b="1" baseline="0">
                <a:ea typeface="宋体" panose="02010600030101010101" pitchFamily="2" charset="-122"/>
              </a:rPr>
              <a:t>有窄带宽，且没有</a:t>
            </a:r>
            <a:r>
              <a:rPr lang="en-US" altLang="zh-CN" b="1" baseline="0">
                <a:ea typeface="宋体" panose="02010600030101010101" pitchFamily="2" charset="-122"/>
              </a:rPr>
              <a:t>DC</a:t>
            </a:r>
            <a:r>
              <a:rPr lang="zh-CN" altLang="en-US" b="1" baseline="0">
                <a:ea typeface="宋体" panose="02010600030101010101" pitchFamily="2" charset="-122"/>
              </a:rPr>
              <a:t>分量，当连续</a:t>
            </a:r>
            <a:r>
              <a:rPr lang="en-US" altLang="zh-CN" b="1" baseline="0">
                <a:ea typeface="宋体" panose="02010600030101010101" pitchFamily="2" charset="-122"/>
              </a:rPr>
              <a:t>0</a:t>
            </a:r>
            <a:r>
              <a:rPr lang="zh-CN" altLang="en-US" b="1" baseline="0">
                <a:ea typeface="宋体" panose="02010600030101010101" pitchFamily="2" charset="-122"/>
              </a:rPr>
              <a:t>的长序列会失去同步。</a:t>
            </a:r>
            <a:endParaRPr lang="en-US" altLang="zh-CN" b="1" baseline="0">
              <a:ea typeface="宋体" panose="02010600030101010101" pitchFamily="2" charset="-122"/>
            </a:endParaRPr>
          </a:p>
          <a:p>
            <a:pPr>
              <a:buClr>
                <a:srgbClr val="FF0000"/>
              </a:buClr>
            </a:pPr>
            <a:r>
              <a:rPr lang="zh-CN" altLang="en-US" b="1" baseline="0">
                <a:ea typeface="宋体" panose="02010600030101010101" pitchFamily="2" charset="-122"/>
              </a:rPr>
              <a:t>所以，需要不会增加位数并提供同步的技术：</a:t>
            </a:r>
            <a:r>
              <a:rPr lang="en-US" altLang="zh-CN" b="1" baseline="0">
                <a:ea typeface="宋体" panose="02010600030101010101" pitchFamily="2" charset="-122"/>
              </a:rPr>
              <a:t>B8ZS</a:t>
            </a:r>
            <a:r>
              <a:rPr lang="zh-CN" altLang="en-US" b="1" baseline="0">
                <a:ea typeface="宋体" panose="02010600030101010101" pitchFamily="2" charset="-122"/>
              </a:rPr>
              <a:t>和</a:t>
            </a:r>
            <a:r>
              <a:rPr lang="en-US" altLang="zh-CN" b="1" baseline="0">
                <a:ea typeface="宋体" panose="02010600030101010101" pitchFamily="2" charset="-122"/>
              </a:rPr>
              <a:t>HDB3</a:t>
            </a:r>
          </a:p>
          <a:p>
            <a:pPr>
              <a:buClr>
                <a:srgbClr val="FF0000"/>
              </a:buClr>
            </a:pPr>
            <a:r>
              <a:rPr lang="zh-CN" altLang="en-US" b="1" baseline="0">
                <a:ea typeface="宋体" panose="02010600030101010101" pitchFamily="2" charset="-122"/>
              </a:rPr>
              <a:t>（思路：把一串</a:t>
            </a:r>
            <a:r>
              <a:rPr lang="en-US" altLang="zh-CN" b="1" baseline="0">
                <a:ea typeface="宋体" panose="02010600030101010101" pitchFamily="2" charset="-122"/>
              </a:rPr>
              <a:t>0</a:t>
            </a:r>
            <a:r>
              <a:rPr lang="zh-CN" altLang="en-US" b="1" baseline="0">
                <a:ea typeface="宋体" panose="02010600030101010101" pitchFamily="2" charset="-122"/>
              </a:rPr>
              <a:t>或</a:t>
            </a:r>
            <a:r>
              <a:rPr lang="en-US" altLang="zh-CN" b="1" baseline="0">
                <a:ea typeface="宋体" panose="02010600030101010101" pitchFamily="2" charset="-122"/>
              </a:rPr>
              <a:t>1</a:t>
            </a:r>
            <a:r>
              <a:rPr lang="zh-CN" altLang="en-US" b="1" baseline="0">
                <a:ea typeface="宋体" panose="02010600030101010101" pitchFamily="2" charset="-122"/>
              </a:rPr>
              <a:t>，替换为高低交替的电平）</a:t>
            </a:r>
            <a:endParaRPr lang="en-US" altLang="zh-CN" b="1" baseline="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1">
            <a:extLst>
              <a:ext uri="{FF2B5EF4-FFF2-40B4-BE49-F238E27FC236}">
                <a16:creationId xmlns:a16="http://schemas.microsoft.com/office/drawing/2014/main" id="{E4939280-D8E2-BC9B-0514-637E9F7FAD3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2C06B660-2B7E-43C1-9E41-ED19D1FC2B74}" type="slidenum">
              <a:rPr lang="en-US" altLang="zh-CN" baseline="0">
                <a:solidFill>
                  <a:schemeClr val="bg2"/>
                </a:solidFill>
                <a:latin typeface="Arial" panose="020B0604020202020204" pitchFamily="34" charset="0"/>
              </a:rPr>
              <a:pPr/>
              <a:t>44</a:t>
            </a:fld>
            <a:endParaRPr lang="en-US" altLang="zh-CN" baseline="0">
              <a:solidFill>
                <a:schemeClr val="bg2"/>
              </a:solidFill>
              <a:latin typeface="Arial" panose="020B0604020202020204" pitchFamily="34" charset="0"/>
            </a:endParaRPr>
          </a:p>
        </p:txBody>
      </p:sp>
      <p:sp>
        <p:nvSpPr>
          <p:cNvPr id="81923" name="Line 2">
            <a:extLst>
              <a:ext uri="{FF2B5EF4-FFF2-40B4-BE49-F238E27FC236}">
                <a16:creationId xmlns:a16="http://schemas.microsoft.com/office/drawing/2014/main" id="{8A667983-78CF-22EC-F69F-09E0B8D99EA3}"/>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4" name="Line 3">
            <a:extLst>
              <a:ext uri="{FF2B5EF4-FFF2-40B4-BE49-F238E27FC236}">
                <a16:creationId xmlns:a16="http://schemas.microsoft.com/office/drawing/2014/main" id="{DFF935F1-F993-FC5F-15D4-A6D20DB3594A}"/>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25" name="Text Box 4">
            <a:extLst>
              <a:ext uri="{FF2B5EF4-FFF2-40B4-BE49-F238E27FC236}">
                <a16:creationId xmlns:a16="http://schemas.microsoft.com/office/drawing/2014/main" id="{5F4A1D89-2A97-F103-B3E0-7E3E5670401A}"/>
              </a:ext>
            </a:extLst>
          </p:cNvPr>
          <p:cNvSpPr txBox="1">
            <a:spLocks noChangeArrowheads="1"/>
          </p:cNvSpPr>
          <p:nvPr/>
        </p:nvSpPr>
        <p:spPr bwMode="auto">
          <a:xfrm>
            <a:off x="1295400" y="6253163"/>
            <a:ext cx="6129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4.19  </a:t>
            </a:r>
            <a:r>
              <a:rPr lang="en-US" altLang="zh-CN" b="1" i="1" baseline="0">
                <a:ea typeface="宋体" panose="02010600030101010101" pitchFamily="2" charset="-122"/>
              </a:rPr>
              <a:t>Two cases of B8ZS scrambling technique</a:t>
            </a:r>
          </a:p>
        </p:txBody>
      </p:sp>
      <p:sp>
        <p:nvSpPr>
          <p:cNvPr id="81926" name="Line 5">
            <a:extLst>
              <a:ext uri="{FF2B5EF4-FFF2-40B4-BE49-F238E27FC236}">
                <a16:creationId xmlns:a16="http://schemas.microsoft.com/office/drawing/2014/main" id="{56C056DE-ADFF-D39D-1A97-50A07054C7D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1927" name="Picture 6">
            <a:extLst>
              <a:ext uri="{FF2B5EF4-FFF2-40B4-BE49-F238E27FC236}">
                <a16:creationId xmlns:a16="http://schemas.microsoft.com/office/drawing/2014/main" id="{1164A172-86B5-6211-4EEF-C9CEB58EA3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479800"/>
            <a:ext cx="8829675"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8" name="Rectangle 11">
            <a:extLst>
              <a:ext uri="{FF2B5EF4-FFF2-40B4-BE49-F238E27FC236}">
                <a16:creationId xmlns:a16="http://schemas.microsoft.com/office/drawing/2014/main" id="{BACF6FC5-0121-BDDF-853D-32A68AC59768}"/>
              </a:ext>
            </a:extLst>
          </p:cNvPr>
          <p:cNvSpPr>
            <a:spLocks noChangeArrowheads="1"/>
          </p:cNvSpPr>
          <p:nvPr/>
        </p:nvSpPr>
        <p:spPr bwMode="auto">
          <a:xfrm>
            <a:off x="495300" y="1441450"/>
            <a:ext cx="8077200" cy="16303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en-US" altLang="zh-CN" b="1" baseline="0">
                <a:ea typeface="宋体" panose="02010600030101010101" pitchFamily="2" charset="-122"/>
              </a:rPr>
              <a:t>8</a:t>
            </a:r>
            <a:r>
              <a:rPr lang="zh-CN" altLang="en-US" b="1" baseline="0">
                <a:ea typeface="宋体" panose="02010600030101010101" pitchFamily="2" charset="-122"/>
              </a:rPr>
              <a:t>个连续</a:t>
            </a:r>
            <a:r>
              <a:rPr lang="en-US" altLang="zh-CN" b="1" baseline="0">
                <a:ea typeface="宋体" panose="02010600030101010101" pitchFamily="2" charset="-122"/>
              </a:rPr>
              <a:t>0</a:t>
            </a:r>
            <a:r>
              <a:rPr lang="zh-CN" altLang="en-US" b="1" baseline="0">
                <a:ea typeface="宋体" panose="02010600030101010101" pitchFamily="2" charset="-122"/>
              </a:rPr>
              <a:t>电平会被替换成</a:t>
            </a:r>
            <a:r>
              <a:rPr lang="en-US" altLang="zh-CN" b="1" baseline="0">
                <a:ea typeface="宋体" panose="02010600030101010101" pitchFamily="2" charset="-122"/>
              </a:rPr>
              <a:t>000VB0VB</a:t>
            </a:r>
            <a:r>
              <a:rPr lang="zh-CN" altLang="en-US" b="1" baseline="0">
                <a:ea typeface="宋体" panose="02010600030101010101" pitchFamily="2" charset="-122"/>
              </a:rPr>
              <a:t>，</a:t>
            </a:r>
            <a:endParaRPr lang="en-US" altLang="zh-CN" b="1" baseline="0">
              <a:ea typeface="宋体" panose="02010600030101010101" pitchFamily="2" charset="-122"/>
            </a:endParaRPr>
          </a:p>
          <a:p>
            <a:pPr>
              <a:buClr>
                <a:srgbClr val="FF0000"/>
              </a:buClr>
              <a:buFont typeface="Wingdings" panose="05000000000000000000" pitchFamily="2" charset="2"/>
              <a:buChar char="l"/>
            </a:pPr>
            <a:r>
              <a:rPr lang="en-US" altLang="zh-CN" b="1" baseline="0">
                <a:ea typeface="宋体" panose="02010600030101010101" pitchFamily="2" charset="-122"/>
              </a:rPr>
              <a:t>V</a:t>
            </a:r>
            <a:r>
              <a:rPr lang="zh-CN" altLang="en-US" b="1" baseline="0">
                <a:ea typeface="宋体" panose="02010600030101010101" pitchFamily="2" charset="-122"/>
              </a:rPr>
              <a:t>表示违反</a:t>
            </a:r>
            <a:r>
              <a:rPr lang="en-US" altLang="zh-CN" b="1" baseline="0">
                <a:ea typeface="宋体" panose="02010600030101010101" pitchFamily="2" charset="-122"/>
              </a:rPr>
              <a:t>(Violation)</a:t>
            </a:r>
            <a:r>
              <a:rPr lang="zh-CN" altLang="en-US" b="1" baseline="0">
                <a:ea typeface="宋体" panose="02010600030101010101" pitchFamily="2" charset="-122"/>
              </a:rPr>
              <a:t>，是个非零电平，与前一个非零脉冲极性相同的极性，违反了</a:t>
            </a:r>
            <a:r>
              <a:rPr lang="en-US" altLang="zh-CN" b="1" baseline="0">
                <a:ea typeface="宋体" panose="02010600030101010101" pitchFamily="2" charset="-122"/>
              </a:rPr>
              <a:t>AMI</a:t>
            </a:r>
            <a:r>
              <a:rPr lang="zh-CN" altLang="en-US" b="1" baseline="0">
                <a:ea typeface="宋体" panose="02010600030101010101" pitchFamily="2" charset="-122"/>
              </a:rPr>
              <a:t>编码规则，</a:t>
            </a:r>
            <a:endParaRPr lang="en-US" altLang="zh-CN" b="1" baseline="0">
              <a:ea typeface="宋体" panose="02010600030101010101" pitchFamily="2" charset="-122"/>
            </a:endParaRPr>
          </a:p>
          <a:p>
            <a:pPr>
              <a:buClr>
                <a:srgbClr val="FF0000"/>
              </a:buClr>
              <a:buFont typeface="Wingdings" panose="05000000000000000000" pitchFamily="2" charset="2"/>
              <a:buChar char="l"/>
            </a:pPr>
            <a:r>
              <a:rPr lang="en-US" altLang="zh-CN" b="1" baseline="0">
                <a:ea typeface="宋体" panose="02010600030101010101" pitchFamily="2" charset="-122"/>
              </a:rPr>
              <a:t>B</a:t>
            </a:r>
            <a:r>
              <a:rPr lang="zh-CN" altLang="en-US" b="1" baseline="0">
                <a:ea typeface="宋体" panose="02010600030101010101" pitchFamily="2" charset="-122"/>
              </a:rPr>
              <a:t>表示双极，表示与</a:t>
            </a:r>
            <a:r>
              <a:rPr lang="en-US" altLang="zh-CN" b="1" baseline="0">
                <a:ea typeface="宋体" panose="02010600030101010101" pitchFamily="2" charset="-122"/>
              </a:rPr>
              <a:t>AMI</a:t>
            </a:r>
            <a:r>
              <a:rPr lang="zh-CN" altLang="en-US" b="1" baseline="0">
                <a:ea typeface="宋体" panose="02010600030101010101" pitchFamily="2" charset="-122"/>
              </a:rPr>
              <a:t>相一致的非零电平，即与一个非零脉冲极性相反的极性</a:t>
            </a:r>
            <a:endParaRPr lang="en-US" altLang="zh-CN" b="1" baseline="0">
              <a:ea typeface="宋体" panose="02010600030101010101" pitchFamily="2" charset="-122"/>
            </a:endParaRPr>
          </a:p>
        </p:txBody>
      </p:sp>
      <p:sp>
        <p:nvSpPr>
          <p:cNvPr id="81929" name="标题 1">
            <a:extLst>
              <a:ext uri="{FF2B5EF4-FFF2-40B4-BE49-F238E27FC236}">
                <a16:creationId xmlns:a16="http://schemas.microsoft.com/office/drawing/2014/main" id="{3EBA85C3-97D1-A7DE-A10C-7B77823FD131}"/>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4400">
                <a:solidFill>
                  <a:schemeClr val="tx2"/>
                </a:solidFill>
                <a:latin typeface="Tahoma" panose="020B0604030504040204" pitchFamily="34" charset="0"/>
                <a:ea typeface="宋体" panose="02010600030101010101" pitchFamily="2" charset="-122"/>
              </a:rPr>
              <a:t>B8ZS(bipolar</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with 8-zero</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substitution)</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1">
            <a:extLst>
              <a:ext uri="{FF2B5EF4-FFF2-40B4-BE49-F238E27FC236}">
                <a16:creationId xmlns:a16="http://schemas.microsoft.com/office/drawing/2014/main" id="{11D9B7AF-78B5-1620-823A-96B83803E93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217B69A0-DDD6-487B-A237-C31906430DC9}" type="slidenum">
              <a:rPr lang="en-US" altLang="zh-CN" baseline="0">
                <a:solidFill>
                  <a:schemeClr val="bg2"/>
                </a:solidFill>
                <a:latin typeface="Arial" panose="020B0604020202020204" pitchFamily="34" charset="0"/>
              </a:rPr>
              <a:pPr/>
              <a:t>45</a:t>
            </a:fld>
            <a:endParaRPr lang="en-US" altLang="zh-CN" baseline="0">
              <a:solidFill>
                <a:schemeClr val="bg2"/>
              </a:solidFill>
              <a:latin typeface="Arial" panose="020B0604020202020204" pitchFamily="34" charset="0"/>
            </a:endParaRPr>
          </a:p>
        </p:txBody>
      </p:sp>
      <p:sp>
        <p:nvSpPr>
          <p:cNvPr id="83971" name="Rectangle 2">
            <a:extLst>
              <a:ext uri="{FF2B5EF4-FFF2-40B4-BE49-F238E27FC236}">
                <a16:creationId xmlns:a16="http://schemas.microsoft.com/office/drawing/2014/main" id="{974F4911-89CE-8C7E-35EE-74A0725C1EA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2" name="Rectangle 3">
            <a:extLst>
              <a:ext uri="{FF2B5EF4-FFF2-40B4-BE49-F238E27FC236}">
                <a16:creationId xmlns:a16="http://schemas.microsoft.com/office/drawing/2014/main" id="{6FD7A13A-EF76-9865-3718-5AC618ACD3D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3" name="Rectangle 4">
            <a:extLst>
              <a:ext uri="{FF2B5EF4-FFF2-40B4-BE49-F238E27FC236}">
                <a16:creationId xmlns:a16="http://schemas.microsoft.com/office/drawing/2014/main" id="{F232A478-6DC1-3112-0236-B9F3206A9DF2}"/>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4" name="Rectangle 5">
            <a:extLst>
              <a:ext uri="{FF2B5EF4-FFF2-40B4-BE49-F238E27FC236}">
                <a16:creationId xmlns:a16="http://schemas.microsoft.com/office/drawing/2014/main" id="{70CEB7C7-A87F-EDD4-F038-59303D3F806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5" name="Rectangle 6">
            <a:extLst>
              <a:ext uri="{FF2B5EF4-FFF2-40B4-BE49-F238E27FC236}">
                <a16:creationId xmlns:a16="http://schemas.microsoft.com/office/drawing/2014/main" id="{4D955C80-E305-3591-449F-520CB452842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6" name="Rectangle 7">
            <a:extLst>
              <a:ext uri="{FF2B5EF4-FFF2-40B4-BE49-F238E27FC236}">
                <a16:creationId xmlns:a16="http://schemas.microsoft.com/office/drawing/2014/main" id="{C3CF8BEE-E3B0-46F4-5723-BE6718DA78B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7" name="Rectangle 8">
            <a:extLst>
              <a:ext uri="{FF2B5EF4-FFF2-40B4-BE49-F238E27FC236}">
                <a16:creationId xmlns:a16="http://schemas.microsoft.com/office/drawing/2014/main" id="{5494F143-B666-44DC-7E2A-998BED390DA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3978" name="Line 9">
            <a:extLst>
              <a:ext uri="{FF2B5EF4-FFF2-40B4-BE49-F238E27FC236}">
                <a16:creationId xmlns:a16="http://schemas.microsoft.com/office/drawing/2014/main" id="{8598C224-19C6-675C-F07E-B4EE86985CD0}"/>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79" name="Line 10">
            <a:extLst>
              <a:ext uri="{FF2B5EF4-FFF2-40B4-BE49-F238E27FC236}">
                <a16:creationId xmlns:a16="http://schemas.microsoft.com/office/drawing/2014/main" id="{63DE8DFF-FD95-0401-A00D-DAC6DC796051}"/>
              </a:ext>
            </a:extLst>
          </p:cNvPr>
          <p:cNvSpPr>
            <a:spLocks noChangeShapeType="1"/>
          </p:cNvSpPr>
          <p:nvPr/>
        </p:nvSpPr>
        <p:spPr bwMode="auto">
          <a:xfrm>
            <a:off x="458788" y="3886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980" name="Rectangle 11">
            <a:extLst>
              <a:ext uri="{FF2B5EF4-FFF2-40B4-BE49-F238E27FC236}">
                <a16:creationId xmlns:a16="http://schemas.microsoft.com/office/drawing/2014/main" id="{45612697-BC38-9E62-2453-2812AB18B0F3}"/>
              </a:ext>
            </a:extLst>
          </p:cNvPr>
          <p:cNvSpPr>
            <a:spLocks noChangeArrowheads="1"/>
          </p:cNvSpPr>
          <p:nvPr/>
        </p:nvSpPr>
        <p:spPr bwMode="auto">
          <a:xfrm>
            <a:off x="495300" y="2759075"/>
            <a:ext cx="8077200" cy="5842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B8ZS </a:t>
            </a:r>
            <a:r>
              <a:rPr lang="zh-CN" altLang="en-US" sz="3200" b="1" baseline="0">
                <a:latin typeface="Arial" panose="020B0604020202020204" pitchFamily="34" charset="0"/>
                <a:ea typeface="宋体" panose="02010600030101010101" pitchFamily="2" charset="-122"/>
              </a:rPr>
              <a:t>把</a:t>
            </a:r>
            <a:r>
              <a:rPr lang="en-US" altLang="zh-CN" sz="3200" b="1" baseline="0">
                <a:latin typeface="Arial" panose="020B0604020202020204" pitchFamily="34" charset="0"/>
                <a:ea typeface="宋体" panose="02010600030101010101" pitchFamily="2" charset="-122"/>
              </a:rPr>
              <a:t>8</a:t>
            </a:r>
            <a:r>
              <a:rPr lang="zh-CN" altLang="en-US" sz="3200" b="1" baseline="0">
                <a:latin typeface="Arial" panose="020B0604020202020204" pitchFamily="34" charset="0"/>
                <a:ea typeface="宋体" panose="02010600030101010101" pitchFamily="2" charset="-122"/>
              </a:rPr>
              <a:t>个连续零置换成</a:t>
            </a:r>
            <a:r>
              <a:rPr lang="en-US" altLang="zh-CN" sz="3200" b="1" baseline="0">
                <a:latin typeface="Arial" panose="020B0604020202020204" pitchFamily="34" charset="0"/>
                <a:ea typeface="宋体" panose="02010600030101010101" pitchFamily="2" charset="-122"/>
              </a:rPr>
              <a:t> 000VB0VB.</a:t>
            </a:r>
          </a:p>
        </p:txBody>
      </p:sp>
      <p:grpSp>
        <p:nvGrpSpPr>
          <p:cNvPr id="83981" name="Group 12">
            <a:extLst>
              <a:ext uri="{FF2B5EF4-FFF2-40B4-BE49-F238E27FC236}">
                <a16:creationId xmlns:a16="http://schemas.microsoft.com/office/drawing/2014/main" id="{E0074979-48FB-949F-6FC8-391576F57E0C}"/>
              </a:ext>
            </a:extLst>
          </p:cNvPr>
          <p:cNvGrpSpPr>
            <a:grpSpLocks/>
          </p:cNvGrpSpPr>
          <p:nvPr/>
        </p:nvGrpSpPr>
        <p:grpSpPr bwMode="auto">
          <a:xfrm>
            <a:off x="457200" y="1981200"/>
            <a:ext cx="1143000" cy="566738"/>
            <a:chOff x="1200" y="1248"/>
            <a:chExt cx="720" cy="357"/>
          </a:xfrm>
        </p:grpSpPr>
        <p:pic>
          <p:nvPicPr>
            <p:cNvPr id="83982" name="Picture 13">
              <a:extLst>
                <a:ext uri="{FF2B5EF4-FFF2-40B4-BE49-F238E27FC236}">
                  <a16:creationId xmlns:a16="http://schemas.microsoft.com/office/drawing/2014/main" id="{E1609C60-A827-9764-F2D0-88E90A879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83" name="Text Box 14">
              <a:extLst>
                <a:ext uri="{FF2B5EF4-FFF2-40B4-BE49-F238E27FC236}">
                  <a16:creationId xmlns:a16="http://schemas.microsoft.com/office/drawing/2014/main" id="{1B98D0C6-176A-6C00-2115-CDD1F25AC357}"/>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1">
            <a:extLst>
              <a:ext uri="{FF2B5EF4-FFF2-40B4-BE49-F238E27FC236}">
                <a16:creationId xmlns:a16="http://schemas.microsoft.com/office/drawing/2014/main" id="{F2D7B30D-1D85-3EC2-7196-D03CD99AE36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153D899B-1F67-40EF-B2CA-2F7FBDC35D86}" type="slidenum">
              <a:rPr lang="en-US" altLang="zh-CN" baseline="0">
                <a:solidFill>
                  <a:schemeClr val="bg2"/>
                </a:solidFill>
                <a:latin typeface="Arial" panose="020B0604020202020204" pitchFamily="34" charset="0"/>
              </a:rPr>
              <a:pPr/>
              <a:t>46</a:t>
            </a:fld>
            <a:endParaRPr lang="en-US" altLang="zh-CN" baseline="0">
              <a:solidFill>
                <a:schemeClr val="bg2"/>
              </a:solidFill>
              <a:latin typeface="Arial" panose="020B0604020202020204" pitchFamily="34" charset="0"/>
            </a:endParaRPr>
          </a:p>
        </p:txBody>
      </p:sp>
      <p:sp>
        <p:nvSpPr>
          <p:cNvPr id="86019" name="Line 2">
            <a:extLst>
              <a:ext uri="{FF2B5EF4-FFF2-40B4-BE49-F238E27FC236}">
                <a16:creationId xmlns:a16="http://schemas.microsoft.com/office/drawing/2014/main" id="{4D0F800E-BB31-7280-EF1A-CF80C2F4D4E1}"/>
              </a:ext>
            </a:extLst>
          </p:cNvPr>
          <p:cNvSpPr>
            <a:spLocks noChangeShapeType="1"/>
          </p:cNvSpPr>
          <p:nvPr/>
        </p:nvSpPr>
        <p:spPr bwMode="auto">
          <a:xfrm>
            <a:off x="152400" y="838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0" name="Line 3">
            <a:extLst>
              <a:ext uri="{FF2B5EF4-FFF2-40B4-BE49-F238E27FC236}">
                <a16:creationId xmlns:a16="http://schemas.microsoft.com/office/drawing/2014/main" id="{18D1DA5A-C260-8DD8-037F-BC08EB18662E}"/>
              </a:ext>
            </a:extLst>
          </p:cNvPr>
          <p:cNvSpPr>
            <a:spLocks noChangeShapeType="1"/>
          </p:cNvSpPr>
          <p:nvPr/>
        </p:nvSpPr>
        <p:spPr bwMode="auto">
          <a:xfrm>
            <a:off x="152400" y="8382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21" name="Text Box 4">
            <a:extLst>
              <a:ext uri="{FF2B5EF4-FFF2-40B4-BE49-F238E27FC236}">
                <a16:creationId xmlns:a16="http://schemas.microsoft.com/office/drawing/2014/main" id="{510FFDC0-1A7A-A389-4EC8-ABEB3814B25F}"/>
              </a:ext>
            </a:extLst>
          </p:cNvPr>
          <p:cNvSpPr txBox="1">
            <a:spLocks noChangeArrowheads="1"/>
          </p:cNvSpPr>
          <p:nvPr/>
        </p:nvSpPr>
        <p:spPr bwMode="auto">
          <a:xfrm>
            <a:off x="1143000" y="6253163"/>
            <a:ext cx="7181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4.20  </a:t>
            </a:r>
            <a:r>
              <a:rPr lang="en-US" altLang="zh-CN" b="1" i="1" baseline="0">
                <a:ea typeface="宋体" panose="02010600030101010101" pitchFamily="2" charset="-122"/>
              </a:rPr>
              <a:t>Different situations in HDB3 scrambling technique</a:t>
            </a:r>
          </a:p>
        </p:txBody>
      </p:sp>
      <p:sp>
        <p:nvSpPr>
          <p:cNvPr id="86022" name="Line 5">
            <a:extLst>
              <a:ext uri="{FF2B5EF4-FFF2-40B4-BE49-F238E27FC236}">
                <a16:creationId xmlns:a16="http://schemas.microsoft.com/office/drawing/2014/main" id="{F91D8F72-018F-090B-254D-36FD9BAFA37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6023" name="Picture 6">
            <a:extLst>
              <a:ext uri="{FF2B5EF4-FFF2-40B4-BE49-F238E27FC236}">
                <a16:creationId xmlns:a16="http://schemas.microsoft.com/office/drawing/2014/main" id="{4D2E8447-A701-822C-C09D-354B4C7AAC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608263"/>
            <a:ext cx="6462713"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4" name="标题 1">
            <a:extLst>
              <a:ext uri="{FF2B5EF4-FFF2-40B4-BE49-F238E27FC236}">
                <a16:creationId xmlns:a16="http://schemas.microsoft.com/office/drawing/2014/main" id="{217FB6B4-F37C-6AE1-8FBE-5062B8506EBB}"/>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4400">
                <a:solidFill>
                  <a:schemeClr val="tx2"/>
                </a:solidFill>
                <a:latin typeface="Tahoma" panose="020B0604030504040204" pitchFamily="34" charset="0"/>
                <a:ea typeface="宋体" panose="02010600030101010101" pitchFamily="2" charset="-122"/>
              </a:rPr>
              <a:t>HDB3(high density bipolar 3-zero)</a:t>
            </a:r>
            <a:endParaRPr lang="zh-CN" altLang="en-US" sz="4400">
              <a:solidFill>
                <a:schemeClr val="tx2"/>
              </a:solidFill>
              <a:latin typeface="Tahoma" panose="020B0604030504040204" pitchFamily="34" charset="0"/>
              <a:ea typeface="宋体" panose="02010600030101010101" pitchFamily="2" charset="-122"/>
            </a:endParaRPr>
          </a:p>
        </p:txBody>
      </p:sp>
      <p:sp>
        <p:nvSpPr>
          <p:cNvPr id="86025" name="Rectangle 11">
            <a:extLst>
              <a:ext uri="{FF2B5EF4-FFF2-40B4-BE49-F238E27FC236}">
                <a16:creationId xmlns:a16="http://schemas.microsoft.com/office/drawing/2014/main" id="{C0B8E1F9-00AB-B65C-82FB-DE97C4F7C084}"/>
              </a:ext>
            </a:extLst>
          </p:cNvPr>
          <p:cNvSpPr>
            <a:spLocks noChangeArrowheads="1"/>
          </p:cNvSpPr>
          <p:nvPr/>
        </p:nvSpPr>
        <p:spPr bwMode="auto">
          <a:xfrm>
            <a:off x="495300" y="914400"/>
            <a:ext cx="8077200" cy="19383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en-US" altLang="zh-CN" b="1" baseline="0">
                <a:ea typeface="宋体" panose="02010600030101010101" pitchFamily="2" charset="-122"/>
              </a:rPr>
              <a:t>4</a:t>
            </a:r>
            <a:r>
              <a:rPr lang="zh-CN" altLang="en-US" b="1" baseline="0">
                <a:ea typeface="宋体" panose="02010600030101010101" pitchFamily="2" charset="-122"/>
              </a:rPr>
              <a:t>个连续</a:t>
            </a:r>
            <a:r>
              <a:rPr lang="en-US" altLang="zh-CN" b="1" baseline="0">
                <a:ea typeface="宋体" panose="02010600030101010101" pitchFamily="2" charset="-122"/>
              </a:rPr>
              <a:t>0</a:t>
            </a:r>
            <a:r>
              <a:rPr lang="zh-CN" altLang="en-US" b="1" baseline="0">
                <a:ea typeface="宋体" panose="02010600030101010101" pitchFamily="2" charset="-122"/>
              </a:rPr>
              <a:t>电平被置换成</a:t>
            </a:r>
            <a:r>
              <a:rPr lang="en-US" altLang="zh-CN" b="1" baseline="0">
                <a:ea typeface="宋体" panose="02010600030101010101" pitchFamily="2" charset="-122"/>
              </a:rPr>
              <a:t>000V</a:t>
            </a:r>
            <a:r>
              <a:rPr lang="zh-CN" altLang="en-US" b="1" baseline="0">
                <a:ea typeface="宋体" panose="02010600030101010101" pitchFamily="2" charset="-122"/>
              </a:rPr>
              <a:t>或</a:t>
            </a:r>
            <a:r>
              <a:rPr lang="en-US" altLang="zh-CN" b="1" baseline="0">
                <a:ea typeface="宋体" panose="02010600030101010101" pitchFamily="2" charset="-122"/>
              </a:rPr>
              <a:t>B00V</a:t>
            </a:r>
          </a:p>
          <a:p>
            <a:pPr>
              <a:buClr>
                <a:srgbClr val="FF0000"/>
              </a:buClr>
              <a:buFont typeface="Wingdings" panose="05000000000000000000" pitchFamily="2" charset="2"/>
              <a:buChar char="l"/>
            </a:pPr>
            <a:r>
              <a:rPr lang="zh-CN" altLang="en-US" b="1" baseline="0">
                <a:ea typeface="宋体" panose="02010600030101010101" pitchFamily="2" charset="-122"/>
              </a:rPr>
              <a:t>两个不同的置换是由于为了维持每次置换后非零脉冲为偶数</a:t>
            </a:r>
            <a:endParaRPr lang="en-US" altLang="zh-CN" b="1" baseline="0">
              <a:ea typeface="宋体" panose="02010600030101010101" pitchFamily="2" charset="-122"/>
            </a:endParaRPr>
          </a:p>
          <a:p>
            <a:pPr>
              <a:buClr>
                <a:srgbClr val="FF0000"/>
              </a:buClr>
              <a:buFont typeface="Wingdings" panose="05000000000000000000" pitchFamily="2" charset="2"/>
              <a:buChar char="l"/>
            </a:pPr>
            <a:r>
              <a:rPr lang="zh-CN" altLang="en-US" b="1" baseline="0">
                <a:ea typeface="宋体" panose="02010600030101010101" pitchFamily="2" charset="-122"/>
              </a:rPr>
              <a:t>如果最后一次置换后的非零脉冲数是奇数，置换为</a:t>
            </a:r>
            <a:r>
              <a:rPr lang="en-US" altLang="zh-CN" b="1" baseline="0">
                <a:ea typeface="宋体" panose="02010600030101010101" pitchFamily="2" charset="-122"/>
              </a:rPr>
              <a:t>000V</a:t>
            </a:r>
            <a:r>
              <a:rPr lang="zh-CN" altLang="en-US" b="1" baseline="0">
                <a:ea typeface="宋体" panose="02010600030101010101" pitchFamily="2" charset="-122"/>
              </a:rPr>
              <a:t>，使得非零脉冲总数为偶数。</a:t>
            </a:r>
            <a:endParaRPr lang="en-US" altLang="zh-CN" b="1" baseline="0">
              <a:ea typeface="宋体" panose="02010600030101010101" pitchFamily="2" charset="-122"/>
            </a:endParaRPr>
          </a:p>
          <a:p>
            <a:pPr>
              <a:buClr>
                <a:srgbClr val="FF0000"/>
              </a:buClr>
              <a:buFont typeface="Wingdings" panose="05000000000000000000" pitchFamily="2" charset="2"/>
              <a:buChar char="l"/>
            </a:pPr>
            <a:r>
              <a:rPr lang="zh-CN" altLang="en-US" b="1" baseline="0">
                <a:ea typeface="宋体" panose="02010600030101010101" pitchFamily="2" charset="-122"/>
              </a:rPr>
              <a:t>如果最后一次置换后的非零脉冲数是偶数，置换为</a:t>
            </a:r>
            <a:r>
              <a:rPr lang="en-US" altLang="zh-CN" b="1" baseline="0">
                <a:ea typeface="宋体" panose="02010600030101010101" pitchFamily="2" charset="-122"/>
              </a:rPr>
              <a:t>B00V</a:t>
            </a:r>
            <a:r>
              <a:rPr lang="zh-CN" altLang="en-US" b="1" baseline="0">
                <a:ea typeface="宋体" panose="02010600030101010101" pitchFamily="2" charset="-122"/>
              </a:rPr>
              <a:t>，使得非零脉冲总数为偶数。</a:t>
            </a:r>
            <a:endParaRPr lang="en-US" altLang="zh-CN" b="1" baseline="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1">
            <a:extLst>
              <a:ext uri="{FF2B5EF4-FFF2-40B4-BE49-F238E27FC236}">
                <a16:creationId xmlns:a16="http://schemas.microsoft.com/office/drawing/2014/main" id="{7AB528C5-56CC-EBF7-914B-7F3EDEAE704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3773346-C50B-4AED-ACE6-4C022D17000B}" type="slidenum">
              <a:rPr lang="en-US" altLang="zh-CN" baseline="0">
                <a:solidFill>
                  <a:schemeClr val="bg2"/>
                </a:solidFill>
                <a:latin typeface="Arial" panose="020B0604020202020204" pitchFamily="34" charset="0"/>
              </a:rPr>
              <a:pPr/>
              <a:t>47</a:t>
            </a:fld>
            <a:endParaRPr lang="en-US" altLang="zh-CN" baseline="0">
              <a:solidFill>
                <a:schemeClr val="bg2"/>
              </a:solidFill>
              <a:latin typeface="Arial" panose="020B0604020202020204" pitchFamily="34" charset="0"/>
            </a:endParaRPr>
          </a:p>
        </p:txBody>
      </p:sp>
      <p:sp>
        <p:nvSpPr>
          <p:cNvPr id="88067" name="Rectangle 2">
            <a:extLst>
              <a:ext uri="{FF2B5EF4-FFF2-40B4-BE49-F238E27FC236}">
                <a16:creationId xmlns:a16="http://schemas.microsoft.com/office/drawing/2014/main" id="{EFC77360-6AE5-D48F-F373-A4D0ACDE113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68" name="Rectangle 3">
            <a:extLst>
              <a:ext uri="{FF2B5EF4-FFF2-40B4-BE49-F238E27FC236}">
                <a16:creationId xmlns:a16="http://schemas.microsoft.com/office/drawing/2014/main" id="{F8A640E4-BAF1-517E-0501-59A8312774A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69" name="Rectangle 4">
            <a:extLst>
              <a:ext uri="{FF2B5EF4-FFF2-40B4-BE49-F238E27FC236}">
                <a16:creationId xmlns:a16="http://schemas.microsoft.com/office/drawing/2014/main" id="{A7B44E12-2CB2-D78F-E4E6-A22B375B9F3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70" name="Rectangle 5">
            <a:extLst>
              <a:ext uri="{FF2B5EF4-FFF2-40B4-BE49-F238E27FC236}">
                <a16:creationId xmlns:a16="http://schemas.microsoft.com/office/drawing/2014/main" id="{263A34D4-EB4C-8D25-9AC9-53A2D90D62D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71" name="Rectangle 6">
            <a:extLst>
              <a:ext uri="{FF2B5EF4-FFF2-40B4-BE49-F238E27FC236}">
                <a16:creationId xmlns:a16="http://schemas.microsoft.com/office/drawing/2014/main" id="{35D382EE-C768-0F14-E05E-7D716E51336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72" name="Rectangle 7">
            <a:extLst>
              <a:ext uri="{FF2B5EF4-FFF2-40B4-BE49-F238E27FC236}">
                <a16:creationId xmlns:a16="http://schemas.microsoft.com/office/drawing/2014/main" id="{A4C0C5C2-F58C-6DD8-2CC9-CC1D9A8D380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73" name="Rectangle 8">
            <a:extLst>
              <a:ext uri="{FF2B5EF4-FFF2-40B4-BE49-F238E27FC236}">
                <a16:creationId xmlns:a16="http://schemas.microsoft.com/office/drawing/2014/main" id="{7BD750A6-51A9-BF38-BBBE-C2A9B3ACE96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88074" name="Line 9">
            <a:extLst>
              <a:ext uri="{FF2B5EF4-FFF2-40B4-BE49-F238E27FC236}">
                <a16:creationId xmlns:a16="http://schemas.microsoft.com/office/drawing/2014/main" id="{5F0818E0-80CF-2838-9D39-F0CB71A14FA9}"/>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5" name="Line 10">
            <a:extLst>
              <a:ext uri="{FF2B5EF4-FFF2-40B4-BE49-F238E27FC236}">
                <a16:creationId xmlns:a16="http://schemas.microsoft.com/office/drawing/2014/main" id="{2CAD62A0-9D99-102A-6C70-141E604087E4}"/>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76" name="Rectangle 11">
            <a:extLst>
              <a:ext uri="{FF2B5EF4-FFF2-40B4-BE49-F238E27FC236}">
                <a16:creationId xmlns:a16="http://schemas.microsoft.com/office/drawing/2014/main" id="{C0B21C6C-87D9-E199-E58F-2989AB912A37}"/>
              </a:ext>
            </a:extLst>
          </p:cNvPr>
          <p:cNvSpPr>
            <a:spLocks noChangeArrowheads="1"/>
          </p:cNvSpPr>
          <p:nvPr/>
        </p:nvSpPr>
        <p:spPr bwMode="auto">
          <a:xfrm>
            <a:off x="495300" y="2884488"/>
            <a:ext cx="8077200" cy="1077912"/>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en-US" altLang="zh-CN" sz="3200" b="1" baseline="0">
                <a:latin typeface="Arial" panose="020B0604020202020204" pitchFamily="34" charset="0"/>
                <a:ea typeface="宋体" panose="02010600030101010101" pitchFamily="2" charset="-122"/>
              </a:rPr>
              <a:t>HDB3 </a:t>
            </a:r>
            <a:r>
              <a:rPr lang="zh-CN" altLang="en-US" sz="3200" b="1" baseline="0">
                <a:latin typeface="Arial" panose="020B0604020202020204" pitchFamily="34" charset="0"/>
                <a:ea typeface="宋体" panose="02010600030101010101" pitchFamily="2" charset="-122"/>
              </a:rPr>
              <a:t>根据最后一次置换后非零脉冲数把</a:t>
            </a:r>
            <a:r>
              <a:rPr lang="en-US" altLang="zh-CN" sz="3200" b="1" baseline="0">
                <a:latin typeface="Arial" panose="020B0604020202020204" pitchFamily="34" charset="0"/>
                <a:ea typeface="宋体" panose="02010600030101010101" pitchFamily="2" charset="-122"/>
              </a:rPr>
              <a:t>4</a:t>
            </a:r>
            <a:r>
              <a:rPr lang="zh-CN" altLang="en-US" sz="3200" b="1" baseline="0">
                <a:latin typeface="Arial" panose="020B0604020202020204" pitchFamily="34" charset="0"/>
                <a:ea typeface="宋体" panose="02010600030101010101" pitchFamily="2" charset="-122"/>
              </a:rPr>
              <a:t>个连续</a:t>
            </a:r>
            <a:r>
              <a:rPr lang="en-US" altLang="zh-CN" sz="3200" b="1" baseline="0">
                <a:latin typeface="Arial" panose="020B0604020202020204" pitchFamily="34" charset="0"/>
                <a:ea typeface="宋体" panose="02010600030101010101" pitchFamily="2" charset="-122"/>
              </a:rPr>
              <a:t>0</a:t>
            </a:r>
            <a:r>
              <a:rPr lang="zh-CN" altLang="en-US" sz="3200" b="1" baseline="0">
                <a:latin typeface="Arial" panose="020B0604020202020204" pitchFamily="34" charset="0"/>
                <a:ea typeface="宋体" panose="02010600030101010101" pitchFamily="2" charset="-122"/>
              </a:rPr>
              <a:t>置换成</a:t>
            </a:r>
            <a:r>
              <a:rPr lang="en-US" altLang="zh-CN" sz="3200" b="1" baseline="0">
                <a:latin typeface="Arial" panose="020B0604020202020204" pitchFamily="34" charset="0"/>
                <a:ea typeface="宋体" panose="02010600030101010101" pitchFamily="2" charset="-122"/>
              </a:rPr>
              <a:t>000V </a:t>
            </a:r>
            <a:r>
              <a:rPr lang="zh-CN" altLang="en-US" sz="3200" b="1" baseline="0">
                <a:latin typeface="Arial" panose="020B0604020202020204" pitchFamily="34" charset="0"/>
                <a:ea typeface="宋体" panose="02010600030101010101" pitchFamily="2" charset="-122"/>
              </a:rPr>
              <a:t>或</a:t>
            </a:r>
            <a:r>
              <a:rPr lang="en-US" altLang="zh-CN" sz="3200" b="1" baseline="0">
                <a:latin typeface="Arial" panose="020B0604020202020204" pitchFamily="34" charset="0"/>
                <a:ea typeface="宋体" panose="02010600030101010101" pitchFamily="2" charset="-122"/>
              </a:rPr>
              <a:t> B00V</a:t>
            </a:r>
          </a:p>
        </p:txBody>
      </p:sp>
      <p:grpSp>
        <p:nvGrpSpPr>
          <p:cNvPr id="88077" name="Group 12">
            <a:extLst>
              <a:ext uri="{FF2B5EF4-FFF2-40B4-BE49-F238E27FC236}">
                <a16:creationId xmlns:a16="http://schemas.microsoft.com/office/drawing/2014/main" id="{6383471F-23A7-48CD-5935-68F151C3822F}"/>
              </a:ext>
            </a:extLst>
          </p:cNvPr>
          <p:cNvGrpSpPr>
            <a:grpSpLocks/>
          </p:cNvGrpSpPr>
          <p:nvPr/>
        </p:nvGrpSpPr>
        <p:grpSpPr bwMode="auto">
          <a:xfrm>
            <a:off x="457200" y="1981200"/>
            <a:ext cx="1143000" cy="566738"/>
            <a:chOff x="1200" y="1248"/>
            <a:chExt cx="720" cy="357"/>
          </a:xfrm>
        </p:grpSpPr>
        <p:pic>
          <p:nvPicPr>
            <p:cNvPr id="88078" name="Picture 13">
              <a:extLst>
                <a:ext uri="{FF2B5EF4-FFF2-40B4-BE49-F238E27FC236}">
                  <a16:creationId xmlns:a16="http://schemas.microsoft.com/office/drawing/2014/main" id="{1BEF251F-E698-9677-54E0-3C1971EBA5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9" name="Text Box 14">
              <a:extLst>
                <a:ext uri="{FF2B5EF4-FFF2-40B4-BE49-F238E27FC236}">
                  <a16:creationId xmlns:a16="http://schemas.microsoft.com/office/drawing/2014/main" id="{FB41E626-B760-FA70-AF88-1BBE2A4B09B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灯片编号占位符 1">
            <a:extLst>
              <a:ext uri="{FF2B5EF4-FFF2-40B4-BE49-F238E27FC236}">
                <a16:creationId xmlns:a16="http://schemas.microsoft.com/office/drawing/2014/main" id="{38678870-078C-ECD9-89F8-25B39187998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C0A6D29E-E7CD-4153-B5E2-EB790477CC4E}" type="slidenum">
              <a:rPr lang="en-US" altLang="zh-CN" baseline="0">
                <a:solidFill>
                  <a:schemeClr val="bg2"/>
                </a:solidFill>
                <a:latin typeface="Arial" panose="020B0604020202020204" pitchFamily="34" charset="0"/>
              </a:rPr>
              <a:pPr/>
              <a:t>48</a:t>
            </a:fld>
            <a:endParaRPr lang="en-US" altLang="zh-CN" baseline="0">
              <a:solidFill>
                <a:schemeClr val="bg2"/>
              </a:solidFill>
              <a:latin typeface="Arial" panose="020B0604020202020204" pitchFamily="34" charset="0"/>
            </a:endParaRPr>
          </a:p>
        </p:txBody>
      </p:sp>
      <p:sp>
        <p:nvSpPr>
          <p:cNvPr id="858114" name="Rectangle 2">
            <a:extLst>
              <a:ext uri="{FF2B5EF4-FFF2-40B4-BE49-F238E27FC236}">
                <a16:creationId xmlns:a16="http://schemas.microsoft.com/office/drawing/2014/main" id="{BBC6C06E-436D-4761-AA03-0AB7FA786ED9}"/>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sz="3200" b="1" baseline="0">
              <a:effectLst>
                <a:outerShdw blurRad="38100" dist="38100" dir="2700000" algn="tl">
                  <a:srgbClr val="FFFFFF"/>
                </a:outerShdw>
              </a:effectLst>
              <a:ea typeface="宋体" pitchFamily="2" charset="-122"/>
            </a:endParaRPr>
          </a:p>
        </p:txBody>
      </p:sp>
      <p:sp>
        <p:nvSpPr>
          <p:cNvPr id="858115" name="Text Box 3">
            <a:extLst>
              <a:ext uri="{FF2B5EF4-FFF2-40B4-BE49-F238E27FC236}">
                <a16:creationId xmlns:a16="http://schemas.microsoft.com/office/drawing/2014/main" id="{09ED9393-E9DF-4D7F-A3BE-0D97DA3ECF43}"/>
              </a:ext>
            </a:extLst>
          </p:cNvPr>
          <p:cNvSpPr txBox="1">
            <a:spLocks noChangeArrowheads="1"/>
          </p:cNvSpPr>
          <p:nvPr/>
        </p:nvSpPr>
        <p:spPr bwMode="auto">
          <a:xfrm>
            <a:off x="228600" y="406400"/>
            <a:ext cx="7366000" cy="1077913"/>
          </a:xfrm>
          <a:prstGeom prst="rect">
            <a:avLst/>
          </a:prstGeom>
          <a:noFill/>
          <a:ln>
            <a:noFill/>
          </a:ln>
          <a:effectLst/>
        </p:spPr>
        <p:txBody>
          <a:bodyPr wrap="none">
            <a:spAutoFit/>
          </a:bodyPr>
          <a:lstStyle/>
          <a:p>
            <a:pPr>
              <a:defRPr/>
            </a:pPr>
            <a:r>
              <a:rPr lang="en-US" altLang="zh-CN" sz="3200" b="1" baseline="0" dirty="0">
                <a:effectLst>
                  <a:outerShdw blurRad="38100" dist="38100" dir="2700000" algn="tl">
                    <a:srgbClr val="C0C0C0"/>
                  </a:outerShdw>
                </a:effectLst>
                <a:latin typeface="Times" pitchFamily="18" charset="0"/>
                <a:ea typeface="宋体" pitchFamily="2" charset="-122"/>
              </a:rPr>
              <a:t>4-2   </a:t>
            </a:r>
            <a:r>
              <a:rPr lang="zh-CN" altLang="en-US" sz="3200" b="1" baseline="0" dirty="0">
                <a:effectLst>
                  <a:outerShdw blurRad="38100" dist="38100" dir="2700000" algn="tl">
                    <a:srgbClr val="C0C0C0"/>
                  </a:outerShdw>
                </a:effectLst>
                <a:latin typeface="Times" pitchFamily="18" charset="0"/>
                <a:ea typeface="宋体" pitchFamily="2" charset="-122"/>
              </a:rPr>
              <a:t>模拟到数字转换</a:t>
            </a:r>
            <a:endParaRPr lang="en-US" altLang="zh-CN" sz="3200" b="1" baseline="0" dirty="0">
              <a:effectLst>
                <a:outerShdw blurRad="38100" dist="38100" dir="2700000" algn="tl">
                  <a:srgbClr val="C0C0C0"/>
                </a:outerShdw>
              </a:effectLst>
              <a:latin typeface="Times" pitchFamily="18" charset="0"/>
              <a:ea typeface="宋体" pitchFamily="2" charset="-122"/>
            </a:endParaRPr>
          </a:p>
          <a:p>
            <a:pPr>
              <a:defRPr/>
            </a:pPr>
            <a:r>
              <a:rPr lang="en-US" altLang="zh-CN" sz="3200" b="1" baseline="0" dirty="0">
                <a:effectLst>
                  <a:outerShdw blurRad="38100" dist="38100" dir="2700000" algn="tl">
                    <a:srgbClr val="C0C0C0"/>
                  </a:outerShdw>
                </a:effectLst>
                <a:latin typeface="Times" pitchFamily="18" charset="0"/>
                <a:ea typeface="宋体" pitchFamily="2" charset="-122"/>
              </a:rPr>
              <a:t>        </a:t>
            </a:r>
            <a:r>
              <a:rPr lang="en-US" altLang="zh-CN" sz="2800" b="1" baseline="0" dirty="0">
                <a:effectLst>
                  <a:outerShdw blurRad="38100" dist="38100" dir="2700000" algn="tl">
                    <a:srgbClr val="C0C0C0"/>
                  </a:outerShdw>
                </a:effectLst>
                <a:latin typeface="Times" pitchFamily="18" charset="0"/>
                <a:ea typeface="宋体" pitchFamily="2" charset="-122"/>
              </a:rPr>
              <a:t>ANALOG-TO-DIGITAL CONVERSION</a:t>
            </a:r>
          </a:p>
        </p:txBody>
      </p:sp>
      <p:sp>
        <p:nvSpPr>
          <p:cNvPr id="90117" name="Text Box 4">
            <a:extLst>
              <a:ext uri="{FF2B5EF4-FFF2-40B4-BE49-F238E27FC236}">
                <a16:creationId xmlns:a16="http://schemas.microsoft.com/office/drawing/2014/main" id="{F82A7E5A-C51C-6BB3-AA87-5F67C89C7F9F}"/>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zh-CN" sz="1800" b="1" baseline="0">
              <a:ea typeface="宋体" panose="02010600030101010101" pitchFamily="2" charset="-122"/>
            </a:endParaRPr>
          </a:p>
        </p:txBody>
      </p:sp>
      <p:sp>
        <p:nvSpPr>
          <p:cNvPr id="858117" name="Rectangle 5">
            <a:extLst>
              <a:ext uri="{FF2B5EF4-FFF2-40B4-BE49-F238E27FC236}">
                <a16:creationId xmlns:a16="http://schemas.microsoft.com/office/drawing/2014/main" id="{79C81494-6547-409C-8BEB-6A73B60B30A4}"/>
              </a:ext>
            </a:extLst>
          </p:cNvPr>
          <p:cNvSpPr>
            <a:spLocks noChangeArrowheads="1"/>
          </p:cNvSpPr>
          <p:nvPr/>
        </p:nvSpPr>
        <p:spPr bwMode="auto">
          <a:xfrm>
            <a:off x="304800" y="1730375"/>
            <a:ext cx="8229600" cy="1814513"/>
          </a:xfrm>
          <a:prstGeom prst="rect">
            <a:avLst/>
          </a:prstGeom>
          <a:noFill/>
          <a:ln>
            <a:noFill/>
          </a:ln>
          <a:effectLst/>
        </p:spPr>
        <p:txBody>
          <a:bodyPr anchor="ctr">
            <a:spAutoFit/>
          </a:bodyPr>
          <a:lstStyle/>
          <a:p>
            <a:pPr algn="just" eaLnBrk="1" hangingPunct="1">
              <a:defRPr/>
            </a:pPr>
            <a:r>
              <a:rPr lang="zh-CN" altLang="en-US" sz="2800" b="1" i="1" baseline="0" dirty="0">
                <a:effectLst>
                  <a:outerShdw blurRad="38100" dist="38100" dir="2700000" algn="tl">
                    <a:srgbClr val="C0C0C0"/>
                  </a:outerShdw>
                </a:effectLst>
                <a:ea typeface="宋体" pitchFamily="2" charset="-122"/>
              </a:rPr>
              <a:t>在第三章，我们已经看到数字信号优于模拟信号</a:t>
            </a:r>
            <a:r>
              <a:rPr lang="en-US" altLang="zh-CN" sz="2800" b="1" i="1" baseline="0" dirty="0">
                <a:effectLst>
                  <a:outerShdw blurRad="38100" dist="38100" dir="2700000" algn="tl">
                    <a:srgbClr val="C0C0C0"/>
                  </a:outerShdw>
                </a:effectLst>
                <a:ea typeface="宋体" pitchFamily="2" charset="-122"/>
              </a:rPr>
              <a:t>. </a:t>
            </a:r>
            <a:r>
              <a:rPr lang="zh-CN" altLang="en-US" sz="2800" b="1" i="1" baseline="0" dirty="0">
                <a:effectLst>
                  <a:outerShdw blurRad="38100" dist="38100" dir="2700000" algn="tl">
                    <a:srgbClr val="C0C0C0"/>
                  </a:outerShdw>
                </a:effectLst>
                <a:ea typeface="宋体" pitchFamily="2" charset="-122"/>
              </a:rPr>
              <a:t>今天的趋势是把模拟信号转换成数字信号</a:t>
            </a:r>
            <a:r>
              <a:rPr lang="en-US" altLang="zh-CN" sz="2800" b="1" i="1" baseline="0" dirty="0">
                <a:effectLst>
                  <a:outerShdw blurRad="38100" dist="38100" dir="2700000" algn="tl">
                    <a:srgbClr val="C0C0C0"/>
                  </a:outerShdw>
                </a:effectLst>
                <a:ea typeface="宋体" pitchFamily="2" charset="-122"/>
              </a:rPr>
              <a:t>,</a:t>
            </a:r>
            <a:r>
              <a:rPr lang="zh-CN" altLang="en-US" sz="2800" b="1" i="1" baseline="0" dirty="0">
                <a:effectLst>
                  <a:outerShdw blurRad="38100" dist="38100" dir="2700000" algn="tl">
                    <a:srgbClr val="C0C0C0"/>
                  </a:outerShdw>
                </a:effectLst>
                <a:ea typeface="宋体" pitchFamily="2" charset="-122"/>
              </a:rPr>
              <a:t>两种方案是</a:t>
            </a:r>
            <a:r>
              <a:rPr lang="zh-CN" altLang="en-US" sz="2800" b="1" i="1" baseline="0" dirty="0">
                <a:solidFill>
                  <a:srgbClr val="FF0000"/>
                </a:solidFill>
                <a:effectLst>
                  <a:outerShdw blurRad="38100" dist="38100" dir="2700000" algn="tl">
                    <a:srgbClr val="C0C0C0"/>
                  </a:outerShdw>
                </a:effectLst>
                <a:ea typeface="宋体" pitchFamily="2" charset="-122"/>
              </a:rPr>
              <a:t>脉冲码调制</a:t>
            </a:r>
            <a:r>
              <a:rPr lang="en-US" altLang="zh-CN" sz="2800" b="1" i="1" baseline="0" dirty="0">
                <a:solidFill>
                  <a:srgbClr val="FF0000"/>
                </a:solidFill>
                <a:effectLst>
                  <a:outerShdw blurRad="38100" dist="38100" dir="2700000" algn="tl">
                    <a:srgbClr val="C0C0C0"/>
                  </a:outerShdw>
                </a:effectLst>
                <a:ea typeface="宋体" pitchFamily="2" charset="-122"/>
              </a:rPr>
              <a:t>(pulse code modulation) </a:t>
            </a:r>
            <a:r>
              <a:rPr lang="zh-CN" altLang="en-US" sz="2800" b="1" i="1" baseline="0" dirty="0">
                <a:solidFill>
                  <a:srgbClr val="FF0000"/>
                </a:solidFill>
                <a:effectLst>
                  <a:outerShdw blurRad="38100" dist="38100" dir="2700000" algn="tl">
                    <a:srgbClr val="C0C0C0"/>
                  </a:outerShdw>
                </a:effectLst>
                <a:ea typeface="宋体" pitchFamily="2" charset="-122"/>
              </a:rPr>
              <a:t>和</a:t>
            </a:r>
            <a:r>
              <a:rPr lang="en-US" altLang="zh-CN" sz="2800" b="1" i="1" baseline="0" dirty="0">
                <a:solidFill>
                  <a:srgbClr val="FF0000"/>
                </a:solidFill>
                <a:effectLst>
                  <a:outerShdw blurRad="38100" dist="38100" dir="2700000" algn="tl">
                    <a:srgbClr val="C0C0C0"/>
                  </a:outerShdw>
                </a:effectLst>
                <a:ea typeface="宋体" pitchFamily="2" charset="-122"/>
              </a:rPr>
              <a:t>Delta</a:t>
            </a:r>
            <a:r>
              <a:rPr lang="zh-CN" altLang="en-US" sz="2800" b="1" i="1" baseline="0" dirty="0">
                <a:solidFill>
                  <a:srgbClr val="FF0000"/>
                </a:solidFill>
                <a:effectLst>
                  <a:outerShdw blurRad="38100" dist="38100" dir="2700000" algn="tl">
                    <a:srgbClr val="C0C0C0"/>
                  </a:outerShdw>
                </a:effectLst>
                <a:ea typeface="宋体" pitchFamily="2" charset="-122"/>
              </a:rPr>
              <a:t>调制</a:t>
            </a:r>
            <a:r>
              <a:rPr lang="en-US" altLang="zh-CN" sz="2800" b="1" i="1" baseline="0" dirty="0">
                <a:solidFill>
                  <a:srgbClr val="FF0000"/>
                </a:solidFill>
                <a:effectLst>
                  <a:outerShdw blurRad="38100" dist="38100" dir="2700000" algn="tl">
                    <a:srgbClr val="C0C0C0"/>
                  </a:outerShdw>
                </a:effectLst>
                <a:ea typeface="宋体" pitchFamily="2" charset="-122"/>
              </a:rPr>
              <a:t>( delta modulation). </a:t>
            </a:r>
          </a:p>
        </p:txBody>
      </p:sp>
      <p:sp>
        <p:nvSpPr>
          <p:cNvPr id="90119" name="Rectangle 6">
            <a:extLst>
              <a:ext uri="{FF2B5EF4-FFF2-40B4-BE49-F238E27FC236}">
                <a16:creationId xmlns:a16="http://schemas.microsoft.com/office/drawing/2014/main" id="{2DE62465-93A3-D2D4-8C19-1357EE838B41}"/>
              </a:ext>
            </a:extLst>
          </p:cNvPr>
          <p:cNvSpPr>
            <a:spLocks noChangeArrowheads="1"/>
          </p:cNvSpPr>
          <p:nvPr/>
        </p:nvSpPr>
        <p:spPr bwMode="auto">
          <a:xfrm>
            <a:off x="152400" y="4892675"/>
            <a:ext cx="6705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zh-CN" sz="2400" b="1" baseline="0">
                <a:solidFill>
                  <a:srgbClr val="0033CC"/>
                </a:solidFill>
                <a:ea typeface="宋体" panose="02010600030101010101" pitchFamily="2" charset="-122"/>
              </a:rPr>
              <a:t>Pulse Code Modulation (PCM)</a:t>
            </a:r>
            <a:br>
              <a:rPr lang="fr-FR" altLang="zh-CN" sz="2400" b="1" baseline="0">
                <a:solidFill>
                  <a:srgbClr val="0033CC"/>
                </a:solidFill>
                <a:ea typeface="宋体" panose="02010600030101010101" pitchFamily="2" charset="-122"/>
              </a:rPr>
            </a:br>
            <a:r>
              <a:rPr lang="fr-FR" altLang="zh-CN" sz="2400" b="1" baseline="0">
                <a:solidFill>
                  <a:srgbClr val="0033CC"/>
                </a:solidFill>
                <a:ea typeface="宋体" panose="02010600030101010101" pitchFamily="2" charset="-122"/>
              </a:rPr>
              <a:t>Delta Modulation (DM)</a:t>
            </a:r>
            <a:endParaRPr lang="en-US" altLang="zh-CN" sz="2400" b="1" baseline="0">
              <a:solidFill>
                <a:srgbClr val="0033CC"/>
              </a:solidFill>
              <a:ea typeface="宋体" panose="02010600030101010101" pitchFamily="2" charset="-122"/>
            </a:endParaRPr>
          </a:p>
        </p:txBody>
      </p:sp>
      <p:sp>
        <p:nvSpPr>
          <p:cNvPr id="858119" name="Text Box 7">
            <a:extLst>
              <a:ext uri="{FF2B5EF4-FFF2-40B4-BE49-F238E27FC236}">
                <a16:creationId xmlns:a16="http://schemas.microsoft.com/office/drawing/2014/main" id="{AD1D4777-0FEE-439B-A376-7A96C51C17A1}"/>
              </a:ext>
            </a:extLst>
          </p:cNvPr>
          <p:cNvSpPr txBox="1">
            <a:spLocks noChangeArrowheads="1"/>
          </p:cNvSpPr>
          <p:nvPr/>
        </p:nvSpPr>
        <p:spPr bwMode="auto">
          <a:xfrm>
            <a:off x="165100" y="4416425"/>
            <a:ext cx="4862513" cy="519113"/>
          </a:xfrm>
          <a:prstGeom prst="rect">
            <a:avLst/>
          </a:prstGeom>
          <a:noFill/>
          <a:ln>
            <a:noFill/>
          </a:ln>
          <a:effectLst/>
        </p:spPr>
        <p:txBody>
          <a:bodyPr wrap="none">
            <a:spAutoFit/>
          </a:bodyPr>
          <a:lstStyle/>
          <a:p>
            <a:pPr algn="ctr">
              <a:defRPr/>
            </a:pPr>
            <a:r>
              <a:rPr lang="en-US" altLang="zh-CN" sz="2800" b="1" i="1" u="sng" baseline="0">
                <a:solidFill>
                  <a:schemeClr val="hlink"/>
                </a:solidFill>
                <a:effectLst>
                  <a:outerShdw blurRad="38100" dist="38100" dir="2700000" algn="tl">
                    <a:srgbClr val="C0C0C0"/>
                  </a:outerShdw>
                </a:effectLst>
                <a:ea typeface="宋体" pitchFamily="2" charset="-122"/>
              </a:rPr>
              <a:t>Topics discussed in this section: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a:extLst>
              <a:ext uri="{FF2B5EF4-FFF2-40B4-BE49-F238E27FC236}">
                <a16:creationId xmlns:a16="http://schemas.microsoft.com/office/drawing/2014/main" id="{EB45E5C6-8CF6-F002-3298-4EA165BDFE1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58368D6C-2E27-4CAE-9CEA-798247EC3F95}" type="slidenum">
              <a:rPr lang="en-US" altLang="zh-CN" baseline="0">
                <a:solidFill>
                  <a:schemeClr val="bg2"/>
                </a:solidFill>
                <a:latin typeface="Arial" panose="020B0604020202020204" pitchFamily="34" charset="0"/>
              </a:rPr>
              <a:pPr/>
              <a:t>49</a:t>
            </a:fld>
            <a:endParaRPr lang="en-US" altLang="zh-CN" baseline="0">
              <a:solidFill>
                <a:schemeClr val="bg2"/>
              </a:solidFill>
              <a:latin typeface="Arial" panose="020B0604020202020204" pitchFamily="34" charset="0"/>
            </a:endParaRPr>
          </a:p>
        </p:txBody>
      </p:sp>
      <p:sp>
        <p:nvSpPr>
          <p:cNvPr id="92163" name="Line 2">
            <a:extLst>
              <a:ext uri="{FF2B5EF4-FFF2-40B4-BE49-F238E27FC236}">
                <a16:creationId xmlns:a16="http://schemas.microsoft.com/office/drawing/2014/main" id="{BADE9410-9E2E-2B3E-59B3-4AFC655D425C}"/>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4" name="Line 3">
            <a:extLst>
              <a:ext uri="{FF2B5EF4-FFF2-40B4-BE49-F238E27FC236}">
                <a16:creationId xmlns:a16="http://schemas.microsoft.com/office/drawing/2014/main" id="{93D26680-1A00-74EC-25AE-C6908047D1A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65" name="Text Box 4">
            <a:extLst>
              <a:ext uri="{FF2B5EF4-FFF2-40B4-BE49-F238E27FC236}">
                <a16:creationId xmlns:a16="http://schemas.microsoft.com/office/drawing/2014/main" id="{72F5771D-6D47-62D3-124B-04D397DB70C0}"/>
              </a:ext>
            </a:extLst>
          </p:cNvPr>
          <p:cNvSpPr txBox="1">
            <a:spLocks noChangeArrowheads="1"/>
          </p:cNvSpPr>
          <p:nvPr/>
        </p:nvSpPr>
        <p:spPr bwMode="auto">
          <a:xfrm>
            <a:off x="2286000" y="6248400"/>
            <a:ext cx="4903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4.21  </a:t>
            </a:r>
            <a:r>
              <a:rPr lang="en-US" altLang="zh-CN" b="1" i="1" baseline="0">
                <a:ea typeface="宋体" panose="02010600030101010101" pitchFamily="2" charset="-122"/>
              </a:rPr>
              <a:t>Components of PCM encoder</a:t>
            </a:r>
          </a:p>
        </p:txBody>
      </p:sp>
      <p:sp>
        <p:nvSpPr>
          <p:cNvPr id="92166" name="Line 5">
            <a:extLst>
              <a:ext uri="{FF2B5EF4-FFF2-40B4-BE49-F238E27FC236}">
                <a16:creationId xmlns:a16="http://schemas.microsoft.com/office/drawing/2014/main" id="{C50F4891-BA45-697B-390D-C463370F142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2167" name="Picture 6">
            <a:extLst>
              <a:ext uri="{FF2B5EF4-FFF2-40B4-BE49-F238E27FC236}">
                <a16:creationId xmlns:a16="http://schemas.microsoft.com/office/drawing/2014/main" id="{6F3EDFF1-73CE-9AAE-F259-02AD61D03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3" y="1728788"/>
            <a:ext cx="8821737" cy="398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8" name="标题 1">
            <a:extLst>
              <a:ext uri="{FF2B5EF4-FFF2-40B4-BE49-F238E27FC236}">
                <a16:creationId xmlns:a16="http://schemas.microsoft.com/office/drawing/2014/main" id="{4132A06D-96EE-7DAE-A901-F90750AB75EB}"/>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脉码调制</a:t>
            </a:r>
            <a:r>
              <a:rPr lang="en-US" altLang="zh-CN" sz="4400">
                <a:solidFill>
                  <a:schemeClr val="tx2"/>
                </a:solidFill>
                <a:latin typeface="Tahoma" panose="020B0604030504040204" pitchFamily="34" charset="0"/>
                <a:ea typeface="宋体" panose="02010600030101010101" pitchFamily="2" charset="-122"/>
              </a:rPr>
              <a:t>PCM</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1">
            <a:extLst>
              <a:ext uri="{FF2B5EF4-FFF2-40B4-BE49-F238E27FC236}">
                <a16:creationId xmlns:a16="http://schemas.microsoft.com/office/drawing/2014/main" id="{CCB4366E-6A7C-EE5B-8526-D030AEA7ECD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2036FAA2-11FB-4B9D-9C0B-745F6486EE52}" type="slidenum">
              <a:rPr lang="en-US" altLang="zh-CN" baseline="0">
                <a:solidFill>
                  <a:schemeClr val="bg2"/>
                </a:solidFill>
                <a:latin typeface="Arial" panose="020B0604020202020204" pitchFamily="34" charset="0"/>
              </a:rPr>
              <a:pPr/>
              <a:t>50</a:t>
            </a:fld>
            <a:endParaRPr lang="en-US" altLang="zh-CN" baseline="0">
              <a:solidFill>
                <a:schemeClr val="bg2"/>
              </a:solidFill>
              <a:latin typeface="Arial" panose="020B0604020202020204" pitchFamily="34" charset="0"/>
            </a:endParaRPr>
          </a:p>
        </p:txBody>
      </p:sp>
      <p:sp>
        <p:nvSpPr>
          <p:cNvPr id="94211" name="Line 2">
            <a:extLst>
              <a:ext uri="{FF2B5EF4-FFF2-40B4-BE49-F238E27FC236}">
                <a16:creationId xmlns:a16="http://schemas.microsoft.com/office/drawing/2014/main" id="{676D6DF7-7261-9AB1-53E1-54E60C9DA733}"/>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2" name="Line 3">
            <a:extLst>
              <a:ext uri="{FF2B5EF4-FFF2-40B4-BE49-F238E27FC236}">
                <a16:creationId xmlns:a16="http://schemas.microsoft.com/office/drawing/2014/main" id="{E3F63C1C-249C-10EF-A979-7E459A153DDD}"/>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13" name="Text Box 4">
            <a:extLst>
              <a:ext uri="{FF2B5EF4-FFF2-40B4-BE49-F238E27FC236}">
                <a16:creationId xmlns:a16="http://schemas.microsoft.com/office/drawing/2014/main" id="{C5AE2EBB-9721-158A-46A8-78A2A25E1CD5}"/>
              </a:ext>
            </a:extLst>
          </p:cNvPr>
          <p:cNvSpPr txBox="1">
            <a:spLocks noChangeArrowheads="1"/>
          </p:cNvSpPr>
          <p:nvPr/>
        </p:nvSpPr>
        <p:spPr bwMode="auto">
          <a:xfrm>
            <a:off x="304800" y="304800"/>
            <a:ext cx="633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4.22  </a:t>
            </a:r>
            <a:r>
              <a:rPr lang="en-US" altLang="zh-CN" b="1" i="1" baseline="0">
                <a:ea typeface="宋体" panose="02010600030101010101" pitchFamily="2" charset="-122"/>
              </a:rPr>
              <a:t>Three different sampling methods for PCM</a:t>
            </a:r>
          </a:p>
        </p:txBody>
      </p:sp>
      <p:sp>
        <p:nvSpPr>
          <p:cNvPr id="94214" name="Line 5">
            <a:extLst>
              <a:ext uri="{FF2B5EF4-FFF2-40B4-BE49-F238E27FC236}">
                <a16:creationId xmlns:a16="http://schemas.microsoft.com/office/drawing/2014/main" id="{A42898DF-1571-332E-8607-9AD000030D8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4215" name="Picture 6">
            <a:extLst>
              <a:ext uri="{FF2B5EF4-FFF2-40B4-BE49-F238E27FC236}">
                <a16:creationId xmlns:a16="http://schemas.microsoft.com/office/drawing/2014/main" id="{5697966C-78EC-9F59-EBC7-D983BDB1B6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1338263"/>
            <a:ext cx="8848725" cy="483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1">
            <a:extLst>
              <a:ext uri="{FF2B5EF4-FFF2-40B4-BE49-F238E27FC236}">
                <a16:creationId xmlns:a16="http://schemas.microsoft.com/office/drawing/2014/main" id="{14BB0244-7BA7-3743-184B-49BE57501A8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DF21D421-025D-4323-8DE8-D638E8BEBE3E}" type="slidenum">
              <a:rPr lang="en-US" altLang="zh-CN" baseline="0">
                <a:solidFill>
                  <a:schemeClr val="bg2"/>
                </a:solidFill>
                <a:latin typeface="Arial" panose="020B0604020202020204" pitchFamily="34" charset="0"/>
              </a:rPr>
              <a:pPr/>
              <a:t>51</a:t>
            </a:fld>
            <a:endParaRPr lang="en-US" altLang="zh-CN" baseline="0">
              <a:solidFill>
                <a:schemeClr val="bg2"/>
              </a:solidFill>
              <a:latin typeface="Arial" panose="020B0604020202020204" pitchFamily="34" charset="0"/>
            </a:endParaRPr>
          </a:p>
        </p:txBody>
      </p:sp>
      <p:sp>
        <p:nvSpPr>
          <p:cNvPr id="96259" name="Rectangle 2">
            <a:extLst>
              <a:ext uri="{FF2B5EF4-FFF2-40B4-BE49-F238E27FC236}">
                <a16:creationId xmlns:a16="http://schemas.microsoft.com/office/drawing/2014/main" id="{A9CCD061-A04D-6837-8501-4CDDA92409F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0" name="Rectangle 3">
            <a:extLst>
              <a:ext uri="{FF2B5EF4-FFF2-40B4-BE49-F238E27FC236}">
                <a16:creationId xmlns:a16="http://schemas.microsoft.com/office/drawing/2014/main" id="{0A1EE3ED-4101-5460-C3D8-CD15A225526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1" name="Rectangle 4">
            <a:extLst>
              <a:ext uri="{FF2B5EF4-FFF2-40B4-BE49-F238E27FC236}">
                <a16:creationId xmlns:a16="http://schemas.microsoft.com/office/drawing/2014/main" id="{BEE5232A-2516-7422-B61D-ECFA225115E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2" name="Rectangle 5">
            <a:extLst>
              <a:ext uri="{FF2B5EF4-FFF2-40B4-BE49-F238E27FC236}">
                <a16:creationId xmlns:a16="http://schemas.microsoft.com/office/drawing/2014/main" id="{2270A41D-CD0D-6345-9B52-F2291ABAC4C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3" name="Rectangle 6">
            <a:extLst>
              <a:ext uri="{FF2B5EF4-FFF2-40B4-BE49-F238E27FC236}">
                <a16:creationId xmlns:a16="http://schemas.microsoft.com/office/drawing/2014/main" id="{516666B1-7C13-805D-C269-679A596B36A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4" name="Rectangle 7">
            <a:extLst>
              <a:ext uri="{FF2B5EF4-FFF2-40B4-BE49-F238E27FC236}">
                <a16:creationId xmlns:a16="http://schemas.microsoft.com/office/drawing/2014/main" id="{C8E68633-4505-04DD-9807-9242E095F6E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5" name="Rectangle 8">
            <a:extLst>
              <a:ext uri="{FF2B5EF4-FFF2-40B4-BE49-F238E27FC236}">
                <a16:creationId xmlns:a16="http://schemas.microsoft.com/office/drawing/2014/main" id="{6DCD5919-5E1E-245B-A240-2FD45D26A7F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96266" name="Line 9">
            <a:extLst>
              <a:ext uri="{FF2B5EF4-FFF2-40B4-BE49-F238E27FC236}">
                <a16:creationId xmlns:a16="http://schemas.microsoft.com/office/drawing/2014/main" id="{67756359-631C-BBB0-EDEF-6683DB2B12BE}"/>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7" name="Line 10">
            <a:extLst>
              <a:ext uri="{FF2B5EF4-FFF2-40B4-BE49-F238E27FC236}">
                <a16:creationId xmlns:a16="http://schemas.microsoft.com/office/drawing/2014/main" id="{6EA64BFF-55D4-C8A9-C06C-2475E99DBA04}"/>
              </a:ext>
            </a:extLst>
          </p:cNvPr>
          <p:cNvSpPr>
            <a:spLocks noChangeShapeType="1"/>
          </p:cNvSpPr>
          <p:nvPr/>
        </p:nvSpPr>
        <p:spPr bwMode="auto">
          <a:xfrm>
            <a:off x="458788"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68" name="Rectangle 11">
            <a:extLst>
              <a:ext uri="{FF2B5EF4-FFF2-40B4-BE49-F238E27FC236}">
                <a16:creationId xmlns:a16="http://schemas.microsoft.com/office/drawing/2014/main" id="{95ABB34D-D925-2998-FCA4-89C6DF3F350F}"/>
              </a:ext>
            </a:extLst>
          </p:cNvPr>
          <p:cNvSpPr>
            <a:spLocks noChangeArrowheads="1"/>
          </p:cNvSpPr>
          <p:nvPr/>
        </p:nvSpPr>
        <p:spPr bwMode="auto">
          <a:xfrm>
            <a:off x="495300" y="2759075"/>
            <a:ext cx="83439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3200" b="1" baseline="0">
                <a:latin typeface="Arial" panose="020B0604020202020204" pitchFamily="34" charset="0"/>
                <a:ea typeface="宋体" panose="02010600030101010101" pitchFamily="2" charset="-122"/>
              </a:rPr>
              <a:t>根据</a:t>
            </a:r>
            <a:r>
              <a:rPr lang="en-US" altLang="zh-CN" sz="3200" b="1" baseline="0">
                <a:latin typeface="Arial" panose="020B0604020202020204" pitchFamily="34" charset="0"/>
                <a:ea typeface="宋体" panose="02010600030101010101" pitchFamily="2" charset="-122"/>
              </a:rPr>
              <a:t>Nyquist </a:t>
            </a:r>
            <a:r>
              <a:rPr lang="zh-CN" altLang="en-US" sz="3200" b="1" baseline="0">
                <a:latin typeface="Arial" panose="020B0604020202020204" pitchFamily="34" charset="0"/>
                <a:ea typeface="宋体" panose="02010600030101010101" pitchFamily="2" charset="-122"/>
              </a:rPr>
              <a:t>定理</a:t>
            </a:r>
            <a:r>
              <a:rPr lang="en-US" altLang="zh-CN" sz="3200" b="1" baseline="0">
                <a:latin typeface="Arial" panose="020B0604020202020204" pitchFamily="34" charset="0"/>
                <a:ea typeface="宋体" panose="02010600030101010101" pitchFamily="2" charset="-122"/>
              </a:rPr>
              <a:t>,</a:t>
            </a:r>
            <a:r>
              <a:rPr lang="zh-CN" altLang="en-US" sz="3200" b="1" baseline="0">
                <a:latin typeface="Arial" panose="020B0604020202020204" pitchFamily="34" charset="0"/>
                <a:ea typeface="宋体" panose="02010600030101010101" pitchFamily="2" charset="-122"/>
              </a:rPr>
              <a:t>为了再生原始模拟信号，采样速率必须至少是信号所含最高频率的</a:t>
            </a:r>
            <a:r>
              <a:rPr lang="en-US" altLang="zh-CN" sz="3200" b="1" baseline="0">
                <a:latin typeface="Arial" panose="020B0604020202020204" pitchFamily="34" charset="0"/>
                <a:ea typeface="宋体" panose="02010600030101010101" pitchFamily="2" charset="-122"/>
              </a:rPr>
              <a:t>2</a:t>
            </a:r>
            <a:r>
              <a:rPr lang="zh-CN" altLang="en-US" sz="3200" b="1" baseline="0">
                <a:latin typeface="Arial" panose="020B0604020202020204" pitchFamily="34" charset="0"/>
                <a:ea typeface="宋体" panose="02010600030101010101" pitchFamily="2" charset="-122"/>
              </a:rPr>
              <a:t>倍</a:t>
            </a:r>
            <a:r>
              <a:rPr lang="en-US" altLang="zh-CN" sz="3200" b="1" baseline="0">
                <a:latin typeface="Arial" panose="020B0604020202020204" pitchFamily="34" charset="0"/>
                <a:ea typeface="宋体" panose="02010600030101010101" pitchFamily="2" charset="-122"/>
              </a:rPr>
              <a:t>.</a:t>
            </a:r>
          </a:p>
        </p:txBody>
      </p:sp>
      <p:grpSp>
        <p:nvGrpSpPr>
          <p:cNvPr id="96269" name="Group 12">
            <a:extLst>
              <a:ext uri="{FF2B5EF4-FFF2-40B4-BE49-F238E27FC236}">
                <a16:creationId xmlns:a16="http://schemas.microsoft.com/office/drawing/2014/main" id="{3FFF87E5-6417-5C6C-E565-0B2F8C57A271}"/>
              </a:ext>
            </a:extLst>
          </p:cNvPr>
          <p:cNvGrpSpPr>
            <a:grpSpLocks/>
          </p:cNvGrpSpPr>
          <p:nvPr/>
        </p:nvGrpSpPr>
        <p:grpSpPr bwMode="auto">
          <a:xfrm>
            <a:off x="457200" y="1981200"/>
            <a:ext cx="1143000" cy="566738"/>
            <a:chOff x="1200" y="1248"/>
            <a:chExt cx="720" cy="357"/>
          </a:xfrm>
        </p:grpSpPr>
        <p:pic>
          <p:nvPicPr>
            <p:cNvPr id="96270" name="Picture 13">
              <a:extLst>
                <a:ext uri="{FF2B5EF4-FFF2-40B4-BE49-F238E27FC236}">
                  <a16:creationId xmlns:a16="http://schemas.microsoft.com/office/drawing/2014/main" id="{4FBADBC1-33E6-9952-18FB-C6DE948F5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71" name="Text Box 14">
              <a:extLst>
                <a:ext uri="{FF2B5EF4-FFF2-40B4-BE49-F238E27FC236}">
                  <a16:creationId xmlns:a16="http://schemas.microsoft.com/office/drawing/2014/main" id="{55F6B271-AADB-DCFA-BB43-B4C1E1A33F0F}"/>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1">
            <a:extLst>
              <a:ext uri="{FF2B5EF4-FFF2-40B4-BE49-F238E27FC236}">
                <a16:creationId xmlns:a16="http://schemas.microsoft.com/office/drawing/2014/main" id="{F6F7DD94-C09E-65E2-13F8-F13285DBA18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30C84253-AC5A-4DEF-8E07-1DDD70DA9903}" type="slidenum">
              <a:rPr lang="en-US" altLang="zh-CN" baseline="0">
                <a:solidFill>
                  <a:schemeClr val="bg2"/>
                </a:solidFill>
                <a:latin typeface="Arial" panose="020B0604020202020204" pitchFamily="34" charset="0"/>
              </a:rPr>
              <a:pPr/>
              <a:t>52</a:t>
            </a:fld>
            <a:endParaRPr lang="en-US" altLang="zh-CN" baseline="0">
              <a:solidFill>
                <a:schemeClr val="bg2"/>
              </a:solidFill>
              <a:latin typeface="Arial" panose="020B0604020202020204" pitchFamily="34" charset="0"/>
            </a:endParaRPr>
          </a:p>
        </p:txBody>
      </p:sp>
      <p:sp>
        <p:nvSpPr>
          <p:cNvPr id="98307" name="Line 2">
            <a:extLst>
              <a:ext uri="{FF2B5EF4-FFF2-40B4-BE49-F238E27FC236}">
                <a16:creationId xmlns:a16="http://schemas.microsoft.com/office/drawing/2014/main" id="{8E101FBD-4A33-2CD8-30AB-4952559E5D54}"/>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08" name="Line 3">
            <a:extLst>
              <a:ext uri="{FF2B5EF4-FFF2-40B4-BE49-F238E27FC236}">
                <a16:creationId xmlns:a16="http://schemas.microsoft.com/office/drawing/2014/main" id="{75D4C9A7-573E-2F90-7E48-467B7F833F7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09" name="Text Box 4">
            <a:extLst>
              <a:ext uri="{FF2B5EF4-FFF2-40B4-BE49-F238E27FC236}">
                <a16:creationId xmlns:a16="http://schemas.microsoft.com/office/drawing/2014/main" id="{2202DB05-D963-0F30-1A93-406D9F121808}"/>
              </a:ext>
            </a:extLst>
          </p:cNvPr>
          <p:cNvSpPr txBox="1">
            <a:spLocks noChangeArrowheads="1"/>
          </p:cNvSpPr>
          <p:nvPr/>
        </p:nvSpPr>
        <p:spPr bwMode="auto">
          <a:xfrm>
            <a:off x="304800" y="762000"/>
            <a:ext cx="77327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4.23  </a:t>
            </a:r>
            <a:r>
              <a:rPr lang="en-US" altLang="zh-CN" b="1" i="1" baseline="0">
                <a:ea typeface="宋体" panose="02010600030101010101" pitchFamily="2" charset="-122"/>
              </a:rPr>
              <a:t>Nyquist sampling rate for low-pass and bandpass signals</a:t>
            </a:r>
          </a:p>
        </p:txBody>
      </p:sp>
      <p:sp>
        <p:nvSpPr>
          <p:cNvPr id="98310" name="Line 5">
            <a:extLst>
              <a:ext uri="{FF2B5EF4-FFF2-40B4-BE49-F238E27FC236}">
                <a16:creationId xmlns:a16="http://schemas.microsoft.com/office/drawing/2014/main" id="{CA3409FF-2F9F-1D8C-CF39-B0605B85A53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98311" name="Picture 6">
            <a:extLst>
              <a:ext uri="{FF2B5EF4-FFF2-40B4-BE49-F238E27FC236}">
                <a16:creationId xmlns:a16="http://schemas.microsoft.com/office/drawing/2014/main" id="{23063F65-064B-98BD-3B3E-79BDECFAC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25" y="1881188"/>
            <a:ext cx="7331075" cy="36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a:extLst>
              <a:ext uri="{FF2B5EF4-FFF2-40B4-BE49-F238E27FC236}">
                <a16:creationId xmlns:a16="http://schemas.microsoft.com/office/drawing/2014/main" id="{7F29C429-2DCC-A16F-7763-87533901007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D55F298C-2D7C-47B4-A5C9-8715669F8568}" type="slidenum">
              <a:rPr lang="en-US" altLang="zh-CN" baseline="0">
                <a:solidFill>
                  <a:schemeClr val="bg2"/>
                </a:solidFill>
                <a:latin typeface="Arial" panose="020B0604020202020204" pitchFamily="34" charset="0"/>
              </a:rPr>
              <a:pPr/>
              <a:t>53</a:t>
            </a:fld>
            <a:endParaRPr lang="en-US" altLang="zh-CN" baseline="0">
              <a:solidFill>
                <a:schemeClr val="bg2"/>
              </a:solidFill>
              <a:latin typeface="Arial" panose="020B0604020202020204" pitchFamily="34" charset="0"/>
            </a:endParaRPr>
          </a:p>
        </p:txBody>
      </p:sp>
      <p:sp>
        <p:nvSpPr>
          <p:cNvPr id="100355" name="Rectangle 2">
            <a:extLst>
              <a:ext uri="{FF2B5EF4-FFF2-40B4-BE49-F238E27FC236}">
                <a16:creationId xmlns:a16="http://schemas.microsoft.com/office/drawing/2014/main" id="{0A9145BD-12A3-1AEC-D9B8-FB8EB31F257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56" name="Rectangle 3">
            <a:extLst>
              <a:ext uri="{FF2B5EF4-FFF2-40B4-BE49-F238E27FC236}">
                <a16:creationId xmlns:a16="http://schemas.microsoft.com/office/drawing/2014/main" id="{DB735387-4DCE-CD04-62F9-7D48DB954005}"/>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57" name="Rectangle 4">
            <a:extLst>
              <a:ext uri="{FF2B5EF4-FFF2-40B4-BE49-F238E27FC236}">
                <a16:creationId xmlns:a16="http://schemas.microsoft.com/office/drawing/2014/main" id="{20BEAE71-BAF9-3BD5-6EE6-F149E84EFBB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58" name="Rectangle 5">
            <a:extLst>
              <a:ext uri="{FF2B5EF4-FFF2-40B4-BE49-F238E27FC236}">
                <a16:creationId xmlns:a16="http://schemas.microsoft.com/office/drawing/2014/main" id="{D3A32775-62E9-EF55-C419-AAFB61BD0C1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59" name="Rectangle 6">
            <a:extLst>
              <a:ext uri="{FF2B5EF4-FFF2-40B4-BE49-F238E27FC236}">
                <a16:creationId xmlns:a16="http://schemas.microsoft.com/office/drawing/2014/main" id="{85E14B8A-4E22-B50A-42B9-AB01576CC99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60" name="Rectangle 7">
            <a:extLst>
              <a:ext uri="{FF2B5EF4-FFF2-40B4-BE49-F238E27FC236}">
                <a16:creationId xmlns:a16="http://schemas.microsoft.com/office/drawing/2014/main" id="{DC359E40-0D11-01F1-78D7-11D5B286AC9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61" name="Rectangle 8">
            <a:extLst>
              <a:ext uri="{FF2B5EF4-FFF2-40B4-BE49-F238E27FC236}">
                <a16:creationId xmlns:a16="http://schemas.microsoft.com/office/drawing/2014/main" id="{3828EDBE-8060-C6B6-813E-73D80659811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0362" name="Rectangle 9">
            <a:extLst>
              <a:ext uri="{FF2B5EF4-FFF2-40B4-BE49-F238E27FC236}">
                <a16:creationId xmlns:a16="http://schemas.microsoft.com/office/drawing/2014/main" id="{70C2587D-869C-A4E2-801E-CBAA75C4F51F}"/>
              </a:ext>
            </a:extLst>
          </p:cNvPr>
          <p:cNvSpPr>
            <a:spLocks noChangeArrowheads="1"/>
          </p:cNvSpPr>
          <p:nvPr/>
        </p:nvSpPr>
        <p:spPr bwMode="auto">
          <a:xfrm>
            <a:off x="76200" y="1143000"/>
            <a:ext cx="8915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       对于</a:t>
            </a:r>
            <a:r>
              <a:rPr lang="en-US" altLang="zh-CN" sz="2800" b="1" i="1" baseline="0">
                <a:ea typeface="宋体" panose="02010600030101010101" pitchFamily="2" charset="-122"/>
              </a:rPr>
              <a:t>Nyquist</a:t>
            </a:r>
            <a:r>
              <a:rPr lang="zh-CN" altLang="en-US" sz="2800" b="1" i="1" baseline="0">
                <a:ea typeface="宋体" panose="02010600030101010101" pitchFamily="2" charset="-122"/>
              </a:rPr>
              <a:t>定理的一个直观实例，让我们以三种采样率对简单正弦波进行采样</a:t>
            </a:r>
            <a:r>
              <a:rPr lang="en-US" altLang="zh-CN" sz="2800" b="1" i="1" baseline="0">
                <a:ea typeface="宋体" panose="02010600030101010101" pitchFamily="2" charset="-122"/>
              </a:rPr>
              <a:t> : f</a:t>
            </a:r>
            <a:r>
              <a:rPr lang="en-US" altLang="zh-CN" sz="2800" b="1" i="1" baseline="-25000">
                <a:ea typeface="宋体" panose="02010600030101010101" pitchFamily="2" charset="-122"/>
              </a:rPr>
              <a:t>s</a:t>
            </a:r>
            <a:r>
              <a:rPr lang="en-US" altLang="zh-CN" sz="2800" b="1" i="1" baseline="0">
                <a:ea typeface="宋体" panose="02010600030101010101" pitchFamily="2" charset="-122"/>
              </a:rPr>
              <a:t> = 4f (2 </a:t>
            </a:r>
            <a:r>
              <a:rPr lang="zh-CN" altLang="en-US" sz="2800" b="1" i="1" baseline="0">
                <a:ea typeface="宋体" panose="02010600030101010101" pitchFamily="2" charset="-122"/>
              </a:rPr>
              <a:t>倍奈奎斯特速率</a:t>
            </a:r>
            <a:r>
              <a:rPr lang="en-US" altLang="zh-CN" sz="2800" b="1" i="1" baseline="0">
                <a:ea typeface="宋体" panose="02010600030101010101" pitchFamily="2" charset="-122"/>
              </a:rPr>
              <a:t>), f</a:t>
            </a:r>
            <a:r>
              <a:rPr lang="en-US" altLang="zh-CN" sz="2800" b="1" i="1" baseline="-25000">
                <a:ea typeface="宋体" panose="02010600030101010101" pitchFamily="2" charset="-122"/>
              </a:rPr>
              <a:t>s</a:t>
            </a:r>
            <a:r>
              <a:rPr lang="en-US" altLang="zh-CN" sz="2800" b="1" i="1" baseline="0">
                <a:ea typeface="宋体" panose="02010600030101010101" pitchFamily="2" charset="-122"/>
              </a:rPr>
              <a:t> = 2f (</a:t>
            </a:r>
            <a:r>
              <a:rPr lang="zh-CN" altLang="en-US" sz="2800" b="1" i="1" baseline="0">
                <a:ea typeface="宋体" panose="02010600030101010101" pitchFamily="2" charset="-122"/>
              </a:rPr>
              <a:t>奈奎斯特速率</a:t>
            </a:r>
            <a:r>
              <a:rPr lang="en-US" altLang="zh-CN" sz="2800" b="1" i="1" baseline="0">
                <a:ea typeface="宋体" panose="02010600030101010101" pitchFamily="2" charset="-122"/>
              </a:rPr>
              <a:t>), </a:t>
            </a:r>
            <a:r>
              <a:rPr lang="zh-CN" altLang="en-US" sz="2800" b="1" i="1" baseline="0">
                <a:ea typeface="宋体" panose="02010600030101010101" pitchFamily="2" charset="-122"/>
              </a:rPr>
              <a:t>和</a:t>
            </a:r>
            <a:br>
              <a:rPr lang="en-US" altLang="zh-CN" sz="2800" b="1" i="1" baseline="0">
                <a:ea typeface="宋体" panose="02010600030101010101" pitchFamily="2" charset="-122"/>
              </a:rPr>
            </a:br>
            <a:r>
              <a:rPr lang="en-US" altLang="zh-CN" sz="2800" b="1" i="1" baseline="0">
                <a:ea typeface="宋体" panose="02010600030101010101" pitchFamily="2" charset="-122"/>
              </a:rPr>
              <a:t>f</a:t>
            </a:r>
            <a:r>
              <a:rPr lang="en-US" altLang="zh-CN" sz="2800" b="1" i="1" baseline="-25000">
                <a:ea typeface="宋体" panose="02010600030101010101" pitchFamily="2" charset="-122"/>
              </a:rPr>
              <a:t>s</a:t>
            </a:r>
            <a:r>
              <a:rPr lang="en-US" altLang="zh-CN" sz="2800" b="1" i="1" baseline="0">
                <a:ea typeface="宋体" panose="02010600030101010101" pitchFamily="2" charset="-122"/>
              </a:rPr>
              <a:t> = f (</a:t>
            </a:r>
            <a:r>
              <a:rPr lang="zh-CN" altLang="en-US" sz="2800" b="1" i="1" baseline="0">
                <a:ea typeface="宋体" panose="02010600030101010101" pitchFamily="2" charset="-122"/>
              </a:rPr>
              <a:t>一半奈奎斯特速率</a:t>
            </a:r>
            <a:r>
              <a:rPr lang="en-US" altLang="zh-CN" sz="2800" b="1" i="1" baseline="0">
                <a:ea typeface="宋体" panose="02010600030101010101" pitchFamily="2" charset="-122"/>
              </a:rPr>
              <a:t>). </a:t>
            </a:r>
            <a:r>
              <a:rPr lang="zh-CN" altLang="en-US" sz="2800" b="1" i="1" baseline="0">
                <a:ea typeface="宋体" panose="02010600030101010101" pitchFamily="2" charset="-122"/>
              </a:rPr>
              <a:t>图</a:t>
            </a:r>
            <a:r>
              <a:rPr lang="en-US" altLang="zh-CN" sz="2800" b="1" i="1" baseline="0">
                <a:ea typeface="宋体" panose="02010600030101010101" pitchFamily="2" charset="-122"/>
              </a:rPr>
              <a:t> 4.24 </a:t>
            </a:r>
            <a:r>
              <a:rPr lang="zh-CN" altLang="en-US" sz="2800" b="1" i="1" baseline="0">
                <a:ea typeface="宋体" panose="02010600030101010101" pitchFamily="2" charset="-122"/>
              </a:rPr>
              <a:t>给出了采样后和后续的信号恢复</a:t>
            </a:r>
            <a:r>
              <a:rPr lang="en-US" altLang="zh-CN" sz="2800" b="1" i="1" baseline="0">
                <a:ea typeface="宋体" panose="02010600030101010101" pitchFamily="2" charset="-122"/>
              </a:rPr>
              <a:t>.</a:t>
            </a:r>
          </a:p>
          <a:p>
            <a:endParaRPr lang="en-US" altLang="zh-CN" sz="2800" b="1" i="1" baseline="0">
              <a:ea typeface="宋体" panose="02010600030101010101" pitchFamily="2" charset="-122"/>
            </a:endParaRPr>
          </a:p>
          <a:p>
            <a:pPr algn="just"/>
            <a:r>
              <a:rPr lang="en-US" altLang="zh-CN" sz="2800" b="1" i="1" baseline="0">
                <a:ea typeface="宋体" panose="02010600030101010101" pitchFamily="2" charset="-122"/>
              </a:rPr>
              <a:t>   </a:t>
            </a:r>
            <a:r>
              <a:rPr lang="zh-CN" altLang="en-US" sz="2800" b="1" i="1" baseline="0">
                <a:ea typeface="宋体" panose="02010600030101010101" pitchFamily="2" charset="-122"/>
              </a:rPr>
              <a:t>可以看到，以奈奎斯特速率进行采样可以得到与原始正弦波较好近似的信号</a:t>
            </a:r>
            <a:r>
              <a:rPr lang="en-US" altLang="zh-CN" sz="2800" b="1" i="1" baseline="0">
                <a:ea typeface="宋体" panose="02010600030101010101" pitchFamily="2" charset="-122"/>
              </a:rPr>
              <a:t>(</a:t>
            </a:r>
            <a:r>
              <a:rPr lang="zh-CN" altLang="en-US" sz="2800" b="1" i="1" baseline="0">
                <a:ea typeface="宋体" panose="02010600030101010101" pitchFamily="2" charset="-122"/>
              </a:rPr>
              <a:t>图</a:t>
            </a:r>
            <a:r>
              <a:rPr lang="en-US" altLang="zh-CN" sz="2800" b="1" i="1" baseline="0">
                <a:ea typeface="宋体" panose="02010600030101010101" pitchFamily="2" charset="-122"/>
              </a:rPr>
              <a:t>4.24a).</a:t>
            </a:r>
            <a:r>
              <a:rPr lang="zh-CN" altLang="en-US" sz="2800" b="1" i="1" baseline="0">
                <a:ea typeface="宋体" panose="02010600030101010101" pitchFamily="2" charset="-122"/>
              </a:rPr>
              <a:t>图</a:t>
            </a:r>
            <a:r>
              <a:rPr lang="en-US" altLang="zh-CN" sz="2800" b="1" i="1" baseline="0">
                <a:ea typeface="宋体" panose="02010600030101010101" pitchFamily="2" charset="-122"/>
              </a:rPr>
              <a:t>4.24b</a:t>
            </a:r>
            <a:r>
              <a:rPr lang="zh-CN" altLang="en-US" sz="2800" b="1" i="1" baseline="0">
                <a:ea typeface="宋体" panose="02010600030101010101" pitchFamily="2" charset="-122"/>
              </a:rPr>
              <a:t>部分过采样得到相同的近似，但它是冗余的，没必要。低于奈奎斯特速率的采样</a:t>
            </a:r>
            <a:r>
              <a:rPr lang="en-US" altLang="zh-CN" sz="2800" b="1" i="1" baseline="0">
                <a:ea typeface="宋体" panose="02010600030101010101" pitchFamily="2" charset="-122"/>
              </a:rPr>
              <a:t>(</a:t>
            </a:r>
            <a:r>
              <a:rPr lang="zh-CN" altLang="en-US" sz="2800" b="1" i="1" baseline="0">
                <a:ea typeface="宋体" panose="02010600030101010101" pitchFamily="2" charset="-122"/>
              </a:rPr>
              <a:t>图</a:t>
            </a:r>
            <a:r>
              <a:rPr lang="en-US" altLang="zh-CN" sz="2800" b="1" i="1" baseline="0">
                <a:ea typeface="宋体" panose="02010600030101010101" pitchFamily="2" charset="-122"/>
              </a:rPr>
              <a:t>4.24c)</a:t>
            </a:r>
            <a:r>
              <a:rPr lang="zh-CN" altLang="en-US" sz="2800" b="1" i="1" baseline="0">
                <a:ea typeface="宋体" panose="02010600030101010101" pitchFamily="2" charset="-122"/>
              </a:rPr>
              <a:t>不能产生与原始正弦波相似的信号</a:t>
            </a:r>
            <a:r>
              <a:rPr lang="en-US" altLang="zh-CN" sz="2800" b="1" i="1" baseline="0">
                <a:ea typeface="宋体" panose="02010600030101010101" pitchFamily="2" charset="-122"/>
              </a:rPr>
              <a:t>.</a:t>
            </a:r>
          </a:p>
        </p:txBody>
      </p:sp>
      <p:sp>
        <p:nvSpPr>
          <p:cNvPr id="100363" name="Text Box 11">
            <a:extLst>
              <a:ext uri="{FF2B5EF4-FFF2-40B4-BE49-F238E27FC236}">
                <a16:creationId xmlns:a16="http://schemas.microsoft.com/office/drawing/2014/main" id="{7CC90337-7D20-2AE7-9C3C-D30A29A049AE}"/>
              </a:ext>
            </a:extLst>
          </p:cNvPr>
          <p:cNvSpPr txBox="1">
            <a:spLocks noChangeArrowheads="1"/>
          </p:cNvSpPr>
          <p:nvPr/>
        </p:nvSpPr>
        <p:spPr bwMode="auto">
          <a:xfrm>
            <a:off x="1143000" y="-46038"/>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4.6</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灯片编号占位符 1">
            <a:extLst>
              <a:ext uri="{FF2B5EF4-FFF2-40B4-BE49-F238E27FC236}">
                <a16:creationId xmlns:a16="http://schemas.microsoft.com/office/drawing/2014/main" id="{000734CB-A410-D811-4CB8-7D17D231915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1AC3E86-8BDB-4F99-AC65-37A90DE2443B}" type="slidenum">
              <a:rPr lang="en-US" altLang="zh-CN" baseline="0">
                <a:solidFill>
                  <a:schemeClr val="bg2"/>
                </a:solidFill>
                <a:latin typeface="Arial" panose="020B0604020202020204" pitchFamily="34" charset="0"/>
              </a:rPr>
              <a:pPr/>
              <a:t>54</a:t>
            </a:fld>
            <a:endParaRPr lang="en-US" altLang="zh-CN" baseline="0">
              <a:solidFill>
                <a:schemeClr val="bg2"/>
              </a:solidFill>
              <a:latin typeface="Arial" panose="020B0604020202020204" pitchFamily="34" charset="0"/>
            </a:endParaRPr>
          </a:p>
        </p:txBody>
      </p:sp>
      <p:sp>
        <p:nvSpPr>
          <p:cNvPr id="102403" name="Line 2">
            <a:extLst>
              <a:ext uri="{FF2B5EF4-FFF2-40B4-BE49-F238E27FC236}">
                <a16:creationId xmlns:a16="http://schemas.microsoft.com/office/drawing/2014/main" id="{84353B27-43E7-FC65-D761-809AECC226D7}"/>
              </a:ext>
            </a:extLst>
          </p:cNvPr>
          <p:cNvSpPr>
            <a:spLocks noChangeShapeType="1"/>
          </p:cNvSpPr>
          <p:nvPr/>
        </p:nvSpPr>
        <p:spPr bwMode="auto">
          <a:xfrm>
            <a:off x="152400" y="762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4" name="Line 3">
            <a:extLst>
              <a:ext uri="{FF2B5EF4-FFF2-40B4-BE49-F238E27FC236}">
                <a16:creationId xmlns:a16="http://schemas.microsoft.com/office/drawing/2014/main" id="{E38F23F4-D6C6-AA23-E811-371DB4BB3670}"/>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05" name="Text Box 4">
            <a:extLst>
              <a:ext uri="{FF2B5EF4-FFF2-40B4-BE49-F238E27FC236}">
                <a16:creationId xmlns:a16="http://schemas.microsoft.com/office/drawing/2014/main" id="{2F0EBCB8-F894-BABC-7EF1-A65D16B50309}"/>
              </a:ext>
            </a:extLst>
          </p:cNvPr>
          <p:cNvSpPr txBox="1">
            <a:spLocks noChangeArrowheads="1"/>
          </p:cNvSpPr>
          <p:nvPr/>
        </p:nvSpPr>
        <p:spPr bwMode="auto">
          <a:xfrm>
            <a:off x="304800" y="3048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4.24  </a:t>
            </a:r>
            <a:r>
              <a:rPr lang="en-US" altLang="zh-CN" b="1" i="1" baseline="0">
                <a:ea typeface="宋体" panose="02010600030101010101" pitchFamily="2" charset="-122"/>
              </a:rPr>
              <a:t>Recovery of a sampled sine wave for different sampling rates</a:t>
            </a:r>
          </a:p>
        </p:txBody>
      </p:sp>
      <p:sp>
        <p:nvSpPr>
          <p:cNvPr id="102406" name="Line 5">
            <a:extLst>
              <a:ext uri="{FF2B5EF4-FFF2-40B4-BE49-F238E27FC236}">
                <a16:creationId xmlns:a16="http://schemas.microsoft.com/office/drawing/2014/main" id="{5294F334-C923-3C19-749A-07E30235616C}"/>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2407" name="Picture 6">
            <a:extLst>
              <a:ext uri="{FF2B5EF4-FFF2-40B4-BE49-F238E27FC236}">
                <a16:creationId xmlns:a16="http://schemas.microsoft.com/office/drawing/2014/main" id="{D5A70208-83D3-6231-0CCA-E5648A04B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0" y="1066800"/>
            <a:ext cx="6407150"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1">
            <a:extLst>
              <a:ext uri="{FF2B5EF4-FFF2-40B4-BE49-F238E27FC236}">
                <a16:creationId xmlns:a16="http://schemas.microsoft.com/office/drawing/2014/main" id="{BF98BC42-20E8-7F21-12DC-61E4DBBED31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4AC76210-EB31-4B3F-8929-51AF649CF4C8}" type="slidenum">
              <a:rPr lang="en-US" altLang="zh-CN" baseline="0">
                <a:solidFill>
                  <a:schemeClr val="bg2"/>
                </a:solidFill>
                <a:latin typeface="Arial" panose="020B0604020202020204" pitchFamily="34" charset="0"/>
              </a:rPr>
              <a:pPr/>
              <a:t>55</a:t>
            </a:fld>
            <a:endParaRPr lang="en-US" altLang="zh-CN" baseline="0">
              <a:solidFill>
                <a:schemeClr val="bg2"/>
              </a:solidFill>
              <a:latin typeface="Arial" panose="020B0604020202020204" pitchFamily="34" charset="0"/>
            </a:endParaRPr>
          </a:p>
        </p:txBody>
      </p:sp>
      <p:sp>
        <p:nvSpPr>
          <p:cNvPr id="104451" name="Rectangle 2">
            <a:extLst>
              <a:ext uri="{FF2B5EF4-FFF2-40B4-BE49-F238E27FC236}">
                <a16:creationId xmlns:a16="http://schemas.microsoft.com/office/drawing/2014/main" id="{91F6F1DD-B0C2-C3D9-ABE2-D7E02790C42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2" name="Rectangle 3">
            <a:extLst>
              <a:ext uri="{FF2B5EF4-FFF2-40B4-BE49-F238E27FC236}">
                <a16:creationId xmlns:a16="http://schemas.microsoft.com/office/drawing/2014/main" id="{166F8009-896B-997D-8882-CA73ED5C19F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3" name="Rectangle 4">
            <a:extLst>
              <a:ext uri="{FF2B5EF4-FFF2-40B4-BE49-F238E27FC236}">
                <a16:creationId xmlns:a16="http://schemas.microsoft.com/office/drawing/2014/main" id="{89ACA385-DEF0-5EE8-4FBA-35B8C667EE6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4" name="Rectangle 5">
            <a:extLst>
              <a:ext uri="{FF2B5EF4-FFF2-40B4-BE49-F238E27FC236}">
                <a16:creationId xmlns:a16="http://schemas.microsoft.com/office/drawing/2014/main" id="{CCC96778-A386-B216-5EC5-B6EA92AA8EF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5" name="Rectangle 6">
            <a:extLst>
              <a:ext uri="{FF2B5EF4-FFF2-40B4-BE49-F238E27FC236}">
                <a16:creationId xmlns:a16="http://schemas.microsoft.com/office/drawing/2014/main" id="{46891849-89E3-6834-6AD7-2685A59B1EE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6" name="Rectangle 7">
            <a:extLst>
              <a:ext uri="{FF2B5EF4-FFF2-40B4-BE49-F238E27FC236}">
                <a16:creationId xmlns:a16="http://schemas.microsoft.com/office/drawing/2014/main" id="{57E54A67-458C-6B87-6EB7-0069E09B9B4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7" name="Rectangle 8">
            <a:extLst>
              <a:ext uri="{FF2B5EF4-FFF2-40B4-BE49-F238E27FC236}">
                <a16:creationId xmlns:a16="http://schemas.microsoft.com/office/drawing/2014/main" id="{BF7DFE38-931C-2ECB-65A3-5F6C534657F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4458" name="Rectangle 9">
            <a:extLst>
              <a:ext uri="{FF2B5EF4-FFF2-40B4-BE49-F238E27FC236}">
                <a16:creationId xmlns:a16="http://schemas.microsoft.com/office/drawing/2014/main" id="{20229079-C7A2-F90E-4047-8886599FF064}"/>
              </a:ext>
            </a:extLst>
          </p:cNvPr>
          <p:cNvSpPr>
            <a:spLocks noChangeArrowheads="1"/>
          </p:cNvSpPr>
          <p:nvPr/>
        </p:nvSpPr>
        <p:spPr bwMode="auto">
          <a:xfrm>
            <a:off x="228600" y="1143000"/>
            <a:ext cx="868680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一个有趣的例子，如果我们对诸如时钟指针旋转的周期性事件进行采样，我们会看到什么？时钟的分针周期为</a:t>
            </a:r>
            <a:r>
              <a:rPr lang="en-US" altLang="zh-CN" sz="2800" b="1" i="1" baseline="0">
                <a:ea typeface="宋体" panose="02010600030101010101" pitchFamily="2" charset="-122"/>
              </a:rPr>
              <a:t>60</a:t>
            </a:r>
            <a:r>
              <a:rPr lang="zh-CN" altLang="en-US" sz="2800" b="1" i="1" baseline="0">
                <a:ea typeface="宋体" panose="02010600030101010101" pitchFamily="2" charset="-122"/>
              </a:rPr>
              <a:t>秒。根据奈奎斯特定理，我们需要每隔</a:t>
            </a:r>
            <a:r>
              <a:rPr lang="en-US" altLang="zh-CN" sz="2800" b="1" i="1" baseline="0">
                <a:ea typeface="宋体" panose="02010600030101010101" pitchFamily="2" charset="-122"/>
              </a:rPr>
              <a:t>30</a:t>
            </a:r>
            <a:r>
              <a:rPr lang="zh-CN" altLang="en-US" sz="2800" b="1" i="1" baseline="0">
                <a:ea typeface="宋体" panose="02010600030101010101" pitchFamily="2" charset="-122"/>
              </a:rPr>
              <a:t>秒</a:t>
            </a:r>
            <a:r>
              <a:rPr lang="en-US" altLang="zh-CN" sz="2800" b="1" i="1" baseline="0">
                <a:ea typeface="宋体" panose="02010600030101010101" pitchFamily="2" charset="-122"/>
              </a:rPr>
              <a:t> (T</a:t>
            </a:r>
            <a:r>
              <a:rPr lang="en-US" altLang="zh-CN" sz="2800" b="1" i="1" baseline="-25000">
                <a:ea typeface="宋体" panose="02010600030101010101" pitchFamily="2" charset="-122"/>
              </a:rPr>
              <a:t>s</a:t>
            </a:r>
            <a:r>
              <a:rPr lang="en-US" altLang="zh-CN" sz="2800" b="1" i="1" baseline="0">
                <a:ea typeface="宋体" panose="02010600030101010101" pitchFamily="2" charset="-122"/>
              </a:rPr>
              <a:t> = 1/2T or f</a:t>
            </a:r>
            <a:r>
              <a:rPr lang="en-US" altLang="zh-CN" sz="2800" b="1" i="1" baseline="-25000">
                <a:ea typeface="宋体" panose="02010600030101010101" pitchFamily="2" charset="-122"/>
              </a:rPr>
              <a:t>s</a:t>
            </a:r>
            <a:r>
              <a:rPr lang="en-US" altLang="zh-CN" sz="2800" b="1" i="1" baseline="0">
                <a:ea typeface="宋体" panose="02010600030101010101" pitchFamily="2" charset="-122"/>
              </a:rPr>
              <a:t> = 2f )</a:t>
            </a:r>
            <a:r>
              <a:rPr lang="zh-CN" altLang="en-US" sz="2800" b="1" i="1" baseline="0">
                <a:ea typeface="宋体" panose="02010600030101010101" pitchFamily="2" charset="-122"/>
              </a:rPr>
              <a:t>对分针进行采样（拍照并发送）</a:t>
            </a:r>
            <a:r>
              <a:rPr lang="en-US" altLang="zh-CN" sz="2800" b="1" i="1" baseline="0">
                <a:ea typeface="宋体" panose="02010600030101010101" pitchFamily="2" charset="-122"/>
              </a:rPr>
              <a:t>. </a:t>
            </a:r>
            <a:r>
              <a:rPr lang="zh-CN" altLang="en-US" sz="2800" b="1" i="1" baseline="0">
                <a:ea typeface="宋体" panose="02010600030101010101" pitchFamily="2" charset="-122"/>
              </a:rPr>
              <a:t>在图</a:t>
            </a:r>
            <a:r>
              <a:rPr lang="en-US" altLang="zh-CN" sz="2800" b="1" i="1" baseline="0">
                <a:ea typeface="宋体" panose="02010600030101010101" pitchFamily="2" charset="-122"/>
              </a:rPr>
              <a:t>4.25a</a:t>
            </a:r>
            <a:r>
              <a:rPr lang="zh-CN" altLang="en-US" sz="2800" b="1" i="1" baseline="0">
                <a:ea typeface="宋体" panose="02010600030101010101" pitchFamily="2" charset="-122"/>
              </a:rPr>
              <a:t>中</a:t>
            </a:r>
            <a:r>
              <a:rPr lang="en-US" altLang="zh-CN" sz="2800" b="1" i="1" baseline="0">
                <a:ea typeface="宋体" panose="02010600030101010101" pitchFamily="2" charset="-122"/>
              </a:rPr>
              <a:t>, </a:t>
            </a:r>
            <a:r>
              <a:rPr lang="zh-CN" altLang="en-US" sz="2800" b="1" i="1" baseline="0">
                <a:ea typeface="宋体" panose="02010600030101010101" pitchFamily="2" charset="-122"/>
              </a:rPr>
              <a:t>样本点依次为</a:t>
            </a:r>
            <a:r>
              <a:rPr lang="en-US" altLang="zh-CN" sz="2800" b="1" i="1" baseline="0">
                <a:ea typeface="宋体" panose="02010600030101010101" pitchFamily="2" charset="-122"/>
              </a:rPr>
              <a:t> 12, 6, 12, 6, 12,</a:t>
            </a:r>
            <a:r>
              <a:rPr lang="zh-CN" altLang="en-US" sz="2800" b="1" i="1" baseline="0">
                <a:ea typeface="宋体" panose="02010600030101010101" pitchFamily="2" charset="-122"/>
              </a:rPr>
              <a:t>和</a:t>
            </a:r>
            <a:r>
              <a:rPr lang="en-US" altLang="zh-CN" sz="2800" b="1" i="1" baseline="0">
                <a:ea typeface="宋体" panose="02010600030101010101" pitchFamily="2" charset="-122"/>
              </a:rPr>
              <a:t> 6.</a:t>
            </a:r>
            <a:r>
              <a:rPr lang="zh-CN" altLang="en-US" sz="2800" b="1" i="1" baseline="0">
                <a:ea typeface="宋体" panose="02010600030101010101" pitchFamily="2" charset="-122"/>
              </a:rPr>
              <a:t>样本的接收方无法知道时钟是向前走还是向后走。在图</a:t>
            </a:r>
            <a:r>
              <a:rPr lang="en-US" altLang="zh-CN" sz="2800" b="1" i="1" baseline="0">
                <a:ea typeface="宋体" panose="02010600030101010101" pitchFamily="2" charset="-122"/>
              </a:rPr>
              <a:t>4.25b</a:t>
            </a:r>
            <a:r>
              <a:rPr lang="zh-CN" altLang="en-US" sz="2800" b="1" i="1" baseline="0">
                <a:ea typeface="宋体" panose="02010600030101010101" pitchFamily="2" charset="-122"/>
              </a:rPr>
              <a:t>部分，我们以两倍奈奎斯特</a:t>
            </a:r>
            <a:r>
              <a:rPr lang="en-US" altLang="zh-CN" sz="2800" b="1" i="1" baseline="0">
                <a:ea typeface="宋体" panose="02010600030101010101" pitchFamily="2" charset="-122"/>
              </a:rPr>
              <a:t>  (</a:t>
            </a:r>
            <a:r>
              <a:rPr lang="zh-CN" altLang="en-US" sz="2800" b="1" i="1" baseline="0">
                <a:ea typeface="宋体" panose="02010600030101010101" pitchFamily="2" charset="-122"/>
              </a:rPr>
              <a:t>每隔</a:t>
            </a:r>
            <a:r>
              <a:rPr lang="en-US" altLang="zh-CN" sz="2800" b="1" i="1" baseline="0">
                <a:ea typeface="宋体" panose="02010600030101010101" pitchFamily="2" charset="-122"/>
              </a:rPr>
              <a:t> 15 s)</a:t>
            </a:r>
            <a:r>
              <a:rPr lang="zh-CN" altLang="en-US" sz="2800" b="1" i="1" baseline="0">
                <a:ea typeface="宋体" panose="02010600030101010101" pitchFamily="2" charset="-122"/>
              </a:rPr>
              <a:t>进行采样，样本点依次是</a:t>
            </a:r>
            <a:r>
              <a:rPr lang="en-US" altLang="zh-CN" sz="2800" b="1" i="1" baseline="0">
                <a:ea typeface="宋体" panose="02010600030101010101" pitchFamily="2" charset="-122"/>
              </a:rPr>
              <a:t> 12, 3, 6, 9,</a:t>
            </a:r>
            <a:r>
              <a:rPr lang="zh-CN" altLang="en-US" sz="2800" b="1" i="1" baseline="0">
                <a:ea typeface="宋体" panose="02010600030101010101" pitchFamily="2" charset="-122"/>
              </a:rPr>
              <a:t>和</a:t>
            </a:r>
            <a:r>
              <a:rPr lang="en-US" altLang="zh-CN" sz="2800" b="1" i="1" baseline="0">
                <a:ea typeface="宋体" panose="02010600030101010101" pitchFamily="2" charset="-122"/>
              </a:rPr>
              <a:t> 12.</a:t>
            </a:r>
            <a:r>
              <a:rPr lang="zh-CN" altLang="en-US" sz="2800" b="1" i="1" baseline="0">
                <a:ea typeface="宋体" panose="02010600030101010101" pitchFamily="2" charset="-122"/>
              </a:rPr>
              <a:t>在图</a:t>
            </a:r>
            <a:r>
              <a:rPr lang="en-US" altLang="zh-CN" sz="2800" b="1" i="1" baseline="0">
                <a:ea typeface="宋体" panose="02010600030101010101" pitchFamily="2" charset="-122"/>
              </a:rPr>
              <a:t>4.25c</a:t>
            </a:r>
            <a:r>
              <a:rPr lang="zh-CN" altLang="en-US" sz="2800" b="1" i="1" baseline="0">
                <a:ea typeface="宋体" panose="02010600030101010101" pitchFamily="2" charset="-122"/>
              </a:rPr>
              <a:t>中</a:t>
            </a:r>
            <a:r>
              <a:rPr lang="en-US" altLang="zh-CN" sz="2800" b="1" i="1" baseline="0">
                <a:ea typeface="宋体" panose="02010600030101010101" pitchFamily="2" charset="-122"/>
              </a:rPr>
              <a:t>,</a:t>
            </a:r>
            <a:r>
              <a:rPr lang="zh-CN" altLang="en-US" sz="2800" b="1" i="1" baseline="0">
                <a:ea typeface="宋体" panose="02010600030101010101" pitchFamily="2" charset="-122"/>
              </a:rPr>
              <a:t>我们低于奈奎斯特速率的采样率</a:t>
            </a:r>
            <a:r>
              <a:rPr lang="en-US" altLang="zh-CN" sz="2800" b="1" i="1" baseline="0">
                <a:ea typeface="宋体" panose="02010600030101010101" pitchFamily="2" charset="-122"/>
              </a:rPr>
              <a:t>(T</a:t>
            </a:r>
            <a:r>
              <a:rPr lang="en-US" altLang="zh-CN" sz="2800" b="1" i="1" baseline="-25000">
                <a:ea typeface="宋体" panose="02010600030101010101" pitchFamily="2" charset="-122"/>
              </a:rPr>
              <a:t>s</a:t>
            </a:r>
            <a:r>
              <a:rPr lang="en-US" altLang="zh-CN" sz="2800" b="1" i="1" baseline="0">
                <a:ea typeface="宋体" panose="02010600030101010101" pitchFamily="2" charset="-122"/>
              </a:rPr>
              <a:t> = ¾ T or f</a:t>
            </a:r>
            <a:r>
              <a:rPr lang="en-US" altLang="zh-CN" sz="2800" b="1" i="1" baseline="-25000">
                <a:ea typeface="宋体" panose="02010600030101010101" pitchFamily="2" charset="-122"/>
              </a:rPr>
              <a:t>s</a:t>
            </a:r>
            <a:r>
              <a:rPr lang="en-US" altLang="zh-CN" sz="2800" b="1" i="1" baseline="0">
                <a:ea typeface="宋体" panose="02010600030101010101" pitchFamily="2" charset="-122"/>
              </a:rPr>
              <a:t> = 4/3  f )</a:t>
            </a:r>
            <a:r>
              <a:rPr lang="zh-CN" altLang="en-US" sz="2800" b="1" i="1" baseline="0">
                <a:ea typeface="宋体" panose="02010600030101010101" pitchFamily="2" charset="-122"/>
              </a:rPr>
              <a:t>进行采样。样本点依次是</a:t>
            </a:r>
            <a:r>
              <a:rPr lang="en-US" altLang="zh-CN" sz="2800" b="1" i="1" baseline="0">
                <a:ea typeface="宋体" panose="02010600030101010101" pitchFamily="2" charset="-122"/>
              </a:rPr>
              <a:t> 12, 9, 6, 3, </a:t>
            </a:r>
            <a:r>
              <a:rPr lang="zh-CN" altLang="en-US" sz="2800" b="1" i="1" baseline="0">
                <a:ea typeface="宋体" panose="02010600030101010101" pitchFamily="2" charset="-122"/>
              </a:rPr>
              <a:t>和</a:t>
            </a:r>
            <a:r>
              <a:rPr lang="en-US" altLang="zh-CN" sz="2800" b="1" i="1" baseline="0">
                <a:ea typeface="宋体" panose="02010600030101010101" pitchFamily="2" charset="-122"/>
              </a:rPr>
              <a:t> 12.</a:t>
            </a:r>
            <a:r>
              <a:rPr lang="zh-CN" altLang="en-US" sz="2800" b="1" i="1" baseline="0">
                <a:ea typeface="宋体" panose="02010600030101010101" pitchFamily="2" charset="-122"/>
              </a:rPr>
              <a:t>虽然时钟在向前走，但接收方认为时钟在往后走。</a:t>
            </a:r>
            <a:endParaRPr lang="en-US" altLang="zh-CN" sz="2800" b="1" i="1" baseline="0">
              <a:ea typeface="宋体" panose="02010600030101010101" pitchFamily="2" charset="-122"/>
            </a:endParaRPr>
          </a:p>
        </p:txBody>
      </p:sp>
      <p:sp>
        <p:nvSpPr>
          <p:cNvPr id="104459" name="Text Box 11">
            <a:extLst>
              <a:ext uri="{FF2B5EF4-FFF2-40B4-BE49-F238E27FC236}">
                <a16:creationId xmlns:a16="http://schemas.microsoft.com/office/drawing/2014/main" id="{3D206DB6-789E-81C5-0AD8-FC92418996D0}"/>
              </a:ext>
            </a:extLst>
          </p:cNvPr>
          <p:cNvSpPr txBox="1">
            <a:spLocks noChangeArrowheads="1"/>
          </p:cNvSpPr>
          <p:nvPr/>
        </p:nvSpPr>
        <p:spPr bwMode="auto">
          <a:xfrm>
            <a:off x="1143000" y="-46038"/>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灯片编号占位符 1">
            <a:extLst>
              <a:ext uri="{FF2B5EF4-FFF2-40B4-BE49-F238E27FC236}">
                <a16:creationId xmlns:a16="http://schemas.microsoft.com/office/drawing/2014/main" id="{A86D1407-98CF-9A76-BCC4-CD41DC582B4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A26BB206-BFCF-4AF6-8A51-D7EB948310E3}" type="slidenum">
              <a:rPr lang="en-US" altLang="zh-CN" baseline="0">
                <a:solidFill>
                  <a:schemeClr val="bg2"/>
                </a:solidFill>
                <a:latin typeface="Arial" panose="020B0604020202020204" pitchFamily="34" charset="0"/>
              </a:rPr>
              <a:pPr/>
              <a:t>56</a:t>
            </a:fld>
            <a:endParaRPr lang="en-US" altLang="zh-CN" baseline="0">
              <a:solidFill>
                <a:schemeClr val="bg2"/>
              </a:solidFill>
              <a:latin typeface="Arial" panose="020B0604020202020204" pitchFamily="34" charset="0"/>
            </a:endParaRPr>
          </a:p>
        </p:txBody>
      </p:sp>
      <p:sp>
        <p:nvSpPr>
          <p:cNvPr id="106499" name="Line 2">
            <a:extLst>
              <a:ext uri="{FF2B5EF4-FFF2-40B4-BE49-F238E27FC236}">
                <a16:creationId xmlns:a16="http://schemas.microsoft.com/office/drawing/2014/main" id="{7826C763-1E5D-8C58-C839-D176FBC27009}"/>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00" name="Line 3">
            <a:extLst>
              <a:ext uri="{FF2B5EF4-FFF2-40B4-BE49-F238E27FC236}">
                <a16:creationId xmlns:a16="http://schemas.microsoft.com/office/drawing/2014/main" id="{70E55744-13B5-B408-5B07-37E3AC9C95F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6501" name="Text Box 4">
            <a:extLst>
              <a:ext uri="{FF2B5EF4-FFF2-40B4-BE49-F238E27FC236}">
                <a16:creationId xmlns:a16="http://schemas.microsoft.com/office/drawing/2014/main" id="{4B64D9DB-323D-268B-1D0C-8AC4AFF176F0}"/>
              </a:ext>
            </a:extLst>
          </p:cNvPr>
          <p:cNvSpPr txBox="1">
            <a:spLocks noChangeArrowheads="1"/>
          </p:cNvSpPr>
          <p:nvPr/>
        </p:nvSpPr>
        <p:spPr bwMode="auto">
          <a:xfrm>
            <a:off x="304800" y="762000"/>
            <a:ext cx="5959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4.25  </a:t>
            </a:r>
            <a:r>
              <a:rPr lang="en-US" altLang="zh-CN" b="1" i="1" baseline="0">
                <a:ea typeface="宋体" panose="02010600030101010101" pitchFamily="2" charset="-122"/>
              </a:rPr>
              <a:t>Sampling of a clock with only one hand</a:t>
            </a:r>
          </a:p>
        </p:txBody>
      </p:sp>
      <p:sp>
        <p:nvSpPr>
          <p:cNvPr id="106502" name="Line 5">
            <a:extLst>
              <a:ext uri="{FF2B5EF4-FFF2-40B4-BE49-F238E27FC236}">
                <a16:creationId xmlns:a16="http://schemas.microsoft.com/office/drawing/2014/main" id="{DD4B5896-DB43-F9A6-97E6-35411682D05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06503" name="Picture 8">
            <a:extLst>
              <a:ext uri="{FF2B5EF4-FFF2-40B4-BE49-F238E27FC236}">
                <a16:creationId xmlns:a16="http://schemas.microsoft.com/office/drawing/2014/main" id="{FD524583-F341-CACE-9475-10DDB1E29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9375" y="1617663"/>
            <a:ext cx="672782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1">
            <a:extLst>
              <a:ext uri="{FF2B5EF4-FFF2-40B4-BE49-F238E27FC236}">
                <a16:creationId xmlns:a16="http://schemas.microsoft.com/office/drawing/2014/main" id="{F6A213C1-09DF-CF12-D8F4-947048C989F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4C9378AE-FB99-40AD-BA94-39B6E711F7FF}" type="slidenum">
              <a:rPr lang="en-US" altLang="zh-CN" baseline="0">
                <a:solidFill>
                  <a:schemeClr val="bg2"/>
                </a:solidFill>
                <a:latin typeface="Arial" panose="020B0604020202020204" pitchFamily="34" charset="0"/>
              </a:rPr>
              <a:pPr/>
              <a:t>57</a:t>
            </a:fld>
            <a:endParaRPr lang="en-US" altLang="zh-CN" baseline="0">
              <a:solidFill>
                <a:schemeClr val="bg2"/>
              </a:solidFill>
              <a:latin typeface="Arial" panose="020B0604020202020204" pitchFamily="34" charset="0"/>
            </a:endParaRPr>
          </a:p>
        </p:txBody>
      </p:sp>
      <p:sp>
        <p:nvSpPr>
          <p:cNvPr id="108547" name="Rectangle 2">
            <a:extLst>
              <a:ext uri="{FF2B5EF4-FFF2-40B4-BE49-F238E27FC236}">
                <a16:creationId xmlns:a16="http://schemas.microsoft.com/office/drawing/2014/main" id="{00E95055-5BF0-6AC3-E8B6-F51E9B985E8D}"/>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48" name="Rectangle 3">
            <a:extLst>
              <a:ext uri="{FF2B5EF4-FFF2-40B4-BE49-F238E27FC236}">
                <a16:creationId xmlns:a16="http://schemas.microsoft.com/office/drawing/2014/main" id="{D3182E52-2E2A-BE52-F1EC-7B50E48B1F5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49" name="Rectangle 4">
            <a:extLst>
              <a:ext uri="{FF2B5EF4-FFF2-40B4-BE49-F238E27FC236}">
                <a16:creationId xmlns:a16="http://schemas.microsoft.com/office/drawing/2014/main" id="{CD530260-3F69-A6E5-31F2-78C1C111B4C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50" name="Rectangle 5">
            <a:extLst>
              <a:ext uri="{FF2B5EF4-FFF2-40B4-BE49-F238E27FC236}">
                <a16:creationId xmlns:a16="http://schemas.microsoft.com/office/drawing/2014/main" id="{5628C1F4-052B-25AA-0C09-D6F7A6BC94E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51" name="Rectangle 6">
            <a:extLst>
              <a:ext uri="{FF2B5EF4-FFF2-40B4-BE49-F238E27FC236}">
                <a16:creationId xmlns:a16="http://schemas.microsoft.com/office/drawing/2014/main" id="{DBBF5A55-6B5A-25C4-B329-B105EFE6886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52" name="Rectangle 7">
            <a:extLst>
              <a:ext uri="{FF2B5EF4-FFF2-40B4-BE49-F238E27FC236}">
                <a16:creationId xmlns:a16="http://schemas.microsoft.com/office/drawing/2014/main" id="{48F5012C-5998-865D-0001-3BEA65C9BF9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53" name="Rectangle 8">
            <a:extLst>
              <a:ext uri="{FF2B5EF4-FFF2-40B4-BE49-F238E27FC236}">
                <a16:creationId xmlns:a16="http://schemas.microsoft.com/office/drawing/2014/main" id="{A983E9B1-A945-243D-4237-DA7DBA85FF2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08554" name="Rectangle 9">
            <a:extLst>
              <a:ext uri="{FF2B5EF4-FFF2-40B4-BE49-F238E27FC236}">
                <a16:creationId xmlns:a16="http://schemas.microsoft.com/office/drawing/2014/main" id="{33B6BB6B-9F1D-9705-ED44-A798E3D11457}"/>
              </a:ext>
            </a:extLst>
          </p:cNvPr>
          <p:cNvSpPr>
            <a:spLocks noChangeArrowheads="1"/>
          </p:cNvSpPr>
          <p:nvPr/>
        </p:nvSpPr>
        <p:spPr bwMode="auto">
          <a:xfrm>
            <a:off x="228600" y="1143000"/>
            <a:ext cx="8686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与例子</a:t>
            </a:r>
            <a:r>
              <a:rPr lang="en-US" altLang="zh-CN" sz="2800" b="1" i="1" baseline="0">
                <a:ea typeface="宋体" panose="02010600030101010101" pitchFamily="2" charset="-122"/>
              </a:rPr>
              <a:t>4.7</a:t>
            </a:r>
            <a:r>
              <a:rPr lang="zh-CN" altLang="en-US" sz="2800" b="1" i="1" baseline="0">
                <a:ea typeface="宋体" panose="02010600030101010101" pitchFamily="2" charset="-122"/>
              </a:rPr>
              <a:t>相似的一个例子是电影中向前移动的汽车看起来车轮向后转。这可以用欠采样解释。电影以每秒</a:t>
            </a:r>
            <a:r>
              <a:rPr lang="en-US" altLang="zh-CN" sz="2800" b="1" i="1" baseline="0">
                <a:ea typeface="宋体" panose="02010600030101010101" pitchFamily="2" charset="-122"/>
              </a:rPr>
              <a:t> 24</a:t>
            </a:r>
            <a:r>
              <a:rPr lang="zh-CN" altLang="en-US" sz="2800" b="1" i="1" baseline="0">
                <a:ea typeface="宋体" panose="02010600030101010101" pitchFamily="2" charset="-122"/>
              </a:rPr>
              <a:t>帧的速度拍摄，如果车轮以高于每秒</a:t>
            </a:r>
            <a:r>
              <a:rPr lang="en-US" altLang="zh-CN" sz="2800" b="1" i="1" baseline="0">
                <a:ea typeface="宋体" panose="02010600030101010101" pitchFamily="2" charset="-122"/>
              </a:rPr>
              <a:t> 12</a:t>
            </a:r>
            <a:r>
              <a:rPr lang="zh-CN" altLang="en-US" sz="2800" b="1" i="1" baseline="0">
                <a:ea typeface="宋体" panose="02010600030101010101" pitchFamily="2" charset="-122"/>
              </a:rPr>
              <a:t>次的速度旋转，欠采样就会产生向后旋转的印象</a:t>
            </a:r>
            <a:r>
              <a:rPr lang="en-US" altLang="zh-CN" sz="2800" b="1" i="1" baseline="0">
                <a:ea typeface="宋体" panose="02010600030101010101" pitchFamily="2" charset="-122"/>
              </a:rPr>
              <a:t>.</a:t>
            </a:r>
          </a:p>
        </p:txBody>
      </p:sp>
      <p:sp>
        <p:nvSpPr>
          <p:cNvPr id="108555" name="Text Box 11">
            <a:extLst>
              <a:ext uri="{FF2B5EF4-FFF2-40B4-BE49-F238E27FC236}">
                <a16:creationId xmlns:a16="http://schemas.microsoft.com/office/drawing/2014/main" id="{6A3B4C37-014D-7E29-FD7F-786145373B3E}"/>
              </a:ext>
            </a:extLst>
          </p:cNvPr>
          <p:cNvSpPr txBox="1">
            <a:spLocks noChangeArrowheads="1"/>
          </p:cNvSpPr>
          <p:nvPr/>
        </p:nvSpPr>
        <p:spPr bwMode="auto">
          <a:xfrm>
            <a:off x="1143000" y="-46038"/>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4.8</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1">
            <a:extLst>
              <a:ext uri="{FF2B5EF4-FFF2-40B4-BE49-F238E27FC236}">
                <a16:creationId xmlns:a16="http://schemas.microsoft.com/office/drawing/2014/main" id="{C5302B9A-2F97-214A-DFF0-9BACBD60A13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53B6E2C-0B70-4A9C-B66D-FDB9474A86FF}" type="slidenum">
              <a:rPr lang="en-US" altLang="zh-CN" baseline="0">
                <a:solidFill>
                  <a:schemeClr val="bg2"/>
                </a:solidFill>
                <a:latin typeface="Arial" panose="020B0604020202020204" pitchFamily="34" charset="0"/>
              </a:rPr>
              <a:pPr/>
              <a:t>58</a:t>
            </a:fld>
            <a:endParaRPr lang="en-US" altLang="zh-CN" baseline="0">
              <a:solidFill>
                <a:schemeClr val="bg2"/>
              </a:solidFill>
              <a:latin typeface="Arial" panose="020B0604020202020204" pitchFamily="34" charset="0"/>
            </a:endParaRPr>
          </a:p>
        </p:txBody>
      </p:sp>
      <p:sp>
        <p:nvSpPr>
          <p:cNvPr id="110595" name="Rectangle 2">
            <a:extLst>
              <a:ext uri="{FF2B5EF4-FFF2-40B4-BE49-F238E27FC236}">
                <a16:creationId xmlns:a16="http://schemas.microsoft.com/office/drawing/2014/main" id="{AA04E54E-56EC-7E4E-E2A4-934A3636D23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596" name="Rectangle 3">
            <a:extLst>
              <a:ext uri="{FF2B5EF4-FFF2-40B4-BE49-F238E27FC236}">
                <a16:creationId xmlns:a16="http://schemas.microsoft.com/office/drawing/2014/main" id="{2554A04F-D590-732D-81B6-5D8B3E353F0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597" name="Rectangle 4">
            <a:extLst>
              <a:ext uri="{FF2B5EF4-FFF2-40B4-BE49-F238E27FC236}">
                <a16:creationId xmlns:a16="http://schemas.microsoft.com/office/drawing/2014/main" id="{2A6B4D4D-6A95-84CD-046A-A4E26FF781D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598" name="Rectangle 5">
            <a:extLst>
              <a:ext uri="{FF2B5EF4-FFF2-40B4-BE49-F238E27FC236}">
                <a16:creationId xmlns:a16="http://schemas.microsoft.com/office/drawing/2014/main" id="{A5B03924-B671-64C4-39A6-FCC03A4B913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599" name="Rectangle 6">
            <a:extLst>
              <a:ext uri="{FF2B5EF4-FFF2-40B4-BE49-F238E27FC236}">
                <a16:creationId xmlns:a16="http://schemas.microsoft.com/office/drawing/2014/main" id="{E3694B9D-043D-345C-5541-FBC755F7BDE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600" name="Rectangle 7">
            <a:extLst>
              <a:ext uri="{FF2B5EF4-FFF2-40B4-BE49-F238E27FC236}">
                <a16:creationId xmlns:a16="http://schemas.microsoft.com/office/drawing/2014/main" id="{3AAE9416-3FC5-0D52-C3A0-81C47BBDBD46}"/>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601" name="Rectangle 8">
            <a:extLst>
              <a:ext uri="{FF2B5EF4-FFF2-40B4-BE49-F238E27FC236}">
                <a16:creationId xmlns:a16="http://schemas.microsoft.com/office/drawing/2014/main" id="{99E2718C-A653-7F74-6976-EDCDEC3BC13D}"/>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0602" name="Rectangle 9">
            <a:extLst>
              <a:ext uri="{FF2B5EF4-FFF2-40B4-BE49-F238E27FC236}">
                <a16:creationId xmlns:a16="http://schemas.microsoft.com/office/drawing/2014/main" id="{1E9EAB19-FDF5-FBBB-9833-E28438F55E9A}"/>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电话公司假定语音的最高频率为</a:t>
            </a:r>
            <a:r>
              <a:rPr lang="en-US" altLang="zh-CN" sz="2800" b="1" i="1" baseline="0">
                <a:ea typeface="宋体" panose="02010600030101010101" pitchFamily="2" charset="-122"/>
              </a:rPr>
              <a:t>4000 Hz</a:t>
            </a:r>
            <a:r>
              <a:rPr lang="zh-CN" altLang="en-US" sz="2800" b="1" i="1" baseline="0">
                <a:ea typeface="宋体" panose="02010600030101010101" pitchFamily="2" charset="-122"/>
              </a:rPr>
              <a:t>对语音进行采样，因此采样率是每秒</a:t>
            </a:r>
            <a:r>
              <a:rPr lang="en-US" altLang="zh-CN" sz="2800" b="1" i="1" baseline="0">
                <a:ea typeface="宋体" panose="02010600030101010101" pitchFamily="2" charset="-122"/>
              </a:rPr>
              <a:t>8000</a:t>
            </a:r>
            <a:r>
              <a:rPr lang="zh-CN" altLang="en-US" sz="2800" b="1" i="1" baseline="0">
                <a:ea typeface="宋体" panose="02010600030101010101" pitchFamily="2" charset="-122"/>
              </a:rPr>
              <a:t>个样本</a:t>
            </a:r>
            <a:r>
              <a:rPr lang="en-US" altLang="zh-CN" sz="2800" b="1" i="1" baseline="0">
                <a:ea typeface="宋体" panose="02010600030101010101" pitchFamily="2" charset="-122"/>
              </a:rPr>
              <a:t>. </a:t>
            </a:r>
          </a:p>
        </p:txBody>
      </p:sp>
      <p:sp>
        <p:nvSpPr>
          <p:cNvPr id="110603" name="Text Box 12">
            <a:extLst>
              <a:ext uri="{FF2B5EF4-FFF2-40B4-BE49-F238E27FC236}">
                <a16:creationId xmlns:a16="http://schemas.microsoft.com/office/drawing/2014/main" id="{215742A7-9D50-2046-0554-BF6E56C70E29}"/>
              </a:ext>
            </a:extLst>
          </p:cNvPr>
          <p:cNvSpPr txBox="1">
            <a:spLocks noChangeArrowheads="1"/>
          </p:cNvSpPr>
          <p:nvPr/>
        </p:nvSpPr>
        <p:spPr bwMode="auto">
          <a:xfrm>
            <a:off x="1143000" y="0"/>
            <a:ext cx="2284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4.9</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1">
            <a:extLst>
              <a:ext uri="{FF2B5EF4-FFF2-40B4-BE49-F238E27FC236}">
                <a16:creationId xmlns:a16="http://schemas.microsoft.com/office/drawing/2014/main" id="{A15C0A6E-05B4-7868-4346-48CBE9E0387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C6A941C9-DA2A-497C-9E73-719616E35FC6}" type="slidenum">
              <a:rPr lang="en-US" altLang="zh-CN" baseline="0">
                <a:solidFill>
                  <a:schemeClr val="bg2"/>
                </a:solidFill>
                <a:latin typeface="Arial" panose="020B0604020202020204" pitchFamily="34" charset="0"/>
              </a:rPr>
              <a:pPr/>
              <a:t>59</a:t>
            </a:fld>
            <a:endParaRPr lang="en-US" altLang="zh-CN" baseline="0">
              <a:solidFill>
                <a:schemeClr val="bg2"/>
              </a:solidFill>
              <a:latin typeface="Arial" panose="020B0604020202020204" pitchFamily="34" charset="0"/>
            </a:endParaRPr>
          </a:p>
        </p:txBody>
      </p:sp>
      <p:sp>
        <p:nvSpPr>
          <p:cNvPr id="112643" name="Rectangle 2">
            <a:extLst>
              <a:ext uri="{FF2B5EF4-FFF2-40B4-BE49-F238E27FC236}">
                <a16:creationId xmlns:a16="http://schemas.microsoft.com/office/drawing/2014/main" id="{C5B4218A-BB6C-BDC5-448A-CB6D2C89A1E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44" name="Rectangle 3">
            <a:extLst>
              <a:ext uri="{FF2B5EF4-FFF2-40B4-BE49-F238E27FC236}">
                <a16:creationId xmlns:a16="http://schemas.microsoft.com/office/drawing/2014/main" id="{3D1FFA22-A4AB-674E-8894-2BFEF460507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45" name="Rectangle 4">
            <a:extLst>
              <a:ext uri="{FF2B5EF4-FFF2-40B4-BE49-F238E27FC236}">
                <a16:creationId xmlns:a16="http://schemas.microsoft.com/office/drawing/2014/main" id="{458E74DE-BD29-BE2D-726F-22A1349D547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46" name="Rectangle 5">
            <a:extLst>
              <a:ext uri="{FF2B5EF4-FFF2-40B4-BE49-F238E27FC236}">
                <a16:creationId xmlns:a16="http://schemas.microsoft.com/office/drawing/2014/main" id="{1DE5150E-7289-B00C-11BA-CF2DF83B160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47" name="Rectangle 6">
            <a:extLst>
              <a:ext uri="{FF2B5EF4-FFF2-40B4-BE49-F238E27FC236}">
                <a16:creationId xmlns:a16="http://schemas.microsoft.com/office/drawing/2014/main" id="{E94C48DF-7962-1EFF-35DA-059A53BA2F4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48" name="Rectangle 7">
            <a:extLst>
              <a:ext uri="{FF2B5EF4-FFF2-40B4-BE49-F238E27FC236}">
                <a16:creationId xmlns:a16="http://schemas.microsoft.com/office/drawing/2014/main" id="{3162D300-22C5-9743-16A5-09CA7CFDC13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49" name="Rectangle 8">
            <a:extLst>
              <a:ext uri="{FF2B5EF4-FFF2-40B4-BE49-F238E27FC236}">
                <a16:creationId xmlns:a16="http://schemas.microsoft.com/office/drawing/2014/main" id="{2AEA229E-47F3-F04E-14E5-EACFFD498C5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2650" name="Rectangle 9">
            <a:extLst>
              <a:ext uri="{FF2B5EF4-FFF2-40B4-BE49-F238E27FC236}">
                <a16:creationId xmlns:a16="http://schemas.microsoft.com/office/drawing/2014/main" id="{8ECE28FD-AFBA-C723-C669-39A92BE6D1BD}"/>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ea typeface="宋体" panose="02010600030101010101" pitchFamily="2" charset="-122"/>
              </a:rPr>
              <a:t>   </a:t>
            </a:r>
            <a:r>
              <a:rPr lang="zh-CN" altLang="en-US" sz="2800" b="1" i="1" baseline="0">
                <a:ea typeface="宋体" panose="02010600030101010101" pitchFamily="2" charset="-122"/>
              </a:rPr>
              <a:t>一个复杂的低通信号带宽为</a:t>
            </a:r>
            <a:r>
              <a:rPr lang="en-US" altLang="zh-CN" sz="2800" b="1" i="1" baseline="0">
                <a:ea typeface="宋体" panose="02010600030101010101" pitchFamily="2" charset="-122"/>
              </a:rPr>
              <a:t>200 kHz</a:t>
            </a:r>
            <a:r>
              <a:rPr lang="zh-CN" altLang="en-US" sz="2800" b="1" i="1" baseline="0">
                <a:ea typeface="宋体" panose="02010600030101010101" pitchFamily="2" charset="-122"/>
              </a:rPr>
              <a:t>，那么这个信号的最小采样率是多少？</a:t>
            </a:r>
            <a:r>
              <a:rPr lang="en-US" altLang="zh-CN" sz="2800" b="1" i="1" baseline="0">
                <a:ea typeface="宋体" panose="02010600030101010101" pitchFamily="2" charset="-122"/>
              </a:rPr>
              <a:t>. </a:t>
            </a:r>
          </a:p>
        </p:txBody>
      </p:sp>
      <p:sp>
        <p:nvSpPr>
          <p:cNvPr id="112651" name="Rectangle 12">
            <a:extLst>
              <a:ext uri="{FF2B5EF4-FFF2-40B4-BE49-F238E27FC236}">
                <a16:creationId xmlns:a16="http://schemas.microsoft.com/office/drawing/2014/main" id="{F4487520-31C4-76C7-26C4-9F9698982A0B}"/>
              </a:ext>
            </a:extLst>
          </p:cNvPr>
          <p:cNvSpPr>
            <a:spLocks noChangeArrowheads="1"/>
          </p:cNvSpPr>
          <p:nvPr/>
        </p:nvSpPr>
        <p:spPr bwMode="auto">
          <a:xfrm>
            <a:off x="228600" y="3106738"/>
            <a:ext cx="8686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latin typeface="Times" panose="02020603050405020304" pitchFamily="18" charset="0"/>
                <a:ea typeface="宋体" panose="02010600030101010101" pitchFamily="2" charset="-122"/>
              </a:rPr>
              <a:t>低通信号的带宽在</a:t>
            </a:r>
            <a:r>
              <a:rPr lang="en-US" altLang="zh-CN" sz="2800" b="1" i="1" baseline="0">
                <a:latin typeface="Times" panose="02020603050405020304" pitchFamily="18" charset="0"/>
                <a:ea typeface="宋体" panose="02010600030101010101" pitchFamily="2" charset="-122"/>
              </a:rPr>
              <a:t>0 </a:t>
            </a:r>
            <a:r>
              <a:rPr lang="zh-CN" altLang="en-US" sz="2800" b="1" i="1" baseline="0">
                <a:latin typeface="Times" panose="02020603050405020304" pitchFamily="18" charset="0"/>
                <a:ea typeface="宋体" panose="02010600030101010101" pitchFamily="2" charset="-122"/>
              </a:rPr>
              <a:t>和</a:t>
            </a:r>
            <a:r>
              <a:rPr lang="en-US" altLang="zh-CN" sz="2800" b="1" i="1" baseline="0">
                <a:latin typeface="Times" panose="02020603050405020304" pitchFamily="18" charset="0"/>
                <a:ea typeface="宋体" panose="02010600030101010101" pitchFamily="2" charset="-122"/>
              </a:rPr>
              <a:t> f</a:t>
            </a:r>
            <a:r>
              <a:rPr lang="zh-CN" altLang="en-US" sz="2800" b="1" i="1" baseline="0">
                <a:latin typeface="Times" panose="02020603050405020304" pitchFamily="18" charset="0"/>
                <a:ea typeface="宋体" panose="02010600030101010101" pitchFamily="2" charset="-122"/>
              </a:rPr>
              <a:t>之间</a:t>
            </a:r>
            <a:r>
              <a:rPr lang="en-US" altLang="zh-CN" sz="2800" b="1" i="1" baseline="0">
                <a:latin typeface="Times" panose="02020603050405020304" pitchFamily="18" charset="0"/>
                <a:ea typeface="宋体" panose="02010600030101010101" pitchFamily="2" charset="-122"/>
              </a:rPr>
              <a:t>,</a:t>
            </a:r>
            <a:r>
              <a:rPr lang="zh-CN" altLang="en-US" sz="2800" b="1" i="1" baseline="0">
                <a:latin typeface="Times" panose="02020603050405020304" pitchFamily="18" charset="0"/>
                <a:ea typeface="宋体" panose="02010600030101010101" pitchFamily="2" charset="-122"/>
              </a:rPr>
              <a:t>这里 </a:t>
            </a:r>
            <a:r>
              <a:rPr lang="en-US" altLang="zh-CN" sz="2800" b="1" i="1" baseline="0">
                <a:latin typeface="Times" panose="02020603050405020304" pitchFamily="18" charset="0"/>
                <a:ea typeface="宋体" panose="02010600030101010101" pitchFamily="2" charset="-122"/>
              </a:rPr>
              <a:t>f </a:t>
            </a:r>
            <a:r>
              <a:rPr lang="zh-CN" altLang="en-US" sz="2800" b="1" i="1" baseline="0">
                <a:latin typeface="Times" panose="02020603050405020304" pitchFamily="18" charset="0"/>
                <a:ea typeface="宋体" panose="02010600030101010101" pitchFamily="2" charset="-122"/>
              </a:rPr>
              <a:t>是信号的最大频率</a:t>
            </a:r>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因此，我们以两倍这个最高频率</a:t>
            </a:r>
            <a:r>
              <a:rPr lang="en-US" altLang="zh-CN" sz="2800" b="1" i="1" baseline="0">
                <a:latin typeface="Times" panose="02020603050405020304" pitchFamily="18" charset="0"/>
                <a:ea typeface="宋体" panose="02010600030101010101" pitchFamily="2" charset="-122"/>
              </a:rPr>
              <a:t>  (200 kHz)</a:t>
            </a:r>
            <a:r>
              <a:rPr lang="zh-CN" altLang="en-US" sz="2800" b="1" i="1" baseline="0">
                <a:latin typeface="Times" panose="02020603050405020304" pitchFamily="18" charset="0"/>
                <a:ea typeface="宋体" panose="02010600030101010101" pitchFamily="2" charset="-122"/>
              </a:rPr>
              <a:t>对这个信号进行采样</a:t>
            </a:r>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因此采样速率是每秒</a:t>
            </a:r>
            <a:r>
              <a:rPr lang="en-US" altLang="zh-CN" sz="2800" b="1" i="1" baseline="0">
                <a:latin typeface="Times" panose="02020603050405020304" pitchFamily="18" charset="0"/>
                <a:ea typeface="宋体" panose="02010600030101010101" pitchFamily="2" charset="-122"/>
              </a:rPr>
              <a:t>400,000</a:t>
            </a:r>
            <a:r>
              <a:rPr lang="zh-CN" altLang="en-US" sz="2800" b="1" i="1" baseline="0">
                <a:latin typeface="Times" panose="02020603050405020304" pitchFamily="18" charset="0"/>
                <a:ea typeface="宋体" panose="02010600030101010101" pitchFamily="2" charset="-122"/>
              </a:rPr>
              <a:t>个样本</a:t>
            </a:r>
            <a:r>
              <a:rPr lang="en-US" altLang="zh-CN" sz="2800" b="1" i="1" baseline="0">
                <a:latin typeface="Times" panose="02020603050405020304" pitchFamily="18" charset="0"/>
                <a:ea typeface="宋体" panose="02010600030101010101" pitchFamily="2" charset="-122"/>
              </a:rPr>
              <a:t>.</a:t>
            </a:r>
          </a:p>
        </p:txBody>
      </p:sp>
      <p:sp>
        <p:nvSpPr>
          <p:cNvPr id="112652" name="Text Box 13">
            <a:extLst>
              <a:ext uri="{FF2B5EF4-FFF2-40B4-BE49-F238E27FC236}">
                <a16:creationId xmlns:a16="http://schemas.microsoft.com/office/drawing/2014/main" id="{DFAEB627-1B1B-2C4C-B08C-C9A2B73D346C}"/>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4.10</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a:extLst>
              <a:ext uri="{FF2B5EF4-FFF2-40B4-BE49-F238E27FC236}">
                <a16:creationId xmlns:a16="http://schemas.microsoft.com/office/drawing/2014/main" id="{A687FC8E-7699-420F-E234-873ECD17728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075D54F-27BD-4C60-92E2-F4E9D7AA71B4}" type="slidenum">
              <a:rPr lang="en-US" altLang="zh-CN" baseline="0">
                <a:solidFill>
                  <a:schemeClr val="bg2"/>
                </a:solidFill>
                <a:latin typeface="Arial" panose="020B0604020202020204" pitchFamily="34" charset="0"/>
              </a:rPr>
              <a:pPr/>
              <a:t>60</a:t>
            </a:fld>
            <a:endParaRPr lang="en-US" altLang="zh-CN" baseline="0">
              <a:solidFill>
                <a:schemeClr val="bg2"/>
              </a:solidFill>
              <a:latin typeface="Arial" panose="020B0604020202020204" pitchFamily="34" charset="0"/>
            </a:endParaRPr>
          </a:p>
        </p:txBody>
      </p:sp>
      <p:sp>
        <p:nvSpPr>
          <p:cNvPr id="114691" name="Rectangle 2">
            <a:extLst>
              <a:ext uri="{FF2B5EF4-FFF2-40B4-BE49-F238E27FC236}">
                <a16:creationId xmlns:a16="http://schemas.microsoft.com/office/drawing/2014/main" id="{E6552826-8291-1EC2-FE10-D6CB8179360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2" name="Rectangle 3">
            <a:extLst>
              <a:ext uri="{FF2B5EF4-FFF2-40B4-BE49-F238E27FC236}">
                <a16:creationId xmlns:a16="http://schemas.microsoft.com/office/drawing/2014/main" id="{D34AB836-894F-040F-E5C7-242C0AFFF32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3" name="Rectangle 4">
            <a:extLst>
              <a:ext uri="{FF2B5EF4-FFF2-40B4-BE49-F238E27FC236}">
                <a16:creationId xmlns:a16="http://schemas.microsoft.com/office/drawing/2014/main" id="{49372B4F-8FCF-5C3C-2138-8472B710D52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4" name="Rectangle 5">
            <a:extLst>
              <a:ext uri="{FF2B5EF4-FFF2-40B4-BE49-F238E27FC236}">
                <a16:creationId xmlns:a16="http://schemas.microsoft.com/office/drawing/2014/main" id="{4609447D-B4DA-6D82-100C-0938E3A89F4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5" name="Rectangle 6">
            <a:extLst>
              <a:ext uri="{FF2B5EF4-FFF2-40B4-BE49-F238E27FC236}">
                <a16:creationId xmlns:a16="http://schemas.microsoft.com/office/drawing/2014/main" id="{FDF49F56-D6CC-25FC-7043-3F546B0DD58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6" name="Rectangle 7">
            <a:extLst>
              <a:ext uri="{FF2B5EF4-FFF2-40B4-BE49-F238E27FC236}">
                <a16:creationId xmlns:a16="http://schemas.microsoft.com/office/drawing/2014/main" id="{09F34CD0-6282-B937-C027-A8ECB2E0DD3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7" name="Rectangle 8">
            <a:extLst>
              <a:ext uri="{FF2B5EF4-FFF2-40B4-BE49-F238E27FC236}">
                <a16:creationId xmlns:a16="http://schemas.microsoft.com/office/drawing/2014/main" id="{A3BC3FE6-ED3A-C593-09EF-51A794A38F5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4698" name="Rectangle 9">
            <a:extLst>
              <a:ext uri="{FF2B5EF4-FFF2-40B4-BE49-F238E27FC236}">
                <a16:creationId xmlns:a16="http://schemas.microsoft.com/office/drawing/2014/main" id="{5F83FA9C-C2E6-CF22-67F0-FCF15218009B}"/>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ea typeface="宋体" panose="02010600030101010101" pitchFamily="2" charset="-122"/>
              </a:rPr>
              <a:t> </a:t>
            </a:r>
            <a:r>
              <a:rPr lang="zh-CN" altLang="en-US" sz="2800" b="1" i="1" baseline="0">
                <a:ea typeface="宋体" panose="02010600030101010101" pitchFamily="2" charset="-122"/>
              </a:rPr>
              <a:t>一个复杂的帯通信号带宽为</a:t>
            </a:r>
            <a:r>
              <a:rPr lang="en-US" altLang="zh-CN" sz="2800" b="1" i="1" baseline="0">
                <a:ea typeface="宋体" panose="02010600030101010101" pitchFamily="2" charset="-122"/>
              </a:rPr>
              <a:t> 200 kHz</a:t>
            </a:r>
            <a:r>
              <a:rPr lang="zh-CN" altLang="en-US" sz="2800" b="1" i="1" baseline="0">
                <a:ea typeface="宋体" panose="02010600030101010101" pitchFamily="2" charset="-122"/>
              </a:rPr>
              <a:t>，那么这个信号的最小采样率是什么 </a:t>
            </a:r>
            <a:r>
              <a:rPr lang="en-US" altLang="zh-CN" sz="2800" b="1" i="1" baseline="0">
                <a:ea typeface="宋体" panose="02010600030101010101" pitchFamily="2" charset="-122"/>
              </a:rPr>
              <a:t>?</a:t>
            </a:r>
          </a:p>
        </p:txBody>
      </p:sp>
      <p:sp>
        <p:nvSpPr>
          <p:cNvPr id="114699" name="Rectangle 10">
            <a:extLst>
              <a:ext uri="{FF2B5EF4-FFF2-40B4-BE49-F238E27FC236}">
                <a16:creationId xmlns:a16="http://schemas.microsoft.com/office/drawing/2014/main" id="{0D89D0E6-13DA-727D-EFA2-A56B592DBE28}"/>
              </a:ext>
            </a:extLst>
          </p:cNvPr>
          <p:cNvSpPr>
            <a:spLocks noChangeArrowheads="1"/>
          </p:cNvSpPr>
          <p:nvPr/>
        </p:nvSpPr>
        <p:spPr bwMode="auto">
          <a:xfrm>
            <a:off x="228600" y="3106738"/>
            <a:ext cx="8686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因为我们不知道带宽从何开始到何结束，所以我们无法找到这个例子中的最小采样率。我们不知道这个信号中的最大频率</a:t>
            </a:r>
            <a:r>
              <a:rPr lang="en-US" altLang="zh-CN" sz="2800" b="1" i="1" baseline="0">
                <a:latin typeface="Times" panose="02020603050405020304" pitchFamily="18" charset="0"/>
                <a:ea typeface="宋体" panose="02010600030101010101" pitchFamily="2" charset="-122"/>
              </a:rPr>
              <a:t>.</a:t>
            </a:r>
          </a:p>
        </p:txBody>
      </p:sp>
      <p:sp>
        <p:nvSpPr>
          <p:cNvPr id="114700" name="Text Box 11">
            <a:extLst>
              <a:ext uri="{FF2B5EF4-FFF2-40B4-BE49-F238E27FC236}">
                <a16:creationId xmlns:a16="http://schemas.microsoft.com/office/drawing/2014/main" id="{DFD50B14-71FA-E667-5459-1B715461EFAE}"/>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1">
            <a:extLst>
              <a:ext uri="{FF2B5EF4-FFF2-40B4-BE49-F238E27FC236}">
                <a16:creationId xmlns:a16="http://schemas.microsoft.com/office/drawing/2014/main" id="{69DD6193-D85F-4318-B5CC-544EBA24C04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BA4F5D9-483A-4963-8465-AE4B18FA42C1}" type="slidenum">
              <a:rPr lang="en-US" altLang="zh-CN" baseline="0">
                <a:solidFill>
                  <a:schemeClr val="bg2"/>
                </a:solidFill>
                <a:latin typeface="Arial" panose="020B0604020202020204" pitchFamily="34" charset="0"/>
              </a:rPr>
              <a:pPr/>
              <a:t>61</a:t>
            </a:fld>
            <a:endParaRPr lang="en-US" altLang="zh-CN" baseline="0">
              <a:solidFill>
                <a:schemeClr val="bg2"/>
              </a:solidFill>
              <a:latin typeface="Arial" panose="020B0604020202020204" pitchFamily="34" charset="0"/>
            </a:endParaRPr>
          </a:p>
        </p:txBody>
      </p:sp>
      <p:sp>
        <p:nvSpPr>
          <p:cNvPr id="116739" name="Line 2">
            <a:extLst>
              <a:ext uri="{FF2B5EF4-FFF2-40B4-BE49-F238E27FC236}">
                <a16:creationId xmlns:a16="http://schemas.microsoft.com/office/drawing/2014/main" id="{7BEF3DEC-DA52-9465-9696-859EEF08CC46}"/>
              </a:ext>
            </a:extLst>
          </p:cNvPr>
          <p:cNvSpPr>
            <a:spLocks noChangeShapeType="1"/>
          </p:cNvSpPr>
          <p:nvPr/>
        </p:nvSpPr>
        <p:spPr bwMode="auto">
          <a:xfrm>
            <a:off x="152400" y="914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0" name="Line 3">
            <a:extLst>
              <a:ext uri="{FF2B5EF4-FFF2-40B4-BE49-F238E27FC236}">
                <a16:creationId xmlns:a16="http://schemas.microsoft.com/office/drawing/2014/main" id="{4D09C1BF-0EF4-8CFC-CB87-C390CADE5BA8}"/>
              </a:ext>
            </a:extLst>
          </p:cNvPr>
          <p:cNvSpPr>
            <a:spLocks noChangeShapeType="1"/>
          </p:cNvSpPr>
          <p:nvPr/>
        </p:nvSpPr>
        <p:spPr bwMode="auto">
          <a:xfrm>
            <a:off x="152400" y="9144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6741" name="Text Box 4">
            <a:extLst>
              <a:ext uri="{FF2B5EF4-FFF2-40B4-BE49-F238E27FC236}">
                <a16:creationId xmlns:a16="http://schemas.microsoft.com/office/drawing/2014/main" id="{A6454B26-EF83-B7C2-AF7A-E06778385423}"/>
              </a:ext>
            </a:extLst>
          </p:cNvPr>
          <p:cNvSpPr txBox="1">
            <a:spLocks noChangeArrowheads="1"/>
          </p:cNvSpPr>
          <p:nvPr/>
        </p:nvSpPr>
        <p:spPr bwMode="auto">
          <a:xfrm>
            <a:off x="1031875" y="6345238"/>
            <a:ext cx="6740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4.26  </a:t>
            </a:r>
            <a:r>
              <a:rPr lang="en-US" altLang="zh-CN" b="1" i="1" baseline="0">
                <a:ea typeface="宋体" panose="02010600030101010101" pitchFamily="2" charset="-122"/>
              </a:rPr>
              <a:t>Quantization and encoding of a sampled signal</a:t>
            </a:r>
          </a:p>
        </p:txBody>
      </p:sp>
      <p:sp>
        <p:nvSpPr>
          <p:cNvPr id="116742" name="Line 5">
            <a:extLst>
              <a:ext uri="{FF2B5EF4-FFF2-40B4-BE49-F238E27FC236}">
                <a16:creationId xmlns:a16="http://schemas.microsoft.com/office/drawing/2014/main" id="{99BC13C2-7EC9-DDD9-95CD-DDEB520F2F2B}"/>
              </a:ext>
            </a:extLst>
          </p:cNvPr>
          <p:cNvSpPr>
            <a:spLocks noChangeShapeType="1"/>
          </p:cNvSpPr>
          <p:nvPr/>
        </p:nvSpPr>
        <p:spPr bwMode="auto">
          <a:xfrm>
            <a:off x="152400" y="6324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6743" name="Picture 7">
            <a:extLst>
              <a:ext uri="{FF2B5EF4-FFF2-40B4-BE49-F238E27FC236}">
                <a16:creationId xmlns:a16="http://schemas.microsoft.com/office/drawing/2014/main" id="{78FC5937-8803-5A0B-74CD-FB503D1307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513" y="1049338"/>
            <a:ext cx="68468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4" name="标题 1">
            <a:extLst>
              <a:ext uri="{FF2B5EF4-FFF2-40B4-BE49-F238E27FC236}">
                <a16:creationId xmlns:a16="http://schemas.microsoft.com/office/drawing/2014/main" id="{EF0A0C5B-1FE7-5FC4-ADE5-369CCB2D1BC5}"/>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量化</a:t>
            </a:r>
            <a:r>
              <a:rPr lang="en-US" altLang="zh-CN" sz="4400">
                <a:solidFill>
                  <a:schemeClr val="tx2"/>
                </a:solidFill>
                <a:latin typeface="Tahoma" panose="020B0604030504040204" pitchFamily="34" charset="0"/>
                <a:ea typeface="宋体" panose="02010600030101010101" pitchFamily="2" charset="-122"/>
              </a:rPr>
              <a:t>(Quantization)</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标题 1">
            <a:extLst>
              <a:ext uri="{FF2B5EF4-FFF2-40B4-BE49-F238E27FC236}">
                <a16:creationId xmlns:a16="http://schemas.microsoft.com/office/drawing/2014/main" id="{F6F6D164-34DC-278F-2961-9C0B4A50B521}"/>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量化</a:t>
            </a:r>
          </a:p>
        </p:txBody>
      </p:sp>
      <p:sp>
        <p:nvSpPr>
          <p:cNvPr id="118787" name="内容占位符 2">
            <a:extLst>
              <a:ext uri="{FF2B5EF4-FFF2-40B4-BE49-F238E27FC236}">
                <a16:creationId xmlns:a16="http://schemas.microsoft.com/office/drawing/2014/main" id="{5358462F-A24A-623F-9B4E-288DFF6BA530}"/>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采样后的结果是一系列振幅值介于信号最大振幅和最小振幅间的脉冲。</a:t>
            </a:r>
            <a:endParaRPr lang="en-US" altLang="zh-CN">
              <a:ea typeface="宋体" panose="02010600030101010101" pitchFamily="2" charset="-122"/>
            </a:endParaRPr>
          </a:p>
          <a:p>
            <a:r>
              <a:rPr lang="zh-CN" altLang="en-US">
                <a:ea typeface="宋体" panose="02010600030101010101" pitchFamily="2" charset="-122"/>
              </a:rPr>
              <a:t>量化等级</a:t>
            </a:r>
            <a:r>
              <a:rPr lang="en-US" altLang="zh-CN">
                <a:ea typeface="宋体" panose="02010600030101010101" pitchFamily="2" charset="-122"/>
              </a:rPr>
              <a:t>(Quantization levels),L </a:t>
            </a:r>
          </a:p>
          <a:p>
            <a:r>
              <a:rPr lang="zh-CN" altLang="en-US">
                <a:ea typeface="宋体" panose="02010600030101010101" pitchFamily="2" charset="-122"/>
              </a:rPr>
              <a:t>量化误差</a:t>
            </a:r>
            <a:r>
              <a:rPr lang="en-US" altLang="zh-CN">
                <a:ea typeface="宋体" panose="02010600030101010101" pitchFamily="2" charset="-122"/>
              </a:rPr>
              <a:t>(Quantization errors)</a:t>
            </a:r>
          </a:p>
          <a:p>
            <a:pPr lvl="1"/>
            <a:r>
              <a:rPr lang="zh-CN" altLang="en-US">
                <a:ea typeface="宋体" panose="02010600030101010101" pitchFamily="2" charset="-122"/>
              </a:rPr>
              <a:t>量化是一个近似过程</a:t>
            </a:r>
            <a:endParaRPr lang="en-US" altLang="zh-CN">
              <a:ea typeface="宋体" panose="02010600030101010101" pitchFamily="2" charset="-122"/>
            </a:endParaRPr>
          </a:p>
          <a:p>
            <a:pPr lvl="1"/>
            <a:r>
              <a:rPr lang="zh-CN" altLang="en-US">
                <a:ea typeface="宋体" panose="02010600030101010101" pitchFamily="2" charset="-122"/>
              </a:rPr>
              <a:t>输出值与实际输入值之间差值</a:t>
            </a:r>
            <a:endParaRPr lang="en-US" altLang="zh-CN">
              <a:ea typeface="宋体" panose="02010600030101010101" pitchFamily="2" charset="-122"/>
            </a:endParaRPr>
          </a:p>
          <a:p>
            <a:pPr lvl="1"/>
            <a:r>
              <a:rPr lang="zh-CN" altLang="en-US">
                <a:ea typeface="宋体" panose="02010600030101010101" pitchFamily="2" charset="-122"/>
              </a:rPr>
              <a:t>可以证明量化误差对信号</a:t>
            </a:r>
            <a:r>
              <a:rPr lang="en-US" altLang="zh-CN">
                <a:ea typeface="宋体" panose="02010600030101010101" pitchFamily="2" charset="-122"/>
              </a:rPr>
              <a:t>SNR</a:t>
            </a:r>
            <a:r>
              <a:rPr lang="en-US" altLang="zh-CN" baseline="-25000">
                <a:ea typeface="宋体" panose="02010600030101010101" pitchFamily="2" charset="-122"/>
              </a:rPr>
              <a:t>dB</a:t>
            </a:r>
            <a:r>
              <a:rPr lang="zh-CN" altLang="en-US">
                <a:ea typeface="宋体" panose="02010600030101010101" pitchFamily="2" charset="-122"/>
              </a:rPr>
              <a:t>的影响取决于量化级别</a:t>
            </a:r>
            <a:r>
              <a:rPr lang="en-US" altLang="zh-CN">
                <a:ea typeface="宋体" panose="02010600030101010101" pitchFamily="2" charset="-122"/>
              </a:rPr>
              <a:t>L</a:t>
            </a:r>
            <a:r>
              <a:rPr lang="zh-CN" altLang="en-US">
                <a:ea typeface="宋体" panose="02010600030101010101" pitchFamily="2" charset="-122"/>
              </a:rPr>
              <a:t>或每个样本位数</a:t>
            </a:r>
            <a:r>
              <a:rPr lang="en-US" altLang="zh-CN">
                <a:ea typeface="宋体" panose="02010600030101010101" pitchFamily="2" charset="-122"/>
              </a:rPr>
              <a:t>n</a:t>
            </a:r>
            <a:r>
              <a:rPr lang="en-US" altLang="zh-CN" i="1" baseline="-25000">
                <a:ea typeface="宋体" panose="02010600030101010101" pitchFamily="2" charset="-122"/>
              </a:rPr>
              <a:t>b</a:t>
            </a:r>
            <a:r>
              <a:rPr lang="en-US" altLang="zh-CN">
                <a:ea typeface="宋体" panose="02010600030101010101" pitchFamily="2" charset="-122"/>
              </a:rPr>
              <a:t>.</a:t>
            </a:r>
          </a:p>
          <a:p>
            <a:endParaRPr lang="zh-CN" altLang="en-US">
              <a:ea typeface="宋体" panose="02010600030101010101" pitchFamily="2" charset="-122"/>
            </a:endParaRPr>
          </a:p>
        </p:txBody>
      </p:sp>
      <p:sp>
        <p:nvSpPr>
          <p:cNvPr id="118788" name="灯片编号占位符 3">
            <a:extLst>
              <a:ext uri="{FF2B5EF4-FFF2-40B4-BE49-F238E27FC236}">
                <a16:creationId xmlns:a16="http://schemas.microsoft.com/office/drawing/2014/main" id="{0FFD9BA7-C0DC-7650-E3B3-639ABDC41DC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1FB6E381-ED53-4DD9-82A8-865CD6621925}" type="slidenum">
              <a:rPr lang="en-US" altLang="zh-CN" baseline="0">
                <a:solidFill>
                  <a:schemeClr val="bg2"/>
                </a:solidFill>
                <a:latin typeface="Arial" panose="020B0604020202020204" pitchFamily="34" charset="0"/>
              </a:rPr>
              <a:pPr/>
              <a:t>62</a:t>
            </a:fld>
            <a:endParaRPr lang="en-US" altLang="zh-CN" baseline="0">
              <a:solidFill>
                <a:schemeClr val="bg2"/>
              </a:solidFill>
              <a:latin typeface="Arial" panose="020B0604020202020204" pitchFamily="34" charset="0"/>
            </a:endParaRPr>
          </a:p>
        </p:txBody>
      </p:sp>
      <p:graphicFrame>
        <p:nvGraphicFramePr>
          <p:cNvPr id="118789" name="对象 4">
            <a:extLst>
              <a:ext uri="{FF2B5EF4-FFF2-40B4-BE49-F238E27FC236}">
                <a16:creationId xmlns:a16="http://schemas.microsoft.com/office/drawing/2014/main" id="{84937E5E-357A-7FA2-F8D9-E54F1E44F8B9}"/>
              </a:ext>
            </a:extLst>
          </p:cNvPr>
          <p:cNvGraphicFramePr>
            <a:graphicFrameLocks noChangeAspect="1"/>
          </p:cNvGraphicFramePr>
          <p:nvPr/>
        </p:nvGraphicFramePr>
        <p:xfrm>
          <a:off x="2438400" y="5867400"/>
          <a:ext cx="3614738" cy="533400"/>
        </p:xfrm>
        <a:graphic>
          <a:graphicData uri="http://schemas.openxmlformats.org/presentationml/2006/ole">
            <mc:AlternateContent xmlns:mc="http://schemas.openxmlformats.org/markup-compatibility/2006">
              <mc:Choice xmlns:v="urn:schemas-microsoft-com:vml" Requires="v">
                <p:oleObj name="Equation" r:id="rId2" imgW="1549400" imgH="228600" progId="Equation.DSMT4">
                  <p:embed/>
                </p:oleObj>
              </mc:Choice>
              <mc:Fallback>
                <p:oleObj name="Equation" r:id="rId2" imgW="1549400" imgH="2286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5867400"/>
                        <a:ext cx="36147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灯片编号占位符 1">
            <a:extLst>
              <a:ext uri="{FF2B5EF4-FFF2-40B4-BE49-F238E27FC236}">
                <a16:creationId xmlns:a16="http://schemas.microsoft.com/office/drawing/2014/main" id="{A1083162-D588-F0CC-2FA9-D82C47F582F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248A718-F599-410E-A7B2-B73B696A0058}" type="slidenum">
              <a:rPr lang="en-US" altLang="zh-CN" baseline="0">
                <a:solidFill>
                  <a:schemeClr val="bg2"/>
                </a:solidFill>
                <a:latin typeface="Arial" panose="020B0604020202020204" pitchFamily="34" charset="0"/>
              </a:rPr>
              <a:pPr/>
              <a:t>63</a:t>
            </a:fld>
            <a:endParaRPr lang="en-US" altLang="zh-CN" baseline="0">
              <a:solidFill>
                <a:schemeClr val="bg2"/>
              </a:solidFill>
              <a:latin typeface="Arial" panose="020B0604020202020204" pitchFamily="34" charset="0"/>
            </a:endParaRPr>
          </a:p>
        </p:txBody>
      </p:sp>
      <p:sp>
        <p:nvSpPr>
          <p:cNvPr id="119811" name="Rectangle 2">
            <a:extLst>
              <a:ext uri="{FF2B5EF4-FFF2-40B4-BE49-F238E27FC236}">
                <a16:creationId xmlns:a16="http://schemas.microsoft.com/office/drawing/2014/main" id="{42A48280-119E-F26E-7023-174C3F0514D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2" name="Rectangle 3">
            <a:extLst>
              <a:ext uri="{FF2B5EF4-FFF2-40B4-BE49-F238E27FC236}">
                <a16:creationId xmlns:a16="http://schemas.microsoft.com/office/drawing/2014/main" id="{1E207FE9-B7F9-C8B7-4734-8C1A95E1BEDE}"/>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3" name="Rectangle 4">
            <a:extLst>
              <a:ext uri="{FF2B5EF4-FFF2-40B4-BE49-F238E27FC236}">
                <a16:creationId xmlns:a16="http://schemas.microsoft.com/office/drawing/2014/main" id="{C6F04F8E-3899-4C7E-1F7E-01BC8B2A8B9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4" name="Rectangle 5">
            <a:extLst>
              <a:ext uri="{FF2B5EF4-FFF2-40B4-BE49-F238E27FC236}">
                <a16:creationId xmlns:a16="http://schemas.microsoft.com/office/drawing/2014/main" id="{0786AD75-8036-B6BD-E854-BD0C7DF51BD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5" name="Rectangle 6">
            <a:extLst>
              <a:ext uri="{FF2B5EF4-FFF2-40B4-BE49-F238E27FC236}">
                <a16:creationId xmlns:a16="http://schemas.microsoft.com/office/drawing/2014/main" id="{E7AC70F4-BE4B-77CD-B9BB-18B622A33E9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6" name="Rectangle 7">
            <a:extLst>
              <a:ext uri="{FF2B5EF4-FFF2-40B4-BE49-F238E27FC236}">
                <a16:creationId xmlns:a16="http://schemas.microsoft.com/office/drawing/2014/main" id="{304BD81D-ADE6-98C0-CD53-E8D0FB23C6E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7" name="Rectangle 8">
            <a:extLst>
              <a:ext uri="{FF2B5EF4-FFF2-40B4-BE49-F238E27FC236}">
                <a16:creationId xmlns:a16="http://schemas.microsoft.com/office/drawing/2014/main" id="{9CE7E587-95CB-6E8E-0E4B-C1E3D4BD5C9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19818" name="Rectangle 9">
            <a:extLst>
              <a:ext uri="{FF2B5EF4-FFF2-40B4-BE49-F238E27FC236}">
                <a16:creationId xmlns:a16="http://schemas.microsoft.com/office/drawing/2014/main" id="{401E5B2A-4351-93CF-3DCD-932B776464BF}"/>
              </a:ext>
            </a:extLst>
          </p:cNvPr>
          <p:cNvSpPr>
            <a:spLocks noChangeArrowheads="1"/>
          </p:cNvSpPr>
          <p:nvPr/>
        </p:nvSpPr>
        <p:spPr bwMode="auto">
          <a:xfrm>
            <a:off x="228600" y="1143000"/>
            <a:ext cx="868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图</a:t>
            </a:r>
            <a:r>
              <a:rPr lang="en-US" altLang="zh-CN" sz="2800" b="1" i="1" baseline="0">
                <a:ea typeface="宋体" panose="02010600030101010101" pitchFamily="2" charset="-122"/>
              </a:rPr>
              <a:t>4.26</a:t>
            </a:r>
            <a:r>
              <a:rPr lang="zh-CN" altLang="en-US" sz="2800" b="1" i="1" baseline="0">
                <a:ea typeface="宋体" panose="02010600030101010101" pitchFamily="2" charset="-122"/>
              </a:rPr>
              <a:t>例子中的</a:t>
            </a:r>
            <a:r>
              <a:rPr lang="en-US" altLang="zh-CN" sz="2800" b="1" i="1" baseline="0">
                <a:ea typeface="宋体" panose="02010600030101010101" pitchFamily="2" charset="-122"/>
              </a:rPr>
              <a:t> SNR</a:t>
            </a:r>
            <a:r>
              <a:rPr lang="en-US" altLang="zh-CN" sz="2800" b="1" i="1">
                <a:ea typeface="宋体" panose="02010600030101010101" pitchFamily="2" charset="-122"/>
              </a:rPr>
              <a:t>dB</a:t>
            </a:r>
            <a:r>
              <a:rPr lang="en-US" altLang="zh-CN" sz="2800" b="1" i="1" baseline="0">
                <a:ea typeface="宋体" panose="02010600030101010101" pitchFamily="2" charset="-122"/>
              </a:rPr>
              <a:t> </a:t>
            </a:r>
            <a:r>
              <a:rPr lang="zh-CN" altLang="en-US" sz="2800" b="1" i="1" baseline="0">
                <a:ea typeface="宋体" panose="02010600030101010101" pitchFamily="2" charset="-122"/>
              </a:rPr>
              <a:t>是多少</a:t>
            </a:r>
            <a:r>
              <a:rPr lang="en-US" altLang="zh-CN" sz="2800" b="1" i="1" baseline="0">
                <a:ea typeface="宋体" panose="02010600030101010101" pitchFamily="2" charset="-122"/>
              </a:rPr>
              <a:t>?</a:t>
            </a:r>
          </a:p>
        </p:txBody>
      </p:sp>
      <p:sp>
        <p:nvSpPr>
          <p:cNvPr id="119819" name="Rectangle 10">
            <a:extLst>
              <a:ext uri="{FF2B5EF4-FFF2-40B4-BE49-F238E27FC236}">
                <a16:creationId xmlns:a16="http://schemas.microsoft.com/office/drawing/2014/main" id="{77EFE6B2-F3AF-9277-B600-30E8A646EB1C}"/>
              </a:ext>
            </a:extLst>
          </p:cNvPr>
          <p:cNvSpPr>
            <a:spLocks noChangeArrowheads="1"/>
          </p:cNvSpPr>
          <p:nvPr/>
        </p:nvSpPr>
        <p:spPr bwMode="auto">
          <a:xfrm>
            <a:off x="228600" y="3106738"/>
            <a:ext cx="86868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r>
              <a:rPr lang="zh-CN" altLang="en-US" sz="2800" b="1" i="1" baseline="0">
                <a:latin typeface="Times" panose="02020603050405020304" pitchFamily="18" charset="0"/>
                <a:ea typeface="宋体" panose="02010600030101010101" pitchFamily="2" charset="-122"/>
              </a:rPr>
              <a:t>我们可以使用公式来解决这个量化值</a:t>
            </a:r>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有</a:t>
            </a:r>
            <a:r>
              <a:rPr lang="en-US" altLang="zh-CN" sz="2800" b="1" i="1" baseline="0">
                <a:latin typeface="Times" panose="02020603050405020304" pitchFamily="18" charset="0"/>
                <a:ea typeface="宋体" panose="02010600030101010101" pitchFamily="2" charset="-122"/>
              </a:rPr>
              <a:t>8</a:t>
            </a:r>
            <a:r>
              <a:rPr lang="zh-CN" altLang="en-US" sz="2800" b="1" i="1" baseline="0">
                <a:latin typeface="Times" panose="02020603050405020304" pitchFamily="18" charset="0"/>
                <a:ea typeface="宋体" panose="02010600030101010101" pitchFamily="2" charset="-122"/>
              </a:rPr>
              <a:t>个级别，每个样本有</a:t>
            </a:r>
            <a:r>
              <a:rPr lang="en-US" altLang="zh-CN" sz="2800" b="1" i="1" baseline="0">
                <a:latin typeface="Times" panose="02020603050405020304" pitchFamily="18" charset="0"/>
                <a:ea typeface="宋体" panose="02010600030101010101" pitchFamily="2" charset="-122"/>
              </a:rPr>
              <a:t>3</a:t>
            </a:r>
            <a:r>
              <a:rPr lang="zh-CN" altLang="en-US" sz="2800" b="1" i="1" baseline="0">
                <a:latin typeface="Times" panose="02020603050405020304" pitchFamily="18" charset="0"/>
                <a:ea typeface="宋体" panose="02010600030101010101" pitchFamily="2" charset="-122"/>
              </a:rPr>
              <a:t>位，所以</a:t>
            </a:r>
            <a:br>
              <a:rPr lang="en-US" altLang="zh-CN" sz="2800" b="1" i="1" baseline="0">
                <a:latin typeface="Times" panose="02020603050405020304" pitchFamily="18" charset="0"/>
                <a:ea typeface="宋体" panose="02010600030101010101" pitchFamily="2" charset="-122"/>
              </a:rPr>
            </a:br>
            <a:endParaRPr lang="en-US" altLang="zh-CN" sz="2800" b="1" i="1" baseline="0">
              <a:latin typeface="Times" panose="02020603050405020304" pitchFamily="18" charset="0"/>
              <a:ea typeface="宋体" panose="02010600030101010101" pitchFamily="2" charset="-122"/>
            </a:endParaRPr>
          </a:p>
          <a:p>
            <a:pPr algn="ctr"/>
            <a:r>
              <a:rPr lang="en-US" altLang="zh-CN" sz="2800" b="1" i="1" baseline="0">
                <a:solidFill>
                  <a:schemeClr val="folHlink"/>
                </a:solidFill>
                <a:latin typeface="Times" panose="02020603050405020304" pitchFamily="18" charset="0"/>
                <a:ea typeface="宋体" panose="02010600030101010101" pitchFamily="2" charset="-122"/>
              </a:rPr>
              <a:t>SNR</a:t>
            </a:r>
            <a:r>
              <a:rPr lang="en-US" altLang="zh-CN" sz="2800" b="1" i="1">
                <a:solidFill>
                  <a:schemeClr val="folHlink"/>
                </a:solidFill>
                <a:latin typeface="Times" panose="02020603050405020304" pitchFamily="18" charset="0"/>
                <a:ea typeface="宋体" panose="02010600030101010101" pitchFamily="2" charset="-122"/>
              </a:rPr>
              <a:t>dB</a:t>
            </a:r>
            <a:r>
              <a:rPr lang="en-US" altLang="zh-CN" sz="2800" b="1" i="1" baseline="0">
                <a:solidFill>
                  <a:schemeClr val="folHlink"/>
                </a:solidFill>
                <a:latin typeface="Times" panose="02020603050405020304" pitchFamily="18" charset="0"/>
                <a:ea typeface="宋体" panose="02010600030101010101" pitchFamily="2" charset="-122"/>
              </a:rPr>
              <a:t> = 6.02(3) + 1.76 = 19.82 dB</a:t>
            </a:r>
            <a:r>
              <a:rPr lang="en-US" altLang="zh-CN" sz="2800" b="1" i="1" baseline="0">
                <a:latin typeface="Times" panose="02020603050405020304" pitchFamily="18" charset="0"/>
                <a:ea typeface="宋体" panose="02010600030101010101" pitchFamily="2" charset="-122"/>
              </a:rPr>
              <a:t> </a:t>
            </a:r>
          </a:p>
          <a:p>
            <a:pPr algn="ctr"/>
            <a:endParaRPr lang="en-US" altLang="zh-CN" sz="2800" b="1" i="1" baseline="0">
              <a:latin typeface="Times" panose="02020603050405020304" pitchFamily="18" charset="0"/>
              <a:ea typeface="宋体" panose="02010600030101010101" pitchFamily="2" charset="-122"/>
            </a:endParaRPr>
          </a:p>
          <a:p>
            <a:r>
              <a:rPr lang="zh-CN" altLang="en-US" sz="2800" b="1" i="1" baseline="0">
                <a:latin typeface="Times" panose="02020603050405020304" pitchFamily="18" charset="0"/>
                <a:ea typeface="宋体" panose="02010600030101010101" pitchFamily="2" charset="-122"/>
              </a:rPr>
              <a:t>结论：增加级别数就会增加</a:t>
            </a:r>
            <a:r>
              <a:rPr lang="en-US" altLang="zh-CN" sz="2800" b="1" i="1" baseline="0">
                <a:latin typeface="Times" panose="02020603050405020304" pitchFamily="18" charset="0"/>
                <a:ea typeface="宋体" panose="02010600030101010101" pitchFamily="2" charset="-122"/>
              </a:rPr>
              <a:t>SNR.</a:t>
            </a:r>
          </a:p>
        </p:txBody>
      </p:sp>
      <p:sp>
        <p:nvSpPr>
          <p:cNvPr id="119820" name="Text Box 11">
            <a:extLst>
              <a:ext uri="{FF2B5EF4-FFF2-40B4-BE49-F238E27FC236}">
                <a16:creationId xmlns:a16="http://schemas.microsoft.com/office/drawing/2014/main" id="{ED464984-D088-7F50-8D11-F2061FB22D5C}"/>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灯片编号占位符 1">
            <a:extLst>
              <a:ext uri="{FF2B5EF4-FFF2-40B4-BE49-F238E27FC236}">
                <a16:creationId xmlns:a16="http://schemas.microsoft.com/office/drawing/2014/main" id="{6F83919E-4A9E-2AF2-5FF9-2224330FB1C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C3DD990-8C7A-47C9-BF44-4D75572080B8}" type="slidenum">
              <a:rPr lang="en-US" altLang="zh-CN" baseline="0">
                <a:solidFill>
                  <a:schemeClr val="bg2"/>
                </a:solidFill>
                <a:latin typeface="Arial" panose="020B0604020202020204" pitchFamily="34" charset="0"/>
              </a:rPr>
              <a:pPr/>
              <a:t>64</a:t>
            </a:fld>
            <a:endParaRPr lang="en-US" altLang="zh-CN" baseline="0">
              <a:solidFill>
                <a:schemeClr val="bg2"/>
              </a:solidFill>
              <a:latin typeface="Arial" panose="020B0604020202020204" pitchFamily="34" charset="0"/>
            </a:endParaRPr>
          </a:p>
        </p:txBody>
      </p:sp>
      <p:sp>
        <p:nvSpPr>
          <p:cNvPr id="121859" name="Rectangle 2">
            <a:extLst>
              <a:ext uri="{FF2B5EF4-FFF2-40B4-BE49-F238E27FC236}">
                <a16:creationId xmlns:a16="http://schemas.microsoft.com/office/drawing/2014/main" id="{AAB4D772-B177-BB66-63A2-7174F22E745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0" name="Rectangle 3">
            <a:extLst>
              <a:ext uri="{FF2B5EF4-FFF2-40B4-BE49-F238E27FC236}">
                <a16:creationId xmlns:a16="http://schemas.microsoft.com/office/drawing/2014/main" id="{685ED3F5-A605-B7CB-162C-3B4BAD96563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1" name="Rectangle 4">
            <a:extLst>
              <a:ext uri="{FF2B5EF4-FFF2-40B4-BE49-F238E27FC236}">
                <a16:creationId xmlns:a16="http://schemas.microsoft.com/office/drawing/2014/main" id="{4B55F9C6-EF92-B279-884B-19E3230634C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2" name="Rectangle 5">
            <a:extLst>
              <a:ext uri="{FF2B5EF4-FFF2-40B4-BE49-F238E27FC236}">
                <a16:creationId xmlns:a16="http://schemas.microsoft.com/office/drawing/2014/main" id="{4A3DBD4C-A181-0132-E092-60D623AFA7B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3" name="Rectangle 6">
            <a:extLst>
              <a:ext uri="{FF2B5EF4-FFF2-40B4-BE49-F238E27FC236}">
                <a16:creationId xmlns:a16="http://schemas.microsoft.com/office/drawing/2014/main" id="{2D6FF71F-C6BA-6BA7-586A-9B677ABB0DF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4" name="Rectangle 7">
            <a:extLst>
              <a:ext uri="{FF2B5EF4-FFF2-40B4-BE49-F238E27FC236}">
                <a16:creationId xmlns:a16="http://schemas.microsoft.com/office/drawing/2014/main" id="{EEAC145A-16C9-553A-C2B8-F1B2214AB09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5" name="Rectangle 8">
            <a:extLst>
              <a:ext uri="{FF2B5EF4-FFF2-40B4-BE49-F238E27FC236}">
                <a16:creationId xmlns:a16="http://schemas.microsoft.com/office/drawing/2014/main" id="{86E4BD49-F717-2467-4241-8C1FE54989C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1866" name="Rectangle 9">
            <a:extLst>
              <a:ext uri="{FF2B5EF4-FFF2-40B4-BE49-F238E27FC236}">
                <a16:creationId xmlns:a16="http://schemas.microsoft.com/office/drawing/2014/main" id="{3D6E877A-7182-3912-E04B-FD2D0C6CFE8B}"/>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电话用户线路必须有高于</a:t>
            </a:r>
            <a:r>
              <a:rPr lang="en-US" altLang="zh-CN" sz="2800" b="1" i="1" baseline="0">
                <a:ea typeface="宋体" panose="02010600030101010101" pitchFamily="2" charset="-122"/>
              </a:rPr>
              <a:t>40 SNR</a:t>
            </a:r>
            <a:r>
              <a:rPr lang="en-US" altLang="zh-CN" sz="2800" b="1" i="1">
                <a:ea typeface="宋体" panose="02010600030101010101" pitchFamily="2" charset="-122"/>
              </a:rPr>
              <a:t>dB</a:t>
            </a:r>
            <a:r>
              <a:rPr lang="en-US" altLang="zh-CN" sz="2800" b="1" i="1" baseline="0">
                <a:ea typeface="宋体" panose="02010600030101010101" pitchFamily="2" charset="-122"/>
              </a:rPr>
              <a:t>. </a:t>
            </a:r>
            <a:r>
              <a:rPr lang="zh-CN" altLang="en-US" sz="2800" b="1" i="1" baseline="0">
                <a:ea typeface="宋体" panose="02010600030101010101" pitchFamily="2" charset="-122"/>
              </a:rPr>
              <a:t>那么每个样本的最小位数是多少</a:t>
            </a:r>
            <a:r>
              <a:rPr lang="en-US" altLang="zh-CN" sz="2800" b="1" i="1" baseline="0">
                <a:ea typeface="宋体" panose="02010600030101010101" pitchFamily="2" charset="-122"/>
              </a:rPr>
              <a:t>?</a:t>
            </a:r>
          </a:p>
        </p:txBody>
      </p:sp>
      <p:sp>
        <p:nvSpPr>
          <p:cNvPr id="121867" name="Rectangle 10">
            <a:extLst>
              <a:ext uri="{FF2B5EF4-FFF2-40B4-BE49-F238E27FC236}">
                <a16:creationId xmlns:a16="http://schemas.microsoft.com/office/drawing/2014/main" id="{12FEE7F6-5BED-7972-4430-CDBD3B022D6D}"/>
              </a:ext>
            </a:extLst>
          </p:cNvPr>
          <p:cNvSpPr>
            <a:spLocks noChangeArrowheads="1"/>
          </p:cNvSpPr>
          <p:nvPr/>
        </p:nvSpPr>
        <p:spPr bwMode="auto">
          <a:xfrm>
            <a:off x="228600" y="3106738"/>
            <a:ext cx="868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Solution</a:t>
            </a:r>
          </a:p>
          <a:p>
            <a:r>
              <a:rPr lang="zh-CN" altLang="en-US" sz="2800" b="1" i="1" baseline="0">
                <a:latin typeface="Times" panose="02020603050405020304" pitchFamily="18" charset="0"/>
                <a:ea typeface="宋体" panose="02010600030101010101" pitchFamily="2" charset="-122"/>
              </a:rPr>
              <a:t>我们可以计算位数如下：</a:t>
            </a:r>
            <a:endParaRPr lang="en-US" altLang="zh-CN" sz="2800" b="1" i="1" baseline="0">
              <a:latin typeface="Times" panose="02020603050405020304" pitchFamily="18" charset="0"/>
              <a:ea typeface="宋体" panose="02010600030101010101" pitchFamily="2" charset="-122"/>
            </a:endParaRPr>
          </a:p>
        </p:txBody>
      </p:sp>
      <p:sp>
        <p:nvSpPr>
          <p:cNvPr id="121868" name="Text Box 13">
            <a:extLst>
              <a:ext uri="{FF2B5EF4-FFF2-40B4-BE49-F238E27FC236}">
                <a16:creationId xmlns:a16="http://schemas.microsoft.com/office/drawing/2014/main" id="{0594FBBF-E091-0728-CB48-19343EE32A76}"/>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4.13</a:t>
            </a:r>
          </a:p>
        </p:txBody>
      </p:sp>
      <p:pic>
        <p:nvPicPr>
          <p:cNvPr id="121869" name="Picture 14">
            <a:extLst>
              <a:ext uri="{FF2B5EF4-FFF2-40B4-BE49-F238E27FC236}">
                <a16:creationId xmlns:a16="http://schemas.microsoft.com/office/drawing/2014/main" id="{47FDB848-575B-6D71-2760-40108A93E5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343400"/>
            <a:ext cx="4814888" cy="395288"/>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
        <p:nvSpPr>
          <p:cNvPr id="121870" name="Rectangle 15">
            <a:extLst>
              <a:ext uri="{FF2B5EF4-FFF2-40B4-BE49-F238E27FC236}">
                <a16:creationId xmlns:a16="http://schemas.microsoft.com/office/drawing/2014/main" id="{D88B54B1-9805-F181-3A34-6AF20C33EA08}"/>
              </a:ext>
            </a:extLst>
          </p:cNvPr>
          <p:cNvSpPr>
            <a:spLocks noChangeArrowheads="1"/>
          </p:cNvSpPr>
          <p:nvPr/>
        </p:nvSpPr>
        <p:spPr bwMode="auto">
          <a:xfrm>
            <a:off x="228600" y="4953000"/>
            <a:ext cx="8686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zh-CN" altLang="en-US" sz="2800" b="1" i="1" baseline="0">
                <a:ea typeface="宋体" panose="02010600030101010101" pitchFamily="2" charset="-122"/>
              </a:rPr>
              <a:t>电话公司一般每个样本分配</a:t>
            </a:r>
            <a:r>
              <a:rPr lang="en-US" altLang="zh-CN" sz="2800" b="1" i="1" baseline="0">
                <a:ea typeface="宋体" panose="02010600030101010101" pitchFamily="2" charset="-122"/>
              </a:rPr>
              <a:t>7 </a:t>
            </a:r>
            <a:r>
              <a:rPr lang="zh-CN" altLang="en-US" sz="2800" b="1" i="1" baseline="0">
                <a:ea typeface="宋体" panose="02010600030101010101" pitchFamily="2" charset="-122"/>
              </a:rPr>
              <a:t>或</a:t>
            </a:r>
            <a:r>
              <a:rPr lang="en-US" altLang="zh-CN" sz="2800" b="1" i="1" baseline="0">
                <a:ea typeface="宋体" panose="02010600030101010101" pitchFamily="2" charset="-122"/>
              </a:rPr>
              <a:t> 8 </a:t>
            </a:r>
            <a:r>
              <a:rPr lang="zh-CN" altLang="en-US" sz="2800" b="1" i="1" baseline="0">
                <a:ea typeface="宋体" panose="02010600030101010101" pitchFamily="2" charset="-122"/>
              </a:rPr>
              <a:t>个位</a:t>
            </a:r>
            <a:r>
              <a:rPr lang="en-US" altLang="zh-CN" sz="2800" b="1" i="1" baseline="0">
                <a:ea typeface="宋体" panose="02010600030101010101" pitchFamily="2" charset="-122"/>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1">
            <a:extLst>
              <a:ext uri="{FF2B5EF4-FFF2-40B4-BE49-F238E27FC236}">
                <a16:creationId xmlns:a16="http://schemas.microsoft.com/office/drawing/2014/main" id="{E9F840F0-B3FC-CFE5-4382-9FBE236343B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a:ea typeface="宋体" panose="02010600030101010101" pitchFamily="2" charset="-122"/>
              </a:rPr>
              <a:t>PCM</a:t>
            </a:r>
            <a:endParaRPr lang="zh-CN" altLang="en-US">
              <a:ea typeface="宋体" panose="02010600030101010101" pitchFamily="2" charset="-122"/>
            </a:endParaRPr>
          </a:p>
        </p:txBody>
      </p:sp>
      <p:sp>
        <p:nvSpPr>
          <p:cNvPr id="123907" name="内容占位符 2">
            <a:extLst>
              <a:ext uri="{FF2B5EF4-FFF2-40B4-BE49-F238E27FC236}">
                <a16:creationId xmlns:a16="http://schemas.microsoft.com/office/drawing/2014/main" id="{6D5A063F-AF7E-4EA5-3C94-0946D2265666}"/>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均匀量化：</a:t>
            </a:r>
            <a:r>
              <a:rPr lang="zh-CN" altLang="en-US">
                <a:latin typeface="宋体" panose="02010600030101010101" pitchFamily="2" charset="-122"/>
                <a:ea typeface="宋体" panose="02010600030101010101" pitchFamily="2" charset="-122"/>
              </a:rPr>
              <a:t> △的高度是固定的</a:t>
            </a:r>
            <a:endParaRPr lang="en-US" altLang="zh-CN">
              <a:ea typeface="宋体" panose="02010600030101010101" pitchFamily="2" charset="-122"/>
            </a:endParaRPr>
          </a:p>
          <a:p>
            <a:r>
              <a:rPr lang="zh-CN" altLang="en-US">
                <a:ea typeface="宋体" panose="02010600030101010101" pitchFamily="2" charset="-122"/>
              </a:rPr>
              <a:t>非均匀量化：也就是</a:t>
            </a:r>
            <a:r>
              <a:rPr lang="zh-CN" altLang="en-US">
                <a:latin typeface="宋体" panose="02010600030101010101" pitchFamily="2" charset="-122"/>
                <a:ea typeface="宋体" panose="02010600030101010101" pitchFamily="2" charset="-122"/>
              </a:rPr>
              <a:t>△的高度不是固定的，低振幅时△较大，而接近高振幅时△较小；</a:t>
            </a:r>
            <a:endParaRPr lang="en-US" altLang="zh-CN">
              <a:ea typeface="宋体" panose="02010600030101010101" pitchFamily="2" charset="-122"/>
            </a:endParaRPr>
          </a:p>
          <a:p>
            <a:r>
              <a:rPr lang="zh-CN" altLang="en-US">
                <a:ea typeface="宋体" panose="02010600030101010101" pitchFamily="2" charset="-122"/>
              </a:rPr>
              <a:t>编码：采样后的数据用多少为比特表示，每个样本可以转换成</a:t>
            </a:r>
            <a:r>
              <a:rPr lang="en-US" altLang="zh-CN">
                <a:ea typeface="宋体" panose="02010600030101010101" pitchFamily="2" charset="-122"/>
              </a:rPr>
              <a:t>n</a:t>
            </a:r>
            <a:r>
              <a:rPr lang="en-US" altLang="zh-CN" baseline="-25000">
                <a:ea typeface="宋体" panose="02010600030101010101" pitchFamily="2" charset="-122"/>
              </a:rPr>
              <a:t>b</a:t>
            </a:r>
            <a:r>
              <a:rPr lang="zh-CN" altLang="en-US">
                <a:ea typeface="宋体" panose="02010600030101010101" pitchFamily="2" charset="-122"/>
              </a:rPr>
              <a:t>个位的码字。</a:t>
            </a:r>
          </a:p>
        </p:txBody>
      </p:sp>
      <p:sp>
        <p:nvSpPr>
          <p:cNvPr id="123908" name="灯片编号占位符 3">
            <a:extLst>
              <a:ext uri="{FF2B5EF4-FFF2-40B4-BE49-F238E27FC236}">
                <a16:creationId xmlns:a16="http://schemas.microsoft.com/office/drawing/2014/main" id="{E7049D29-7145-9A87-AC3F-4DD2609574A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CA03374C-52C6-4F19-968A-8D650D5766A5}" type="slidenum">
              <a:rPr lang="en-US" altLang="zh-CN" baseline="0">
                <a:solidFill>
                  <a:schemeClr val="bg2"/>
                </a:solidFill>
                <a:latin typeface="Arial" panose="020B0604020202020204" pitchFamily="34" charset="0"/>
              </a:rPr>
              <a:pPr/>
              <a:t>65</a:t>
            </a:fld>
            <a:endParaRPr lang="en-US" altLang="zh-CN" baseline="0">
              <a:solidFill>
                <a:schemeClr val="bg2"/>
              </a:solidFill>
              <a:latin typeface="Arial" panose="020B0604020202020204" pitchFamily="34" charset="0"/>
            </a:endParaRPr>
          </a:p>
        </p:txBody>
      </p:sp>
      <p:graphicFrame>
        <p:nvGraphicFramePr>
          <p:cNvPr id="123909" name="对象 4">
            <a:extLst>
              <a:ext uri="{FF2B5EF4-FFF2-40B4-BE49-F238E27FC236}">
                <a16:creationId xmlns:a16="http://schemas.microsoft.com/office/drawing/2014/main" id="{C8AC728A-AC92-9E33-C30B-B6130671B291}"/>
              </a:ext>
            </a:extLst>
          </p:cNvPr>
          <p:cNvGraphicFramePr>
            <a:graphicFrameLocks noChangeAspect="1"/>
          </p:cNvGraphicFramePr>
          <p:nvPr/>
        </p:nvGraphicFramePr>
        <p:xfrm>
          <a:off x="1101725" y="5105400"/>
          <a:ext cx="6518275" cy="533400"/>
        </p:xfrm>
        <a:graphic>
          <a:graphicData uri="http://schemas.openxmlformats.org/presentationml/2006/ole">
            <mc:AlternateContent xmlns:mc="http://schemas.openxmlformats.org/markup-compatibility/2006">
              <mc:Choice xmlns:v="urn:schemas-microsoft-com:vml" Requires="v">
                <p:oleObj name="Equation" r:id="rId2" imgW="2794000" imgH="228600" progId="Equation.DSMT4">
                  <p:embed/>
                </p:oleObj>
              </mc:Choice>
              <mc:Fallback>
                <p:oleObj name="Equation" r:id="rId2" imgW="2794000" imgH="2286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5105400"/>
                        <a:ext cx="6518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灯片编号占位符 1">
            <a:extLst>
              <a:ext uri="{FF2B5EF4-FFF2-40B4-BE49-F238E27FC236}">
                <a16:creationId xmlns:a16="http://schemas.microsoft.com/office/drawing/2014/main" id="{650A8E37-2FF4-61FA-4A1A-5117335B2AE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5076031-2231-499B-B0CE-40F8C6AB4CF0}" type="slidenum">
              <a:rPr lang="en-US" altLang="zh-CN" baseline="0">
                <a:solidFill>
                  <a:schemeClr val="bg2"/>
                </a:solidFill>
                <a:latin typeface="Arial" panose="020B0604020202020204" pitchFamily="34" charset="0"/>
              </a:rPr>
              <a:pPr/>
              <a:t>66</a:t>
            </a:fld>
            <a:endParaRPr lang="en-US" altLang="zh-CN" baseline="0">
              <a:solidFill>
                <a:schemeClr val="bg2"/>
              </a:solidFill>
              <a:latin typeface="Arial" panose="020B0604020202020204" pitchFamily="34" charset="0"/>
            </a:endParaRPr>
          </a:p>
        </p:txBody>
      </p:sp>
      <p:sp>
        <p:nvSpPr>
          <p:cNvPr id="124931" name="Rectangle 2">
            <a:extLst>
              <a:ext uri="{FF2B5EF4-FFF2-40B4-BE49-F238E27FC236}">
                <a16:creationId xmlns:a16="http://schemas.microsoft.com/office/drawing/2014/main" id="{4755BABA-4822-9239-493F-AA9F100E0B8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2" name="Rectangle 3">
            <a:extLst>
              <a:ext uri="{FF2B5EF4-FFF2-40B4-BE49-F238E27FC236}">
                <a16:creationId xmlns:a16="http://schemas.microsoft.com/office/drawing/2014/main" id="{5CAA71F7-7CE4-5194-08ED-4B4530E3C7B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3" name="Rectangle 4">
            <a:extLst>
              <a:ext uri="{FF2B5EF4-FFF2-40B4-BE49-F238E27FC236}">
                <a16:creationId xmlns:a16="http://schemas.microsoft.com/office/drawing/2014/main" id="{C03A223F-DF86-3CF3-440A-55A25DE8C0E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4" name="Rectangle 5">
            <a:extLst>
              <a:ext uri="{FF2B5EF4-FFF2-40B4-BE49-F238E27FC236}">
                <a16:creationId xmlns:a16="http://schemas.microsoft.com/office/drawing/2014/main" id="{0F37D2F8-7F00-B3BB-5E69-EE10CF579A1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5" name="Rectangle 6">
            <a:extLst>
              <a:ext uri="{FF2B5EF4-FFF2-40B4-BE49-F238E27FC236}">
                <a16:creationId xmlns:a16="http://schemas.microsoft.com/office/drawing/2014/main" id="{DC412FC2-C395-45CF-B77F-15C7B97EF2BF}"/>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6" name="Rectangle 7">
            <a:extLst>
              <a:ext uri="{FF2B5EF4-FFF2-40B4-BE49-F238E27FC236}">
                <a16:creationId xmlns:a16="http://schemas.microsoft.com/office/drawing/2014/main" id="{7625585E-3B07-9822-2F1C-B2EB68DBD0D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7" name="Rectangle 8">
            <a:extLst>
              <a:ext uri="{FF2B5EF4-FFF2-40B4-BE49-F238E27FC236}">
                <a16:creationId xmlns:a16="http://schemas.microsoft.com/office/drawing/2014/main" id="{3417E835-9612-AF71-CC75-2932B1D9E1C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24938" name="Rectangle 9">
            <a:extLst>
              <a:ext uri="{FF2B5EF4-FFF2-40B4-BE49-F238E27FC236}">
                <a16:creationId xmlns:a16="http://schemas.microsoft.com/office/drawing/2014/main" id="{6EDBEC44-AA62-663B-C793-7FD03A38A155}"/>
              </a:ext>
            </a:extLst>
          </p:cNvPr>
          <p:cNvSpPr>
            <a:spLocks noChangeArrowheads="1"/>
          </p:cNvSpPr>
          <p:nvPr/>
        </p:nvSpPr>
        <p:spPr bwMode="auto">
          <a:xfrm>
            <a:off x="228600" y="1143000"/>
            <a:ext cx="86868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2800" b="1" i="1" baseline="0">
                <a:ea typeface="宋体" panose="02010600030101010101" pitchFamily="2" charset="-122"/>
              </a:rPr>
              <a:t>要数字化人的语音，假定每个样本有</a:t>
            </a:r>
            <a:r>
              <a:rPr lang="en-US" altLang="zh-CN" sz="2800" b="1" i="1" baseline="0">
                <a:ea typeface="宋体" panose="02010600030101010101" pitchFamily="2" charset="-122"/>
              </a:rPr>
              <a:t>8</a:t>
            </a:r>
            <a:r>
              <a:rPr lang="zh-CN" altLang="en-US" sz="2800" b="1" i="1" baseline="0">
                <a:ea typeface="宋体" panose="02010600030101010101" pitchFamily="2" charset="-122"/>
              </a:rPr>
              <a:t>个位，那么比特率是多少</a:t>
            </a:r>
            <a:r>
              <a:rPr lang="en-US" altLang="zh-CN" sz="2800" b="1" i="1" baseline="0">
                <a:ea typeface="宋体" panose="02010600030101010101" pitchFamily="2" charset="-122"/>
              </a:rPr>
              <a:t>?</a:t>
            </a:r>
          </a:p>
        </p:txBody>
      </p:sp>
      <p:sp>
        <p:nvSpPr>
          <p:cNvPr id="124939" name="Rectangle 10">
            <a:extLst>
              <a:ext uri="{FF2B5EF4-FFF2-40B4-BE49-F238E27FC236}">
                <a16:creationId xmlns:a16="http://schemas.microsoft.com/office/drawing/2014/main" id="{22DDC4D7-E4B7-10C7-A05B-4150389AF613}"/>
              </a:ext>
            </a:extLst>
          </p:cNvPr>
          <p:cNvSpPr>
            <a:spLocks noChangeArrowheads="1"/>
          </p:cNvSpPr>
          <p:nvPr/>
        </p:nvSpPr>
        <p:spPr bwMode="auto">
          <a:xfrm>
            <a:off x="228600" y="2819400"/>
            <a:ext cx="8686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solidFill>
                  <a:schemeClr val="hlink"/>
                </a:solidFill>
                <a:ea typeface="宋体" panose="02010600030101010101" pitchFamily="2" charset="-122"/>
              </a:rPr>
              <a:t>Solution</a:t>
            </a:r>
          </a:p>
          <a:p>
            <a:pPr algn="just"/>
            <a:r>
              <a:rPr lang="zh-CN" altLang="en-US" sz="2800" b="1" i="1" baseline="0">
                <a:latin typeface="Times" panose="02020603050405020304" pitchFamily="18" charset="0"/>
                <a:ea typeface="宋体" panose="02010600030101010101" pitchFamily="2" charset="-122"/>
              </a:rPr>
              <a:t>人的语音通常包含</a:t>
            </a:r>
            <a:r>
              <a:rPr lang="en-US" altLang="zh-CN" sz="2800" b="1" i="1" baseline="0">
                <a:latin typeface="Times" panose="02020603050405020304" pitchFamily="18" charset="0"/>
                <a:ea typeface="宋体" panose="02010600030101010101" pitchFamily="2" charset="-122"/>
              </a:rPr>
              <a:t>0</a:t>
            </a:r>
            <a:r>
              <a:rPr lang="zh-CN" altLang="en-US" sz="2800" b="1" i="1" baseline="0">
                <a:latin typeface="Times" panose="02020603050405020304" pitchFamily="18" charset="0"/>
                <a:ea typeface="宋体" panose="02010600030101010101" pitchFamily="2" charset="-122"/>
              </a:rPr>
              <a:t>到</a:t>
            </a:r>
            <a:r>
              <a:rPr lang="en-US" altLang="zh-CN" sz="2800" b="1" i="1" baseline="0">
                <a:latin typeface="Times" panose="02020603050405020304" pitchFamily="18" charset="0"/>
                <a:ea typeface="宋体" panose="02010600030101010101" pitchFamily="2" charset="-122"/>
              </a:rPr>
              <a:t> 4000 Hz</a:t>
            </a:r>
            <a:r>
              <a:rPr lang="zh-CN" altLang="en-US" sz="2800" b="1" i="1" baseline="0">
                <a:latin typeface="Times" panose="02020603050405020304" pitchFamily="18" charset="0"/>
                <a:ea typeface="宋体" panose="02010600030101010101" pitchFamily="2" charset="-122"/>
              </a:rPr>
              <a:t>的频率</a:t>
            </a:r>
            <a:r>
              <a:rPr lang="en-US" altLang="zh-CN" sz="2800" b="1" i="1" baseline="0">
                <a:latin typeface="Times" panose="02020603050405020304" pitchFamily="18" charset="0"/>
                <a:ea typeface="宋体" panose="02010600030101010101" pitchFamily="2" charset="-122"/>
              </a:rPr>
              <a:t>. </a:t>
            </a:r>
            <a:r>
              <a:rPr lang="zh-CN" altLang="en-US" sz="2800" b="1" i="1" baseline="0">
                <a:latin typeface="Times" panose="02020603050405020304" pitchFamily="18" charset="0"/>
                <a:ea typeface="宋体" panose="02010600030101010101" pitchFamily="2" charset="-122"/>
              </a:rPr>
              <a:t>因此采样率和比特率可以计算如下</a:t>
            </a:r>
            <a:r>
              <a:rPr lang="en-US" altLang="zh-CN" sz="2800" b="1" i="1" baseline="0">
                <a:latin typeface="Times" panose="02020603050405020304" pitchFamily="18" charset="0"/>
                <a:ea typeface="宋体" panose="02010600030101010101" pitchFamily="2" charset="-122"/>
              </a:rPr>
              <a:t>:</a:t>
            </a:r>
          </a:p>
        </p:txBody>
      </p:sp>
      <p:sp>
        <p:nvSpPr>
          <p:cNvPr id="124940" name="Text Box 11">
            <a:extLst>
              <a:ext uri="{FF2B5EF4-FFF2-40B4-BE49-F238E27FC236}">
                <a16:creationId xmlns:a16="http://schemas.microsoft.com/office/drawing/2014/main" id="{CF72E83E-8292-FCD8-8714-76C4FF98A8D2}"/>
              </a:ext>
            </a:extLst>
          </p:cNvPr>
          <p:cNvSpPr txBox="1">
            <a:spLocks noChangeArrowheads="1"/>
          </p:cNvSpPr>
          <p:nvPr/>
        </p:nvSpPr>
        <p:spPr bwMode="auto">
          <a:xfrm>
            <a:off x="1143000" y="-7620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4.14</a:t>
            </a:r>
          </a:p>
        </p:txBody>
      </p:sp>
      <p:pic>
        <p:nvPicPr>
          <p:cNvPr id="124941" name="Picture 12">
            <a:extLst>
              <a:ext uri="{FF2B5EF4-FFF2-40B4-BE49-F238E27FC236}">
                <a16:creationId xmlns:a16="http://schemas.microsoft.com/office/drawing/2014/main" id="{6DC52C7B-BB1D-EA0A-5CD5-E6451B86B9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275" y="4876800"/>
            <a:ext cx="6232525" cy="838200"/>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灯片编号占位符 3">
            <a:extLst>
              <a:ext uri="{FF2B5EF4-FFF2-40B4-BE49-F238E27FC236}">
                <a16:creationId xmlns:a16="http://schemas.microsoft.com/office/drawing/2014/main" id="{5670235E-D519-1BE1-0665-848FE382D3A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3F3EAC61-785C-41CF-B5D0-930FD4BB17D4}" type="slidenum">
              <a:rPr lang="en-US" altLang="zh-CN" baseline="0">
                <a:solidFill>
                  <a:schemeClr val="bg2"/>
                </a:solidFill>
                <a:latin typeface="Arial" panose="020B0604020202020204" pitchFamily="34" charset="0"/>
              </a:rPr>
              <a:pPr/>
              <a:t>67</a:t>
            </a:fld>
            <a:endParaRPr lang="en-US" altLang="zh-CN" baseline="0">
              <a:solidFill>
                <a:schemeClr val="bg2"/>
              </a:solidFill>
              <a:latin typeface="Arial" panose="020B0604020202020204" pitchFamily="34" charset="0"/>
            </a:endParaRPr>
          </a:p>
        </p:txBody>
      </p:sp>
      <p:graphicFrame>
        <p:nvGraphicFramePr>
          <p:cNvPr id="126979" name="对象 4">
            <a:extLst>
              <a:ext uri="{FF2B5EF4-FFF2-40B4-BE49-F238E27FC236}">
                <a16:creationId xmlns:a16="http://schemas.microsoft.com/office/drawing/2014/main" id="{56C5DE95-6FDB-FAD9-E566-E29EA84DCADC}"/>
              </a:ext>
            </a:extLst>
          </p:cNvPr>
          <p:cNvGraphicFramePr>
            <a:graphicFrameLocks noChangeAspect="1"/>
          </p:cNvGraphicFramePr>
          <p:nvPr/>
        </p:nvGraphicFramePr>
        <p:xfrm>
          <a:off x="609600" y="1447800"/>
          <a:ext cx="8253413" cy="4648200"/>
        </p:xfrm>
        <a:graphic>
          <a:graphicData uri="http://schemas.openxmlformats.org/presentationml/2006/ole">
            <mc:AlternateContent xmlns:mc="http://schemas.openxmlformats.org/markup-compatibility/2006">
              <mc:Choice xmlns:v="urn:schemas-microsoft-com:vml" Requires="v">
                <p:oleObj name="Equation" r:id="rId2" imgW="3429000" imgH="1930400" progId="Equation.DSMT4">
                  <p:embed/>
                </p:oleObj>
              </mc:Choice>
              <mc:Fallback>
                <p:oleObj name="Equation" r:id="rId2" imgW="3429000" imgH="19304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447800"/>
                        <a:ext cx="8253413"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6980" name="标题 1">
            <a:extLst>
              <a:ext uri="{FF2B5EF4-FFF2-40B4-BE49-F238E27FC236}">
                <a16:creationId xmlns:a16="http://schemas.microsoft.com/office/drawing/2014/main" id="{E3D43418-6274-AA24-ACE3-CF0FD10B1919}"/>
              </a:ext>
            </a:extLst>
          </p:cNvPr>
          <p:cNvSpPr txBox="1">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原始信号恢复</a:t>
            </a:r>
            <a:r>
              <a:rPr lang="en-US" altLang="zh-CN">
                <a:ea typeface="宋体" panose="02010600030101010101" pitchFamily="2" charset="-122"/>
              </a:rPr>
              <a:t>(</a:t>
            </a:r>
            <a:r>
              <a:rPr lang="en-US" altLang="zh-CN" sz="3200">
                <a:ea typeface="宋体" panose="02010600030101010101" pitchFamily="2" charset="-122"/>
              </a:rPr>
              <a:t>Original signal recovery</a:t>
            </a:r>
            <a:r>
              <a:rPr lang="en-US" altLang="zh-CN">
                <a:ea typeface="宋体" panose="02010600030101010101" pitchFamily="2" charset="-122"/>
              </a:rPr>
              <a:t>)</a:t>
            </a:r>
            <a:endParaRPr lang="zh-CN" altLang="en-US">
              <a:ea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灯片编号占位符 1">
            <a:extLst>
              <a:ext uri="{FF2B5EF4-FFF2-40B4-BE49-F238E27FC236}">
                <a16:creationId xmlns:a16="http://schemas.microsoft.com/office/drawing/2014/main" id="{2BD2B3DB-9503-2935-FF60-09CC03114F4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9566282-33C5-4F63-AAEC-8822252A8095}" type="slidenum">
              <a:rPr lang="en-US" altLang="zh-CN" baseline="0">
                <a:solidFill>
                  <a:schemeClr val="bg2"/>
                </a:solidFill>
                <a:latin typeface="Arial" panose="020B0604020202020204" pitchFamily="34" charset="0"/>
              </a:rPr>
              <a:pPr/>
              <a:t>68</a:t>
            </a:fld>
            <a:endParaRPr lang="en-US" altLang="zh-CN" baseline="0">
              <a:solidFill>
                <a:schemeClr val="bg2"/>
              </a:solidFill>
              <a:latin typeface="Arial" panose="020B0604020202020204" pitchFamily="34" charset="0"/>
            </a:endParaRPr>
          </a:p>
        </p:txBody>
      </p:sp>
      <p:sp>
        <p:nvSpPr>
          <p:cNvPr id="128003" name="Line 2">
            <a:extLst>
              <a:ext uri="{FF2B5EF4-FFF2-40B4-BE49-F238E27FC236}">
                <a16:creationId xmlns:a16="http://schemas.microsoft.com/office/drawing/2014/main" id="{1E36D63E-036D-150F-4330-FD591F014050}"/>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04" name="Line 3">
            <a:extLst>
              <a:ext uri="{FF2B5EF4-FFF2-40B4-BE49-F238E27FC236}">
                <a16:creationId xmlns:a16="http://schemas.microsoft.com/office/drawing/2014/main" id="{C27ECCF5-A7D4-71A3-E573-D8A41DFB38F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8005" name="Text Box 4">
            <a:extLst>
              <a:ext uri="{FF2B5EF4-FFF2-40B4-BE49-F238E27FC236}">
                <a16:creationId xmlns:a16="http://schemas.microsoft.com/office/drawing/2014/main" id="{D09DC358-0C85-8041-F768-651A7F2DCCC2}"/>
              </a:ext>
            </a:extLst>
          </p:cNvPr>
          <p:cNvSpPr txBox="1">
            <a:spLocks noChangeArrowheads="1"/>
          </p:cNvSpPr>
          <p:nvPr/>
        </p:nvSpPr>
        <p:spPr bwMode="auto">
          <a:xfrm>
            <a:off x="2514600" y="6283325"/>
            <a:ext cx="508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4.27  </a:t>
            </a:r>
            <a:r>
              <a:rPr lang="en-US" altLang="zh-CN" b="1" i="1" baseline="0">
                <a:ea typeface="宋体" panose="02010600030101010101" pitchFamily="2" charset="-122"/>
              </a:rPr>
              <a:t>Components of a PCM decoder</a:t>
            </a:r>
          </a:p>
        </p:txBody>
      </p:sp>
      <p:sp>
        <p:nvSpPr>
          <p:cNvPr id="128006" name="Line 5">
            <a:extLst>
              <a:ext uri="{FF2B5EF4-FFF2-40B4-BE49-F238E27FC236}">
                <a16:creationId xmlns:a16="http://schemas.microsoft.com/office/drawing/2014/main" id="{C29F2A05-BF38-5026-780D-4BF12E99E54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28007" name="Picture 6">
            <a:extLst>
              <a:ext uri="{FF2B5EF4-FFF2-40B4-BE49-F238E27FC236}">
                <a16:creationId xmlns:a16="http://schemas.microsoft.com/office/drawing/2014/main" id="{8AAEC61E-7308-80B3-A82C-EB9A80913D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87575"/>
            <a:ext cx="8510588"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8" name="标题 1">
            <a:extLst>
              <a:ext uri="{FF2B5EF4-FFF2-40B4-BE49-F238E27FC236}">
                <a16:creationId xmlns:a16="http://schemas.microsoft.com/office/drawing/2014/main" id="{BA94D1E1-BD7A-77C8-7C67-AA8FE91E591E}"/>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原始信号恢复</a:t>
            </a:r>
            <a:r>
              <a:rPr lang="en-US" altLang="zh-CN" sz="4400">
                <a:solidFill>
                  <a:schemeClr val="tx2"/>
                </a:solidFill>
                <a:latin typeface="Tahoma" panose="020B0604030504040204" pitchFamily="34" charset="0"/>
                <a:ea typeface="宋体" panose="02010600030101010101" pitchFamily="2" charset="-122"/>
              </a:rPr>
              <a:t>(Original signal</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recovery)</a:t>
            </a:r>
            <a:endParaRPr lang="zh-CN" altLang="en-US" sz="44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灯片编号占位符 1">
            <a:extLst>
              <a:ext uri="{FF2B5EF4-FFF2-40B4-BE49-F238E27FC236}">
                <a16:creationId xmlns:a16="http://schemas.microsoft.com/office/drawing/2014/main" id="{1C613BF6-29BD-8A43-6F2E-DFA5810A6BC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FB1E2319-8716-4A05-ADFF-8E19A49EE340}" type="slidenum">
              <a:rPr lang="en-US" altLang="zh-CN" baseline="0">
                <a:solidFill>
                  <a:schemeClr val="bg2"/>
                </a:solidFill>
                <a:latin typeface="Arial" panose="020B0604020202020204" pitchFamily="34" charset="0"/>
              </a:rPr>
              <a:pPr/>
              <a:t>69</a:t>
            </a:fld>
            <a:endParaRPr lang="en-US" altLang="zh-CN" baseline="0">
              <a:solidFill>
                <a:schemeClr val="bg2"/>
              </a:solidFill>
              <a:latin typeface="Arial" panose="020B0604020202020204" pitchFamily="34" charset="0"/>
            </a:endParaRPr>
          </a:p>
        </p:txBody>
      </p:sp>
      <p:sp>
        <p:nvSpPr>
          <p:cNvPr id="130051" name="Rectangle 2">
            <a:extLst>
              <a:ext uri="{FF2B5EF4-FFF2-40B4-BE49-F238E27FC236}">
                <a16:creationId xmlns:a16="http://schemas.microsoft.com/office/drawing/2014/main" id="{56873F16-123D-B59B-4272-1B994FAA299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2" name="Rectangle 3">
            <a:extLst>
              <a:ext uri="{FF2B5EF4-FFF2-40B4-BE49-F238E27FC236}">
                <a16:creationId xmlns:a16="http://schemas.microsoft.com/office/drawing/2014/main" id="{7DFE9A58-BF9B-A737-C7EB-A96937FDC5F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3" name="Rectangle 4">
            <a:extLst>
              <a:ext uri="{FF2B5EF4-FFF2-40B4-BE49-F238E27FC236}">
                <a16:creationId xmlns:a16="http://schemas.microsoft.com/office/drawing/2014/main" id="{736C2775-EE59-01E5-8577-D03EA5154CF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4" name="Rectangle 5">
            <a:extLst>
              <a:ext uri="{FF2B5EF4-FFF2-40B4-BE49-F238E27FC236}">
                <a16:creationId xmlns:a16="http://schemas.microsoft.com/office/drawing/2014/main" id="{482BBA7B-9A42-43E0-3DA4-E5EB66F2707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5" name="Rectangle 6">
            <a:extLst>
              <a:ext uri="{FF2B5EF4-FFF2-40B4-BE49-F238E27FC236}">
                <a16:creationId xmlns:a16="http://schemas.microsoft.com/office/drawing/2014/main" id="{D73B9D55-54AA-DE10-CC36-6E0D8183EF7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6" name="Rectangle 7">
            <a:extLst>
              <a:ext uri="{FF2B5EF4-FFF2-40B4-BE49-F238E27FC236}">
                <a16:creationId xmlns:a16="http://schemas.microsoft.com/office/drawing/2014/main" id="{932E56D9-6BB1-D25D-227F-51BFC01CDF0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7" name="Rectangle 8">
            <a:extLst>
              <a:ext uri="{FF2B5EF4-FFF2-40B4-BE49-F238E27FC236}">
                <a16:creationId xmlns:a16="http://schemas.microsoft.com/office/drawing/2014/main" id="{BD210BBA-9A32-AF76-4FB5-92A2A37F0F2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30058" name="Rectangle 9">
            <a:extLst>
              <a:ext uri="{FF2B5EF4-FFF2-40B4-BE49-F238E27FC236}">
                <a16:creationId xmlns:a16="http://schemas.microsoft.com/office/drawing/2014/main" id="{0E791A80-21A3-AD13-49F8-B2CD09AD9639}"/>
              </a:ext>
            </a:extLst>
          </p:cNvPr>
          <p:cNvSpPr>
            <a:spLocks noChangeArrowheads="1"/>
          </p:cNvSpPr>
          <p:nvPr/>
        </p:nvSpPr>
        <p:spPr bwMode="auto">
          <a:xfrm>
            <a:off x="228600" y="1143000"/>
            <a:ext cx="8686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r>
              <a:rPr lang="en-US" altLang="zh-CN" sz="2800" b="1" i="1" baseline="0">
                <a:ea typeface="宋体" panose="02010600030101010101" pitchFamily="2" charset="-122"/>
              </a:rPr>
              <a:t>    </a:t>
            </a:r>
            <a:r>
              <a:rPr lang="zh-CN" altLang="en-US" sz="2800" b="1" i="1" baseline="0">
                <a:ea typeface="宋体" panose="02010600030101010101" pitchFamily="2" charset="-122"/>
              </a:rPr>
              <a:t>有一个</a:t>
            </a:r>
            <a:r>
              <a:rPr lang="en-US" altLang="zh-CN" sz="2800" b="1" i="1" baseline="0">
                <a:ea typeface="宋体" panose="02010600030101010101" pitchFamily="2" charset="-122"/>
              </a:rPr>
              <a:t>4 kHz</a:t>
            </a:r>
            <a:r>
              <a:rPr lang="zh-CN" altLang="en-US" sz="2800" b="1" i="1" baseline="0">
                <a:ea typeface="宋体" panose="02010600030101010101" pitchFamily="2" charset="-122"/>
              </a:rPr>
              <a:t>的低通信号</a:t>
            </a:r>
            <a:r>
              <a:rPr lang="en-US" altLang="zh-CN" sz="2800" b="1" i="1" baseline="0">
                <a:ea typeface="宋体" panose="02010600030101010101" pitchFamily="2" charset="-122"/>
              </a:rPr>
              <a:t>. </a:t>
            </a:r>
            <a:r>
              <a:rPr lang="zh-CN" altLang="en-US" sz="2800" b="1" i="1" baseline="0">
                <a:ea typeface="宋体" panose="02010600030101010101" pitchFamily="2" charset="-122"/>
              </a:rPr>
              <a:t>如果发送这个模拟信号，需要最小带宽是</a:t>
            </a:r>
            <a:r>
              <a:rPr lang="en-US" altLang="zh-CN" sz="2800" b="1" i="1" baseline="0">
                <a:ea typeface="宋体" panose="02010600030101010101" pitchFamily="2" charset="-122"/>
              </a:rPr>
              <a:t>  4 kHz </a:t>
            </a:r>
            <a:r>
              <a:rPr lang="zh-CN" altLang="en-US" sz="2800" b="1" i="1" baseline="0">
                <a:ea typeface="宋体" panose="02010600030101010101" pitchFamily="2" charset="-122"/>
              </a:rPr>
              <a:t>的通道</a:t>
            </a:r>
            <a:r>
              <a:rPr lang="en-US" altLang="zh-CN" sz="2800" b="1" i="1" baseline="0">
                <a:ea typeface="宋体" panose="02010600030101010101" pitchFamily="2" charset="-122"/>
              </a:rPr>
              <a:t>. </a:t>
            </a:r>
            <a:r>
              <a:rPr lang="zh-CN" altLang="en-US" sz="2800" b="1" i="1" baseline="0">
                <a:ea typeface="宋体" panose="02010600030101010101" pitchFamily="2" charset="-122"/>
              </a:rPr>
              <a:t>如果数字化这个信号并且每个样本发送</a:t>
            </a:r>
            <a:r>
              <a:rPr lang="en-US" altLang="zh-CN" sz="2800" b="1" i="1" baseline="0">
                <a:ea typeface="宋体" panose="02010600030101010101" pitchFamily="2" charset="-122"/>
              </a:rPr>
              <a:t>8</a:t>
            </a:r>
            <a:r>
              <a:rPr lang="zh-CN" altLang="en-US" sz="2800" b="1" i="1" baseline="0">
                <a:ea typeface="宋体" panose="02010600030101010101" pitchFamily="2" charset="-122"/>
              </a:rPr>
              <a:t>个位，需要最小带宽是</a:t>
            </a:r>
            <a:r>
              <a:rPr lang="en-US" altLang="zh-CN" sz="2800" b="1" i="1" baseline="0">
                <a:ea typeface="宋体" panose="02010600030101010101" pitchFamily="2" charset="-122"/>
              </a:rPr>
              <a:t> 8 × 4 kHz = 32 kHz</a:t>
            </a:r>
            <a:r>
              <a:rPr lang="zh-CN" altLang="en-US" sz="2800" b="1" i="1" baseline="0">
                <a:ea typeface="宋体" panose="02010600030101010101" pitchFamily="2" charset="-122"/>
              </a:rPr>
              <a:t>的通道</a:t>
            </a:r>
            <a:r>
              <a:rPr lang="en-US" altLang="zh-CN" sz="2800" b="1" i="1" baseline="0">
                <a:ea typeface="宋体" panose="02010600030101010101" pitchFamily="2" charset="-122"/>
              </a:rPr>
              <a:t>.</a:t>
            </a:r>
          </a:p>
        </p:txBody>
      </p:sp>
      <p:sp>
        <p:nvSpPr>
          <p:cNvPr id="130059" name="Text Box 11">
            <a:extLst>
              <a:ext uri="{FF2B5EF4-FFF2-40B4-BE49-F238E27FC236}">
                <a16:creationId xmlns:a16="http://schemas.microsoft.com/office/drawing/2014/main" id="{37D02753-3DE1-55ED-1BBE-6A4D7F78C325}"/>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3200" b="1" i="1" baseline="0">
                <a:solidFill>
                  <a:schemeClr val="hlink"/>
                </a:solidFill>
                <a:ea typeface="宋体" panose="02010600030101010101" pitchFamily="2" charset="-122"/>
              </a:rPr>
              <a:t>Example 4.15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a:extLst>
              <a:ext uri="{FF2B5EF4-FFF2-40B4-BE49-F238E27FC236}">
                <a16:creationId xmlns:a16="http://schemas.microsoft.com/office/drawing/2014/main" id="{9F7FCEC9-37DB-7C3C-0AA5-75573C2F1CD6}"/>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通道的最大数据率</a:t>
            </a:r>
            <a:br>
              <a:rPr lang="en-US" altLang="zh-CN">
                <a:ea typeface="宋体" panose="02010600030101010101" pitchFamily="2" charset="-122"/>
              </a:rPr>
            </a:br>
            <a:r>
              <a:rPr lang="en-US" altLang="zh-CN" sz="3600">
                <a:ea typeface="宋体" panose="02010600030101010101" pitchFamily="2" charset="-122"/>
              </a:rPr>
              <a:t>Maximum data rate of  a channel</a:t>
            </a:r>
            <a:endParaRPr lang="zh-CN" altLang="en-US" sz="3600">
              <a:ea typeface="宋体" panose="02010600030101010101" pitchFamily="2" charset="-122"/>
            </a:endParaRPr>
          </a:p>
        </p:txBody>
      </p:sp>
      <p:sp>
        <p:nvSpPr>
          <p:cNvPr id="132099" name="内容占位符 2">
            <a:extLst>
              <a:ext uri="{FF2B5EF4-FFF2-40B4-BE49-F238E27FC236}">
                <a16:creationId xmlns:a16="http://schemas.microsoft.com/office/drawing/2014/main" id="{35955316-8C8D-585E-68DC-79F00E43EB71}"/>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通道的数据速率是</a:t>
            </a:r>
            <a:endParaRPr lang="en-US" altLang="zh-CN">
              <a:ea typeface="宋体" panose="02010600030101010101" pitchFamily="2" charset="-122"/>
            </a:endParaRPr>
          </a:p>
          <a:p>
            <a:r>
              <a:rPr lang="zh-CN" altLang="en-US">
                <a:ea typeface="宋体" panose="02010600030101010101" pitchFamily="2" charset="-122"/>
              </a:rPr>
              <a:t>设发送的数字信号有</a:t>
            </a:r>
            <a:r>
              <a:rPr lang="en-US" altLang="zh-CN">
                <a:ea typeface="宋体" panose="02010600030101010101" pitchFamily="2" charset="-122"/>
              </a:rPr>
              <a:t>L</a:t>
            </a:r>
            <a:r>
              <a:rPr lang="zh-CN" altLang="en-US">
                <a:ea typeface="宋体" panose="02010600030101010101" pitchFamily="2" charset="-122"/>
              </a:rPr>
              <a:t>个电平，每个电平是一个信号元素，这表示</a:t>
            </a:r>
            <a:endParaRPr lang="en-US" altLang="zh-CN">
              <a:ea typeface="宋体" panose="02010600030101010101" pitchFamily="2" charset="-122"/>
            </a:endParaRPr>
          </a:p>
          <a:p>
            <a:r>
              <a:rPr lang="zh-CN" altLang="en-US">
                <a:ea typeface="宋体" panose="02010600030101010101" pitchFamily="2" charset="-122"/>
              </a:rPr>
              <a:t>比特率，即最大带宽是</a:t>
            </a:r>
            <a:endParaRPr lang="en-US" altLang="zh-CN">
              <a:ea typeface="宋体" panose="02010600030101010101" pitchFamily="2" charset="-122"/>
            </a:endParaRPr>
          </a:p>
          <a:p>
            <a:r>
              <a:rPr lang="zh-CN" altLang="en-US">
                <a:ea typeface="宋体" panose="02010600030101010101" pitchFamily="2" charset="-122"/>
              </a:rPr>
              <a:t>如果情形因子</a:t>
            </a:r>
            <a:r>
              <a:rPr lang="en-US" altLang="zh-CN" i="1">
                <a:latin typeface="Times New Roman" panose="02020603050405020304" pitchFamily="18" charset="0"/>
                <a:ea typeface="宋体" panose="02010600030101010101" pitchFamily="2" charset="-122"/>
                <a:cs typeface="Times New Roman" panose="02020603050405020304" pitchFamily="18" charset="0"/>
              </a:rPr>
              <a:t>c</a:t>
            </a:r>
            <a:r>
              <a:rPr lang="zh-CN" altLang="en-US">
                <a:ea typeface="宋体" panose="02010600030101010101" pitchFamily="2" charset="-122"/>
              </a:rPr>
              <a:t>变大，数据速率就减小</a:t>
            </a:r>
            <a:endParaRPr lang="en-US" altLang="zh-CN">
              <a:ea typeface="宋体" panose="02010600030101010101" pitchFamily="2" charset="-122"/>
            </a:endParaRPr>
          </a:p>
          <a:p>
            <a:endParaRPr lang="en-US" altLang="zh-CN">
              <a:ea typeface="宋体" panose="02010600030101010101" pitchFamily="2" charset="-122"/>
            </a:endParaRPr>
          </a:p>
          <a:p>
            <a:r>
              <a:rPr lang="zh-CN" altLang="en-US">
                <a:ea typeface="宋体" panose="02010600030101010101" pitchFamily="2" charset="-122"/>
              </a:rPr>
              <a:t>所需最小带宽</a:t>
            </a:r>
          </a:p>
        </p:txBody>
      </p:sp>
      <p:sp>
        <p:nvSpPr>
          <p:cNvPr id="132100" name="灯片编号占位符 3">
            <a:extLst>
              <a:ext uri="{FF2B5EF4-FFF2-40B4-BE49-F238E27FC236}">
                <a16:creationId xmlns:a16="http://schemas.microsoft.com/office/drawing/2014/main" id="{FACDED6E-A2DD-5B77-5F0A-4DF8E6C6350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F507E0C4-EB4C-4D57-86A6-28C9FDBBA583}" type="slidenum">
              <a:rPr lang="en-US" altLang="zh-CN" baseline="0">
                <a:solidFill>
                  <a:schemeClr val="bg2"/>
                </a:solidFill>
                <a:latin typeface="Arial" panose="020B0604020202020204" pitchFamily="34" charset="0"/>
              </a:rPr>
              <a:pPr/>
              <a:t>70</a:t>
            </a:fld>
            <a:endParaRPr lang="en-US" altLang="zh-CN" baseline="0">
              <a:solidFill>
                <a:schemeClr val="bg2"/>
              </a:solidFill>
              <a:latin typeface="Arial" panose="020B0604020202020204" pitchFamily="34" charset="0"/>
            </a:endParaRPr>
          </a:p>
        </p:txBody>
      </p:sp>
      <p:graphicFrame>
        <p:nvGraphicFramePr>
          <p:cNvPr id="132101" name="对象 4">
            <a:extLst>
              <a:ext uri="{FF2B5EF4-FFF2-40B4-BE49-F238E27FC236}">
                <a16:creationId xmlns:a16="http://schemas.microsoft.com/office/drawing/2014/main" id="{1A478CC2-9B95-3E37-E611-92F631BE2D6E}"/>
              </a:ext>
            </a:extLst>
          </p:cNvPr>
          <p:cNvGraphicFramePr>
            <a:graphicFrameLocks noChangeAspect="1"/>
          </p:cNvGraphicFramePr>
          <p:nvPr/>
        </p:nvGraphicFramePr>
        <p:xfrm>
          <a:off x="4191000" y="1600200"/>
          <a:ext cx="2992438" cy="533400"/>
        </p:xfrm>
        <a:graphic>
          <a:graphicData uri="http://schemas.openxmlformats.org/presentationml/2006/ole">
            <mc:AlternateContent xmlns:mc="http://schemas.openxmlformats.org/markup-compatibility/2006">
              <mc:Choice xmlns:v="urn:schemas-microsoft-com:vml" Requires="v">
                <p:oleObj name="Equation" r:id="rId2" imgW="1282700" imgH="228600" progId="Equation.DSMT4">
                  <p:embed/>
                </p:oleObj>
              </mc:Choice>
              <mc:Fallback>
                <p:oleObj name="Equation" r:id="rId2" imgW="1282700" imgH="228600" progId="Equation.DSMT4">
                  <p:embed/>
                  <p:pic>
                    <p:nvPicPr>
                      <p:cNvPr id="0" name="对象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00200"/>
                        <a:ext cx="29924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02" name="对象 5">
            <a:extLst>
              <a:ext uri="{FF2B5EF4-FFF2-40B4-BE49-F238E27FC236}">
                <a16:creationId xmlns:a16="http://schemas.microsoft.com/office/drawing/2014/main" id="{0D452F4C-150B-A9AD-DF48-485B2AD9402F}"/>
              </a:ext>
            </a:extLst>
          </p:cNvPr>
          <p:cNvGraphicFramePr>
            <a:graphicFrameLocks noChangeAspect="1"/>
          </p:cNvGraphicFramePr>
          <p:nvPr/>
        </p:nvGraphicFramePr>
        <p:xfrm>
          <a:off x="5029200" y="2743200"/>
          <a:ext cx="1836738" cy="533400"/>
        </p:xfrm>
        <a:graphic>
          <a:graphicData uri="http://schemas.openxmlformats.org/presentationml/2006/ole">
            <mc:AlternateContent xmlns:mc="http://schemas.openxmlformats.org/markup-compatibility/2006">
              <mc:Choice xmlns:v="urn:schemas-microsoft-com:vml" Requires="v">
                <p:oleObj name="Equation" r:id="rId4" imgW="787400" imgH="228600" progId="Equation.DSMT4">
                  <p:embed/>
                </p:oleObj>
              </mc:Choice>
              <mc:Fallback>
                <p:oleObj name="Equation" r:id="rId4" imgW="787400" imgH="2286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743200"/>
                        <a:ext cx="183673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03" name="对象 6">
            <a:extLst>
              <a:ext uri="{FF2B5EF4-FFF2-40B4-BE49-F238E27FC236}">
                <a16:creationId xmlns:a16="http://schemas.microsoft.com/office/drawing/2014/main" id="{64D332AB-B266-77C0-FDB9-F34FAE206949}"/>
              </a:ext>
            </a:extLst>
          </p:cNvPr>
          <p:cNvGraphicFramePr>
            <a:graphicFrameLocks noChangeAspect="1"/>
          </p:cNvGraphicFramePr>
          <p:nvPr/>
        </p:nvGraphicFramePr>
        <p:xfrm>
          <a:off x="5114925" y="3363913"/>
          <a:ext cx="3267075" cy="452437"/>
        </p:xfrm>
        <a:graphic>
          <a:graphicData uri="http://schemas.openxmlformats.org/presentationml/2006/ole">
            <mc:AlternateContent xmlns:mc="http://schemas.openxmlformats.org/markup-compatibility/2006">
              <mc:Choice xmlns:v="urn:schemas-microsoft-com:vml" Requires="v">
                <p:oleObj name="Equation" r:id="rId6" imgW="1651000" imgH="228600" progId="Equation.DSMT4">
                  <p:embed/>
                </p:oleObj>
              </mc:Choice>
              <mc:Fallback>
                <p:oleObj name="Equation" r:id="rId6" imgW="1651000" imgH="228600" progId="Equation.DSMT4">
                  <p:embed/>
                  <p:pic>
                    <p:nvPicPr>
                      <p:cNvPr id="0" name="对象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14925" y="3363913"/>
                        <a:ext cx="3267075"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04" name="对象 7">
            <a:extLst>
              <a:ext uri="{FF2B5EF4-FFF2-40B4-BE49-F238E27FC236}">
                <a16:creationId xmlns:a16="http://schemas.microsoft.com/office/drawing/2014/main" id="{8E68AC57-DACB-A6B1-DE3B-F49A8A0AC8FB}"/>
              </a:ext>
            </a:extLst>
          </p:cNvPr>
          <p:cNvGraphicFramePr>
            <a:graphicFrameLocks noChangeAspect="1"/>
          </p:cNvGraphicFramePr>
          <p:nvPr/>
        </p:nvGraphicFramePr>
        <p:xfrm>
          <a:off x="1641475" y="4572000"/>
          <a:ext cx="3673475" cy="533400"/>
        </p:xfrm>
        <a:graphic>
          <a:graphicData uri="http://schemas.openxmlformats.org/presentationml/2006/ole">
            <mc:AlternateContent xmlns:mc="http://schemas.openxmlformats.org/markup-compatibility/2006">
              <mc:Choice xmlns:v="urn:schemas-microsoft-com:vml" Requires="v">
                <p:oleObj name="Equation" r:id="rId8" imgW="1574800" imgH="228600" progId="Equation.DSMT4">
                  <p:embed/>
                </p:oleObj>
              </mc:Choice>
              <mc:Fallback>
                <p:oleObj name="Equation" r:id="rId8" imgW="1574800" imgH="228600" progId="Equation.DSMT4">
                  <p:embed/>
                  <p:pic>
                    <p:nvPicPr>
                      <p:cNvPr id="0"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41475" y="4572000"/>
                        <a:ext cx="36734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2105" name="对象 8">
            <a:extLst>
              <a:ext uri="{FF2B5EF4-FFF2-40B4-BE49-F238E27FC236}">
                <a16:creationId xmlns:a16="http://schemas.microsoft.com/office/drawing/2014/main" id="{BEF2F999-D1C8-92F1-3234-B91FC7097F36}"/>
              </a:ext>
            </a:extLst>
          </p:cNvPr>
          <p:cNvGraphicFramePr>
            <a:graphicFrameLocks noChangeAspect="1"/>
          </p:cNvGraphicFramePr>
          <p:nvPr/>
        </p:nvGraphicFramePr>
        <p:xfrm>
          <a:off x="2047875" y="5478463"/>
          <a:ext cx="3081338" cy="1008062"/>
        </p:xfrm>
        <a:graphic>
          <a:graphicData uri="http://schemas.openxmlformats.org/presentationml/2006/ole">
            <mc:AlternateContent xmlns:mc="http://schemas.openxmlformats.org/markup-compatibility/2006">
              <mc:Choice xmlns:v="urn:schemas-microsoft-com:vml" Requires="v">
                <p:oleObj name="Equation" r:id="rId10" imgW="1320227" imgH="431613" progId="Equation.DSMT4">
                  <p:embed/>
                </p:oleObj>
              </mc:Choice>
              <mc:Fallback>
                <p:oleObj name="Equation" r:id="rId10" imgW="1320227" imgH="431613" progId="Equation.DSMT4">
                  <p:embed/>
                  <p:pic>
                    <p:nvPicPr>
                      <p:cNvPr id="0" name="对象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47875" y="5478463"/>
                        <a:ext cx="3081338"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灯片编号占位符 1">
            <a:extLst>
              <a:ext uri="{FF2B5EF4-FFF2-40B4-BE49-F238E27FC236}">
                <a16:creationId xmlns:a16="http://schemas.microsoft.com/office/drawing/2014/main" id="{5861F5EE-F8B0-B372-B2C7-C3454DEB273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0FB8C331-DA3E-4448-8404-0AA63E824DD0}" type="slidenum">
              <a:rPr lang="en-US" altLang="zh-CN" baseline="0">
                <a:solidFill>
                  <a:schemeClr val="bg2"/>
                </a:solidFill>
                <a:latin typeface="Arial" panose="020B0604020202020204" pitchFamily="34" charset="0"/>
              </a:rPr>
              <a:pPr/>
              <a:t>71</a:t>
            </a:fld>
            <a:endParaRPr lang="en-US" altLang="zh-CN" baseline="0">
              <a:solidFill>
                <a:schemeClr val="bg2"/>
              </a:solidFill>
              <a:latin typeface="Arial" panose="020B0604020202020204" pitchFamily="34" charset="0"/>
            </a:endParaRPr>
          </a:p>
        </p:txBody>
      </p:sp>
      <p:sp>
        <p:nvSpPr>
          <p:cNvPr id="133123" name="Line 2">
            <a:extLst>
              <a:ext uri="{FF2B5EF4-FFF2-40B4-BE49-F238E27FC236}">
                <a16:creationId xmlns:a16="http://schemas.microsoft.com/office/drawing/2014/main" id="{F9130A5C-ED68-0351-C393-199553CB0953}"/>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4" name="Line 3">
            <a:extLst>
              <a:ext uri="{FF2B5EF4-FFF2-40B4-BE49-F238E27FC236}">
                <a16:creationId xmlns:a16="http://schemas.microsoft.com/office/drawing/2014/main" id="{EA853D1A-8F4E-697F-B3C4-9CE8590F877C}"/>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125" name="Text Box 4">
            <a:extLst>
              <a:ext uri="{FF2B5EF4-FFF2-40B4-BE49-F238E27FC236}">
                <a16:creationId xmlns:a16="http://schemas.microsoft.com/office/drawing/2014/main" id="{15208708-6F0F-2200-D6C2-45D0F8854B31}"/>
              </a:ext>
            </a:extLst>
          </p:cNvPr>
          <p:cNvSpPr txBox="1">
            <a:spLocks noChangeArrowheads="1"/>
          </p:cNvSpPr>
          <p:nvPr/>
        </p:nvSpPr>
        <p:spPr bwMode="auto">
          <a:xfrm>
            <a:off x="1990725" y="5486400"/>
            <a:ext cx="5160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4.28  </a:t>
            </a:r>
            <a:r>
              <a:rPr lang="en-US" altLang="zh-CN" b="1" i="1" baseline="0">
                <a:ea typeface="宋体" panose="02010600030101010101" pitchFamily="2" charset="-122"/>
              </a:rPr>
              <a:t>The process of delta modulation</a:t>
            </a:r>
          </a:p>
        </p:txBody>
      </p:sp>
      <p:sp>
        <p:nvSpPr>
          <p:cNvPr id="133126" name="Line 5">
            <a:extLst>
              <a:ext uri="{FF2B5EF4-FFF2-40B4-BE49-F238E27FC236}">
                <a16:creationId xmlns:a16="http://schemas.microsoft.com/office/drawing/2014/main" id="{0388629F-D859-0853-0FEF-5E0BA89E074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3127" name="Picture 6">
            <a:extLst>
              <a:ext uri="{FF2B5EF4-FFF2-40B4-BE49-F238E27FC236}">
                <a16:creationId xmlns:a16="http://schemas.microsoft.com/office/drawing/2014/main" id="{132452C0-57AC-95D6-A3FD-ED0BC3ABB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025650"/>
            <a:ext cx="7870825"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8" name="标题 1">
            <a:extLst>
              <a:ext uri="{FF2B5EF4-FFF2-40B4-BE49-F238E27FC236}">
                <a16:creationId xmlns:a16="http://schemas.microsoft.com/office/drawing/2014/main" id="{090B649B-C82B-7423-1A5C-5EE0E5B20548}"/>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4400">
                <a:solidFill>
                  <a:schemeClr val="tx2"/>
                </a:solidFill>
                <a:latin typeface="Tahoma" panose="020B0604030504040204" pitchFamily="34" charset="0"/>
                <a:ea typeface="宋体" panose="02010600030101010101" pitchFamily="2" charset="-122"/>
              </a:rPr>
              <a:t>Delta</a:t>
            </a:r>
            <a:r>
              <a:rPr lang="zh-CN" altLang="en-US" sz="4400">
                <a:solidFill>
                  <a:schemeClr val="tx2"/>
                </a:solidFill>
                <a:latin typeface="Tahoma" panose="020B0604030504040204" pitchFamily="34" charset="0"/>
                <a:ea typeface="宋体" panose="02010600030101010101" pitchFamily="2" charset="-122"/>
              </a:rPr>
              <a:t>调制</a:t>
            </a:r>
            <a:endParaRPr lang="zh-CN" altLang="en-US" sz="3600">
              <a:solidFill>
                <a:schemeClr val="tx2"/>
              </a:solidFill>
              <a:latin typeface="Tahoma" panose="020B0604030504040204" pitchFamily="34" charset="0"/>
              <a:ea typeface="宋体" panose="02010600030101010101" pitchFamily="2"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灯片编号占位符 1">
            <a:extLst>
              <a:ext uri="{FF2B5EF4-FFF2-40B4-BE49-F238E27FC236}">
                <a16:creationId xmlns:a16="http://schemas.microsoft.com/office/drawing/2014/main" id="{5BE2B7A8-A76A-1A9C-3DDD-4701D6C6BEF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1EF22E5B-A302-4442-87C5-DF7E9B40ADF3}" type="slidenum">
              <a:rPr lang="en-US" altLang="zh-CN" baseline="0">
                <a:solidFill>
                  <a:schemeClr val="bg2"/>
                </a:solidFill>
                <a:latin typeface="Arial" panose="020B0604020202020204" pitchFamily="34" charset="0"/>
              </a:rPr>
              <a:pPr/>
              <a:t>72</a:t>
            </a:fld>
            <a:endParaRPr lang="en-US" altLang="zh-CN" baseline="0">
              <a:solidFill>
                <a:schemeClr val="bg2"/>
              </a:solidFill>
              <a:latin typeface="Arial" panose="020B0604020202020204" pitchFamily="34" charset="0"/>
            </a:endParaRPr>
          </a:p>
        </p:txBody>
      </p:sp>
      <p:sp>
        <p:nvSpPr>
          <p:cNvPr id="135171" name="Line 2">
            <a:extLst>
              <a:ext uri="{FF2B5EF4-FFF2-40B4-BE49-F238E27FC236}">
                <a16:creationId xmlns:a16="http://schemas.microsoft.com/office/drawing/2014/main" id="{62D62878-56A2-B01B-B33F-E77F57A1296B}"/>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2" name="Line 3">
            <a:extLst>
              <a:ext uri="{FF2B5EF4-FFF2-40B4-BE49-F238E27FC236}">
                <a16:creationId xmlns:a16="http://schemas.microsoft.com/office/drawing/2014/main" id="{5453D0F4-9233-CF68-E8DA-83979806EAD7}"/>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5173" name="Text Box 4">
            <a:extLst>
              <a:ext uri="{FF2B5EF4-FFF2-40B4-BE49-F238E27FC236}">
                <a16:creationId xmlns:a16="http://schemas.microsoft.com/office/drawing/2014/main" id="{8D5356A3-8098-1FBB-2B98-71BD33314A0F}"/>
              </a:ext>
            </a:extLst>
          </p:cNvPr>
          <p:cNvSpPr txBox="1">
            <a:spLocks noChangeArrowheads="1"/>
          </p:cNvSpPr>
          <p:nvPr/>
        </p:nvSpPr>
        <p:spPr bwMode="auto">
          <a:xfrm>
            <a:off x="304800" y="762000"/>
            <a:ext cx="4949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4.29  </a:t>
            </a:r>
            <a:r>
              <a:rPr lang="en-US" altLang="zh-CN" b="1" i="1" baseline="0">
                <a:ea typeface="宋体" panose="02010600030101010101" pitchFamily="2" charset="-122"/>
              </a:rPr>
              <a:t>Delta modulation components</a:t>
            </a:r>
          </a:p>
        </p:txBody>
      </p:sp>
      <p:sp>
        <p:nvSpPr>
          <p:cNvPr id="135174" name="Line 5">
            <a:extLst>
              <a:ext uri="{FF2B5EF4-FFF2-40B4-BE49-F238E27FC236}">
                <a16:creationId xmlns:a16="http://schemas.microsoft.com/office/drawing/2014/main" id="{5F9F1B0B-B705-4FFF-5CC1-8E8D9783ABA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5175" name="Picture 6">
            <a:extLst>
              <a:ext uri="{FF2B5EF4-FFF2-40B4-BE49-F238E27FC236}">
                <a16:creationId xmlns:a16="http://schemas.microsoft.com/office/drawing/2014/main" id="{0E5141B5-5122-C3C7-B5DD-00BAACF5DC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963" y="2332038"/>
            <a:ext cx="8428037"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灯片编号占位符 1">
            <a:extLst>
              <a:ext uri="{FF2B5EF4-FFF2-40B4-BE49-F238E27FC236}">
                <a16:creationId xmlns:a16="http://schemas.microsoft.com/office/drawing/2014/main" id="{F3B796B2-2D78-12BB-4DD9-62E8074D26C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70396E2F-CD9D-43C9-919D-E3E5ADF12569}" type="slidenum">
              <a:rPr lang="en-US" altLang="zh-CN" baseline="0">
                <a:solidFill>
                  <a:schemeClr val="bg2"/>
                </a:solidFill>
                <a:latin typeface="Arial" panose="020B0604020202020204" pitchFamily="34" charset="0"/>
              </a:rPr>
              <a:pPr/>
              <a:t>73</a:t>
            </a:fld>
            <a:endParaRPr lang="en-US" altLang="zh-CN" baseline="0">
              <a:solidFill>
                <a:schemeClr val="bg2"/>
              </a:solidFill>
              <a:latin typeface="Arial" panose="020B0604020202020204" pitchFamily="34" charset="0"/>
            </a:endParaRPr>
          </a:p>
        </p:txBody>
      </p:sp>
      <p:sp>
        <p:nvSpPr>
          <p:cNvPr id="137219" name="Line 2">
            <a:extLst>
              <a:ext uri="{FF2B5EF4-FFF2-40B4-BE49-F238E27FC236}">
                <a16:creationId xmlns:a16="http://schemas.microsoft.com/office/drawing/2014/main" id="{8893920B-0774-A6C4-3698-BE12032E74AA}"/>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0" name="Line 3">
            <a:extLst>
              <a:ext uri="{FF2B5EF4-FFF2-40B4-BE49-F238E27FC236}">
                <a16:creationId xmlns:a16="http://schemas.microsoft.com/office/drawing/2014/main" id="{1142C984-A83A-D1CC-B74B-5CA3BA09696F}"/>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7221" name="Text Box 4">
            <a:extLst>
              <a:ext uri="{FF2B5EF4-FFF2-40B4-BE49-F238E27FC236}">
                <a16:creationId xmlns:a16="http://schemas.microsoft.com/office/drawing/2014/main" id="{D2454F76-1876-8ED1-4F3E-3B0FA25444A0}"/>
              </a:ext>
            </a:extLst>
          </p:cNvPr>
          <p:cNvSpPr txBox="1">
            <a:spLocks noChangeArrowheads="1"/>
          </p:cNvSpPr>
          <p:nvPr/>
        </p:nvSpPr>
        <p:spPr bwMode="auto">
          <a:xfrm>
            <a:off x="304800" y="762000"/>
            <a:ext cx="5189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4.30  </a:t>
            </a:r>
            <a:r>
              <a:rPr lang="en-US" altLang="zh-CN" b="1" i="1" baseline="0">
                <a:ea typeface="宋体" panose="02010600030101010101" pitchFamily="2" charset="-122"/>
              </a:rPr>
              <a:t>Delta demodulation components</a:t>
            </a:r>
          </a:p>
        </p:txBody>
      </p:sp>
      <p:sp>
        <p:nvSpPr>
          <p:cNvPr id="137222" name="Line 5">
            <a:extLst>
              <a:ext uri="{FF2B5EF4-FFF2-40B4-BE49-F238E27FC236}">
                <a16:creationId xmlns:a16="http://schemas.microsoft.com/office/drawing/2014/main" id="{F19C451B-DF76-48FA-C687-58BD8B8095D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37223" name="Picture 6">
            <a:extLst>
              <a:ext uri="{FF2B5EF4-FFF2-40B4-BE49-F238E27FC236}">
                <a16:creationId xmlns:a16="http://schemas.microsoft.com/office/drawing/2014/main" id="{CA313ED5-B336-735C-18F0-1A07419C7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388" y="2436813"/>
            <a:ext cx="7669212" cy="251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灯片编号占位符 1">
            <a:extLst>
              <a:ext uri="{FF2B5EF4-FFF2-40B4-BE49-F238E27FC236}">
                <a16:creationId xmlns:a16="http://schemas.microsoft.com/office/drawing/2014/main" id="{9FBE88A2-7275-8061-C96F-7AE35E1AE16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4DECCE7-E565-4BED-9B4C-18394712BD6D}" type="slidenum">
              <a:rPr lang="en-US" altLang="zh-CN" baseline="0">
                <a:solidFill>
                  <a:schemeClr val="bg2"/>
                </a:solidFill>
                <a:latin typeface="Arial" panose="020B0604020202020204" pitchFamily="34" charset="0"/>
              </a:rPr>
              <a:pPr/>
              <a:t>74</a:t>
            </a:fld>
            <a:endParaRPr lang="en-US" altLang="zh-CN" baseline="0">
              <a:solidFill>
                <a:schemeClr val="bg2"/>
              </a:solidFill>
              <a:latin typeface="Arial" panose="020B0604020202020204" pitchFamily="34" charset="0"/>
            </a:endParaRPr>
          </a:p>
        </p:txBody>
      </p:sp>
      <p:sp>
        <p:nvSpPr>
          <p:cNvPr id="859138" name="Rectangle 2">
            <a:extLst>
              <a:ext uri="{FF2B5EF4-FFF2-40B4-BE49-F238E27FC236}">
                <a16:creationId xmlns:a16="http://schemas.microsoft.com/office/drawing/2014/main" id="{62A44FAD-9942-4D5E-9EF0-907A194395D1}"/>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sz="3200" b="1" baseline="0">
              <a:effectLst>
                <a:outerShdw blurRad="38100" dist="38100" dir="2700000" algn="tl">
                  <a:srgbClr val="FFFFFF"/>
                </a:outerShdw>
              </a:effectLst>
              <a:ea typeface="宋体" pitchFamily="2" charset="-122"/>
            </a:endParaRPr>
          </a:p>
        </p:txBody>
      </p:sp>
      <p:sp>
        <p:nvSpPr>
          <p:cNvPr id="859139" name="Text Box 3">
            <a:extLst>
              <a:ext uri="{FF2B5EF4-FFF2-40B4-BE49-F238E27FC236}">
                <a16:creationId xmlns:a16="http://schemas.microsoft.com/office/drawing/2014/main" id="{8A5D41F7-5E67-4527-B127-D115411CA4DA}"/>
              </a:ext>
            </a:extLst>
          </p:cNvPr>
          <p:cNvSpPr txBox="1">
            <a:spLocks noChangeArrowheads="1"/>
          </p:cNvSpPr>
          <p:nvPr/>
        </p:nvSpPr>
        <p:spPr bwMode="auto">
          <a:xfrm>
            <a:off x="228600" y="406400"/>
            <a:ext cx="7737475" cy="584200"/>
          </a:xfrm>
          <a:prstGeom prst="rect">
            <a:avLst/>
          </a:prstGeom>
          <a:noFill/>
          <a:ln>
            <a:noFill/>
          </a:ln>
          <a:effectLst/>
        </p:spPr>
        <p:txBody>
          <a:bodyPr wrap="none">
            <a:spAutoFit/>
          </a:bodyPr>
          <a:lstStyle/>
          <a:p>
            <a:pPr>
              <a:defRPr/>
            </a:pPr>
            <a:r>
              <a:rPr lang="en-US" altLang="zh-CN" sz="3200" b="1" baseline="0" dirty="0">
                <a:effectLst>
                  <a:outerShdw blurRad="38100" dist="38100" dir="2700000" algn="tl">
                    <a:srgbClr val="C0C0C0"/>
                  </a:outerShdw>
                </a:effectLst>
                <a:latin typeface="Times" pitchFamily="18" charset="0"/>
                <a:ea typeface="宋体" pitchFamily="2" charset="-122"/>
              </a:rPr>
              <a:t>4-3   </a:t>
            </a:r>
            <a:r>
              <a:rPr lang="zh-CN" altLang="en-US" sz="3200" b="1" baseline="0" dirty="0">
                <a:effectLst>
                  <a:outerShdw blurRad="38100" dist="38100" dir="2700000" algn="tl">
                    <a:srgbClr val="C0C0C0"/>
                  </a:outerShdw>
                </a:effectLst>
                <a:latin typeface="Times" pitchFamily="18" charset="0"/>
                <a:ea typeface="宋体" pitchFamily="2" charset="-122"/>
              </a:rPr>
              <a:t>传输模式</a:t>
            </a:r>
            <a:r>
              <a:rPr lang="en-US" altLang="zh-CN" sz="3200" b="1" baseline="0" dirty="0">
                <a:effectLst>
                  <a:outerShdw blurRad="38100" dist="38100" dir="2700000" algn="tl">
                    <a:srgbClr val="C0C0C0"/>
                  </a:outerShdw>
                </a:effectLst>
                <a:latin typeface="Times" pitchFamily="18" charset="0"/>
                <a:ea typeface="宋体" pitchFamily="2" charset="-122"/>
              </a:rPr>
              <a:t>(TRANSMISSION MODES)</a:t>
            </a:r>
          </a:p>
        </p:txBody>
      </p:sp>
      <p:sp>
        <p:nvSpPr>
          <p:cNvPr id="139269" name="Text Box 4">
            <a:extLst>
              <a:ext uri="{FF2B5EF4-FFF2-40B4-BE49-F238E27FC236}">
                <a16:creationId xmlns:a16="http://schemas.microsoft.com/office/drawing/2014/main" id="{D47E97EA-169E-8BD4-E832-571268B2B6B5}"/>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endParaRPr lang="zh-CN" altLang="zh-CN" sz="1800" b="1" baseline="0">
              <a:ea typeface="宋体" panose="02010600030101010101" pitchFamily="2" charset="-122"/>
            </a:endParaRPr>
          </a:p>
        </p:txBody>
      </p:sp>
      <p:sp>
        <p:nvSpPr>
          <p:cNvPr id="859141" name="Rectangle 5">
            <a:extLst>
              <a:ext uri="{FF2B5EF4-FFF2-40B4-BE49-F238E27FC236}">
                <a16:creationId xmlns:a16="http://schemas.microsoft.com/office/drawing/2014/main" id="{735140E8-1FE8-40B8-A2B3-B8A149508FD0}"/>
              </a:ext>
            </a:extLst>
          </p:cNvPr>
          <p:cNvSpPr>
            <a:spLocks noChangeArrowheads="1"/>
          </p:cNvSpPr>
          <p:nvPr/>
        </p:nvSpPr>
        <p:spPr bwMode="auto">
          <a:xfrm>
            <a:off x="304800" y="1725613"/>
            <a:ext cx="8229600" cy="2678112"/>
          </a:xfrm>
          <a:prstGeom prst="rect">
            <a:avLst/>
          </a:prstGeom>
          <a:noFill/>
          <a:ln>
            <a:noFill/>
          </a:ln>
          <a:effectLst/>
        </p:spPr>
        <p:txBody>
          <a:bodyPr anchor="ctr">
            <a:spAutoFit/>
          </a:bodyPr>
          <a:lstStyle/>
          <a:p>
            <a:pPr algn="just" eaLnBrk="1" hangingPunct="1">
              <a:defRPr/>
            </a:pPr>
            <a:r>
              <a:rPr lang="en-US" altLang="zh-CN" sz="2800" b="1" i="1" baseline="0" dirty="0">
                <a:effectLst>
                  <a:outerShdw blurRad="38100" dist="38100" dir="2700000" algn="tl">
                    <a:srgbClr val="C0C0C0"/>
                  </a:outerShdw>
                </a:effectLst>
                <a:ea typeface="宋体" pitchFamily="2" charset="-122"/>
              </a:rPr>
              <a:t> </a:t>
            </a:r>
            <a:r>
              <a:rPr lang="zh-CN" altLang="en-US" sz="2800" b="1" i="1" baseline="0" dirty="0">
                <a:effectLst>
                  <a:outerShdw blurRad="38100" dist="38100" dir="2700000" algn="tl">
                    <a:srgbClr val="C0C0C0"/>
                  </a:outerShdw>
                </a:effectLst>
                <a:ea typeface="宋体" pitchFamily="2" charset="-122"/>
              </a:rPr>
              <a:t>通过链路传输二进制数据可以采用并行模式或者串行模式。在并行模式中，每个时钟脉冲发送多少位。在串行模式中，每个时钟脉冲发送</a:t>
            </a:r>
            <a:r>
              <a:rPr lang="en-US" altLang="zh-CN" sz="2800" b="1" i="1" baseline="0" dirty="0">
                <a:effectLst>
                  <a:outerShdw blurRad="38100" dist="38100" dir="2700000" algn="tl">
                    <a:srgbClr val="C0C0C0"/>
                  </a:outerShdw>
                </a:effectLst>
                <a:ea typeface="宋体" pitchFamily="2" charset="-122"/>
              </a:rPr>
              <a:t>1</a:t>
            </a:r>
            <a:r>
              <a:rPr lang="zh-CN" altLang="en-US" sz="2800" b="1" i="1" baseline="0" dirty="0">
                <a:effectLst>
                  <a:outerShdw blurRad="38100" dist="38100" dir="2700000" algn="tl">
                    <a:srgbClr val="C0C0C0"/>
                  </a:outerShdw>
                </a:effectLst>
                <a:ea typeface="宋体" pitchFamily="2" charset="-122"/>
              </a:rPr>
              <a:t>位。并行传输只有一种方式，串行传输则分为三类：异步</a:t>
            </a:r>
            <a:r>
              <a:rPr lang="en-US" altLang="zh-CN" sz="2800" b="1" i="1" baseline="0" dirty="0">
                <a:effectLst>
                  <a:outerShdw blurRad="38100" dist="38100" dir="2700000" algn="tl">
                    <a:srgbClr val="C0C0C0"/>
                  </a:outerShdw>
                </a:effectLst>
                <a:ea typeface="宋体" pitchFamily="2" charset="-122"/>
              </a:rPr>
              <a:t>(asynchronous)</a:t>
            </a:r>
            <a:r>
              <a:rPr lang="zh-CN" altLang="en-US" sz="2800" b="1" i="1" baseline="0" dirty="0">
                <a:effectLst>
                  <a:outerShdw blurRad="38100" dist="38100" dir="2700000" algn="tl">
                    <a:srgbClr val="C0C0C0"/>
                  </a:outerShdw>
                </a:effectLst>
                <a:ea typeface="宋体" pitchFamily="2" charset="-122"/>
              </a:rPr>
              <a:t>、同步</a:t>
            </a:r>
            <a:r>
              <a:rPr lang="en-US" altLang="zh-CN" sz="2800" b="1" i="1" baseline="0" dirty="0">
                <a:effectLst>
                  <a:outerShdw blurRad="38100" dist="38100" dir="2700000" algn="tl">
                    <a:srgbClr val="C0C0C0"/>
                  </a:outerShdw>
                </a:effectLst>
                <a:ea typeface="宋体" pitchFamily="2" charset="-122"/>
              </a:rPr>
              <a:t>(synchronous)</a:t>
            </a:r>
            <a:r>
              <a:rPr lang="zh-CN" altLang="en-US" sz="2800" b="1" i="1" baseline="0" dirty="0">
                <a:effectLst>
                  <a:outerShdw blurRad="38100" dist="38100" dir="2700000" algn="tl">
                    <a:srgbClr val="C0C0C0"/>
                  </a:outerShdw>
                </a:effectLst>
                <a:ea typeface="宋体" pitchFamily="2" charset="-122"/>
              </a:rPr>
              <a:t>和等时</a:t>
            </a:r>
            <a:r>
              <a:rPr lang="en-US" altLang="zh-CN" sz="2800" b="1" i="1" baseline="0" dirty="0">
                <a:effectLst>
                  <a:outerShdw blurRad="38100" dist="38100" dir="2700000" algn="tl">
                    <a:srgbClr val="C0C0C0"/>
                  </a:outerShdw>
                </a:effectLst>
                <a:ea typeface="宋体" pitchFamily="2" charset="-122"/>
              </a:rPr>
              <a:t>(</a:t>
            </a:r>
            <a:r>
              <a:rPr lang="en-US" altLang="zh-CN" sz="2800" b="1" i="1" baseline="0" dirty="0" err="1">
                <a:effectLst>
                  <a:outerShdw blurRad="38100" dist="38100" dir="2700000" algn="tl">
                    <a:srgbClr val="C0C0C0"/>
                  </a:outerShdw>
                </a:effectLst>
                <a:ea typeface="宋体" pitchFamily="2" charset="-122"/>
              </a:rPr>
              <a:t>isynchronous</a:t>
            </a:r>
            <a:r>
              <a:rPr lang="en-US" altLang="zh-CN" sz="2800" b="1" i="1" baseline="0" dirty="0">
                <a:effectLst>
                  <a:outerShdw blurRad="38100" dist="38100" dir="2700000" algn="tl">
                    <a:srgbClr val="C0C0C0"/>
                  </a:outerShdw>
                </a:effectLst>
                <a:ea typeface="宋体" pitchFamily="2" charset="-122"/>
              </a:rPr>
              <a:t>).</a:t>
            </a:r>
          </a:p>
        </p:txBody>
      </p:sp>
      <p:sp>
        <p:nvSpPr>
          <p:cNvPr id="139271" name="Rectangle 6">
            <a:extLst>
              <a:ext uri="{FF2B5EF4-FFF2-40B4-BE49-F238E27FC236}">
                <a16:creationId xmlns:a16="http://schemas.microsoft.com/office/drawing/2014/main" id="{C395670F-E66D-D30D-08B8-9F3D8F43BFE3}"/>
              </a:ext>
            </a:extLst>
          </p:cNvPr>
          <p:cNvSpPr>
            <a:spLocks noChangeArrowheads="1"/>
          </p:cNvSpPr>
          <p:nvPr/>
        </p:nvSpPr>
        <p:spPr bwMode="auto">
          <a:xfrm>
            <a:off x="152400" y="5289550"/>
            <a:ext cx="6705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zh-CN" altLang="en-US" sz="2400" b="1" baseline="0">
                <a:solidFill>
                  <a:srgbClr val="0033CC"/>
                </a:solidFill>
                <a:ea typeface="宋体" panose="02010600030101010101" pitchFamily="2" charset="-122"/>
              </a:rPr>
              <a:t>并行传输（</a:t>
            </a:r>
            <a:r>
              <a:rPr lang="en-US" altLang="zh-CN" sz="2400" b="1" baseline="0">
                <a:solidFill>
                  <a:srgbClr val="0033CC"/>
                </a:solidFill>
                <a:ea typeface="宋体" panose="02010600030101010101" pitchFamily="2" charset="-122"/>
              </a:rPr>
              <a:t>Parallel Transmission</a:t>
            </a:r>
            <a:r>
              <a:rPr lang="zh-CN" altLang="en-US" sz="2400" b="1" baseline="0">
                <a:solidFill>
                  <a:srgbClr val="0033CC"/>
                </a:solidFill>
                <a:ea typeface="宋体" panose="02010600030101010101" pitchFamily="2" charset="-122"/>
              </a:rPr>
              <a:t>）</a:t>
            </a:r>
            <a:br>
              <a:rPr lang="fr-FR" altLang="zh-CN" sz="2400" b="1" baseline="0">
                <a:solidFill>
                  <a:srgbClr val="0033CC"/>
                </a:solidFill>
                <a:ea typeface="宋体" panose="02010600030101010101" pitchFamily="2" charset="-122"/>
              </a:rPr>
            </a:br>
            <a:r>
              <a:rPr lang="zh-CN" altLang="en-US" sz="2400" b="1" baseline="0">
                <a:solidFill>
                  <a:srgbClr val="0033CC"/>
                </a:solidFill>
                <a:ea typeface="宋体" panose="02010600030101010101" pitchFamily="2" charset="-122"/>
              </a:rPr>
              <a:t>串行传输（</a:t>
            </a:r>
            <a:r>
              <a:rPr lang="fr-FR" altLang="zh-CN" sz="2400" b="1" baseline="0">
                <a:solidFill>
                  <a:srgbClr val="0033CC"/>
                </a:solidFill>
                <a:ea typeface="宋体" panose="02010600030101010101" pitchFamily="2" charset="-122"/>
              </a:rPr>
              <a:t>Serial Transmission</a:t>
            </a:r>
            <a:r>
              <a:rPr lang="zh-CN" altLang="en-US" sz="2400" b="1" baseline="0">
                <a:solidFill>
                  <a:srgbClr val="0033CC"/>
                </a:solidFill>
                <a:ea typeface="宋体" panose="02010600030101010101" pitchFamily="2" charset="-122"/>
              </a:rPr>
              <a:t>）</a:t>
            </a:r>
            <a:endParaRPr lang="en-US" altLang="zh-CN" sz="2400" b="1" baseline="0">
              <a:solidFill>
                <a:srgbClr val="0033CC"/>
              </a:solidFill>
              <a:ea typeface="宋体" panose="02010600030101010101" pitchFamily="2" charset="-122"/>
            </a:endParaRPr>
          </a:p>
        </p:txBody>
      </p:sp>
      <p:sp>
        <p:nvSpPr>
          <p:cNvPr id="859143" name="Text Box 7">
            <a:extLst>
              <a:ext uri="{FF2B5EF4-FFF2-40B4-BE49-F238E27FC236}">
                <a16:creationId xmlns:a16="http://schemas.microsoft.com/office/drawing/2014/main" id="{2915D521-DA7E-45B5-BC3A-DC8A096D13AF}"/>
              </a:ext>
            </a:extLst>
          </p:cNvPr>
          <p:cNvSpPr txBox="1">
            <a:spLocks noChangeArrowheads="1"/>
          </p:cNvSpPr>
          <p:nvPr/>
        </p:nvSpPr>
        <p:spPr bwMode="auto">
          <a:xfrm>
            <a:off x="165100" y="4813300"/>
            <a:ext cx="4862513" cy="519113"/>
          </a:xfrm>
          <a:prstGeom prst="rect">
            <a:avLst/>
          </a:prstGeom>
          <a:noFill/>
          <a:ln>
            <a:noFill/>
          </a:ln>
          <a:effectLst/>
        </p:spPr>
        <p:txBody>
          <a:bodyPr wrap="none">
            <a:spAutoFit/>
          </a:bodyPr>
          <a:lstStyle/>
          <a:p>
            <a:pPr algn="ctr">
              <a:defRPr/>
            </a:pPr>
            <a:r>
              <a:rPr lang="en-US" altLang="zh-CN" sz="2800" b="1" i="1" u="sng" baseline="0">
                <a:solidFill>
                  <a:schemeClr val="hlink"/>
                </a:solidFill>
                <a:effectLst>
                  <a:outerShdw blurRad="38100" dist="38100" dir="2700000" algn="tl">
                    <a:srgbClr val="C0C0C0"/>
                  </a:outerShdw>
                </a:effectLst>
                <a:ea typeface="宋体" pitchFamily="2" charset="-122"/>
              </a:rPr>
              <a:t>Topics discussed in this section: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灯片编号占位符 1">
            <a:extLst>
              <a:ext uri="{FF2B5EF4-FFF2-40B4-BE49-F238E27FC236}">
                <a16:creationId xmlns:a16="http://schemas.microsoft.com/office/drawing/2014/main" id="{EE2700D2-DA64-2CAC-A5CA-FF12242F20D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9CD4048-1CE9-4A09-B778-EDA4B6F23C86}" type="slidenum">
              <a:rPr lang="en-US" altLang="zh-CN" baseline="0">
                <a:solidFill>
                  <a:schemeClr val="bg2"/>
                </a:solidFill>
                <a:latin typeface="Arial" panose="020B0604020202020204" pitchFamily="34" charset="0"/>
              </a:rPr>
              <a:pPr/>
              <a:t>75</a:t>
            </a:fld>
            <a:endParaRPr lang="en-US" altLang="zh-CN" baseline="0">
              <a:solidFill>
                <a:schemeClr val="bg2"/>
              </a:solidFill>
              <a:latin typeface="Arial" panose="020B0604020202020204" pitchFamily="34" charset="0"/>
            </a:endParaRPr>
          </a:p>
        </p:txBody>
      </p:sp>
      <p:sp>
        <p:nvSpPr>
          <p:cNvPr id="141315" name="Line 2">
            <a:extLst>
              <a:ext uri="{FF2B5EF4-FFF2-40B4-BE49-F238E27FC236}">
                <a16:creationId xmlns:a16="http://schemas.microsoft.com/office/drawing/2014/main" id="{E8450322-1BF6-7592-3B40-1C762C2AE8A3}"/>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16" name="Line 3">
            <a:extLst>
              <a:ext uri="{FF2B5EF4-FFF2-40B4-BE49-F238E27FC236}">
                <a16:creationId xmlns:a16="http://schemas.microsoft.com/office/drawing/2014/main" id="{AC5566D8-CFF6-1755-8A6C-5FC2AA6D3A7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17" name="Text Box 4">
            <a:extLst>
              <a:ext uri="{FF2B5EF4-FFF2-40B4-BE49-F238E27FC236}">
                <a16:creationId xmlns:a16="http://schemas.microsoft.com/office/drawing/2014/main" id="{298A1507-63CD-468F-DF7F-A8105A322D9B}"/>
              </a:ext>
            </a:extLst>
          </p:cNvPr>
          <p:cNvSpPr txBox="1">
            <a:spLocks noChangeArrowheads="1"/>
          </p:cNvSpPr>
          <p:nvPr/>
        </p:nvSpPr>
        <p:spPr bwMode="auto">
          <a:xfrm>
            <a:off x="304800" y="762000"/>
            <a:ext cx="4900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4.31  </a:t>
            </a:r>
            <a:r>
              <a:rPr lang="en-US" altLang="zh-CN" b="1" i="1" baseline="0">
                <a:ea typeface="宋体" panose="02010600030101010101" pitchFamily="2" charset="-122"/>
              </a:rPr>
              <a:t>Data transmission and modes</a:t>
            </a:r>
          </a:p>
        </p:txBody>
      </p:sp>
      <p:sp>
        <p:nvSpPr>
          <p:cNvPr id="141318" name="Line 5">
            <a:extLst>
              <a:ext uri="{FF2B5EF4-FFF2-40B4-BE49-F238E27FC236}">
                <a16:creationId xmlns:a16="http://schemas.microsoft.com/office/drawing/2014/main" id="{97889196-3673-34F5-A414-FB6DD0BA228B}"/>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1319" name="Picture 6">
            <a:extLst>
              <a:ext uri="{FF2B5EF4-FFF2-40B4-BE49-F238E27FC236}">
                <a16:creationId xmlns:a16="http://schemas.microsoft.com/office/drawing/2014/main" id="{9D780FCE-C4AA-AA34-A34C-283CE579F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2044700"/>
            <a:ext cx="841057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灯片编号占位符 1">
            <a:extLst>
              <a:ext uri="{FF2B5EF4-FFF2-40B4-BE49-F238E27FC236}">
                <a16:creationId xmlns:a16="http://schemas.microsoft.com/office/drawing/2014/main" id="{BE874B4B-4D48-10E4-FEDF-29DB3C046C2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302E3C61-218F-4B54-8D33-4798DE832D16}" type="slidenum">
              <a:rPr lang="en-US" altLang="zh-CN" baseline="0">
                <a:solidFill>
                  <a:schemeClr val="bg2"/>
                </a:solidFill>
                <a:latin typeface="Arial" panose="020B0604020202020204" pitchFamily="34" charset="0"/>
              </a:rPr>
              <a:pPr/>
              <a:t>76</a:t>
            </a:fld>
            <a:endParaRPr lang="en-US" altLang="zh-CN" baseline="0">
              <a:solidFill>
                <a:schemeClr val="bg2"/>
              </a:solidFill>
              <a:latin typeface="Arial" panose="020B0604020202020204" pitchFamily="34" charset="0"/>
            </a:endParaRPr>
          </a:p>
        </p:txBody>
      </p:sp>
      <p:sp>
        <p:nvSpPr>
          <p:cNvPr id="143363" name="Line 2">
            <a:extLst>
              <a:ext uri="{FF2B5EF4-FFF2-40B4-BE49-F238E27FC236}">
                <a16:creationId xmlns:a16="http://schemas.microsoft.com/office/drawing/2014/main" id="{E3888BC7-B091-3D12-009A-001537CAEE9E}"/>
              </a:ext>
            </a:extLst>
          </p:cNvPr>
          <p:cNvSpPr>
            <a:spLocks noChangeShapeType="1"/>
          </p:cNvSpPr>
          <p:nvPr/>
        </p:nvSpPr>
        <p:spPr bwMode="auto">
          <a:xfrm>
            <a:off x="152400" y="13716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364" name="Line 3">
            <a:extLst>
              <a:ext uri="{FF2B5EF4-FFF2-40B4-BE49-F238E27FC236}">
                <a16:creationId xmlns:a16="http://schemas.microsoft.com/office/drawing/2014/main" id="{7AB6E9AA-9AAE-C15A-EF48-A40540496A8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3365" name="Text Box 4">
            <a:extLst>
              <a:ext uri="{FF2B5EF4-FFF2-40B4-BE49-F238E27FC236}">
                <a16:creationId xmlns:a16="http://schemas.microsoft.com/office/drawing/2014/main" id="{EF938D27-4DB2-A4C2-5A74-480DE93E901B}"/>
              </a:ext>
            </a:extLst>
          </p:cNvPr>
          <p:cNvSpPr txBox="1">
            <a:spLocks noChangeArrowheads="1"/>
          </p:cNvSpPr>
          <p:nvPr/>
        </p:nvSpPr>
        <p:spPr bwMode="auto">
          <a:xfrm>
            <a:off x="2895600" y="6269038"/>
            <a:ext cx="403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4.32  </a:t>
            </a:r>
            <a:r>
              <a:rPr lang="en-US" altLang="zh-CN" b="1" i="1" baseline="0">
                <a:ea typeface="宋体" panose="02010600030101010101" pitchFamily="2" charset="-122"/>
              </a:rPr>
              <a:t>Parallel transmission</a:t>
            </a:r>
          </a:p>
        </p:txBody>
      </p:sp>
      <p:sp>
        <p:nvSpPr>
          <p:cNvPr id="143366" name="Line 5">
            <a:extLst>
              <a:ext uri="{FF2B5EF4-FFF2-40B4-BE49-F238E27FC236}">
                <a16:creationId xmlns:a16="http://schemas.microsoft.com/office/drawing/2014/main" id="{539B1298-FA30-9306-AAB2-9F891C5CD99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3367" name="Picture 6">
            <a:extLst>
              <a:ext uri="{FF2B5EF4-FFF2-40B4-BE49-F238E27FC236}">
                <a16:creationId xmlns:a16="http://schemas.microsoft.com/office/drawing/2014/main" id="{5687F1EC-40E4-F4D4-D132-DCD120EEE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888" y="1982788"/>
            <a:ext cx="5878512" cy="342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8" name="标题 1">
            <a:extLst>
              <a:ext uri="{FF2B5EF4-FFF2-40B4-BE49-F238E27FC236}">
                <a16:creationId xmlns:a16="http://schemas.microsoft.com/office/drawing/2014/main" id="{C009CC25-FE91-EC23-9579-A709F771943A}"/>
              </a:ext>
            </a:extLst>
          </p:cNvPr>
          <p:cNvSpPr txBox="1">
            <a:spLocks/>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a:solidFill>
                  <a:schemeClr val="tx2"/>
                </a:solidFill>
                <a:latin typeface="Tahoma" panose="020B0604030504040204" pitchFamily="34" charset="0"/>
                <a:ea typeface="宋体" panose="02010600030101010101" pitchFamily="2" charset="-122"/>
              </a:rPr>
              <a:t>并行传输</a:t>
            </a:r>
            <a:r>
              <a:rPr lang="en-US" altLang="zh-CN" sz="4400">
                <a:solidFill>
                  <a:schemeClr val="tx2"/>
                </a:solidFill>
                <a:latin typeface="Tahoma" panose="020B0604030504040204" pitchFamily="34" charset="0"/>
                <a:ea typeface="宋体" panose="02010600030101010101" pitchFamily="2" charset="-122"/>
              </a:rPr>
              <a:t>(parallel</a:t>
            </a:r>
            <a:r>
              <a:rPr lang="en-US" altLang="zh-CN" sz="4400" baseline="0">
                <a:solidFill>
                  <a:schemeClr val="tx2"/>
                </a:solidFill>
                <a:latin typeface="Tahoma" panose="020B0604030504040204" pitchFamily="34" charset="0"/>
                <a:ea typeface="宋体" panose="02010600030101010101" pitchFamily="2" charset="-122"/>
              </a:rPr>
              <a:t> </a:t>
            </a:r>
            <a:r>
              <a:rPr lang="en-US" altLang="zh-CN" sz="4400">
                <a:solidFill>
                  <a:schemeClr val="tx2"/>
                </a:solidFill>
                <a:latin typeface="Tahoma" panose="020B0604030504040204" pitchFamily="34" charset="0"/>
                <a:ea typeface="宋体" panose="02010600030101010101" pitchFamily="2" charset="-122"/>
              </a:rPr>
              <a:t>transmission)</a:t>
            </a:r>
            <a:endParaRPr lang="zh-CN" altLang="en-US" sz="4400">
              <a:solidFill>
                <a:schemeClr val="tx2"/>
              </a:solidFill>
              <a:latin typeface="Tahoma" panose="020B0604030504040204" pitchFamily="34" charset="0"/>
              <a:ea typeface="宋体" panose="02010600030101010101" pitchFamily="2" charset="-122"/>
            </a:endParaRPr>
          </a:p>
        </p:txBody>
      </p:sp>
      <p:sp>
        <p:nvSpPr>
          <p:cNvPr id="10" name="Rectangle 11">
            <a:extLst>
              <a:ext uri="{FF2B5EF4-FFF2-40B4-BE49-F238E27FC236}">
                <a16:creationId xmlns:a16="http://schemas.microsoft.com/office/drawing/2014/main" id="{8B26FA26-2872-0196-3FE1-F3EFDF7DC59D}"/>
              </a:ext>
            </a:extLst>
          </p:cNvPr>
          <p:cNvSpPr>
            <a:spLocks noChangeArrowheads="1"/>
          </p:cNvSpPr>
          <p:nvPr/>
        </p:nvSpPr>
        <p:spPr bwMode="auto">
          <a:xfrm>
            <a:off x="1333500" y="3429000"/>
            <a:ext cx="68199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每次使用</a:t>
            </a:r>
            <a:r>
              <a:rPr lang="en-US" altLang="zh-CN" sz="3200" b="1" baseline="0">
                <a:latin typeface="Arial" panose="020B0604020202020204" pitchFamily="34" charset="0"/>
                <a:ea typeface="宋体" panose="02010600030101010101" pitchFamily="2" charset="-122"/>
              </a:rPr>
              <a:t>n</a:t>
            </a:r>
            <a:r>
              <a:rPr lang="zh-CN" altLang="en-US" sz="3200" b="1" baseline="0">
                <a:latin typeface="Arial" panose="020B0604020202020204" pitchFamily="34" charset="0"/>
                <a:ea typeface="宋体" panose="02010600030101010101" pitchFamily="2" charset="-122"/>
              </a:rPr>
              <a:t>条线路传送</a:t>
            </a:r>
            <a:r>
              <a:rPr lang="en-US" altLang="zh-CN" sz="3200" b="1" baseline="0">
                <a:latin typeface="Arial" panose="020B0604020202020204" pitchFamily="34" charset="0"/>
                <a:ea typeface="宋体" panose="02010600030101010101" pitchFamily="2" charset="-122"/>
              </a:rPr>
              <a:t>n</a:t>
            </a:r>
            <a:r>
              <a:rPr lang="zh-CN" altLang="en-US" sz="3200" b="1" baseline="0">
                <a:latin typeface="Arial" panose="020B0604020202020204" pitchFamily="34" charset="0"/>
                <a:ea typeface="宋体" panose="02010600030101010101" pitchFamily="2" charset="-122"/>
              </a:rPr>
              <a:t>位</a:t>
            </a:r>
            <a:endParaRPr lang="en-US" altLang="zh-CN" sz="3200" b="1" baseline="0">
              <a:latin typeface="Arial" panose="020B0604020202020204" pitchFamily="34" charset="0"/>
              <a:ea typeface="宋体" panose="02010600030101010101" pitchFamily="2" charset="-122"/>
            </a:endParaRPr>
          </a:p>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并行传输的优点是速度</a:t>
            </a:r>
            <a:endParaRPr lang="en-US" altLang="zh-CN" sz="3200" b="1" baseline="0">
              <a:latin typeface="Arial" panose="020B0604020202020204" pitchFamily="34" charset="0"/>
              <a:ea typeface="宋体" panose="02010600030101010101" pitchFamily="2" charset="-122"/>
            </a:endParaRPr>
          </a:p>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缺点是成本高，需要</a:t>
            </a:r>
            <a:r>
              <a:rPr lang="en-US" altLang="zh-CN" sz="3200" b="1" baseline="0">
                <a:latin typeface="Arial" panose="020B0604020202020204" pitchFamily="34" charset="0"/>
                <a:ea typeface="宋体" panose="02010600030101010101" pitchFamily="2" charset="-122"/>
              </a:rPr>
              <a:t>n</a:t>
            </a:r>
            <a:r>
              <a:rPr lang="zh-CN" altLang="en-US" sz="3200" b="1" baseline="0">
                <a:latin typeface="Arial" panose="020B0604020202020204" pitchFamily="34" charset="0"/>
                <a:ea typeface="宋体" panose="02010600030101010101" pitchFamily="2" charset="-122"/>
              </a:rPr>
              <a:t>条线路</a:t>
            </a:r>
            <a:endParaRPr lang="en-US" altLang="zh-CN" sz="3200" b="1" baseline="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灯片编号占位符 1">
            <a:extLst>
              <a:ext uri="{FF2B5EF4-FFF2-40B4-BE49-F238E27FC236}">
                <a16:creationId xmlns:a16="http://schemas.microsoft.com/office/drawing/2014/main" id="{B14A8DE2-9B25-EF2B-1976-EC7AFF8264F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97CB0058-3567-4081-AF27-49129AFF70B1}" type="slidenum">
              <a:rPr lang="en-US" altLang="zh-CN" baseline="0">
                <a:solidFill>
                  <a:schemeClr val="bg2"/>
                </a:solidFill>
                <a:latin typeface="Arial" panose="020B0604020202020204" pitchFamily="34" charset="0"/>
              </a:rPr>
              <a:pPr/>
              <a:t>77</a:t>
            </a:fld>
            <a:endParaRPr lang="en-US" altLang="zh-CN" baseline="0">
              <a:solidFill>
                <a:schemeClr val="bg2"/>
              </a:solidFill>
              <a:latin typeface="Arial" panose="020B0604020202020204" pitchFamily="34" charset="0"/>
            </a:endParaRPr>
          </a:p>
        </p:txBody>
      </p:sp>
      <p:sp>
        <p:nvSpPr>
          <p:cNvPr id="145411" name="Line 2">
            <a:extLst>
              <a:ext uri="{FF2B5EF4-FFF2-40B4-BE49-F238E27FC236}">
                <a16:creationId xmlns:a16="http://schemas.microsoft.com/office/drawing/2014/main" id="{F0990627-94B0-5D31-AB43-3D4E8CFB51F0}"/>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412" name="Line 3">
            <a:extLst>
              <a:ext uri="{FF2B5EF4-FFF2-40B4-BE49-F238E27FC236}">
                <a16:creationId xmlns:a16="http://schemas.microsoft.com/office/drawing/2014/main" id="{2355519D-921D-0B30-81D7-146190123739}"/>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5413" name="Text Box 4">
            <a:extLst>
              <a:ext uri="{FF2B5EF4-FFF2-40B4-BE49-F238E27FC236}">
                <a16:creationId xmlns:a16="http://schemas.microsoft.com/office/drawing/2014/main" id="{2B16518C-2598-6553-B247-4D6ACE09EDB8}"/>
              </a:ext>
            </a:extLst>
          </p:cNvPr>
          <p:cNvSpPr txBox="1">
            <a:spLocks noChangeArrowheads="1"/>
          </p:cNvSpPr>
          <p:nvPr/>
        </p:nvSpPr>
        <p:spPr bwMode="auto">
          <a:xfrm>
            <a:off x="304800" y="762000"/>
            <a:ext cx="38274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4.33  </a:t>
            </a:r>
            <a:r>
              <a:rPr lang="en-US" altLang="zh-CN" b="1" i="1" baseline="0">
                <a:ea typeface="宋体" panose="02010600030101010101" pitchFamily="2" charset="-122"/>
              </a:rPr>
              <a:t>Serial transmission</a:t>
            </a:r>
          </a:p>
        </p:txBody>
      </p:sp>
      <p:sp>
        <p:nvSpPr>
          <p:cNvPr id="145414" name="Line 5">
            <a:extLst>
              <a:ext uri="{FF2B5EF4-FFF2-40B4-BE49-F238E27FC236}">
                <a16:creationId xmlns:a16="http://schemas.microsoft.com/office/drawing/2014/main" id="{8DFDC457-E51E-744F-ACC8-9F49F16C52F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45415" name="Picture 6">
            <a:extLst>
              <a:ext uri="{FF2B5EF4-FFF2-40B4-BE49-F238E27FC236}">
                <a16:creationId xmlns:a16="http://schemas.microsoft.com/office/drawing/2014/main" id="{07DFBF3C-9FA2-D1BE-106B-5B62AC4D78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81200"/>
            <a:ext cx="6608763"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1">
            <a:extLst>
              <a:ext uri="{FF2B5EF4-FFF2-40B4-BE49-F238E27FC236}">
                <a16:creationId xmlns:a16="http://schemas.microsoft.com/office/drawing/2014/main" id="{2BDA2AB8-96E3-CB5D-2763-1B5768BFFCD5}"/>
              </a:ext>
            </a:extLst>
          </p:cNvPr>
          <p:cNvSpPr>
            <a:spLocks noChangeArrowheads="1"/>
          </p:cNvSpPr>
          <p:nvPr/>
        </p:nvSpPr>
        <p:spPr bwMode="auto">
          <a:xfrm>
            <a:off x="895350" y="3459163"/>
            <a:ext cx="7277100" cy="2062162"/>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位是一个一个依次传输的</a:t>
            </a:r>
            <a:endParaRPr lang="en-US" altLang="zh-CN" sz="3200" b="1" baseline="0">
              <a:latin typeface="Arial" panose="020B0604020202020204" pitchFamily="34" charset="0"/>
              <a:ea typeface="宋体" panose="02010600030101010101" pitchFamily="2" charset="-122"/>
            </a:endParaRPr>
          </a:p>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两个通信设备之间只需要一条通道</a:t>
            </a:r>
            <a:endParaRPr lang="en-US" altLang="zh-CN" sz="3200" b="1" baseline="0">
              <a:latin typeface="Arial" panose="020B0604020202020204" pitchFamily="34" charset="0"/>
              <a:ea typeface="宋体" panose="02010600030101010101" pitchFamily="2" charset="-122"/>
            </a:endParaRPr>
          </a:p>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串行传输的优点是只要一条通信信道，成本只有并行的</a:t>
            </a:r>
            <a:r>
              <a:rPr lang="en-US" altLang="zh-CN" sz="3200" b="1" baseline="0">
                <a:latin typeface="Arial" panose="020B0604020202020204" pitchFamily="34" charset="0"/>
                <a:ea typeface="宋体" panose="02010600030101010101" pitchFamily="2" charset="-122"/>
              </a:rPr>
              <a:t>1/n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灯片编号占位符 1">
            <a:extLst>
              <a:ext uri="{FF2B5EF4-FFF2-40B4-BE49-F238E27FC236}">
                <a16:creationId xmlns:a16="http://schemas.microsoft.com/office/drawing/2014/main" id="{C4829DD2-F377-D06F-E74B-9F4FD203280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8DB57235-0D2A-4F71-A789-FADE757FD765}" type="slidenum">
              <a:rPr lang="en-US" altLang="zh-CN" baseline="0">
                <a:solidFill>
                  <a:schemeClr val="bg2"/>
                </a:solidFill>
                <a:latin typeface="Arial" panose="020B0604020202020204" pitchFamily="34" charset="0"/>
              </a:rPr>
              <a:pPr/>
              <a:t>78</a:t>
            </a:fld>
            <a:endParaRPr lang="en-US" altLang="zh-CN" baseline="0">
              <a:solidFill>
                <a:schemeClr val="bg2"/>
              </a:solidFill>
              <a:latin typeface="Arial" panose="020B0604020202020204" pitchFamily="34" charset="0"/>
            </a:endParaRPr>
          </a:p>
        </p:txBody>
      </p:sp>
      <p:sp>
        <p:nvSpPr>
          <p:cNvPr id="147459" name="Rectangle 2">
            <a:extLst>
              <a:ext uri="{FF2B5EF4-FFF2-40B4-BE49-F238E27FC236}">
                <a16:creationId xmlns:a16="http://schemas.microsoft.com/office/drawing/2014/main" id="{7A59B93D-2B8D-2935-EA6B-B02B56473454}"/>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0" name="Rectangle 3">
            <a:extLst>
              <a:ext uri="{FF2B5EF4-FFF2-40B4-BE49-F238E27FC236}">
                <a16:creationId xmlns:a16="http://schemas.microsoft.com/office/drawing/2014/main" id="{9D1DC87E-DDCE-4050-6F38-C97412EC009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1" name="Rectangle 4">
            <a:extLst>
              <a:ext uri="{FF2B5EF4-FFF2-40B4-BE49-F238E27FC236}">
                <a16:creationId xmlns:a16="http://schemas.microsoft.com/office/drawing/2014/main" id="{5386863D-CC3A-A866-F400-16427D101AD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2" name="Rectangle 5">
            <a:extLst>
              <a:ext uri="{FF2B5EF4-FFF2-40B4-BE49-F238E27FC236}">
                <a16:creationId xmlns:a16="http://schemas.microsoft.com/office/drawing/2014/main" id="{042B9F41-4783-4DDE-9707-A00E7360AB4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3" name="Rectangle 6">
            <a:extLst>
              <a:ext uri="{FF2B5EF4-FFF2-40B4-BE49-F238E27FC236}">
                <a16:creationId xmlns:a16="http://schemas.microsoft.com/office/drawing/2014/main" id="{F2D44BD7-18D9-3B1F-23F3-99DF5562F0D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4" name="Rectangle 7">
            <a:extLst>
              <a:ext uri="{FF2B5EF4-FFF2-40B4-BE49-F238E27FC236}">
                <a16:creationId xmlns:a16="http://schemas.microsoft.com/office/drawing/2014/main" id="{84C79CE2-0269-3061-8FEB-9F6E1C60C3B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5" name="Rectangle 8">
            <a:extLst>
              <a:ext uri="{FF2B5EF4-FFF2-40B4-BE49-F238E27FC236}">
                <a16:creationId xmlns:a16="http://schemas.microsoft.com/office/drawing/2014/main" id="{39297F43-47BE-5254-C2AE-DBB65F138B6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7466" name="Line 9">
            <a:extLst>
              <a:ext uri="{FF2B5EF4-FFF2-40B4-BE49-F238E27FC236}">
                <a16:creationId xmlns:a16="http://schemas.microsoft.com/office/drawing/2014/main" id="{DE220E30-E6A5-9E06-BE9F-E5633F104B98}"/>
              </a:ext>
            </a:extLst>
          </p:cNvPr>
          <p:cNvSpPr>
            <a:spLocks noChangeShapeType="1"/>
          </p:cNvSpPr>
          <p:nvPr/>
        </p:nvSpPr>
        <p:spPr bwMode="auto">
          <a:xfrm>
            <a:off x="457200" y="4495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467" name="Line 10">
            <a:extLst>
              <a:ext uri="{FF2B5EF4-FFF2-40B4-BE49-F238E27FC236}">
                <a16:creationId xmlns:a16="http://schemas.microsoft.com/office/drawing/2014/main" id="{C00CC190-5795-54A8-8971-3A2FCA8274D1}"/>
              </a:ext>
            </a:extLst>
          </p:cNvPr>
          <p:cNvSpPr>
            <a:spLocks noChangeShapeType="1"/>
          </p:cNvSpPr>
          <p:nvPr/>
        </p:nvSpPr>
        <p:spPr bwMode="auto">
          <a:xfrm>
            <a:off x="442913" y="632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7468" name="Rectangle 11">
            <a:extLst>
              <a:ext uri="{FF2B5EF4-FFF2-40B4-BE49-F238E27FC236}">
                <a16:creationId xmlns:a16="http://schemas.microsoft.com/office/drawing/2014/main" id="{D0983B6E-EFCD-2194-F870-ADDD5AFF8E2F}"/>
              </a:ext>
            </a:extLst>
          </p:cNvPr>
          <p:cNvSpPr>
            <a:spLocks noChangeArrowheads="1"/>
          </p:cNvSpPr>
          <p:nvPr/>
        </p:nvSpPr>
        <p:spPr bwMode="auto">
          <a:xfrm>
            <a:off x="495300" y="45878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在异步传输过程中，需要在每个字节开始时发送</a:t>
            </a:r>
            <a:r>
              <a:rPr lang="en-US" altLang="zh-CN" sz="3200" b="1" baseline="0">
                <a:latin typeface="Arial" panose="020B0604020202020204" pitchFamily="34" charset="0"/>
                <a:ea typeface="宋体" panose="02010600030101010101" pitchFamily="2" charset="-122"/>
              </a:rPr>
              <a:t>1</a:t>
            </a:r>
            <a:r>
              <a:rPr lang="zh-CN" altLang="en-US" sz="3200" b="1" baseline="0">
                <a:latin typeface="Arial" panose="020B0604020202020204" pitchFamily="34" charset="0"/>
                <a:ea typeface="宋体" panose="02010600030101010101" pitchFamily="2" charset="-122"/>
              </a:rPr>
              <a:t>个起始位，结束时发送</a:t>
            </a:r>
            <a:r>
              <a:rPr lang="en-US" altLang="zh-CN" sz="3200" b="1" baseline="0">
                <a:latin typeface="Arial" panose="020B0604020202020204" pitchFamily="34" charset="0"/>
                <a:ea typeface="宋体" panose="02010600030101010101" pitchFamily="2" charset="-122"/>
              </a:rPr>
              <a:t>1</a:t>
            </a:r>
            <a:r>
              <a:rPr lang="zh-CN" altLang="en-US" sz="3200" b="1" baseline="0">
                <a:latin typeface="Arial" panose="020B0604020202020204" pitchFamily="34" charset="0"/>
                <a:ea typeface="宋体" panose="02010600030101010101" pitchFamily="2" charset="-122"/>
              </a:rPr>
              <a:t>个或者多个停止位。在每个字节之间会有一个时间间隔。</a:t>
            </a:r>
            <a:endParaRPr lang="en-US" altLang="zh-CN" sz="3200" b="1" baseline="0">
              <a:latin typeface="Arial" panose="020B0604020202020204" pitchFamily="34" charset="0"/>
              <a:ea typeface="宋体" panose="02010600030101010101" pitchFamily="2" charset="-122"/>
            </a:endParaRPr>
          </a:p>
        </p:txBody>
      </p:sp>
      <p:grpSp>
        <p:nvGrpSpPr>
          <p:cNvPr id="147469" name="Group 12">
            <a:extLst>
              <a:ext uri="{FF2B5EF4-FFF2-40B4-BE49-F238E27FC236}">
                <a16:creationId xmlns:a16="http://schemas.microsoft.com/office/drawing/2014/main" id="{C41E1545-D362-E979-6FC8-7A3BD5F68383}"/>
              </a:ext>
            </a:extLst>
          </p:cNvPr>
          <p:cNvGrpSpPr>
            <a:grpSpLocks/>
          </p:cNvGrpSpPr>
          <p:nvPr/>
        </p:nvGrpSpPr>
        <p:grpSpPr bwMode="auto">
          <a:xfrm>
            <a:off x="457200" y="3810000"/>
            <a:ext cx="1143000" cy="566738"/>
            <a:chOff x="1200" y="1248"/>
            <a:chExt cx="720" cy="357"/>
          </a:xfrm>
        </p:grpSpPr>
        <p:pic>
          <p:nvPicPr>
            <p:cNvPr id="147472" name="Picture 13">
              <a:extLst>
                <a:ext uri="{FF2B5EF4-FFF2-40B4-BE49-F238E27FC236}">
                  <a16:creationId xmlns:a16="http://schemas.microsoft.com/office/drawing/2014/main" id="{073A7B49-4708-84E8-2204-4D12DBCEB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73" name="Text Box 14">
              <a:extLst>
                <a:ext uri="{FF2B5EF4-FFF2-40B4-BE49-F238E27FC236}">
                  <a16:creationId xmlns:a16="http://schemas.microsoft.com/office/drawing/2014/main" id="{8BA818D6-5C3B-32FC-AAE4-78E642B81927}"/>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147470" name="圆角矩形 1">
            <a:extLst>
              <a:ext uri="{FF2B5EF4-FFF2-40B4-BE49-F238E27FC236}">
                <a16:creationId xmlns:a16="http://schemas.microsoft.com/office/drawing/2014/main" id="{F3C119F1-45BF-D5E2-596D-2B2552CF77AE}"/>
              </a:ext>
            </a:extLst>
          </p:cNvPr>
          <p:cNvSpPr>
            <a:spLocks noChangeArrowheads="1"/>
          </p:cNvSpPr>
          <p:nvPr/>
        </p:nvSpPr>
        <p:spPr bwMode="auto">
          <a:xfrm>
            <a:off x="1095375" y="588963"/>
            <a:ext cx="1851025" cy="687387"/>
          </a:xfrm>
          <a:prstGeom prst="roundRect">
            <a:avLst>
              <a:gd name="adj" fmla="val 16667"/>
            </a:avLst>
          </a:prstGeom>
          <a:solidFill>
            <a:schemeClr val="accent1"/>
          </a:solidFill>
          <a:ln w="9525" algn="ctr">
            <a:solidFill>
              <a:schemeClr val="tx1"/>
            </a:solidFill>
            <a:round/>
            <a:headEnd/>
            <a:tailEnd/>
          </a:ln>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b="1">
                <a:ea typeface="宋体" panose="02010600030101010101" pitchFamily="2" charset="-122"/>
              </a:rPr>
              <a:t>异步传输</a:t>
            </a:r>
          </a:p>
        </p:txBody>
      </p:sp>
      <p:sp>
        <p:nvSpPr>
          <p:cNvPr id="147471" name="Rectangle 9">
            <a:extLst>
              <a:ext uri="{FF2B5EF4-FFF2-40B4-BE49-F238E27FC236}">
                <a16:creationId xmlns:a16="http://schemas.microsoft.com/office/drawing/2014/main" id="{FDF06E6C-FDF3-E077-DC24-3D495F9C9477}"/>
              </a:ext>
            </a:extLst>
          </p:cNvPr>
          <p:cNvSpPr>
            <a:spLocks noChangeArrowheads="1"/>
          </p:cNvSpPr>
          <p:nvPr/>
        </p:nvSpPr>
        <p:spPr bwMode="auto">
          <a:xfrm>
            <a:off x="320675" y="1389063"/>
            <a:ext cx="868680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just">
              <a:buClr>
                <a:srgbClr val="FF0000"/>
              </a:buClr>
              <a:buFont typeface="Wingdings" panose="05000000000000000000" pitchFamily="2" charset="2"/>
              <a:buChar char="l"/>
            </a:pPr>
            <a:r>
              <a:rPr lang="zh-CN" altLang="en-US" sz="2800" b="1" i="1" baseline="0">
                <a:ea typeface="宋体" panose="02010600030101010101" pitchFamily="2" charset="-122"/>
              </a:rPr>
              <a:t>在传输中信号的时序并不重要，信息的接收和转换通过约定的模式进行。</a:t>
            </a:r>
            <a:endParaRPr lang="en-US" altLang="zh-CN" sz="2800" b="1" i="1" baseline="0">
              <a:ea typeface="宋体" panose="02010600030101010101" pitchFamily="2" charset="-122"/>
            </a:endParaRPr>
          </a:p>
          <a:p>
            <a:pPr algn="just">
              <a:buClr>
                <a:srgbClr val="FF0000"/>
              </a:buClr>
              <a:buFont typeface="Wingdings" panose="05000000000000000000" pitchFamily="2" charset="2"/>
              <a:buChar char="l"/>
            </a:pPr>
            <a:r>
              <a:rPr lang="zh-CN" altLang="en-US" sz="2800" b="1" i="1" baseline="0">
                <a:ea typeface="宋体" panose="02010600030101010101" pitchFamily="2" charset="-122"/>
              </a:rPr>
              <a:t>约定模式基于将位流组成字节的方式建立，作为一个单位沿着链路传输。</a:t>
            </a:r>
            <a:endParaRPr lang="en-US" altLang="zh-CN" sz="2800" b="1" i="1" baseline="0">
              <a:ea typeface="宋体" panose="02010600030101010101" pitchFamily="2" charset="-122"/>
            </a:endParaRPr>
          </a:p>
          <a:p>
            <a:pPr algn="just">
              <a:buClr>
                <a:srgbClr val="FF0000"/>
              </a:buClr>
              <a:buFont typeface="Wingdings" panose="05000000000000000000" pitchFamily="2" charset="2"/>
              <a:buChar char="l"/>
            </a:pPr>
            <a:r>
              <a:rPr lang="zh-CN" altLang="en-US" sz="2800" b="1" i="1" baseline="0">
                <a:ea typeface="宋体" panose="02010600030101010101" pitchFamily="2" charset="-122"/>
              </a:rPr>
              <a:t>没有同步时钟，增加起始位和停止位</a:t>
            </a:r>
            <a:endParaRPr lang="en-US" altLang="zh-CN" sz="2800" b="1" i="1" baseline="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灯片编号占位符 1">
            <a:extLst>
              <a:ext uri="{FF2B5EF4-FFF2-40B4-BE49-F238E27FC236}">
                <a16:creationId xmlns:a16="http://schemas.microsoft.com/office/drawing/2014/main" id="{4BF4916D-EBD1-6367-579F-0798697AEFF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59F1E9E0-3F1A-4309-BA29-410A1A4C3BB6}" type="slidenum">
              <a:rPr lang="en-US" altLang="zh-CN" baseline="0">
                <a:solidFill>
                  <a:schemeClr val="bg2"/>
                </a:solidFill>
                <a:latin typeface="Arial" panose="020B0604020202020204" pitchFamily="34" charset="0"/>
              </a:rPr>
              <a:pPr/>
              <a:t>79</a:t>
            </a:fld>
            <a:endParaRPr lang="en-US" altLang="zh-CN" baseline="0">
              <a:solidFill>
                <a:schemeClr val="bg2"/>
              </a:solidFill>
              <a:latin typeface="Arial" panose="020B0604020202020204" pitchFamily="34" charset="0"/>
            </a:endParaRPr>
          </a:p>
        </p:txBody>
      </p:sp>
      <p:sp>
        <p:nvSpPr>
          <p:cNvPr id="149507" name="Rectangle 2">
            <a:extLst>
              <a:ext uri="{FF2B5EF4-FFF2-40B4-BE49-F238E27FC236}">
                <a16:creationId xmlns:a16="http://schemas.microsoft.com/office/drawing/2014/main" id="{12C673E8-8018-C41A-4346-CA59D48F56B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08" name="Rectangle 3">
            <a:extLst>
              <a:ext uri="{FF2B5EF4-FFF2-40B4-BE49-F238E27FC236}">
                <a16:creationId xmlns:a16="http://schemas.microsoft.com/office/drawing/2014/main" id="{A231BD55-4A84-6264-97CA-F05BF0300A8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09" name="Rectangle 4">
            <a:extLst>
              <a:ext uri="{FF2B5EF4-FFF2-40B4-BE49-F238E27FC236}">
                <a16:creationId xmlns:a16="http://schemas.microsoft.com/office/drawing/2014/main" id="{740A90A4-0CF7-A7E4-EAFE-89BD0F2BE955}"/>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10" name="Rectangle 5">
            <a:extLst>
              <a:ext uri="{FF2B5EF4-FFF2-40B4-BE49-F238E27FC236}">
                <a16:creationId xmlns:a16="http://schemas.microsoft.com/office/drawing/2014/main" id="{B8345243-3773-3FAB-E4BD-998929B2D523}"/>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11" name="Rectangle 6">
            <a:extLst>
              <a:ext uri="{FF2B5EF4-FFF2-40B4-BE49-F238E27FC236}">
                <a16:creationId xmlns:a16="http://schemas.microsoft.com/office/drawing/2014/main" id="{8BC6DEB9-0C95-9DFA-89B6-A10C8D58BCE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12" name="Rectangle 7">
            <a:extLst>
              <a:ext uri="{FF2B5EF4-FFF2-40B4-BE49-F238E27FC236}">
                <a16:creationId xmlns:a16="http://schemas.microsoft.com/office/drawing/2014/main" id="{F40750D4-D0A1-23F7-DBAF-BDAA3A35125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13" name="Rectangle 8">
            <a:extLst>
              <a:ext uri="{FF2B5EF4-FFF2-40B4-BE49-F238E27FC236}">
                <a16:creationId xmlns:a16="http://schemas.microsoft.com/office/drawing/2014/main" id="{019F09C1-AA0E-57A4-FC39-9A4C51012AF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49514" name="Line 9">
            <a:extLst>
              <a:ext uri="{FF2B5EF4-FFF2-40B4-BE49-F238E27FC236}">
                <a16:creationId xmlns:a16="http://schemas.microsoft.com/office/drawing/2014/main" id="{979B4453-7646-BD9D-40BD-921CE8041B31}"/>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515" name="Line 10">
            <a:extLst>
              <a:ext uri="{FF2B5EF4-FFF2-40B4-BE49-F238E27FC236}">
                <a16:creationId xmlns:a16="http://schemas.microsoft.com/office/drawing/2014/main" id="{5A961755-A05A-0269-D557-464755669BE1}"/>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9516" name="Rectangle 11">
            <a:extLst>
              <a:ext uri="{FF2B5EF4-FFF2-40B4-BE49-F238E27FC236}">
                <a16:creationId xmlns:a16="http://schemas.microsoft.com/office/drawing/2014/main" id="{ED6F80DA-D4FF-1255-A385-49E49FDEA0B4}"/>
              </a:ext>
            </a:extLst>
          </p:cNvPr>
          <p:cNvSpPr>
            <a:spLocks noChangeArrowheads="1"/>
          </p:cNvSpPr>
          <p:nvPr/>
        </p:nvSpPr>
        <p:spPr bwMode="auto">
          <a:xfrm>
            <a:off x="495300" y="2759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异步在这里是指在字节级上的异步，但是每位仍然要同步，它们的持续时间是相同的</a:t>
            </a:r>
            <a:endParaRPr lang="en-US" altLang="zh-CN" sz="3200" b="1" baseline="0">
              <a:latin typeface="Arial" panose="020B0604020202020204" pitchFamily="34" charset="0"/>
              <a:ea typeface="宋体" panose="02010600030101010101" pitchFamily="2" charset="-122"/>
            </a:endParaRPr>
          </a:p>
        </p:txBody>
      </p:sp>
      <p:grpSp>
        <p:nvGrpSpPr>
          <p:cNvPr id="149517" name="Group 12">
            <a:extLst>
              <a:ext uri="{FF2B5EF4-FFF2-40B4-BE49-F238E27FC236}">
                <a16:creationId xmlns:a16="http://schemas.microsoft.com/office/drawing/2014/main" id="{4378D6CE-3344-4DF5-3589-7198F166DA80}"/>
              </a:ext>
            </a:extLst>
          </p:cNvPr>
          <p:cNvGrpSpPr>
            <a:grpSpLocks/>
          </p:cNvGrpSpPr>
          <p:nvPr/>
        </p:nvGrpSpPr>
        <p:grpSpPr bwMode="auto">
          <a:xfrm>
            <a:off x="457200" y="1981200"/>
            <a:ext cx="1143000" cy="566738"/>
            <a:chOff x="1200" y="1248"/>
            <a:chExt cx="720" cy="357"/>
          </a:xfrm>
        </p:grpSpPr>
        <p:pic>
          <p:nvPicPr>
            <p:cNvPr id="149518" name="Picture 13">
              <a:extLst>
                <a:ext uri="{FF2B5EF4-FFF2-40B4-BE49-F238E27FC236}">
                  <a16:creationId xmlns:a16="http://schemas.microsoft.com/office/drawing/2014/main" id="{F7C370B7-5ECC-649B-B1EC-4E75DAB66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19" name="Text Box 14">
              <a:extLst>
                <a:ext uri="{FF2B5EF4-FFF2-40B4-BE49-F238E27FC236}">
                  <a16:creationId xmlns:a16="http://schemas.microsoft.com/office/drawing/2014/main" id="{9547B441-35C6-906B-7C48-B1A0F2D45AF3}"/>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灯片编号占位符 1">
            <a:extLst>
              <a:ext uri="{FF2B5EF4-FFF2-40B4-BE49-F238E27FC236}">
                <a16:creationId xmlns:a16="http://schemas.microsoft.com/office/drawing/2014/main" id="{2006F63A-8427-13C5-9304-213DA330753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D8E51D0F-F2D2-42BA-89AD-A81A806D449D}" type="slidenum">
              <a:rPr lang="en-US" altLang="zh-CN" baseline="0">
                <a:solidFill>
                  <a:schemeClr val="bg2"/>
                </a:solidFill>
                <a:latin typeface="Arial" panose="020B0604020202020204" pitchFamily="34" charset="0"/>
              </a:rPr>
              <a:pPr/>
              <a:t>80</a:t>
            </a:fld>
            <a:endParaRPr lang="en-US" altLang="zh-CN" baseline="0">
              <a:solidFill>
                <a:schemeClr val="bg2"/>
              </a:solidFill>
              <a:latin typeface="Arial" panose="020B0604020202020204" pitchFamily="34" charset="0"/>
            </a:endParaRPr>
          </a:p>
        </p:txBody>
      </p:sp>
      <p:sp>
        <p:nvSpPr>
          <p:cNvPr id="151555" name="Line 2">
            <a:extLst>
              <a:ext uri="{FF2B5EF4-FFF2-40B4-BE49-F238E27FC236}">
                <a16:creationId xmlns:a16="http://schemas.microsoft.com/office/drawing/2014/main" id="{4BE9B3B9-2EFC-18A2-CF61-F7C5613447B1}"/>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56" name="Line 3">
            <a:extLst>
              <a:ext uri="{FF2B5EF4-FFF2-40B4-BE49-F238E27FC236}">
                <a16:creationId xmlns:a16="http://schemas.microsoft.com/office/drawing/2014/main" id="{116B1D4F-260F-DD96-F6C2-05C5C3C0E29B}"/>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1557" name="Text Box 4">
            <a:extLst>
              <a:ext uri="{FF2B5EF4-FFF2-40B4-BE49-F238E27FC236}">
                <a16:creationId xmlns:a16="http://schemas.microsoft.com/office/drawing/2014/main" id="{4DC0F7A4-3836-D532-EB81-1F9D653328A3}"/>
              </a:ext>
            </a:extLst>
          </p:cNvPr>
          <p:cNvSpPr txBox="1">
            <a:spLocks noChangeArrowheads="1"/>
          </p:cNvSpPr>
          <p:nvPr/>
        </p:nvSpPr>
        <p:spPr bwMode="auto">
          <a:xfrm>
            <a:off x="304800" y="762000"/>
            <a:ext cx="4718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4.34  </a:t>
            </a:r>
            <a:r>
              <a:rPr lang="en-US" altLang="zh-CN" b="1" i="1" baseline="0">
                <a:ea typeface="宋体" panose="02010600030101010101" pitchFamily="2" charset="-122"/>
              </a:rPr>
              <a:t>Asynchronous transmission</a:t>
            </a:r>
          </a:p>
        </p:txBody>
      </p:sp>
      <p:sp>
        <p:nvSpPr>
          <p:cNvPr id="151558" name="Line 5">
            <a:extLst>
              <a:ext uri="{FF2B5EF4-FFF2-40B4-BE49-F238E27FC236}">
                <a16:creationId xmlns:a16="http://schemas.microsoft.com/office/drawing/2014/main" id="{74E40AB0-99E4-A558-D335-A702F1F4039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51559" name="Picture 6">
            <a:extLst>
              <a:ext uri="{FF2B5EF4-FFF2-40B4-BE49-F238E27FC236}">
                <a16:creationId xmlns:a16="http://schemas.microsoft.com/office/drawing/2014/main" id="{D590549B-3F84-9DE2-B2F0-1258353CCA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3" y="2058988"/>
            <a:ext cx="7805737"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灯片编号占位符 1">
            <a:extLst>
              <a:ext uri="{FF2B5EF4-FFF2-40B4-BE49-F238E27FC236}">
                <a16:creationId xmlns:a16="http://schemas.microsoft.com/office/drawing/2014/main" id="{94FA6E0A-2402-9EB3-5748-B01FDB65137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6A0BD161-4383-4697-8594-20FD69EFEDBC}" type="slidenum">
              <a:rPr lang="en-US" altLang="zh-CN" baseline="0">
                <a:solidFill>
                  <a:schemeClr val="bg2"/>
                </a:solidFill>
                <a:latin typeface="Arial" panose="020B0604020202020204" pitchFamily="34" charset="0"/>
              </a:rPr>
              <a:pPr/>
              <a:t>81</a:t>
            </a:fld>
            <a:endParaRPr lang="en-US" altLang="zh-CN" baseline="0">
              <a:solidFill>
                <a:schemeClr val="bg2"/>
              </a:solidFill>
              <a:latin typeface="Arial" panose="020B0604020202020204" pitchFamily="34" charset="0"/>
            </a:endParaRPr>
          </a:p>
        </p:txBody>
      </p:sp>
      <p:sp>
        <p:nvSpPr>
          <p:cNvPr id="153603" name="Rectangle 2">
            <a:extLst>
              <a:ext uri="{FF2B5EF4-FFF2-40B4-BE49-F238E27FC236}">
                <a16:creationId xmlns:a16="http://schemas.microsoft.com/office/drawing/2014/main" id="{893BF06F-38DC-9DC5-8512-3C18A0F6BC0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04" name="Rectangle 3">
            <a:extLst>
              <a:ext uri="{FF2B5EF4-FFF2-40B4-BE49-F238E27FC236}">
                <a16:creationId xmlns:a16="http://schemas.microsoft.com/office/drawing/2014/main" id="{F1F9ACFC-0688-B6E9-107A-70BC4836AB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05" name="Rectangle 4">
            <a:extLst>
              <a:ext uri="{FF2B5EF4-FFF2-40B4-BE49-F238E27FC236}">
                <a16:creationId xmlns:a16="http://schemas.microsoft.com/office/drawing/2014/main" id="{E9D54647-3CE2-73AD-89F4-8890F8F8C6B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06" name="Rectangle 5">
            <a:extLst>
              <a:ext uri="{FF2B5EF4-FFF2-40B4-BE49-F238E27FC236}">
                <a16:creationId xmlns:a16="http://schemas.microsoft.com/office/drawing/2014/main" id="{2026EA96-481F-A0FB-58F9-B466477BA87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07" name="Rectangle 6">
            <a:extLst>
              <a:ext uri="{FF2B5EF4-FFF2-40B4-BE49-F238E27FC236}">
                <a16:creationId xmlns:a16="http://schemas.microsoft.com/office/drawing/2014/main" id="{BC07E44D-5507-1824-950A-5CA9F1DA79AA}"/>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08" name="Rectangle 7">
            <a:extLst>
              <a:ext uri="{FF2B5EF4-FFF2-40B4-BE49-F238E27FC236}">
                <a16:creationId xmlns:a16="http://schemas.microsoft.com/office/drawing/2014/main" id="{5145F58B-D2AC-BB54-CD1E-4C01AC63BAA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09" name="Rectangle 8">
            <a:extLst>
              <a:ext uri="{FF2B5EF4-FFF2-40B4-BE49-F238E27FC236}">
                <a16:creationId xmlns:a16="http://schemas.microsoft.com/office/drawing/2014/main" id="{67BE3219-0A29-FF39-4D79-0CDFDE91A66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eaLnBrk="1" hangingPunct="1"/>
            <a:endParaRPr kumimoji="1" lang="zh-CN" altLang="zh-CN" sz="2400" baseline="0">
              <a:latin typeface="Tahoma" panose="020B0604030504040204" pitchFamily="34" charset="0"/>
              <a:ea typeface="宋体" panose="02010600030101010101" pitchFamily="2" charset="-122"/>
            </a:endParaRPr>
          </a:p>
        </p:txBody>
      </p:sp>
      <p:sp>
        <p:nvSpPr>
          <p:cNvPr id="153610" name="Line 9">
            <a:extLst>
              <a:ext uri="{FF2B5EF4-FFF2-40B4-BE49-F238E27FC236}">
                <a16:creationId xmlns:a16="http://schemas.microsoft.com/office/drawing/2014/main" id="{30918A31-CB32-6F03-C041-03CBAC22893D}"/>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11" name="Line 10">
            <a:extLst>
              <a:ext uri="{FF2B5EF4-FFF2-40B4-BE49-F238E27FC236}">
                <a16:creationId xmlns:a16="http://schemas.microsoft.com/office/drawing/2014/main" id="{4E7FA31B-2021-0D7C-5589-3CDB057E4D37}"/>
              </a:ext>
            </a:extLst>
          </p:cNvPr>
          <p:cNvSpPr>
            <a:spLocks noChangeShapeType="1"/>
          </p:cNvSpPr>
          <p:nvPr/>
        </p:nvSpPr>
        <p:spPr bwMode="auto">
          <a:xfrm>
            <a:off x="458788" y="4876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612" name="Rectangle 11">
            <a:extLst>
              <a:ext uri="{FF2B5EF4-FFF2-40B4-BE49-F238E27FC236}">
                <a16:creationId xmlns:a16="http://schemas.microsoft.com/office/drawing/2014/main" id="{0CD78243-6D5A-04D2-1AD8-A6ECABCC27BD}"/>
              </a:ext>
            </a:extLst>
          </p:cNvPr>
          <p:cNvSpPr>
            <a:spLocks noChangeArrowheads="1"/>
          </p:cNvSpPr>
          <p:nvPr/>
        </p:nvSpPr>
        <p:spPr bwMode="auto">
          <a:xfrm>
            <a:off x="495300" y="27590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lgn="ctr"/>
            <a:r>
              <a:rPr lang="zh-CN" altLang="en-US" sz="3200" b="1" baseline="0">
                <a:latin typeface="Arial" panose="020B0604020202020204" pitchFamily="34" charset="0"/>
                <a:ea typeface="宋体" panose="02010600030101010101" pitchFamily="2" charset="-122"/>
              </a:rPr>
              <a:t>在同步传输模式中，依次发送位流而不含起始位、停止位和间隙，接收方负责将位流进行分组。</a:t>
            </a:r>
            <a:endParaRPr lang="en-US" altLang="zh-CN" sz="3200" b="1" baseline="0">
              <a:latin typeface="Arial" panose="020B0604020202020204" pitchFamily="34" charset="0"/>
              <a:ea typeface="宋体" panose="02010600030101010101" pitchFamily="2" charset="-122"/>
            </a:endParaRPr>
          </a:p>
        </p:txBody>
      </p:sp>
      <p:grpSp>
        <p:nvGrpSpPr>
          <p:cNvPr id="153613" name="Group 12">
            <a:extLst>
              <a:ext uri="{FF2B5EF4-FFF2-40B4-BE49-F238E27FC236}">
                <a16:creationId xmlns:a16="http://schemas.microsoft.com/office/drawing/2014/main" id="{F4B51455-295D-901A-97E8-6C28679F45B7}"/>
              </a:ext>
            </a:extLst>
          </p:cNvPr>
          <p:cNvGrpSpPr>
            <a:grpSpLocks/>
          </p:cNvGrpSpPr>
          <p:nvPr/>
        </p:nvGrpSpPr>
        <p:grpSpPr bwMode="auto">
          <a:xfrm>
            <a:off x="457200" y="1981200"/>
            <a:ext cx="1143000" cy="566738"/>
            <a:chOff x="1200" y="1248"/>
            <a:chExt cx="720" cy="357"/>
          </a:xfrm>
        </p:grpSpPr>
        <p:pic>
          <p:nvPicPr>
            <p:cNvPr id="153615" name="Picture 13">
              <a:extLst>
                <a:ext uri="{FF2B5EF4-FFF2-40B4-BE49-F238E27FC236}">
                  <a16:creationId xmlns:a16="http://schemas.microsoft.com/office/drawing/2014/main" id="{342F4E01-8F28-98B9-BD10-3439C80DF8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16" name="Text Box 14">
              <a:extLst>
                <a:ext uri="{FF2B5EF4-FFF2-40B4-BE49-F238E27FC236}">
                  <a16:creationId xmlns:a16="http://schemas.microsoft.com/office/drawing/2014/main" id="{3F05EE13-27E1-EC03-6687-4731AEB8DB42}"/>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800" b="1" i="1" baseline="0">
                  <a:solidFill>
                    <a:schemeClr val="hlink"/>
                  </a:solidFill>
                  <a:ea typeface="宋体" panose="02010600030101010101" pitchFamily="2" charset="-122"/>
                </a:rPr>
                <a:t>Note</a:t>
              </a:r>
              <a:endParaRPr lang="en-US" altLang="zh-CN">
                <a:ea typeface="宋体" panose="02010600030101010101" pitchFamily="2" charset="-122"/>
              </a:endParaRPr>
            </a:p>
          </p:txBody>
        </p:sp>
      </p:grpSp>
      <p:sp>
        <p:nvSpPr>
          <p:cNvPr id="153614" name="圆角矩形 15">
            <a:extLst>
              <a:ext uri="{FF2B5EF4-FFF2-40B4-BE49-F238E27FC236}">
                <a16:creationId xmlns:a16="http://schemas.microsoft.com/office/drawing/2014/main" id="{AE8BBFA4-A4F8-53BB-9941-537560C0A4D6}"/>
              </a:ext>
            </a:extLst>
          </p:cNvPr>
          <p:cNvSpPr>
            <a:spLocks noChangeArrowheads="1"/>
          </p:cNvSpPr>
          <p:nvPr/>
        </p:nvSpPr>
        <p:spPr bwMode="auto">
          <a:xfrm>
            <a:off x="334963" y="609600"/>
            <a:ext cx="1851025" cy="687388"/>
          </a:xfrm>
          <a:prstGeom prst="roundRect">
            <a:avLst>
              <a:gd name="adj" fmla="val 16667"/>
            </a:avLst>
          </a:prstGeom>
          <a:solidFill>
            <a:schemeClr val="accent1"/>
          </a:solidFill>
          <a:ln w="9525" algn="ctr">
            <a:solidFill>
              <a:schemeClr val="tx1"/>
            </a:solidFill>
            <a:round/>
            <a:headEnd/>
            <a:tailEnd/>
          </a:ln>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zh-CN" altLang="en-US" sz="4400" b="1">
                <a:ea typeface="宋体" panose="02010600030101010101" pitchFamily="2" charset="-122"/>
              </a:rPr>
              <a:t>同步传输</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灯片编号占位符 1">
            <a:extLst>
              <a:ext uri="{FF2B5EF4-FFF2-40B4-BE49-F238E27FC236}">
                <a16:creationId xmlns:a16="http://schemas.microsoft.com/office/drawing/2014/main" id="{739F6D0A-48B0-E6EF-4809-6A8C6191328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569DCFBB-1E3C-4BD7-88B5-83EFDF42689A}" type="slidenum">
              <a:rPr lang="en-US" altLang="zh-CN" baseline="0">
                <a:solidFill>
                  <a:schemeClr val="bg2"/>
                </a:solidFill>
                <a:latin typeface="Arial" panose="020B0604020202020204" pitchFamily="34" charset="0"/>
              </a:rPr>
              <a:pPr/>
              <a:t>82</a:t>
            </a:fld>
            <a:endParaRPr lang="en-US" altLang="zh-CN" baseline="0">
              <a:solidFill>
                <a:schemeClr val="bg2"/>
              </a:solidFill>
              <a:latin typeface="Arial" panose="020B0604020202020204" pitchFamily="34" charset="0"/>
            </a:endParaRPr>
          </a:p>
        </p:txBody>
      </p:sp>
      <p:sp>
        <p:nvSpPr>
          <p:cNvPr id="155651" name="Line 2">
            <a:extLst>
              <a:ext uri="{FF2B5EF4-FFF2-40B4-BE49-F238E27FC236}">
                <a16:creationId xmlns:a16="http://schemas.microsoft.com/office/drawing/2014/main" id="{B1DB3645-4C08-0B4D-9506-6115BFE3AE60}"/>
              </a:ext>
            </a:extLst>
          </p:cNvPr>
          <p:cNvSpPr>
            <a:spLocks noChangeShapeType="1"/>
          </p:cNvSpPr>
          <p:nvPr/>
        </p:nvSpPr>
        <p:spPr bwMode="auto">
          <a:xfrm>
            <a:off x="152400" y="533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52" name="Line 3">
            <a:extLst>
              <a:ext uri="{FF2B5EF4-FFF2-40B4-BE49-F238E27FC236}">
                <a16:creationId xmlns:a16="http://schemas.microsoft.com/office/drawing/2014/main" id="{615CADB0-50DF-DAF6-BE2A-7A7F7B0B6BB6}"/>
              </a:ext>
            </a:extLst>
          </p:cNvPr>
          <p:cNvSpPr>
            <a:spLocks noChangeShapeType="1"/>
          </p:cNvSpPr>
          <p:nvPr/>
        </p:nvSpPr>
        <p:spPr bwMode="auto">
          <a:xfrm>
            <a:off x="152400" y="1371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5653" name="Text Box 4">
            <a:extLst>
              <a:ext uri="{FF2B5EF4-FFF2-40B4-BE49-F238E27FC236}">
                <a16:creationId xmlns:a16="http://schemas.microsoft.com/office/drawing/2014/main" id="{5E0727DC-7950-4D05-B0FD-16D309435D2A}"/>
              </a:ext>
            </a:extLst>
          </p:cNvPr>
          <p:cNvSpPr txBox="1">
            <a:spLocks noChangeArrowheads="1"/>
          </p:cNvSpPr>
          <p:nvPr/>
        </p:nvSpPr>
        <p:spPr bwMode="auto">
          <a:xfrm>
            <a:off x="304800" y="762000"/>
            <a:ext cx="4591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sz="2400" b="1" baseline="0">
                <a:solidFill>
                  <a:schemeClr val="folHlink"/>
                </a:solidFill>
                <a:ea typeface="宋体" panose="02010600030101010101" pitchFamily="2" charset="-122"/>
              </a:rPr>
              <a:t>Figure 4.35  </a:t>
            </a:r>
            <a:r>
              <a:rPr lang="en-US" altLang="zh-CN" b="1" i="1" baseline="0">
                <a:ea typeface="宋体" panose="02010600030101010101" pitchFamily="2" charset="-122"/>
              </a:rPr>
              <a:t>Synchronous transmission</a:t>
            </a:r>
          </a:p>
        </p:txBody>
      </p:sp>
      <p:sp>
        <p:nvSpPr>
          <p:cNvPr id="155654" name="Line 5">
            <a:extLst>
              <a:ext uri="{FF2B5EF4-FFF2-40B4-BE49-F238E27FC236}">
                <a16:creationId xmlns:a16="http://schemas.microsoft.com/office/drawing/2014/main" id="{B905A3A5-171F-8D3F-E8F1-F58FEEF3B59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55655" name="Picture 7">
            <a:extLst>
              <a:ext uri="{FF2B5EF4-FFF2-40B4-BE49-F238E27FC236}">
                <a16:creationId xmlns:a16="http://schemas.microsoft.com/office/drawing/2014/main" id="{AFDF3630-769D-F0FF-C11C-8F70883C54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 y="2474913"/>
            <a:ext cx="7797800" cy="202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11">
            <a:extLst>
              <a:ext uri="{FF2B5EF4-FFF2-40B4-BE49-F238E27FC236}">
                <a16:creationId xmlns:a16="http://schemas.microsoft.com/office/drawing/2014/main" id="{B5474FB5-F823-53EB-59D8-8153A6107A70}"/>
              </a:ext>
            </a:extLst>
          </p:cNvPr>
          <p:cNvSpPr>
            <a:spLocks noChangeArrowheads="1"/>
          </p:cNvSpPr>
          <p:nvPr/>
        </p:nvSpPr>
        <p:spPr bwMode="auto">
          <a:xfrm>
            <a:off x="1123950" y="3470275"/>
            <a:ext cx="68199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marL="457200" indent="-457200">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同步传输的优点是速度快</a:t>
            </a:r>
            <a:endParaRPr lang="en-US" altLang="zh-CN" sz="3200" b="1" baseline="0">
              <a:latin typeface="Arial" panose="020B0604020202020204" pitchFamily="34" charset="0"/>
              <a:ea typeface="宋体" panose="02010600030101010101" pitchFamily="2" charset="-122"/>
            </a:endParaRPr>
          </a:p>
          <a:p>
            <a:pPr>
              <a:buClr>
                <a:srgbClr val="FF0000"/>
              </a:buClr>
              <a:buFont typeface="Wingdings" panose="05000000000000000000" pitchFamily="2" charset="2"/>
              <a:buChar char="l"/>
            </a:pPr>
            <a:r>
              <a:rPr lang="zh-CN" altLang="en-US" sz="3200" b="1" baseline="0">
                <a:latin typeface="Arial" panose="020B0604020202020204" pitchFamily="34" charset="0"/>
                <a:ea typeface="宋体" panose="02010600030101010101" pitchFamily="2" charset="-122"/>
              </a:rPr>
              <a:t>同步传输通常多用于传输大块二进制数据。</a:t>
            </a:r>
            <a:endParaRPr lang="en-US" altLang="zh-CN" sz="3200" b="1" baseline="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标题 1">
            <a:extLst>
              <a:ext uri="{FF2B5EF4-FFF2-40B4-BE49-F238E27FC236}">
                <a16:creationId xmlns:a16="http://schemas.microsoft.com/office/drawing/2014/main" id="{EF9C4004-42B5-AF35-AED3-BC29C349E872}"/>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等时</a:t>
            </a:r>
            <a:r>
              <a:rPr lang="en-US" altLang="zh-CN">
                <a:ea typeface="宋体" panose="02010600030101010101" pitchFamily="2" charset="-122"/>
              </a:rPr>
              <a:t>(isochronous)</a:t>
            </a:r>
            <a:endParaRPr lang="zh-CN" altLang="en-US">
              <a:ea typeface="宋体" panose="02010600030101010101" pitchFamily="2" charset="-122"/>
            </a:endParaRPr>
          </a:p>
        </p:txBody>
      </p:sp>
      <p:sp>
        <p:nvSpPr>
          <p:cNvPr id="157699" name="内容占位符 2">
            <a:extLst>
              <a:ext uri="{FF2B5EF4-FFF2-40B4-BE49-F238E27FC236}">
                <a16:creationId xmlns:a16="http://schemas.microsoft.com/office/drawing/2014/main" id="{824EFB70-B9F8-366A-8585-A8316C89A73C}"/>
              </a:ext>
            </a:extLst>
          </p:cNvPr>
          <p:cNvSpPr>
            <a:spLocks noGrp="1"/>
          </p:cNvSpPr>
          <p:nvPr>
            <p:ph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a:ea typeface="宋体" panose="02010600030101010101" pitchFamily="2" charset="-122"/>
              </a:rPr>
              <a:t>保证数据以固定速率到达</a:t>
            </a:r>
            <a:endParaRPr lang="en-US" altLang="zh-CN">
              <a:ea typeface="宋体" panose="02010600030101010101" pitchFamily="2" charset="-122"/>
            </a:endParaRPr>
          </a:p>
          <a:p>
            <a:r>
              <a:rPr lang="zh-CN" altLang="en-US">
                <a:ea typeface="宋体" panose="02010600030101010101" pitchFamily="2" charset="-122"/>
              </a:rPr>
              <a:t>在实时音频和视频中，帧间的不等延迟是不可接受的</a:t>
            </a:r>
            <a:endParaRPr lang="en-US" altLang="zh-CN">
              <a:ea typeface="宋体" panose="02010600030101010101" pitchFamily="2" charset="-122"/>
            </a:endParaRPr>
          </a:p>
          <a:p>
            <a:r>
              <a:rPr lang="zh-CN" altLang="en-US">
                <a:ea typeface="宋体" panose="02010600030101010101" pitchFamily="2" charset="-122"/>
              </a:rPr>
              <a:t>整个流必须同步。</a:t>
            </a:r>
          </a:p>
        </p:txBody>
      </p:sp>
      <p:sp>
        <p:nvSpPr>
          <p:cNvPr id="157700" name="灯片编号占位符 3">
            <a:extLst>
              <a:ext uri="{FF2B5EF4-FFF2-40B4-BE49-F238E27FC236}">
                <a16:creationId xmlns:a16="http://schemas.microsoft.com/office/drawing/2014/main" id="{C4D9A174-59F8-18CE-E8AB-24ED5C1310C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aseline="-14000">
                <a:solidFill>
                  <a:schemeClr val="tx1"/>
                </a:solidFill>
                <a:latin typeface="Times New Roman" panose="02020603050405020304" pitchFamily="18" charset="0"/>
              </a:defRPr>
            </a:lvl1pPr>
            <a:lvl2pPr marL="742950" indent="-285750">
              <a:defRPr sz="2000" baseline="-14000">
                <a:solidFill>
                  <a:schemeClr val="tx1"/>
                </a:solidFill>
                <a:latin typeface="Times New Roman" panose="02020603050405020304" pitchFamily="18" charset="0"/>
              </a:defRPr>
            </a:lvl2pPr>
            <a:lvl3pPr marL="1143000" indent="-228600">
              <a:defRPr sz="2000" baseline="-14000">
                <a:solidFill>
                  <a:schemeClr val="tx1"/>
                </a:solidFill>
                <a:latin typeface="Times New Roman" panose="02020603050405020304" pitchFamily="18" charset="0"/>
              </a:defRPr>
            </a:lvl3pPr>
            <a:lvl4pPr marL="1600200" indent="-228600">
              <a:defRPr sz="2000" baseline="-14000">
                <a:solidFill>
                  <a:schemeClr val="tx1"/>
                </a:solidFill>
                <a:latin typeface="Times New Roman" panose="02020603050405020304" pitchFamily="18" charset="0"/>
              </a:defRPr>
            </a:lvl4pPr>
            <a:lvl5pPr marL="2057400" indent="-228600">
              <a:defRPr sz="2000" baseline="-14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aseline="-14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aseline="-14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aseline="-14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aseline="-14000">
                <a:solidFill>
                  <a:schemeClr val="tx1"/>
                </a:solidFill>
                <a:latin typeface="Times New Roman" panose="02020603050405020304" pitchFamily="18" charset="0"/>
              </a:defRPr>
            </a:lvl9pPr>
          </a:lstStyle>
          <a:p>
            <a:r>
              <a:rPr lang="en-US" altLang="zh-CN" baseline="0">
                <a:solidFill>
                  <a:schemeClr val="bg2"/>
                </a:solidFill>
                <a:latin typeface="Arial" panose="020B0604020202020204" pitchFamily="34" charset="0"/>
              </a:rPr>
              <a:t>4.</a:t>
            </a:r>
            <a:fld id="{E1FA0F4C-3689-4773-A809-5510B4058D02}" type="slidenum">
              <a:rPr lang="en-US" altLang="zh-CN" baseline="0">
                <a:solidFill>
                  <a:schemeClr val="bg2"/>
                </a:solidFill>
                <a:latin typeface="Arial" panose="020B0604020202020204" pitchFamily="34" charset="0"/>
              </a:rPr>
              <a:pPr/>
              <a:t>83</a:t>
            </a:fld>
            <a:endParaRPr lang="en-US" altLang="zh-CN" baseline="0">
              <a:solidFill>
                <a:schemeClr val="bg2"/>
              </a:solidFill>
              <a:latin typeface="Arial" panose="020B0604020202020204" pitchFamily="34" charset="0"/>
            </a:endParaRP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14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14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4305</TotalTime>
  <Words>4062</Words>
  <Application>Microsoft Office PowerPoint</Application>
  <PresentationFormat>全屏显示(4:3)</PresentationFormat>
  <Paragraphs>464</Paragraphs>
  <Slides>83</Slides>
  <Notes>68</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83</vt:i4>
      </vt:variant>
    </vt:vector>
  </HeadingPairs>
  <TitlesOfParts>
    <vt:vector size="91" baseType="lpstr">
      <vt:lpstr>Times New Roman</vt:lpstr>
      <vt:lpstr>Arial</vt:lpstr>
      <vt:lpstr>Tahoma</vt:lpstr>
      <vt:lpstr>Wingdings</vt:lpstr>
      <vt:lpstr>宋体</vt:lpstr>
      <vt:lpstr>Times</vt:lpstr>
      <vt:lpstr>Blends</vt:lpstr>
      <vt:lpstr>MathType 6.0 Equation</vt:lpstr>
      <vt:lpstr>PowerPoint 演示文稿</vt:lpstr>
      <vt:lpstr>PowerPoint 演示文稿</vt:lpstr>
      <vt:lpstr>PowerPoint 演示文稿</vt:lpstr>
      <vt:lpstr>比率r的定义</vt:lpstr>
      <vt:lpstr>PowerPoint 演示文稿</vt:lpstr>
      <vt:lpstr>数据速率与信号速率 Data rate vs Signal Rate</vt:lpstr>
      <vt:lpstr>数据速率与信号速率 Data rate vs Signal Rate</vt:lpstr>
      <vt:lpstr>PowerPoint 演示文稿</vt:lpstr>
      <vt:lpstr>PowerPoint 演示文稿</vt:lpstr>
      <vt:lpstr>PowerPoint 演示文稿</vt:lpstr>
      <vt:lpstr>基线、基线偏移和直流分量</vt:lpstr>
      <vt:lpstr>自同步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双相码(biphase)</vt:lpstr>
      <vt:lpstr>PowerPoint 演示文稿</vt:lpstr>
      <vt:lpstr>PowerPoint 演示文稿</vt:lpstr>
      <vt:lpstr>PowerPoint 演示文稿</vt:lpstr>
      <vt:lpstr>PowerPoint 演示文稿</vt:lpstr>
      <vt:lpstr>AMI(alternate mark inversion)和伪三元编码(pseudoternary)</vt:lpstr>
      <vt:lpstr>PowerPoint 演示文稿</vt:lpstr>
      <vt:lpstr>多电平编码(multilevel schemes)</vt:lpstr>
      <vt:lpstr>PowerPoint 演示文稿</vt:lpstr>
      <vt:lpstr>PowerPoint 演示文稿</vt:lpstr>
      <vt:lpstr>PowerPoint 演示文稿</vt:lpstr>
      <vt:lpstr>4D-PAM5</vt:lpstr>
      <vt:lpstr>PowerPoint 演示文稿</vt:lpstr>
      <vt:lpstr>多线路传输MLT-3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量化</vt:lpstr>
      <vt:lpstr>PowerPoint 演示文稿</vt:lpstr>
      <vt:lpstr>PowerPoint 演示文稿</vt:lpstr>
      <vt:lpstr>PCM</vt:lpstr>
      <vt:lpstr>PowerPoint 演示文稿</vt:lpstr>
      <vt:lpstr>原始信号恢复(Original signal recovery)</vt:lpstr>
      <vt:lpstr>PowerPoint 演示文稿</vt:lpstr>
      <vt:lpstr>PowerPoint 演示文稿</vt:lpstr>
      <vt:lpstr>通道的最大数据率 Maximum data rate of  a channel</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等时(isochronous)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浩嘉 申</cp:lastModifiedBy>
  <cp:revision>271</cp:revision>
  <dcterms:created xsi:type="dcterms:W3CDTF">2000-01-15T04:50:39Z</dcterms:created>
  <dcterms:modified xsi:type="dcterms:W3CDTF">2026-06-02T07:11:58Z</dcterms:modified>
</cp:coreProperties>
</file>