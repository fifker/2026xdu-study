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1"/>
  </p:notesMasterIdLst>
  <p:sldIdLst>
    <p:sldId id="792" r:id="rId2"/>
    <p:sldId id="535" r:id="rId3"/>
    <p:sldId id="754" r:id="rId4"/>
    <p:sldId id="755" r:id="rId5"/>
    <p:sldId id="746" r:id="rId6"/>
    <p:sldId id="756" r:id="rId7"/>
    <p:sldId id="757" r:id="rId8"/>
    <p:sldId id="747" r:id="rId9"/>
    <p:sldId id="758" r:id="rId10"/>
    <p:sldId id="759" r:id="rId11"/>
    <p:sldId id="760" r:id="rId12"/>
    <p:sldId id="748" r:id="rId13"/>
    <p:sldId id="761" r:id="rId14"/>
    <p:sldId id="785" r:id="rId15"/>
    <p:sldId id="762" r:id="rId16"/>
    <p:sldId id="786" r:id="rId17"/>
    <p:sldId id="787" r:id="rId18"/>
    <p:sldId id="763" r:id="rId19"/>
    <p:sldId id="764" r:id="rId20"/>
    <p:sldId id="765" r:id="rId21"/>
    <p:sldId id="766" r:id="rId22"/>
    <p:sldId id="767" r:id="rId23"/>
    <p:sldId id="749" r:id="rId24"/>
    <p:sldId id="768" r:id="rId25"/>
    <p:sldId id="750" r:id="rId26"/>
    <p:sldId id="769" r:id="rId27"/>
    <p:sldId id="770" r:id="rId28"/>
    <p:sldId id="771" r:id="rId29"/>
    <p:sldId id="772" r:id="rId30"/>
    <p:sldId id="773" r:id="rId31"/>
    <p:sldId id="788" r:id="rId32"/>
    <p:sldId id="789" r:id="rId33"/>
    <p:sldId id="774" r:id="rId34"/>
    <p:sldId id="751" r:id="rId35"/>
    <p:sldId id="790" r:id="rId36"/>
    <p:sldId id="775" r:id="rId37"/>
    <p:sldId id="776" r:id="rId38"/>
    <p:sldId id="777" r:id="rId39"/>
    <p:sldId id="778" r:id="rId40"/>
    <p:sldId id="752" r:id="rId41"/>
    <p:sldId id="791" r:id="rId42"/>
    <p:sldId id="779" r:id="rId43"/>
    <p:sldId id="780" r:id="rId44"/>
    <p:sldId id="753" r:id="rId45"/>
    <p:sldId id="781" r:id="rId46"/>
    <p:sldId id="782" r:id="rId47"/>
    <p:sldId id="783" r:id="rId48"/>
    <p:sldId id="784" r:id="rId49"/>
    <p:sldId id="793" r:id="rId50"/>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00CC00"/>
    <a:srgbClr val="996633"/>
    <a:srgbClr val="6666FF"/>
    <a:srgbClr val="3366FF"/>
    <a:srgbClr val="CCFF99"/>
    <a:srgbClr val="99FF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09" autoAdjust="0"/>
    <p:restoredTop sz="94704" autoAdjust="0"/>
  </p:normalViewPr>
  <p:slideViewPr>
    <p:cSldViewPr>
      <p:cViewPr varScale="1">
        <p:scale>
          <a:sx n="154" d="100"/>
          <a:sy n="154" d="100"/>
        </p:scale>
        <p:origin x="4536"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5218" name="Rectangle 2">
            <a:extLst>
              <a:ext uri="{FF2B5EF4-FFF2-40B4-BE49-F238E27FC236}">
                <a16:creationId xmlns:a16="http://schemas.microsoft.com/office/drawing/2014/main" id="{45FDE24A-7654-4052-A5F4-CEF856E6D0A2}"/>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itchFamily="18" charset="0"/>
                <a:ea typeface="+mn-ea"/>
              </a:defRPr>
            </a:lvl1pPr>
          </a:lstStyle>
          <a:p>
            <a:pPr>
              <a:defRPr/>
            </a:pPr>
            <a:endParaRPr lang="en-US" altLang="zh-CN"/>
          </a:p>
        </p:txBody>
      </p:sp>
      <p:sp>
        <p:nvSpPr>
          <p:cNvPr id="905219" name="Rectangle 3">
            <a:extLst>
              <a:ext uri="{FF2B5EF4-FFF2-40B4-BE49-F238E27FC236}">
                <a16:creationId xmlns:a16="http://schemas.microsoft.com/office/drawing/2014/main" id="{E8F92282-33DE-444E-A24C-2B1275547FD6}"/>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itchFamily="18" charset="0"/>
                <a:ea typeface="+mn-ea"/>
              </a:defRPr>
            </a:lvl1pPr>
          </a:lstStyle>
          <a:p>
            <a:pPr>
              <a:defRPr/>
            </a:pPr>
            <a:endParaRPr lang="en-US" altLang="zh-CN"/>
          </a:p>
        </p:txBody>
      </p:sp>
      <p:sp>
        <p:nvSpPr>
          <p:cNvPr id="3076" name="Rectangle 4">
            <a:extLst>
              <a:ext uri="{FF2B5EF4-FFF2-40B4-BE49-F238E27FC236}">
                <a16:creationId xmlns:a16="http://schemas.microsoft.com/office/drawing/2014/main" id="{79FB8A73-FEA5-FE55-F6DC-10A72551FE1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5221" name="Rectangle 5">
            <a:extLst>
              <a:ext uri="{FF2B5EF4-FFF2-40B4-BE49-F238E27FC236}">
                <a16:creationId xmlns:a16="http://schemas.microsoft.com/office/drawing/2014/main" id="{D35543BC-C5C4-415B-9A79-718FD4410DEF}"/>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905222" name="Rectangle 6">
            <a:extLst>
              <a:ext uri="{FF2B5EF4-FFF2-40B4-BE49-F238E27FC236}">
                <a16:creationId xmlns:a16="http://schemas.microsoft.com/office/drawing/2014/main" id="{B2E92243-CFB8-4623-9174-461DE9EDA0BE}"/>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itchFamily="18" charset="0"/>
                <a:ea typeface="+mn-ea"/>
              </a:defRPr>
            </a:lvl1pPr>
          </a:lstStyle>
          <a:p>
            <a:pPr>
              <a:defRPr/>
            </a:pPr>
            <a:endParaRPr lang="en-US" altLang="zh-CN"/>
          </a:p>
        </p:txBody>
      </p:sp>
      <p:sp>
        <p:nvSpPr>
          <p:cNvPr id="905223" name="Rectangle 7">
            <a:extLst>
              <a:ext uri="{FF2B5EF4-FFF2-40B4-BE49-F238E27FC236}">
                <a16:creationId xmlns:a16="http://schemas.microsoft.com/office/drawing/2014/main" id="{29C1D9B5-6653-456D-BDFE-AD77290515F5}"/>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0A55E0DF-F896-43D5-B7E5-828C4B750368}"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EDCE45AD-C818-590B-FA0C-EA6DC175FEB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4B04A4B-8878-4888-A7D3-3AA26CFAD491}" type="slidenum">
              <a:rPr lang="en-US" altLang="zh-CN"/>
              <a:pPr>
                <a:spcBef>
                  <a:spcPct val="0"/>
                </a:spcBef>
              </a:pPr>
              <a:t>1</a:t>
            </a:fld>
            <a:endParaRPr lang="en-US" altLang="zh-CN"/>
          </a:p>
        </p:txBody>
      </p:sp>
      <p:sp>
        <p:nvSpPr>
          <p:cNvPr id="5123" name="Rectangle 2">
            <a:extLst>
              <a:ext uri="{FF2B5EF4-FFF2-40B4-BE49-F238E27FC236}">
                <a16:creationId xmlns:a16="http://schemas.microsoft.com/office/drawing/2014/main" id="{8217B2CC-12EC-B617-7711-803D4FCE8883}"/>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ADACF3A5-413E-3494-7C59-CD52B05BA77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39EA9A41-2C9D-65A5-C54E-D1122E2AE60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7D9493E-DA03-41A0-9C25-C9EF2D0FBF5A}" type="slidenum">
              <a:rPr lang="en-US" altLang="zh-CN"/>
              <a:pPr>
                <a:spcBef>
                  <a:spcPct val="0"/>
                </a:spcBef>
              </a:pPr>
              <a:t>2</a:t>
            </a:fld>
            <a:endParaRPr lang="en-US" altLang="zh-CN"/>
          </a:p>
        </p:txBody>
      </p:sp>
      <p:sp>
        <p:nvSpPr>
          <p:cNvPr id="7171" name="Rectangle 2">
            <a:extLst>
              <a:ext uri="{FF2B5EF4-FFF2-40B4-BE49-F238E27FC236}">
                <a16:creationId xmlns:a16="http://schemas.microsoft.com/office/drawing/2014/main" id="{8834F440-97EA-38F3-1EFE-5C78D32A1776}"/>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AE2A04F8-52D7-4DCE-2EA9-5FAF72095C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E8C91D69-D4A7-F01A-D81D-B44B8F9B2A7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3576894-E54D-46E0-9A70-66EAED42D3CC}" type="slidenum">
              <a:rPr lang="en-US" altLang="zh-CN"/>
              <a:pPr>
                <a:spcBef>
                  <a:spcPct val="0"/>
                </a:spcBef>
              </a:pPr>
              <a:t>3</a:t>
            </a:fld>
            <a:endParaRPr lang="en-US" altLang="zh-CN"/>
          </a:p>
        </p:txBody>
      </p:sp>
      <p:sp>
        <p:nvSpPr>
          <p:cNvPr id="9219" name="Rectangle 2">
            <a:extLst>
              <a:ext uri="{FF2B5EF4-FFF2-40B4-BE49-F238E27FC236}">
                <a16:creationId xmlns:a16="http://schemas.microsoft.com/office/drawing/2014/main" id="{2C35C1E6-3129-72EA-ED12-9154DE174BA1}"/>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F0126A4B-79C4-5271-6120-12F7C959737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FE894536-0C48-FD6E-F0A5-4B0FA2CDEC7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B1EBD89-6EF1-4967-9235-80F410AC5AB1}" type="slidenum">
              <a:rPr lang="en-US" altLang="zh-CN"/>
              <a:pPr>
                <a:spcBef>
                  <a:spcPct val="0"/>
                </a:spcBef>
              </a:pPr>
              <a:t>4</a:t>
            </a:fld>
            <a:endParaRPr lang="en-US" altLang="zh-CN"/>
          </a:p>
        </p:txBody>
      </p:sp>
      <p:sp>
        <p:nvSpPr>
          <p:cNvPr id="11267" name="Rectangle 2">
            <a:extLst>
              <a:ext uri="{FF2B5EF4-FFF2-40B4-BE49-F238E27FC236}">
                <a16:creationId xmlns:a16="http://schemas.microsoft.com/office/drawing/2014/main" id="{31C6ED36-9907-D2CE-4D96-0D8F9724E8CD}"/>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D44AB6F8-3BED-C994-57A2-F91B138E012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FA77915E-3616-3C01-9561-2F3EFBD2B7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FBFA486-D4F7-4088-A826-21524280CB55}" type="slidenum">
              <a:rPr lang="en-US" altLang="zh-CN"/>
              <a:pPr>
                <a:spcBef>
                  <a:spcPct val="0"/>
                </a:spcBef>
              </a:pPr>
              <a:t>5</a:t>
            </a:fld>
            <a:endParaRPr lang="en-US" altLang="zh-CN"/>
          </a:p>
        </p:txBody>
      </p:sp>
      <p:sp>
        <p:nvSpPr>
          <p:cNvPr id="13315" name="Rectangle 2">
            <a:extLst>
              <a:ext uri="{FF2B5EF4-FFF2-40B4-BE49-F238E27FC236}">
                <a16:creationId xmlns:a16="http://schemas.microsoft.com/office/drawing/2014/main" id="{F9DCDC88-0896-0383-CED9-0175B541037D}"/>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38FF827A-C978-F55F-9BFA-6915F679E3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147951AA-F0A3-BA63-0272-130D81244F5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0C89D1-9317-4EE9-88E8-341FBC68354F}" type="slidenum">
              <a:rPr lang="en-US" altLang="zh-CN"/>
              <a:pPr>
                <a:spcBef>
                  <a:spcPct val="0"/>
                </a:spcBef>
              </a:pPr>
              <a:t>6</a:t>
            </a:fld>
            <a:endParaRPr lang="en-US" altLang="zh-CN"/>
          </a:p>
        </p:txBody>
      </p:sp>
      <p:sp>
        <p:nvSpPr>
          <p:cNvPr id="15363" name="Rectangle 2">
            <a:extLst>
              <a:ext uri="{FF2B5EF4-FFF2-40B4-BE49-F238E27FC236}">
                <a16:creationId xmlns:a16="http://schemas.microsoft.com/office/drawing/2014/main" id="{CC1A3C2D-1C3B-77CC-4E07-8ADD001191BC}"/>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C1900BB9-883D-B019-5871-C886AD438CF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046F671F-E028-F8B2-F5C3-01258EB3AF4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E7FF5C7-9E20-49E9-BF79-9A088B1554D9}" type="slidenum">
              <a:rPr lang="en-US" altLang="zh-CN"/>
              <a:pPr>
                <a:spcBef>
                  <a:spcPct val="0"/>
                </a:spcBef>
              </a:pPr>
              <a:t>7</a:t>
            </a:fld>
            <a:endParaRPr lang="en-US" altLang="zh-CN"/>
          </a:p>
        </p:txBody>
      </p:sp>
      <p:sp>
        <p:nvSpPr>
          <p:cNvPr id="17411" name="Rectangle 2">
            <a:extLst>
              <a:ext uri="{FF2B5EF4-FFF2-40B4-BE49-F238E27FC236}">
                <a16:creationId xmlns:a16="http://schemas.microsoft.com/office/drawing/2014/main" id="{A1D83996-4262-E330-FC8D-95F46D9D55DB}"/>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803709D1-BDE5-6023-B9B6-E4AE70B6A36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88AF071-4EFF-1318-6DAC-036D114A1D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F9298F4-EC15-400C-A9B8-F39596803065}" type="slidenum">
              <a:rPr lang="en-US" altLang="zh-CN"/>
              <a:pPr>
                <a:spcBef>
                  <a:spcPct val="0"/>
                </a:spcBef>
              </a:pPr>
              <a:t>8</a:t>
            </a:fld>
            <a:endParaRPr lang="en-US" altLang="zh-CN"/>
          </a:p>
        </p:txBody>
      </p:sp>
      <p:sp>
        <p:nvSpPr>
          <p:cNvPr id="19459" name="Rectangle 2">
            <a:extLst>
              <a:ext uri="{FF2B5EF4-FFF2-40B4-BE49-F238E27FC236}">
                <a16:creationId xmlns:a16="http://schemas.microsoft.com/office/drawing/2014/main" id="{187CDA17-02F3-6CD4-6EA5-0B153208FE61}"/>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63689F6F-99EB-1C2E-3934-12A24E66428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22B51C78-4237-53A7-7819-B22B8A319B2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75DE335-2545-4703-A545-38D3B0C184E4}" type="slidenum">
              <a:rPr lang="en-US" altLang="zh-CN"/>
              <a:pPr>
                <a:spcBef>
                  <a:spcPct val="0"/>
                </a:spcBef>
              </a:pPr>
              <a:t>9</a:t>
            </a:fld>
            <a:endParaRPr lang="en-US" altLang="zh-CN"/>
          </a:p>
        </p:txBody>
      </p:sp>
      <p:sp>
        <p:nvSpPr>
          <p:cNvPr id="21507" name="Rectangle 2">
            <a:extLst>
              <a:ext uri="{FF2B5EF4-FFF2-40B4-BE49-F238E27FC236}">
                <a16:creationId xmlns:a16="http://schemas.microsoft.com/office/drawing/2014/main" id="{68335555-2686-2862-6D4C-72B1029AD69E}"/>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93802F8D-C013-9DD5-8E9E-18E82D15B78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A24F156C-10E4-F6BB-4981-3B9CFF7DBEE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E726546-2626-4F74-B66F-1ED8746E3A36}" type="slidenum">
              <a:rPr lang="en-US" altLang="zh-CN"/>
              <a:pPr>
                <a:spcBef>
                  <a:spcPct val="0"/>
                </a:spcBef>
              </a:pPr>
              <a:t>10</a:t>
            </a:fld>
            <a:endParaRPr lang="en-US" altLang="zh-CN"/>
          </a:p>
        </p:txBody>
      </p:sp>
      <p:sp>
        <p:nvSpPr>
          <p:cNvPr id="23555" name="Rectangle 2">
            <a:extLst>
              <a:ext uri="{FF2B5EF4-FFF2-40B4-BE49-F238E27FC236}">
                <a16:creationId xmlns:a16="http://schemas.microsoft.com/office/drawing/2014/main" id="{696EB260-9F12-719F-56CC-36F7BCEEDDDE}"/>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D07A1AEE-6768-2DF7-3213-4D4D8F008B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26834031-A30E-325E-64A2-B8AEED8B1CD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88978C3-75A0-43BE-A2B5-A50C6ED2B22F}" type="slidenum">
              <a:rPr lang="en-US" altLang="zh-CN"/>
              <a:pPr>
                <a:spcBef>
                  <a:spcPct val="0"/>
                </a:spcBef>
              </a:pPr>
              <a:t>11</a:t>
            </a:fld>
            <a:endParaRPr lang="en-US" altLang="zh-CN"/>
          </a:p>
        </p:txBody>
      </p:sp>
      <p:sp>
        <p:nvSpPr>
          <p:cNvPr id="25603" name="Rectangle 2">
            <a:extLst>
              <a:ext uri="{FF2B5EF4-FFF2-40B4-BE49-F238E27FC236}">
                <a16:creationId xmlns:a16="http://schemas.microsoft.com/office/drawing/2014/main" id="{CEC26556-B125-5B8C-D817-BA9BD2FB604F}"/>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E179E2DB-4E8F-58E4-7D48-5A53C5B62D1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F9143C52-60E6-BC2C-D3D8-8FB8295E10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9B7B8EC-8355-4903-B166-26B444E9C0FE}" type="slidenum">
              <a:rPr lang="en-US" altLang="zh-CN"/>
              <a:pPr>
                <a:spcBef>
                  <a:spcPct val="0"/>
                </a:spcBef>
              </a:pPr>
              <a:t>12</a:t>
            </a:fld>
            <a:endParaRPr lang="en-US" altLang="zh-CN"/>
          </a:p>
        </p:txBody>
      </p:sp>
      <p:sp>
        <p:nvSpPr>
          <p:cNvPr id="27651" name="Rectangle 2">
            <a:extLst>
              <a:ext uri="{FF2B5EF4-FFF2-40B4-BE49-F238E27FC236}">
                <a16:creationId xmlns:a16="http://schemas.microsoft.com/office/drawing/2014/main" id="{46874414-57C9-38E1-4E6A-E2A2BA199D68}"/>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B124102A-0F64-8A21-2884-59384AA4B2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459A6915-745F-2835-9AC0-2458285D43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ED0ED9F-FE15-41AD-B821-FEE86161A82D}" type="slidenum">
              <a:rPr lang="en-US" altLang="zh-CN"/>
              <a:pPr>
                <a:spcBef>
                  <a:spcPct val="0"/>
                </a:spcBef>
              </a:pPr>
              <a:t>13</a:t>
            </a:fld>
            <a:endParaRPr lang="en-US" altLang="zh-CN"/>
          </a:p>
        </p:txBody>
      </p:sp>
      <p:sp>
        <p:nvSpPr>
          <p:cNvPr id="29699" name="Rectangle 2">
            <a:extLst>
              <a:ext uri="{FF2B5EF4-FFF2-40B4-BE49-F238E27FC236}">
                <a16:creationId xmlns:a16="http://schemas.microsoft.com/office/drawing/2014/main" id="{0611688B-9193-BD97-D104-DCF8AC90C2B5}"/>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9FB9C110-B92A-8501-338E-52672B4EFC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87DDA7FB-4CF0-8DC1-0425-EA2C529DD5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51FBBBC-806E-4284-9433-AB371FFD2ED0}" type="slidenum">
              <a:rPr lang="en-US" altLang="zh-CN"/>
              <a:pPr>
                <a:spcBef>
                  <a:spcPct val="0"/>
                </a:spcBef>
              </a:pPr>
              <a:t>14</a:t>
            </a:fld>
            <a:endParaRPr lang="en-US" altLang="zh-CN"/>
          </a:p>
        </p:txBody>
      </p:sp>
      <p:sp>
        <p:nvSpPr>
          <p:cNvPr id="31747" name="Rectangle 2">
            <a:extLst>
              <a:ext uri="{FF2B5EF4-FFF2-40B4-BE49-F238E27FC236}">
                <a16:creationId xmlns:a16="http://schemas.microsoft.com/office/drawing/2014/main" id="{D28CB2D6-E68B-519F-68E8-E1024074E982}"/>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0461F72C-2BF8-8818-18F4-CB2851E09C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B0614377-E568-3E1B-E1D1-3194D24EA9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8A20AA-BF90-4D47-B479-200EE20CBCB0}" type="slidenum">
              <a:rPr lang="en-US" altLang="zh-CN"/>
              <a:pPr>
                <a:spcBef>
                  <a:spcPct val="0"/>
                </a:spcBef>
              </a:pPr>
              <a:t>15</a:t>
            </a:fld>
            <a:endParaRPr lang="en-US" altLang="zh-CN"/>
          </a:p>
        </p:txBody>
      </p:sp>
      <p:sp>
        <p:nvSpPr>
          <p:cNvPr id="33795" name="Rectangle 2">
            <a:extLst>
              <a:ext uri="{FF2B5EF4-FFF2-40B4-BE49-F238E27FC236}">
                <a16:creationId xmlns:a16="http://schemas.microsoft.com/office/drawing/2014/main" id="{27E35CB5-8F4E-1C5A-C513-8CE4CAB23470}"/>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7B6C5A59-6F7F-0303-EAD2-A325D7673E2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B2720E39-07F1-402B-BBD3-9C5CB965B9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A82D83F-ED35-48AC-8D89-1497268675BF}" type="slidenum">
              <a:rPr lang="en-US" altLang="zh-CN"/>
              <a:pPr>
                <a:spcBef>
                  <a:spcPct val="0"/>
                </a:spcBef>
              </a:pPr>
              <a:t>16</a:t>
            </a:fld>
            <a:endParaRPr lang="en-US" altLang="zh-CN"/>
          </a:p>
        </p:txBody>
      </p:sp>
      <p:sp>
        <p:nvSpPr>
          <p:cNvPr id="35843" name="Rectangle 2">
            <a:extLst>
              <a:ext uri="{FF2B5EF4-FFF2-40B4-BE49-F238E27FC236}">
                <a16:creationId xmlns:a16="http://schemas.microsoft.com/office/drawing/2014/main" id="{47EE2D51-24E6-DCA3-9625-F2B8F3DCE252}"/>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B400D0FB-FE5C-1919-00F5-AA2E7562A1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7FB66711-DA6A-02D6-0826-A4EED603991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55319B2-5C55-4441-B863-45A39C361F0D}" type="slidenum">
              <a:rPr lang="en-US" altLang="zh-CN"/>
              <a:pPr>
                <a:spcBef>
                  <a:spcPct val="0"/>
                </a:spcBef>
              </a:pPr>
              <a:t>17</a:t>
            </a:fld>
            <a:endParaRPr lang="en-US" altLang="zh-CN"/>
          </a:p>
        </p:txBody>
      </p:sp>
      <p:sp>
        <p:nvSpPr>
          <p:cNvPr id="37891" name="Rectangle 2">
            <a:extLst>
              <a:ext uri="{FF2B5EF4-FFF2-40B4-BE49-F238E27FC236}">
                <a16:creationId xmlns:a16="http://schemas.microsoft.com/office/drawing/2014/main" id="{C1D81164-E5DA-FB6F-332F-8FB02C3101FA}"/>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18B0576C-A27A-14F2-0C7E-ACAC9B96DF1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D4592C6-07C3-2C5D-13DC-80973C7FB8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F3F7C8D-C233-44A5-9F7B-B18579306D80}" type="slidenum">
              <a:rPr lang="en-US" altLang="zh-CN"/>
              <a:pPr>
                <a:spcBef>
                  <a:spcPct val="0"/>
                </a:spcBef>
              </a:pPr>
              <a:t>18</a:t>
            </a:fld>
            <a:endParaRPr lang="en-US" altLang="zh-CN"/>
          </a:p>
        </p:txBody>
      </p:sp>
      <p:sp>
        <p:nvSpPr>
          <p:cNvPr id="39939" name="Rectangle 2">
            <a:extLst>
              <a:ext uri="{FF2B5EF4-FFF2-40B4-BE49-F238E27FC236}">
                <a16:creationId xmlns:a16="http://schemas.microsoft.com/office/drawing/2014/main" id="{EEE78A8D-1181-3E86-21B5-84FFA271AC63}"/>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A6382834-D67E-2DAE-1DD5-254C5C4B8ED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B206A3B0-EC17-7EDF-5884-E98932B1BAD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0860A4A-140C-46CE-A51F-88628C37C201}" type="slidenum">
              <a:rPr lang="en-US" altLang="zh-CN"/>
              <a:pPr>
                <a:spcBef>
                  <a:spcPct val="0"/>
                </a:spcBef>
              </a:pPr>
              <a:t>19</a:t>
            </a:fld>
            <a:endParaRPr lang="en-US" altLang="zh-CN"/>
          </a:p>
        </p:txBody>
      </p:sp>
      <p:sp>
        <p:nvSpPr>
          <p:cNvPr id="41987" name="Rectangle 2">
            <a:extLst>
              <a:ext uri="{FF2B5EF4-FFF2-40B4-BE49-F238E27FC236}">
                <a16:creationId xmlns:a16="http://schemas.microsoft.com/office/drawing/2014/main" id="{19CBB974-1EE7-9EF2-2428-4F5F29C90AA5}"/>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76826E26-4243-42D1-2160-FA21A40ED9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7D572CB5-9EA7-DB97-0372-942FF8BDE1A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B799D2C-5E73-4E4D-B0DE-399CDFB85A8E}" type="slidenum">
              <a:rPr lang="en-US" altLang="zh-CN"/>
              <a:pPr>
                <a:spcBef>
                  <a:spcPct val="0"/>
                </a:spcBef>
              </a:pPr>
              <a:t>20</a:t>
            </a:fld>
            <a:endParaRPr lang="en-US" altLang="zh-CN"/>
          </a:p>
        </p:txBody>
      </p:sp>
      <p:sp>
        <p:nvSpPr>
          <p:cNvPr id="44035" name="Rectangle 2">
            <a:extLst>
              <a:ext uri="{FF2B5EF4-FFF2-40B4-BE49-F238E27FC236}">
                <a16:creationId xmlns:a16="http://schemas.microsoft.com/office/drawing/2014/main" id="{315C09BE-391D-A2D7-0198-2871E406C9C2}"/>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BAB9BC66-EE80-ED3E-EC4D-0E94740F7B7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0CA6C2D5-6189-62A7-0127-FAD518E4CE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9913146-5A7E-414A-B68E-9F02A1DB7300}" type="slidenum">
              <a:rPr lang="en-US" altLang="zh-CN"/>
              <a:pPr>
                <a:spcBef>
                  <a:spcPct val="0"/>
                </a:spcBef>
              </a:pPr>
              <a:t>21</a:t>
            </a:fld>
            <a:endParaRPr lang="en-US" altLang="zh-CN"/>
          </a:p>
        </p:txBody>
      </p:sp>
      <p:sp>
        <p:nvSpPr>
          <p:cNvPr id="46083" name="Rectangle 2">
            <a:extLst>
              <a:ext uri="{FF2B5EF4-FFF2-40B4-BE49-F238E27FC236}">
                <a16:creationId xmlns:a16="http://schemas.microsoft.com/office/drawing/2014/main" id="{DB121A15-65BA-5224-E25F-A0094F351885}"/>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13D56320-9D49-31F0-0DA8-A3355D5FB4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D992B52C-5FE0-D7B2-6182-6D36EBD70D1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783EA14-DEBF-4D46-B641-9D81B34773CF}" type="slidenum">
              <a:rPr lang="en-US" altLang="zh-CN"/>
              <a:pPr>
                <a:spcBef>
                  <a:spcPct val="0"/>
                </a:spcBef>
              </a:pPr>
              <a:t>22</a:t>
            </a:fld>
            <a:endParaRPr lang="en-US" altLang="zh-CN"/>
          </a:p>
        </p:txBody>
      </p:sp>
      <p:sp>
        <p:nvSpPr>
          <p:cNvPr id="48131" name="Rectangle 2">
            <a:extLst>
              <a:ext uri="{FF2B5EF4-FFF2-40B4-BE49-F238E27FC236}">
                <a16:creationId xmlns:a16="http://schemas.microsoft.com/office/drawing/2014/main" id="{6C4D67E3-65DC-BAF5-C00C-41799C14D977}"/>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36F4CAB9-BEC6-B323-82E7-06764155E2E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358DC1AE-6B87-5458-3867-B5CEC50863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3C359C3-F39D-4035-A83E-99CC5651FCA1}" type="slidenum">
              <a:rPr lang="en-US" altLang="zh-CN"/>
              <a:pPr>
                <a:spcBef>
                  <a:spcPct val="0"/>
                </a:spcBef>
              </a:pPr>
              <a:t>23</a:t>
            </a:fld>
            <a:endParaRPr lang="en-US" altLang="zh-CN"/>
          </a:p>
        </p:txBody>
      </p:sp>
      <p:sp>
        <p:nvSpPr>
          <p:cNvPr id="50179" name="Rectangle 2">
            <a:extLst>
              <a:ext uri="{FF2B5EF4-FFF2-40B4-BE49-F238E27FC236}">
                <a16:creationId xmlns:a16="http://schemas.microsoft.com/office/drawing/2014/main" id="{865A6356-46A4-C3BE-D20E-91020C8D97F5}"/>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328E0C7C-F02F-9E13-68B0-4924E64BF5D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AB14ABD9-E44B-03FF-25FB-38CE1F04822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4050488-2A90-4507-AC63-D59BA72B95CF}" type="slidenum">
              <a:rPr lang="en-US" altLang="zh-CN"/>
              <a:pPr>
                <a:spcBef>
                  <a:spcPct val="0"/>
                </a:spcBef>
              </a:pPr>
              <a:t>24</a:t>
            </a:fld>
            <a:endParaRPr lang="en-US" altLang="zh-CN"/>
          </a:p>
        </p:txBody>
      </p:sp>
      <p:sp>
        <p:nvSpPr>
          <p:cNvPr id="52227" name="Rectangle 2">
            <a:extLst>
              <a:ext uri="{FF2B5EF4-FFF2-40B4-BE49-F238E27FC236}">
                <a16:creationId xmlns:a16="http://schemas.microsoft.com/office/drawing/2014/main" id="{87A9CCB7-58E9-094D-6252-09504E194CCF}"/>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2E7CCAFC-F7B8-B2C2-BB4A-392260B207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7A704C92-F8D5-118B-7BA3-25FE30DC1D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5D4C5F-0321-4120-9F51-B8E564E8367B}" type="slidenum">
              <a:rPr lang="en-US" altLang="zh-CN"/>
              <a:pPr>
                <a:spcBef>
                  <a:spcPct val="0"/>
                </a:spcBef>
              </a:pPr>
              <a:t>25</a:t>
            </a:fld>
            <a:endParaRPr lang="en-US" altLang="zh-CN"/>
          </a:p>
        </p:txBody>
      </p:sp>
      <p:sp>
        <p:nvSpPr>
          <p:cNvPr id="54275" name="Rectangle 2">
            <a:extLst>
              <a:ext uri="{FF2B5EF4-FFF2-40B4-BE49-F238E27FC236}">
                <a16:creationId xmlns:a16="http://schemas.microsoft.com/office/drawing/2014/main" id="{2ECB33D6-0AF6-70CB-5706-52E56A53CFF3}"/>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185E360C-3944-C211-4892-99C16FD4FF5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2C702EFD-C851-75BF-8FC1-34883F1FF49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239F15-21D4-4FB7-8EA3-A4EBFD8219BD}" type="slidenum">
              <a:rPr lang="en-US" altLang="zh-CN"/>
              <a:pPr>
                <a:spcBef>
                  <a:spcPct val="0"/>
                </a:spcBef>
              </a:pPr>
              <a:t>26</a:t>
            </a:fld>
            <a:endParaRPr lang="en-US" altLang="zh-CN"/>
          </a:p>
        </p:txBody>
      </p:sp>
      <p:sp>
        <p:nvSpPr>
          <p:cNvPr id="56323" name="Rectangle 2">
            <a:extLst>
              <a:ext uri="{FF2B5EF4-FFF2-40B4-BE49-F238E27FC236}">
                <a16:creationId xmlns:a16="http://schemas.microsoft.com/office/drawing/2014/main" id="{0EBA9205-1764-1097-1C48-8A1E25E7D3BB}"/>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6DF74CBF-3CD3-150A-0CD6-62BF44B1F2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5DA12D87-0308-EA50-BDEB-6A62A6FE88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AA541DE-A67B-447A-9734-9719DB8D4A3E}" type="slidenum">
              <a:rPr lang="en-US" altLang="zh-CN"/>
              <a:pPr>
                <a:spcBef>
                  <a:spcPct val="0"/>
                </a:spcBef>
              </a:pPr>
              <a:t>27</a:t>
            </a:fld>
            <a:endParaRPr lang="en-US" altLang="zh-CN"/>
          </a:p>
        </p:txBody>
      </p:sp>
      <p:sp>
        <p:nvSpPr>
          <p:cNvPr id="58371" name="Rectangle 2">
            <a:extLst>
              <a:ext uri="{FF2B5EF4-FFF2-40B4-BE49-F238E27FC236}">
                <a16:creationId xmlns:a16="http://schemas.microsoft.com/office/drawing/2014/main" id="{EF298422-CA3A-2DD9-6EA2-711564B9E810}"/>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160991DE-0558-7C37-EAE2-32C7857429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77DA92A3-8955-C54C-74DE-B8BC6A9C905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E6D7BAC-6B1A-400E-BF79-506BFFC605B8}" type="slidenum">
              <a:rPr lang="en-US" altLang="zh-CN"/>
              <a:pPr>
                <a:spcBef>
                  <a:spcPct val="0"/>
                </a:spcBef>
              </a:pPr>
              <a:t>28</a:t>
            </a:fld>
            <a:endParaRPr lang="en-US" altLang="zh-CN"/>
          </a:p>
        </p:txBody>
      </p:sp>
      <p:sp>
        <p:nvSpPr>
          <p:cNvPr id="60419" name="Rectangle 2">
            <a:extLst>
              <a:ext uri="{FF2B5EF4-FFF2-40B4-BE49-F238E27FC236}">
                <a16:creationId xmlns:a16="http://schemas.microsoft.com/office/drawing/2014/main" id="{2D1D87EC-D4D8-1F88-DF37-BFED78D312CB}"/>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07D73465-7055-55F2-311E-0A77B49F53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FE81628A-B20F-7C22-6CDC-5C5C0829CDA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D319262-90AF-4260-B242-E4C53BBCDC35}" type="slidenum">
              <a:rPr lang="en-US" altLang="zh-CN"/>
              <a:pPr>
                <a:spcBef>
                  <a:spcPct val="0"/>
                </a:spcBef>
              </a:pPr>
              <a:t>29</a:t>
            </a:fld>
            <a:endParaRPr lang="en-US" altLang="zh-CN"/>
          </a:p>
        </p:txBody>
      </p:sp>
      <p:sp>
        <p:nvSpPr>
          <p:cNvPr id="62467" name="Rectangle 2">
            <a:extLst>
              <a:ext uri="{FF2B5EF4-FFF2-40B4-BE49-F238E27FC236}">
                <a16:creationId xmlns:a16="http://schemas.microsoft.com/office/drawing/2014/main" id="{08624BDF-408A-AA28-6FF4-002C084FD59A}"/>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1F0506C3-ABC8-BC61-3847-6061418A281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A4680DD5-C28E-0DC2-A08F-09199D2506B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A211CC5-4FFC-4012-8A89-4644167BD8C3}" type="slidenum">
              <a:rPr lang="en-US" altLang="zh-CN"/>
              <a:pPr>
                <a:spcBef>
                  <a:spcPct val="0"/>
                </a:spcBef>
              </a:pPr>
              <a:t>30</a:t>
            </a:fld>
            <a:endParaRPr lang="en-US" altLang="zh-CN"/>
          </a:p>
        </p:txBody>
      </p:sp>
      <p:sp>
        <p:nvSpPr>
          <p:cNvPr id="64515" name="Rectangle 2">
            <a:extLst>
              <a:ext uri="{FF2B5EF4-FFF2-40B4-BE49-F238E27FC236}">
                <a16:creationId xmlns:a16="http://schemas.microsoft.com/office/drawing/2014/main" id="{57EA3D14-641C-9955-FF1F-79817355E240}"/>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732280C1-1355-169E-556A-581A5AEABB6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77AC42F7-FEDD-6D6C-9510-0C9D187B612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9797E79-D371-4BE3-968E-B2C764A3A398}" type="slidenum">
              <a:rPr lang="en-US" altLang="zh-CN"/>
              <a:pPr>
                <a:spcBef>
                  <a:spcPct val="0"/>
                </a:spcBef>
              </a:pPr>
              <a:t>31</a:t>
            </a:fld>
            <a:endParaRPr lang="en-US" altLang="zh-CN"/>
          </a:p>
        </p:txBody>
      </p:sp>
      <p:sp>
        <p:nvSpPr>
          <p:cNvPr id="66563" name="Rectangle 2">
            <a:extLst>
              <a:ext uri="{FF2B5EF4-FFF2-40B4-BE49-F238E27FC236}">
                <a16:creationId xmlns:a16="http://schemas.microsoft.com/office/drawing/2014/main" id="{58E1EB9E-59BF-6F15-5C8F-A06F54D2E116}"/>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AA8EE151-22A2-5455-2C0F-D37AC357AB5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43C48C03-AC1F-D152-9C78-AB978147B4E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CC7A0AC-F704-48BA-A44F-5B046E5B4A1A}" type="slidenum">
              <a:rPr lang="en-US" altLang="zh-CN"/>
              <a:pPr>
                <a:spcBef>
                  <a:spcPct val="0"/>
                </a:spcBef>
              </a:pPr>
              <a:t>32</a:t>
            </a:fld>
            <a:endParaRPr lang="en-US" altLang="zh-CN"/>
          </a:p>
        </p:txBody>
      </p:sp>
      <p:sp>
        <p:nvSpPr>
          <p:cNvPr id="68611" name="Rectangle 2">
            <a:extLst>
              <a:ext uri="{FF2B5EF4-FFF2-40B4-BE49-F238E27FC236}">
                <a16:creationId xmlns:a16="http://schemas.microsoft.com/office/drawing/2014/main" id="{5276005D-BE09-7908-886E-9C20FEF76CBF}"/>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A919E942-9744-01A9-5B7A-EB60701567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CB45FFD0-60D9-7ACE-A9DC-9C4B4945753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76BE4F-0AFC-4B55-8B2E-78465BB49571}" type="slidenum">
              <a:rPr lang="en-US" altLang="zh-CN"/>
              <a:pPr>
                <a:spcBef>
                  <a:spcPct val="0"/>
                </a:spcBef>
              </a:pPr>
              <a:t>33</a:t>
            </a:fld>
            <a:endParaRPr lang="en-US" altLang="zh-CN"/>
          </a:p>
        </p:txBody>
      </p:sp>
      <p:sp>
        <p:nvSpPr>
          <p:cNvPr id="70659" name="Rectangle 2">
            <a:extLst>
              <a:ext uri="{FF2B5EF4-FFF2-40B4-BE49-F238E27FC236}">
                <a16:creationId xmlns:a16="http://schemas.microsoft.com/office/drawing/2014/main" id="{5A02495A-6E97-032E-1328-93773195D588}"/>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8B92568A-0D96-0BDC-3249-4949148A63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CA98206E-1B66-E5C4-E857-3F2FC4FED0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205DB2E-7AE3-40C3-AD3B-236F7E20BDA4}" type="slidenum">
              <a:rPr lang="en-US" altLang="zh-CN"/>
              <a:pPr>
                <a:spcBef>
                  <a:spcPct val="0"/>
                </a:spcBef>
              </a:pPr>
              <a:t>34</a:t>
            </a:fld>
            <a:endParaRPr lang="en-US" altLang="zh-CN"/>
          </a:p>
        </p:txBody>
      </p:sp>
      <p:sp>
        <p:nvSpPr>
          <p:cNvPr id="72707" name="Rectangle 2">
            <a:extLst>
              <a:ext uri="{FF2B5EF4-FFF2-40B4-BE49-F238E27FC236}">
                <a16:creationId xmlns:a16="http://schemas.microsoft.com/office/drawing/2014/main" id="{0EDC9A5F-6925-6482-9DDF-C043FA4B7F00}"/>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78E62B4E-7D84-9DC6-C6AF-B6EF45798A2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342ABDF9-D742-A463-7FFA-AB205772D9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AC78353-6692-4CAA-AC1D-6A83A67311B4}" type="slidenum">
              <a:rPr lang="en-US" altLang="zh-CN"/>
              <a:pPr>
                <a:spcBef>
                  <a:spcPct val="0"/>
                </a:spcBef>
              </a:pPr>
              <a:t>35</a:t>
            </a:fld>
            <a:endParaRPr lang="en-US" altLang="zh-CN"/>
          </a:p>
        </p:txBody>
      </p:sp>
      <p:sp>
        <p:nvSpPr>
          <p:cNvPr id="74755" name="Rectangle 2">
            <a:extLst>
              <a:ext uri="{FF2B5EF4-FFF2-40B4-BE49-F238E27FC236}">
                <a16:creationId xmlns:a16="http://schemas.microsoft.com/office/drawing/2014/main" id="{6C7B3EF7-FF66-D468-AF93-C5DB1312BEC1}"/>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49F6F29D-F44D-3725-EEDD-E29AAA5C11D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A63EA9B5-2890-52FA-07DF-B4E4937D72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162DBC8-A2A9-4441-8B1A-82ACDBED72E8}" type="slidenum">
              <a:rPr lang="en-US" altLang="zh-CN"/>
              <a:pPr>
                <a:spcBef>
                  <a:spcPct val="0"/>
                </a:spcBef>
              </a:pPr>
              <a:t>36</a:t>
            </a:fld>
            <a:endParaRPr lang="en-US" altLang="zh-CN"/>
          </a:p>
        </p:txBody>
      </p:sp>
      <p:sp>
        <p:nvSpPr>
          <p:cNvPr id="76803" name="Rectangle 2">
            <a:extLst>
              <a:ext uri="{FF2B5EF4-FFF2-40B4-BE49-F238E27FC236}">
                <a16:creationId xmlns:a16="http://schemas.microsoft.com/office/drawing/2014/main" id="{ABDCB722-BB84-7632-672E-2F778401F1A5}"/>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83E28E99-D3BE-7D9E-D8C8-42C79039D9A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4E4F493E-553C-731B-6795-D1B8BF1FCE4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2731FC2-978E-4B8F-8D43-6866037E5739}" type="slidenum">
              <a:rPr lang="en-US" altLang="zh-CN"/>
              <a:pPr>
                <a:spcBef>
                  <a:spcPct val="0"/>
                </a:spcBef>
              </a:pPr>
              <a:t>37</a:t>
            </a:fld>
            <a:endParaRPr lang="en-US" altLang="zh-CN"/>
          </a:p>
        </p:txBody>
      </p:sp>
      <p:sp>
        <p:nvSpPr>
          <p:cNvPr id="78851" name="Rectangle 2">
            <a:extLst>
              <a:ext uri="{FF2B5EF4-FFF2-40B4-BE49-F238E27FC236}">
                <a16:creationId xmlns:a16="http://schemas.microsoft.com/office/drawing/2014/main" id="{1AA43DD6-2723-5074-EBC1-98CEE500EB8E}"/>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F204766F-3B95-71AB-6F36-34C82B3F23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8CCB04D1-E0F0-2270-A374-2F028A52820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543B35C-24D1-4038-8989-5D9DECA645A1}" type="slidenum">
              <a:rPr lang="en-US" altLang="zh-CN"/>
              <a:pPr>
                <a:spcBef>
                  <a:spcPct val="0"/>
                </a:spcBef>
              </a:pPr>
              <a:t>38</a:t>
            </a:fld>
            <a:endParaRPr lang="en-US" altLang="zh-CN"/>
          </a:p>
        </p:txBody>
      </p:sp>
      <p:sp>
        <p:nvSpPr>
          <p:cNvPr id="80899" name="Rectangle 2">
            <a:extLst>
              <a:ext uri="{FF2B5EF4-FFF2-40B4-BE49-F238E27FC236}">
                <a16:creationId xmlns:a16="http://schemas.microsoft.com/office/drawing/2014/main" id="{0F143EB2-766E-4DD4-47AE-6AB48D50BE87}"/>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89AA45F4-2563-5092-9543-24C738C9A1B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4B993B43-C7BD-7608-1BAB-C5D6CE29F25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69E302-7EF9-4FC5-93D5-9EEFEE6CF85C}" type="slidenum">
              <a:rPr lang="en-US" altLang="zh-CN"/>
              <a:pPr>
                <a:spcBef>
                  <a:spcPct val="0"/>
                </a:spcBef>
              </a:pPr>
              <a:t>39</a:t>
            </a:fld>
            <a:endParaRPr lang="en-US" altLang="zh-CN"/>
          </a:p>
        </p:txBody>
      </p:sp>
      <p:sp>
        <p:nvSpPr>
          <p:cNvPr id="82947" name="Rectangle 2">
            <a:extLst>
              <a:ext uri="{FF2B5EF4-FFF2-40B4-BE49-F238E27FC236}">
                <a16:creationId xmlns:a16="http://schemas.microsoft.com/office/drawing/2014/main" id="{AE2C6EBB-4B24-C3BA-7B36-EF398637E515}"/>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C8B94C5A-41D6-CDA5-896B-B61D3261B5F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F7D6EC55-372E-8913-3DBE-429F67C2AF4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DDCD663-14B4-43E4-A4CD-54EEED61DF68}" type="slidenum">
              <a:rPr lang="en-US" altLang="zh-CN"/>
              <a:pPr>
                <a:spcBef>
                  <a:spcPct val="0"/>
                </a:spcBef>
              </a:pPr>
              <a:t>40</a:t>
            </a:fld>
            <a:endParaRPr lang="en-US" altLang="zh-CN"/>
          </a:p>
        </p:txBody>
      </p:sp>
      <p:sp>
        <p:nvSpPr>
          <p:cNvPr id="84995" name="Rectangle 2">
            <a:extLst>
              <a:ext uri="{FF2B5EF4-FFF2-40B4-BE49-F238E27FC236}">
                <a16:creationId xmlns:a16="http://schemas.microsoft.com/office/drawing/2014/main" id="{4E6E8D94-AB03-CCEB-0CDB-5F67798B3367}"/>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12067EBC-151C-8B0D-E4A2-08C22D04AA0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0EE8326B-3B6C-A008-8791-37426591BF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15E1F1B-22AA-4454-8EC9-FA1F469E412E}" type="slidenum">
              <a:rPr lang="en-US" altLang="zh-CN"/>
              <a:pPr>
                <a:spcBef>
                  <a:spcPct val="0"/>
                </a:spcBef>
              </a:pPr>
              <a:t>41</a:t>
            </a:fld>
            <a:endParaRPr lang="en-US" altLang="zh-CN"/>
          </a:p>
        </p:txBody>
      </p:sp>
      <p:sp>
        <p:nvSpPr>
          <p:cNvPr id="87043" name="Rectangle 2">
            <a:extLst>
              <a:ext uri="{FF2B5EF4-FFF2-40B4-BE49-F238E27FC236}">
                <a16:creationId xmlns:a16="http://schemas.microsoft.com/office/drawing/2014/main" id="{1703CA94-70BC-4D0A-96CA-AF890F053F77}"/>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A6046E64-A95C-6BAB-6FC9-9FAFE9889C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1A421687-EAC7-953D-888C-6C9C62D1C80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31D91D7-F329-4304-A2F9-2A606D6D4F2D}" type="slidenum">
              <a:rPr lang="en-US" altLang="zh-CN"/>
              <a:pPr>
                <a:spcBef>
                  <a:spcPct val="0"/>
                </a:spcBef>
              </a:pPr>
              <a:t>42</a:t>
            </a:fld>
            <a:endParaRPr lang="en-US" altLang="zh-CN"/>
          </a:p>
        </p:txBody>
      </p:sp>
      <p:sp>
        <p:nvSpPr>
          <p:cNvPr id="89091" name="Rectangle 2">
            <a:extLst>
              <a:ext uri="{FF2B5EF4-FFF2-40B4-BE49-F238E27FC236}">
                <a16:creationId xmlns:a16="http://schemas.microsoft.com/office/drawing/2014/main" id="{F6A3BB82-93EC-1DB5-590B-89FDCDE6645E}"/>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9452CE3A-4132-2645-93F8-2DAB49505F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4C7B52A3-BE24-FABA-72A5-17CC070E47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EF5230D-627F-45F6-AC44-1B6149702A72}" type="slidenum">
              <a:rPr lang="en-US" altLang="zh-CN"/>
              <a:pPr>
                <a:spcBef>
                  <a:spcPct val="0"/>
                </a:spcBef>
              </a:pPr>
              <a:t>43</a:t>
            </a:fld>
            <a:endParaRPr lang="en-US" altLang="zh-CN"/>
          </a:p>
        </p:txBody>
      </p:sp>
      <p:sp>
        <p:nvSpPr>
          <p:cNvPr id="91139" name="Rectangle 2">
            <a:extLst>
              <a:ext uri="{FF2B5EF4-FFF2-40B4-BE49-F238E27FC236}">
                <a16:creationId xmlns:a16="http://schemas.microsoft.com/office/drawing/2014/main" id="{790108B3-6295-9F6F-4FC1-0EC5D80CBBB9}"/>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E528ED67-775C-D37B-483A-E23BF8629F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11BA7BB4-C361-39D6-F168-B97821ABB04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75552AF-4A99-40C8-95E5-29061AE4C47C}" type="slidenum">
              <a:rPr lang="en-US" altLang="zh-CN"/>
              <a:pPr>
                <a:spcBef>
                  <a:spcPct val="0"/>
                </a:spcBef>
              </a:pPr>
              <a:t>44</a:t>
            </a:fld>
            <a:endParaRPr lang="en-US" altLang="zh-CN"/>
          </a:p>
        </p:txBody>
      </p:sp>
      <p:sp>
        <p:nvSpPr>
          <p:cNvPr id="93187" name="Rectangle 2">
            <a:extLst>
              <a:ext uri="{FF2B5EF4-FFF2-40B4-BE49-F238E27FC236}">
                <a16:creationId xmlns:a16="http://schemas.microsoft.com/office/drawing/2014/main" id="{FE29D102-7511-CF3C-92D5-71D0822BB492}"/>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D7DC440A-5112-F8EF-5B36-11F85ED6BFA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5C9166FA-B565-2888-52DA-73E11E5C14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C16215E-AAF7-4996-BAA0-F2D35C4AEB9F}" type="slidenum">
              <a:rPr lang="en-US" altLang="zh-CN"/>
              <a:pPr>
                <a:spcBef>
                  <a:spcPct val="0"/>
                </a:spcBef>
              </a:pPr>
              <a:t>45</a:t>
            </a:fld>
            <a:endParaRPr lang="en-US" altLang="zh-CN"/>
          </a:p>
        </p:txBody>
      </p:sp>
      <p:sp>
        <p:nvSpPr>
          <p:cNvPr id="95235" name="Rectangle 2">
            <a:extLst>
              <a:ext uri="{FF2B5EF4-FFF2-40B4-BE49-F238E27FC236}">
                <a16:creationId xmlns:a16="http://schemas.microsoft.com/office/drawing/2014/main" id="{B3602617-286B-4485-D246-85C7F422DF17}"/>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F6C885BF-379D-1473-5ACF-83A58C9690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C7B68687-845B-D8B1-6C3B-8725CCDB6CB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8894FDD-91BD-4CA6-9A1B-72DB4D271D41}" type="slidenum">
              <a:rPr lang="en-US" altLang="zh-CN"/>
              <a:pPr>
                <a:spcBef>
                  <a:spcPct val="0"/>
                </a:spcBef>
              </a:pPr>
              <a:t>46</a:t>
            </a:fld>
            <a:endParaRPr lang="en-US" altLang="zh-CN"/>
          </a:p>
        </p:txBody>
      </p:sp>
      <p:sp>
        <p:nvSpPr>
          <p:cNvPr id="97283" name="Rectangle 2">
            <a:extLst>
              <a:ext uri="{FF2B5EF4-FFF2-40B4-BE49-F238E27FC236}">
                <a16:creationId xmlns:a16="http://schemas.microsoft.com/office/drawing/2014/main" id="{09FEAC51-3E73-F96A-F649-979A0F153CC5}"/>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2CC53087-D9E9-5BDD-5CDB-784422D10D8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45316B51-F364-24F0-6D6C-A2F8ADCFA4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AE0E044-4000-40C1-BB6F-A8EA4262A2C0}" type="slidenum">
              <a:rPr lang="en-US" altLang="zh-CN"/>
              <a:pPr>
                <a:spcBef>
                  <a:spcPct val="0"/>
                </a:spcBef>
              </a:pPr>
              <a:t>47</a:t>
            </a:fld>
            <a:endParaRPr lang="en-US" altLang="zh-CN"/>
          </a:p>
        </p:txBody>
      </p:sp>
      <p:sp>
        <p:nvSpPr>
          <p:cNvPr id="99331" name="Rectangle 2">
            <a:extLst>
              <a:ext uri="{FF2B5EF4-FFF2-40B4-BE49-F238E27FC236}">
                <a16:creationId xmlns:a16="http://schemas.microsoft.com/office/drawing/2014/main" id="{9CB9F20B-73AE-08CA-1CF0-C673B49B08EE}"/>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5F0A6C83-BA43-129A-06DF-690321A76BC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434182B0-97C3-0B9C-BFBF-C3C24FE277B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970865D-1A8E-4601-9B0D-4B6A6BEAAD04}" type="slidenum">
              <a:rPr lang="en-US" altLang="zh-CN"/>
              <a:pPr>
                <a:spcBef>
                  <a:spcPct val="0"/>
                </a:spcBef>
              </a:pPr>
              <a:t>48</a:t>
            </a:fld>
            <a:endParaRPr lang="en-US" altLang="zh-CN"/>
          </a:p>
        </p:txBody>
      </p:sp>
      <p:sp>
        <p:nvSpPr>
          <p:cNvPr id="101379" name="Rectangle 2">
            <a:extLst>
              <a:ext uri="{FF2B5EF4-FFF2-40B4-BE49-F238E27FC236}">
                <a16:creationId xmlns:a16="http://schemas.microsoft.com/office/drawing/2014/main" id="{1DEF8C10-699B-AB35-DDE9-616EDCB086CD}"/>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2FD605C8-AAE5-561C-7C28-3D888DDACBE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1544A5D-1D0C-10EB-45E1-4AA6160FDD17}"/>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EB4493C4-A1B7-AD40-3D3F-6BC046D104FA}"/>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3832824C-7179-A69B-0779-09465707CA32}"/>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1" name="Rectangle 5">
                <a:extLst>
                  <a:ext uri="{FF2B5EF4-FFF2-40B4-BE49-F238E27FC236}">
                    <a16:creationId xmlns:a16="http://schemas.microsoft.com/office/drawing/2014/main" id="{FBA572AB-A681-B8D8-3751-F0ABAB1A6BD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en-US"/>
              </a:p>
            </p:txBody>
          </p:sp>
        </p:grpSp>
        <p:grpSp>
          <p:nvGrpSpPr>
            <p:cNvPr id="4" name="Group 6">
              <a:extLst>
                <a:ext uri="{FF2B5EF4-FFF2-40B4-BE49-F238E27FC236}">
                  <a16:creationId xmlns:a16="http://schemas.microsoft.com/office/drawing/2014/main" id="{4334D6F4-8B4C-7450-0B8F-A0BA6AF0F5B9}"/>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D2D61F90-AE6E-0519-D688-531D6775338C}"/>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9" name="Rectangle 8">
                <a:extLst>
                  <a:ext uri="{FF2B5EF4-FFF2-40B4-BE49-F238E27FC236}">
                    <a16:creationId xmlns:a16="http://schemas.microsoft.com/office/drawing/2014/main" id="{1AECC540-68C1-4226-81BE-75DF905F3247}"/>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en-US"/>
              </a:p>
            </p:txBody>
          </p:sp>
        </p:grpSp>
        <p:sp>
          <p:nvSpPr>
            <p:cNvPr id="5" name="Rectangle 9">
              <a:extLst>
                <a:ext uri="{FF2B5EF4-FFF2-40B4-BE49-F238E27FC236}">
                  <a16:creationId xmlns:a16="http://schemas.microsoft.com/office/drawing/2014/main" id="{F9F0B2F3-B202-C506-FEA7-D4C833C2F83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Rectangle 10">
              <a:extLst>
                <a:ext uri="{FF2B5EF4-FFF2-40B4-BE49-F238E27FC236}">
                  <a16:creationId xmlns:a16="http://schemas.microsoft.com/office/drawing/2014/main" id="{F0F56381-16B6-91F3-3EA9-8B982E15C349}"/>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7" name="Rectangle 11">
              <a:extLst>
                <a:ext uri="{FF2B5EF4-FFF2-40B4-BE49-F238E27FC236}">
                  <a16:creationId xmlns:a16="http://schemas.microsoft.com/office/drawing/2014/main" id="{D197B98A-42C4-5CAB-5C93-F21B958DA7EE}"/>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en-US"/>
            </a:p>
          </p:txBody>
        </p:sp>
      </p:grpSp>
      <p:sp>
        <p:nvSpPr>
          <p:cNvPr id="12" name="Text Box 17">
            <a:extLst>
              <a:ext uri="{FF2B5EF4-FFF2-40B4-BE49-F238E27FC236}">
                <a16:creationId xmlns:a16="http://schemas.microsoft.com/office/drawing/2014/main" id="{052A3A04-AF16-FFFE-EC74-C669C2A9CF57}"/>
              </a:ext>
            </a:extLst>
          </p:cNvPr>
          <p:cNvSpPr txBox="1">
            <a:spLocks noChangeArrowheads="1"/>
          </p:cNvSpPr>
          <p:nvPr userDrawn="1"/>
        </p:nvSpPr>
        <p:spPr bwMode="auto">
          <a:xfrm>
            <a:off x="0" y="6553200"/>
            <a:ext cx="2209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en-US" sz="1400" b="0">
                <a:latin typeface="McGrawHill-Italic"/>
              </a:rPr>
              <a:t>McGraw-Hill</a:t>
            </a:r>
            <a:endParaRPr lang="en-US" altLang="en-US" sz="2400" b="0">
              <a:latin typeface="Times New Roman" panose="02020603050405020304" pitchFamily="18" charset="0"/>
            </a:endParaRPr>
          </a:p>
        </p:txBody>
      </p:sp>
      <p:sp>
        <p:nvSpPr>
          <p:cNvPr id="13" name="Text Box 18">
            <a:extLst>
              <a:ext uri="{FF2B5EF4-FFF2-40B4-BE49-F238E27FC236}">
                <a16:creationId xmlns:a16="http://schemas.microsoft.com/office/drawing/2014/main" id="{E0998071-7384-94BC-C789-83433077C9CD}"/>
              </a:ext>
            </a:extLst>
          </p:cNvPr>
          <p:cNvSpPr txBox="1">
            <a:spLocks noChangeArrowheads="1"/>
          </p:cNvSpPr>
          <p:nvPr userDrawn="1"/>
        </p:nvSpPr>
        <p:spPr bwMode="auto">
          <a:xfrm>
            <a:off x="4572000" y="6553200"/>
            <a:ext cx="457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Char char="©"/>
            </a:pPr>
            <a:r>
              <a:rPr lang="en-US" altLang="en-US" sz="1400" b="0">
                <a:latin typeface="McGrawHill-Italic"/>
              </a:rPr>
              <a:t>The McGraw-Hill Companies, Inc., 2000</a:t>
            </a:r>
            <a:endParaRPr lang="en-US" altLang="en-US" sz="2400" b="0">
              <a:latin typeface="Times New Roman" panose="02020603050405020304"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zh-CN" noProof="0"/>
              <a:t>Click to edit Master subtitle style</a:t>
            </a:r>
          </a:p>
        </p:txBody>
      </p:sp>
      <p:sp>
        <p:nvSpPr>
          <p:cNvPr id="14" name="Rectangle 14">
            <a:extLst>
              <a:ext uri="{FF2B5EF4-FFF2-40B4-BE49-F238E27FC236}">
                <a16:creationId xmlns:a16="http://schemas.microsoft.com/office/drawing/2014/main" id="{B5B12E14-89D3-7ABC-F87F-5703DA503873}"/>
              </a:ext>
            </a:extLst>
          </p:cNvPr>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ea typeface="宋体" charset="-122"/>
              </a:defRPr>
            </a:lvl1pPr>
          </a:lstStyle>
          <a:p>
            <a:pPr>
              <a:defRPr/>
            </a:pPr>
            <a:endParaRPr lang="en-US" altLang="zh-CN"/>
          </a:p>
        </p:txBody>
      </p:sp>
      <p:sp>
        <p:nvSpPr>
          <p:cNvPr id="15" name="Rectangle 15">
            <a:extLst>
              <a:ext uri="{FF2B5EF4-FFF2-40B4-BE49-F238E27FC236}">
                <a16:creationId xmlns:a16="http://schemas.microsoft.com/office/drawing/2014/main" id="{EB7296BA-E223-B5C1-6C34-D88F05E34398}"/>
              </a:ext>
            </a:extLst>
          </p:cNvPr>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ea typeface="宋体" charset="-122"/>
              </a:defRPr>
            </a:lvl1pPr>
          </a:lstStyle>
          <a:p>
            <a:pPr>
              <a:defRPr/>
            </a:pPr>
            <a:endParaRPr lang="en-US" altLang="zh-CN"/>
          </a:p>
        </p:txBody>
      </p:sp>
      <p:sp>
        <p:nvSpPr>
          <p:cNvPr id="16" name="Rectangle 16">
            <a:extLst>
              <a:ext uri="{FF2B5EF4-FFF2-40B4-BE49-F238E27FC236}">
                <a16:creationId xmlns:a16="http://schemas.microsoft.com/office/drawing/2014/main" id="{7F832B7C-B72D-C7A9-3657-2417961C8B4E}"/>
              </a:ext>
            </a:extLst>
          </p:cNvPr>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fld id="{7BAF59DB-7243-4FA9-B760-35216DA27972}" type="slidenum">
              <a:rPr lang="en-US" altLang="zh-CN"/>
              <a:pPr/>
              <a:t>‹#›</a:t>
            </a:fld>
            <a:endParaRPr lang="en-US" altLang="zh-CN"/>
          </a:p>
        </p:txBody>
      </p:sp>
    </p:spTree>
    <p:extLst>
      <p:ext uri="{BB962C8B-B14F-4D97-AF65-F5344CB8AC3E}">
        <p14:creationId xmlns:p14="http://schemas.microsoft.com/office/powerpoint/2010/main" val="2150176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1209AD24-A916-C4C6-5494-1A5A46352ACC}"/>
              </a:ext>
            </a:extLst>
          </p:cNvPr>
          <p:cNvSpPr>
            <a:spLocks noGrp="1" noChangeArrowheads="1"/>
          </p:cNvSpPr>
          <p:nvPr>
            <p:ph type="sldNum" sz="quarter" idx="10"/>
          </p:nvPr>
        </p:nvSpPr>
        <p:spPr>
          <a:ln/>
        </p:spPr>
        <p:txBody>
          <a:bodyPr/>
          <a:lstStyle>
            <a:lvl1pPr>
              <a:defRPr/>
            </a:lvl1pPr>
          </a:lstStyle>
          <a:p>
            <a:r>
              <a:rPr lang="en-US" altLang="zh-CN"/>
              <a:t>24.</a:t>
            </a:r>
            <a:fld id="{F0484DA8-51D8-4DFE-AAAE-16DDF7B7EE9D}" type="slidenum">
              <a:rPr lang="en-US" altLang="zh-CN"/>
              <a:pPr/>
              <a:t>‹#›</a:t>
            </a:fld>
            <a:endParaRPr lang="en-US" altLang="zh-CN"/>
          </a:p>
        </p:txBody>
      </p:sp>
    </p:spTree>
    <p:extLst>
      <p:ext uri="{BB962C8B-B14F-4D97-AF65-F5344CB8AC3E}">
        <p14:creationId xmlns:p14="http://schemas.microsoft.com/office/powerpoint/2010/main" val="307655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6">
            <a:extLst>
              <a:ext uri="{FF2B5EF4-FFF2-40B4-BE49-F238E27FC236}">
                <a16:creationId xmlns:a16="http://schemas.microsoft.com/office/drawing/2014/main" id="{D745EBA5-14F2-16F9-48B9-885D2DF23AB4}"/>
              </a:ext>
            </a:extLst>
          </p:cNvPr>
          <p:cNvSpPr>
            <a:spLocks noGrp="1" noChangeArrowheads="1"/>
          </p:cNvSpPr>
          <p:nvPr>
            <p:ph type="sldNum" sz="quarter" idx="10"/>
          </p:nvPr>
        </p:nvSpPr>
        <p:spPr>
          <a:ln/>
        </p:spPr>
        <p:txBody>
          <a:bodyPr/>
          <a:lstStyle>
            <a:lvl1pPr>
              <a:defRPr/>
            </a:lvl1pPr>
          </a:lstStyle>
          <a:p>
            <a:r>
              <a:rPr lang="en-US" altLang="zh-CN"/>
              <a:t>24.</a:t>
            </a:r>
            <a:fld id="{CFC1D9F5-ABB1-4B78-8425-0CEDEBC095E6}" type="slidenum">
              <a:rPr lang="en-US" altLang="zh-CN"/>
              <a:pPr/>
              <a:t>‹#›</a:t>
            </a:fld>
            <a:endParaRPr lang="en-US" altLang="zh-CN"/>
          </a:p>
        </p:txBody>
      </p:sp>
    </p:spTree>
    <p:extLst>
      <p:ext uri="{BB962C8B-B14F-4D97-AF65-F5344CB8AC3E}">
        <p14:creationId xmlns:p14="http://schemas.microsoft.com/office/powerpoint/2010/main" val="3011022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6">
            <a:extLst>
              <a:ext uri="{FF2B5EF4-FFF2-40B4-BE49-F238E27FC236}">
                <a16:creationId xmlns:a16="http://schemas.microsoft.com/office/drawing/2014/main" id="{8979F483-9C63-14E4-9039-843313013C4F}"/>
              </a:ext>
            </a:extLst>
          </p:cNvPr>
          <p:cNvSpPr>
            <a:spLocks noGrp="1" noChangeArrowheads="1"/>
          </p:cNvSpPr>
          <p:nvPr>
            <p:ph type="sldNum" sz="quarter" idx="10"/>
          </p:nvPr>
        </p:nvSpPr>
        <p:spPr>
          <a:ln/>
        </p:spPr>
        <p:txBody>
          <a:bodyPr/>
          <a:lstStyle>
            <a:lvl1pPr>
              <a:defRPr/>
            </a:lvl1pPr>
          </a:lstStyle>
          <a:p>
            <a:r>
              <a:rPr lang="en-US" altLang="zh-CN"/>
              <a:t>24.</a:t>
            </a:r>
            <a:fld id="{29F08C67-A639-4D48-9BEC-25CDD48EF692}" type="slidenum">
              <a:rPr lang="en-US" altLang="zh-CN"/>
              <a:pPr/>
              <a:t>‹#›</a:t>
            </a:fld>
            <a:endParaRPr lang="en-US" altLang="zh-CN"/>
          </a:p>
        </p:txBody>
      </p:sp>
    </p:spTree>
    <p:extLst>
      <p:ext uri="{BB962C8B-B14F-4D97-AF65-F5344CB8AC3E}">
        <p14:creationId xmlns:p14="http://schemas.microsoft.com/office/powerpoint/2010/main" val="1420312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6">
            <a:extLst>
              <a:ext uri="{FF2B5EF4-FFF2-40B4-BE49-F238E27FC236}">
                <a16:creationId xmlns:a16="http://schemas.microsoft.com/office/drawing/2014/main" id="{5F74F530-A7E5-ADAE-DC23-732A42E5CAFE}"/>
              </a:ext>
            </a:extLst>
          </p:cNvPr>
          <p:cNvSpPr>
            <a:spLocks noGrp="1" noChangeArrowheads="1"/>
          </p:cNvSpPr>
          <p:nvPr>
            <p:ph type="sldNum" sz="quarter" idx="10"/>
          </p:nvPr>
        </p:nvSpPr>
        <p:spPr>
          <a:ln/>
        </p:spPr>
        <p:txBody>
          <a:bodyPr/>
          <a:lstStyle>
            <a:lvl1pPr>
              <a:defRPr/>
            </a:lvl1pPr>
          </a:lstStyle>
          <a:p>
            <a:r>
              <a:rPr lang="en-US" altLang="zh-CN"/>
              <a:t>24.</a:t>
            </a:r>
            <a:fld id="{3D93DC53-24DE-476C-8877-B2D91F08233B}" type="slidenum">
              <a:rPr lang="en-US" altLang="zh-CN"/>
              <a:pPr/>
              <a:t>‹#›</a:t>
            </a:fld>
            <a:endParaRPr lang="en-US" altLang="zh-CN"/>
          </a:p>
        </p:txBody>
      </p:sp>
    </p:spTree>
    <p:extLst>
      <p:ext uri="{BB962C8B-B14F-4D97-AF65-F5344CB8AC3E}">
        <p14:creationId xmlns:p14="http://schemas.microsoft.com/office/powerpoint/2010/main" val="2758282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Rectangle 16">
            <a:extLst>
              <a:ext uri="{FF2B5EF4-FFF2-40B4-BE49-F238E27FC236}">
                <a16:creationId xmlns:a16="http://schemas.microsoft.com/office/drawing/2014/main" id="{1DE15B91-573E-B19C-BF7D-E3E0D98D729A}"/>
              </a:ext>
            </a:extLst>
          </p:cNvPr>
          <p:cNvSpPr>
            <a:spLocks noGrp="1" noChangeArrowheads="1"/>
          </p:cNvSpPr>
          <p:nvPr>
            <p:ph type="sldNum" sz="quarter" idx="10"/>
          </p:nvPr>
        </p:nvSpPr>
        <p:spPr>
          <a:ln/>
        </p:spPr>
        <p:txBody>
          <a:bodyPr/>
          <a:lstStyle>
            <a:lvl1pPr>
              <a:defRPr/>
            </a:lvl1pPr>
          </a:lstStyle>
          <a:p>
            <a:r>
              <a:rPr lang="en-US" altLang="zh-CN"/>
              <a:t>24.</a:t>
            </a:r>
            <a:fld id="{6FF11063-7281-4737-9E9F-D4FA9AC9EA43}" type="slidenum">
              <a:rPr lang="en-US" altLang="zh-CN"/>
              <a:pPr/>
              <a:t>‹#›</a:t>
            </a:fld>
            <a:endParaRPr lang="en-US" altLang="zh-CN"/>
          </a:p>
        </p:txBody>
      </p:sp>
    </p:spTree>
    <p:extLst>
      <p:ext uri="{BB962C8B-B14F-4D97-AF65-F5344CB8AC3E}">
        <p14:creationId xmlns:p14="http://schemas.microsoft.com/office/powerpoint/2010/main" val="692143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99974966-F0B3-CA62-E565-E279BAEC5C7C}"/>
              </a:ext>
            </a:extLst>
          </p:cNvPr>
          <p:cNvSpPr>
            <a:spLocks noGrp="1" noChangeArrowheads="1"/>
          </p:cNvSpPr>
          <p:nvPr>
            <p:ph type="sldNum" sz="quarter" idx="10"/>
          </p:nvPr>
        </p:nvSpPr>
        <p:spPr>
          <a:ln/>
        </p:spPr>
        <p:txBody>
          <a:bodyPr/>
          <a:lstStyle>
            <a:lvl1pPr>
              <a:defRPr/>
            </a:lvl1pPr>
          </a:lstStyle>
          <a:p>
            <a:r>
              <a:rPr lang="en-US" altLang="zh-CN"/>
              <a:t>24.</a:t>
            </a:r>
            <a:fld id="{AB3AAC59-0DD7-4878-A998-286A6308F2D1}" type="slidenum">
              <a:rPr lang="en-US" altLang="zh-CN"/>
              <a:pPr/>
              <a:t>‹#›</a:t>
            </a:fld>
            <a:endParaRPr lang="en-US" altLang="zh-CN"/>
          </a:p>
        </p:txBody>
      </p:sp>
    </p:spTree>
    <p:extLst>
      <p:ext uri="{BB962C8B-B14F-4D97-AF65-F5344CB8AC3E}">
        <p14:creationId xmlns:p14="http://schemas.microsoft.com/office/powerpoint/2010/main" val="4192995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a:extLst>
              <a:ext uri="{FF2B5EF4-FFF2-40B4-BE49-F238E27FC236}">
                <a16:creationId xmlns:a16="http://schemas.microsoft.com/office/drawing/2014/main" id="{973F9001-8C27-FFF6-A4AF-9A9F6B4AB52A}"/>
              </a:ext>
            </a:extLst>
          </p:cNvPr>
          <p:cNvSpPr>
            <a:spLocks noGrp="1" noChangeArrowheads="1"/>
          </p:cNvSpPr>
          <p:nvPr>
            <p:ph type="sldNum" sz="quarter" idx="10"/>
          </p:nvPr>
        </p:nvSpPr>
        <p:spPr>
          <a:ln/>
        </p:spPr>
        <p:txBody>
          <a:bodyPr/>
          <a:lstStyle>
            <a:lvl1pPr>
              <a:defRPr/>
            </a:lvl1pPr>
          </a:lstStyle>
          <a:p>
            <a:r>
              <a:rPr lang="en-US" altLang="zh-CN"/>
              <a:t>24.</a:t>
            </a:r>
            <a:fld id="{816758D1-8156-400A-A500-ACA2708E1A40}" type="slidenum">
              <a:rPr lang="en-US" altLang="zh-CN"/>
              <a:pPr/>
              <a:t>‹#›</a:t>
            </a:fld>
            <a:endParaRPr lang="en-US" altLang="zh-CN"/>
          </a:p>
        </p:txBody>
      </p:sp>
    </p:spTree>
    <p:extLst>
      <p:ext uri="{BB962C8B-B14F-4D97-AF65-F5344CB8AC3E}">
        <p14:creationId xmlns:p14="http://schemas.microsoft.com/office/powerpoint/2010/main" val="3254820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a:extLst>
              <a:ext uri="{FF2B5EF4-FFF2-40B4-BE49-F238E27FC236}">
                <a16:creationId xmlns:a16="http://schemas.microsoft.com/office/drawing/2014/main" id="{54443969-DEEF-CFAA-F2E4-059293D6F5CF}"/>
              </a:ext>
            </a:extLst>
          </p:cNvPr>
          <p:cNvSpPr>
            <a:spLocks noGrp="1" noChangeArrowheads="1"/>
          </p:cNvSpPr>
          <p:nvPr>
            <p:ph type="sldNum" sz="quarter" idx="10"/>
          </p:nvPr>
        </p:nvSpPr>
        <p:spPr>
          <a:ln/>
        </p:spPr>
        <p:txBody>
          <a:bodyPr/>
          <a:lstStyle>
            <a:lvl1pPr>
              <a:defRPr/>
            </a:lvl1pPr>
          </a:lstStyle>
          <a:p>
            <a:r>
              <a:rPr lang="en-US" altLang="zh-CN"/>
              <a:t>24.</a:t>
            </a:r>
            <a:fld id="{44BC24FD-1790-473D-975E-8C38A15BB2B0}" type="slidenum">
              <a:rPr lang="en-US" altLang="zh-CN"/>
              <a:pPr/>
              <a:t>‹#›</a:t>
            </a:fld>
            <a:endParaRPr lang="en-US" altLang="zh-CN"/>
          </a:p>
        </p:txBody>
      </p:sp>
    </p:spTree>
    <p:extLst>
      <p:ext uri="{BB962C8B-B14F-4D97-AF65-F5344CB8AC3E}">
        <p14:creationId xmlns:p14="http://schemas.microsoft.com/office/powerpoint/2010/main" val="36071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F117F88E-2401-5DF1-2302-C9FC2DFC2FE7}"/>
              </a:ext>
            </a:extLst>
          </p:cNvPr>
          <p:cNvSpPr>
            <a:spLocks noGrp="1" noChangeArrowheads="1"/>
          </p:cNvSpPr>
          <p:nvPr>
            <p:ph type="sldNum" sz="quarter" idx="10"/>
          </p:nvPr>
        </p:nvSpPr>
        <p:spPr>
          <a:ln/>
        </p:spPr>
        <p:txBody>
          <a:bodyPr/>
          <a:lstStyle>
            <a:lvl1pPr>
              <a:defRPr/>
            </a:lvl1pPr>
          </a:lstStyle>
          <a:p>
            <a:r>
              <a:rPr lang="en-US" altLang="zh-CN"/>
              <a:t>24.</a:t>
            </a:r>
            <a:fld id="{59C8AB0B-F5CD-4D5B-94AF-36AE8861B287}" type="slidenum">
              <a:rPr lang="en-US" altLang="zh-CN"/>
              <a:pPr/>
              <a:t>‹#›</a:t>
            </a:fld>
            <a:endParaRPr lang="en-US" altLang="zh-CN"/>
          </a:p>
        </p:txBody>
      </p:sp>
    </p:spTree>
    <p:extLst>
      <p:ext uri="{BB962C8B-B14F-4D97-AF65-F5344CB8AC3E}">
        <p14:creationId xmlns:p14="http://schemas.microsoft.com/office/powerpoint/2010/main" val="4050428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8C3859E6-0EA4-ACE6-D33A-086769DE190F}"/>
              </a:ext>
            </a:extLst>
          </p:cNvPr>
          <p:cNvSpPr>
            <a:spLocks noGrp="1" noChangeArrowheads="1"/>
          </p:cNvSpPr>
          <p:nvPr>
            <p:ph type="sldNum" sz="quarter" idx="10"/>
          </p:nvPr>
        </p:nvSpPr>
        <p:spPr>
          <a:ln/>
        </p:spPr>
        <p:txBody>
          <a:bodyPr/>
          <a:lstStyle>
            <a:lvl1pPr>
              <a:defRPr/>
            </a:lvl1pPr>
          </a:lstStyle>
          <a:p>
            <a:r>
              <a:rPr lang="en-US" altLang="zh-CN"/>
              <a:t>24.</a:t>
            </a:r>
            <a:fld id="{588F8FE2-51D2-47AE-86EA-8E3BEC8946F2}" type="slidenum">
              <a:rPr lang="en-US" altLang="zh-CN"/>
              <a:pPr/>
              <a:t>‹#›</a:t>
            </a:fld>
            <a:endParaRPr lang="en-US" altLang="zh-CN"/>
          </a:p>
        </p:txBody>
      </p:sp>
    </p:spTree>
    <p:extLst>
      <p:ext uri="{BB962C8B-B14F-4D97-AF65-F5344CB8AC3E}">
        <p14:creationId xmlns:p14="http://schemas.microsoft.com/office/powerpoint/2010/main" val="842827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6">
            <a:extLst>
              <a:ext uri="{FF2B5EF4-FFF2-40B4-BE49-F238E27FC236}">
                <a16:creationId xmlns:a16="http://schemas.microsoft.com/office/drawing/2014/main" id="{3FD0EBDE-348E-0164-00C2-A8394C0FC096}"/>
              </a:ext>
            </a:extLst>
          </p:cNvPr>
          <p:cNvSpPr>
            <a:spLocks noGrp="1" noChangeArrowheads="1"/>
          </p:cNvSpPr>
          <p:nvPr>
            <p:ph type="sldNum" sz="quarter" idx="10"/>
          </p:nvPr>
        </p:nvSpPr>
        <p:spPr>
          <a:ln/>
        </p:spPr>
        <p:txBody>
          <a:bodyPr/>
          <a:lstStyle>
            <a:lvl1pPr>
              <a:defRPr/>
            </a:lvl1pPr>
          </a:lstStyle>
          <a:p>
            <a:r>
              <a:rPr lang="en-US" altLang="zh-CN"/>
              <a:t>24.</a:t>
            </a:r>
            <a:fld id="{CA5C9EC2-B350-4C6C-BBD4-16DC2A4941A4}" type="slidenum">
              <a:rPr lang="en-US" altLang="zh-CN"/>
              <a:pPr/>
              <a:t>‹#›</a:t>
            </a:fld>
            <a:endParaRPr lang="en-US" altLang="zh-CN"/>
          </a:p>
        </p:txBody>
      </p:sp>
    </p:spTree>
    <p:extLst>
      <p:ext uri="{BB962C8B-B14F-4D97-AF65-F5344CB8AC3E}">
        <p14:creationId xmlns:p14="http://schemas.microsoft.com/office/powerpoint/2010/main" val="3337368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5EA6EC86-7BAC-4CF0-8539-9836EA41B7C5}"/>
              </a:ext>
            </a:extLst>
          </p:cNvPr>
          <p:cNvSpPr>
            <a:spLocks noGrp="1" noChangeArrowheads="1"/>
          </p:cNvSpPr>
          <p:nvPr>
            <p:ph type="sldNum" sz="quarter" idx="4"/>
          </p:nvPr>
        </p:nvSpPr>
        <p:spPr bwMode="auto">
          <a:xfrm>
            <a:off x="0" y="64008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defRPr>
            </a:lvl1pPr>
          </a:lstStyle>
          <a:p>
            <a:r>
              <a:rPr lang="en-US" altLang="zh-CN"/>
              <a:t>24.</a:t>
            </a:r>
            <a:fld id="{5942450E-918A-4E67-9E7F-628D0FCE6EA1}"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00"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2">
            <a:extLst>
              <a:ext uri="{FF2B5EF4-FFF2-40B4-BE49-F238E27FC236}">
                <a16:creationId xmlns:a16="http://schemas.microsoft.com/office/drawing/2014/main" id="{8554B3FE-EE99-05A4-0D46-C0E55AD6A23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1CC83553-85AA-41E5-A49E-39D723DE5D71}" type="slidenum">
              <a:rPr lang="en-US" altLang="zh-CN" sz="2000">
                <a:solidFill>
                  <a:schemeClr val="bg2"/>
                </a:solidFill>
              </a:rPr>
              <a:pPr/>
              <a:t>1</a:t>
            </a:fld>
            <a:endParaRPr lang="en-US" altLang="zh-CN" sz="2000">
              <a:solidFill>
                <a:schemeClr val="bg2"/>
              </a:solidFill>
            </a:endParaRPr>
          </a:p>
        </p:txBody>
      </p:sp>
      <p:pic>
        <p:nvPicPr>
          <p:cNvPr id="4099" name="Picture 2" descr="Forouzan4e07_banner">
            <a:extLst>
              <a:ext uri="{FF2B5EF4-FFF2-40B4-BE49-F238E27FC236}">
                <a16:creationId xmlns:a16="http://schemas.microsoft.com/office/drawing/2014/main" id="{24231A60-EAEE-D394-6D9D-C2CFAB011730}"/>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Rectangle 3">
            <a:extLst>
              <a:ext uri="{FF2B5EF4-FFF2-40B4-BE49-F238E27FC236}">
                <a16:creationId xmlns:a16="http://schemas.microsoft.com/office/drawing/2014/main" id="{E5AFA8F5-D380-CBCC-B9CE-41A475A1F1B0}"/>
              </a:ext>
            </a:extLst>
          </p:cNvPr>
          <p:cNvSpPr>
            <a:spLocks noChangeArrowheads="1"/>
          </p:cNvSpPr>
          <p:nvPr/>
        </p:nvSpPr>
        <p:spPr bwMode="auto">
          <a:xfrm>
            <a:off x="1143000" y="2514600"/>
            <a:ext cx="6858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r>
              <a:rPr lang="en-US" altLang="en-US" sz="4400">
                <a:solidFill>
                  <a:schemeClr val="tx2"/>
                </a:solidFill>
                <a:latin typeface="Times New Roman" panose="02020603050405020304" pitchFamily="18" charset="0"/>
                <a:cs typeface="Times New Roman" panose="02020603050405020304" pitchFamily="18" charset="0"/>
              </a:rPr>
              <a:t>Chapter 24</a:t>
            </a:r>
          </a:p>
          <a:p>
            <a:pPr algn="ctr"/>
            <a:endParaRPr lang="en-US" altLang="en-US" sz="2000">
              <a:solidFill>
                <a:schemeClr val="tx2"/>
              </a:solidFill>
              <a:latin typeface="Times New Roman" panose="02020603050405020304" pitchFamily="18" charset="0"/>
              <a:cs typeface="Times New Roman" panose="02020603050405020304" pitchFamily="18" charset="0"/>
            </a:endParaRPr>
          </a:p>
          <a:p>
            <a:pPr algn="ctr"/>
            <a:r>
              <a:rPr lang="zh-CN" altLang="en-US" sz="4400">
                <a:latin typeface="Times New Roman" panose="02020603050405020304" pitchFamily="18" charset="0"/>
                <a:cs typeface="Times New Roman" panose="02020603050405020304" pitchFamily="18" charset="0"/>
              </a:rPr>
              <a:t>拥塞控制和服务质量</a:t>
            </a:r>
            <a:endParaRPr lang="en-US" altLang="zh-CN" sz="4400">
              <a:latin typeface="Times New Roman" panose="02020603050405020304" pitchFamily="18" charset="0"/>
              <a:cs typeface="Times New Roman" panose="02020603050405020304" pitchFamily="18" charset="0"/>
            </a:endParaRPr>
          </a:p>
        </p:txBody>
      </p:sp>
      <p:sp>
        <p:nvSpPr>
          <p:cNvPr id="4101" name="Text Box 4">
            <a:extLst>
              <a:ext uri="{FF2B5EF4-FFF2-40B4-BE49-F238E27FC236}">
                <a16:creationId xmlns:a16="http://schemas.microsoft.com/office/drawing/2014/main" id="{749462CB-4828-B2A5-1B0A-641EE35175C6}"/>
              </a:ext>
            </a:extLst>
          </p:cNvPr>
          <p:cNvSpPr txBox="1">
            <a:spLocks noChangeArrowheads="1"/>
          </p:cNvSpPr>
          <p:nvPr/>
        </p:nvSpPr>
        <p:spPr bwMode="auto">
          <a:xfrm>
            <a:off x="0" y="6507163"/>
            <a:ext cx="9144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0">
                <a:latin typeface="Times New Roman" panose="02020603050405020304" pitchFamily="18" charset="0"/>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1">
            <a:extLst>
              <a:ext uri="{FF2B5EF4-FFF2-40B4-BE49-F238E27FC236}">
                <a16:creationId xmlns:a16="http://schemas.microsoft.com/office/drawing/2014/main" id="{FDFC4B06-D069-E78C-BA41-7E2F6435DE4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E7DE1D68-5B0F-405E-8CF9-A42EAD6EBB89}" type="slidenum">
              <a:rPr lang="en-US" altLang="zh-CN" sz="2000">
                <a:solidFill>
                  <a:schemeClr val="bg2"/>
                </a:solidFill>
              </a:rPr>
              <a:pPr/>
              <a:t>2</a:t>
            </a:fld>
            <a:endParaRPr lang="en-US" altLang="zh-CN" sz="2000">
              <a:solidFill>
                <a:schemeClr val="bg2"/>
              </a:solidFill>
            </a:endParaRPr>
          </a:p>
        </p:txBody>
      </p:sp>
      <p:sp>
        <p:nvSpPr>
          <p:cNvPr id="565250" name="Rectangle 2">
            <a:extLst>
              <a:ext uri="{FF2B5EF4-FFF2-40B4-BE49-F238E27FC236}">
                <a16:creationId xmlns:a16="http://schemas.microsoft.com/office/drawing/2014/main" id="{3692F4B5-FF7A-4279-A500-C4A4E086F011}"/>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565251" name="Text Box 3">
            <a:extLst>
              <a:ext uri="{FF2B5EF4-FFF2-40B4-BE49-F238E27FC236}">
                <a16:creationId xmlns:a16="http://schemas.microsoft.com/office/drawing/2014/main" id="{F0FEAA9B-0085-4EE4-A3CE-F696BD6E2289}"/>
              </a:ext>
            </a:extLst>
          </p:cNvPr>
          <p:cNvSpPr txBox="1">
            <a:spLocks noChangeArrowheads="1"/>
          </p:cNvSpPr>
          <p:nvPr/>
        </p:nvSpPr>
        <p:spPr bwMode="auto">
          <a:xfrm>
            <a:off x="228600" y="406400"/>
            <a:ext cx="3303588" cy="584200"/>
          </a:xfrm>
          <a:prstGeom prst="rect">
            <a:avLst/>
          </a:prstGeom>
          <a:noFill/>
          <a:ln>
            <a:noFill/>
          </a:ln>
          <a:effectLst/>
        </p:spPr>
        <p:txBody>
          <a:bodyPr wrap="none">
            <a:spAutoFit/>
          </a:bodyPr>
          <a:lstStyle/>
          <a:p>
            <a:pPr>
              <a:defRPr/>
            </a:pPr>
            <a:r>
              <a:rPr lang="en-US" altLang="zh-CN" dirty="0">
                <a:effectLst>
                  <a:outerShdw blurRad="38100" dist="38100" dir="2700000" algn="tl">
                    <a:srgbClr val="C0C0C0"/>
                  </a:outerShdw>
                </a:effectLst>
                <a:latin typeface="Times" pitchFamily="18" charset="0"/>
                <a:ea typeface="宋体" charset="-122"/>
              </a:rPr>
              <a:t>24-1   </a:t>
            </a:r>
            <a:r>
              <a:rPr lang="zh-CN" altLang="en-US" dirty="0">
                <a:effectLst>
                  <a:outerShdw blurRad="38100" dist="38100" dir="2700000" algn="tl">
                    <a:srgbClr val="C0C0C0"/>
                  </a:outerShdw>
                </a:effectLst>
                <a:latin typeface="Times" pitchFamily="18" charset="0"/>
                <a:ea typeface="宋体" charset="-122"/>
              </a:rPr>
              <a:t>数据通信量</a:t>
            </a:r>
            <a:endParaRPr lang="en-US" altLang="zh-CN" dirty="0">
              <a:effectLst>
                <a:outerShdw blurRad="38100" dist="38100" dir="2700000" algn="tl">
                  <a:srgbClr val="C0C0C0"/>
                </a:outerShdw>
              </a:effectLst>
              <a:latin typeface="Times" pitchFamily="18" charset="0"/>
              <a:ea typeface="宋体" charset="-122"/>
            </a:endParaRPr>
          </a:p>
        </p:txBody>
      </p:sp>
      <p:sp>
        <p:nvSpPr>
          <p:cNvPr id="6149" name="Text Box 4">
            <a:extLst>
              <a:ext uri="{FF2B5EF4-FFF2-40B4-BE49-F238E27FC236}">
                <a16:creationId xmlns:a16="http://schemas.microsoft.com/office/drawing/2014/main" id="{6772CE99-211E-14A3-3A40-2F92F7720F4F}"/>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zh-CN" sz="1800">
              <a:latin typeface="Times New Roman" panose="02020603050405020304" pitchFamily="18" charset="0"/>
            </a:endParaRPr>
          </a:p>
        </p:txBody>
      </p:sp>
      <p:sp>
        <p:nvSpPr>
          <p:cNvPr id="565253" name="Rectangle 5">
            <a:extLst>
              <a:ext uri="{FF2B5EF4-FFF2-40B4-BE49-F238E27FC236}">
                <a16:creationId xmlns:a16="http://schemas.microsoft.com/office/drawing/2014/main" id="{DB8D2722-63D9-4FD3-B3AA-933A772C6CDD}"/>
              </a:ext>
            </a:extLst>
          </p:cNvPr>
          <p:cNvSpPr>
            <a:spLocks noChangeArrowheads="1"/>
          </p:cNvSpPr>
          <p:nvPr/>
        </p:nvSpPr>
        <p:spPr bwMode="auto">
          <a:xfrm>
            <a:off x="609600" y="1663700"/>
            <a:ext cx="7696200" cy="2247900"/>
          </a:xfrm>
          <a:prstGeom prst="rect">
            <a:avLst/>
          </a:prstGeom>
          <a:noFill/>
          <a:ln>
            <a:noFill/>
          </a:ln>
          <a:effectLst/>
        </p:spPr>
        <p:txBody>
          <a:bodyPr anchor="ctr">
            <a:spAutoFit/>
          </a:bodyPr>
          <a:lstStyle/>
          <a:p>
            <a:pPr algn="just" eaLnBrk="1" hangingPunct="1">
              <a:defRPr/>
            </a:pPr>
            <a:r>
              <a:rPr lang="zh-CN" altLang="en-US" sz="2800" dirty="0">
                <a:effectLst>
                  <a:outerShdw blurRad="38100" dist="38100" dir="2700000" algn="tl">
                    <a:srgbClr val="C0C0C0"/>
                  </a:outerShdw>
                </a:effectLst>
                <a:latin typeface="Times New Roman" pitchFamily="18" charset="0"/>
                <a:ea typeface="宋体" charset="-122"/>
              </a:rPr>
              <a:t>对拥塞控制和服务质量关注的重要方面是数据通信量。在拥塞控制中，要设法避免通信量拥塞。在服务质量中，要设法为通信量创造合理的环境。因此，在讨论拥塞控制和服务质量之前，首先讨论数据通信量本身。</a:t>
            </a:r>
            <a:endParaRPr lang="en-US" altLang="zh-CN" sz="2800" dirty="0">
              <a:effectLst>
                <a:outerShdw blurRad="38100" dist="38100" dir="2700000" algn="tl">
                  <a:srgbClr val="C0C0C0"/>
                </a:outerShdw>
              </a:effectLst>
              <a:latin typeface="Times New Roman" pitchFamily="18" charset="0"/>
              <a:ea typeface="宋体" charset="-122"/>
            </a:endParaRPr>
          </a:p>
        </p:txBody>
      </p:sp>
      <p:sp>
        <p:nvSpPr>
          <p:cNvPr id="6151" name="Rectangle 29">
            <a:extLst>
              <a:ext uri="{FF2B5EF4-FFF2-40B4-BE49-F238E27FC236}">
                <a16:creationId xmlns:a16="http://schemas.microsoft.com/office/drawing/2014/main" id="{888E4AC1-E5E1-4868-BC61-8249865D1109}"/>
              </a:ext>
            </a:extLst>
          </p:cNvPr>
          <p:cNvSpPr>
            <a:spLocks noChangeArrowheads="1"/>
          </p:cNvSpPr>
          <p:nvPr/>
        </p:nvSpPr>
        <p:spPr bwMode="auto">
          <a:xfrm>
            <a:off x="457200" y="5189538"/>
            <a:ext cx="6705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通信量描述符</a:t>
            </a:r>
            <a:br>
              <a:rPr lang="fr-FR" altLang="zh-CN" sz="2400">
                <a:solidFill>
                  <a:srgbClr val="0033CC"/>
                </a:solidFill>
                <a:latin typeface="Times New Roman" panose="02020603050405020304" pitchFamily="18" charset="0"/>
              </a:rPr>
            </a:br>
            <a:r>
              <a:rPr lang="zh-CN" altLang="en-US" sz="2400">
                <a:solidFill>
                  <a:srgbClr val="0033CC"/>
                </a:solidFill>
                <a:latin typeface="Times New Roman" panose="02020603050405020304" pitchFamily="18" charset="0"/>
              </a:rPr>
              <a:t>通信量特征值</a:t>
            </a:r>
            <a:endParaRPr lang="en-US" altLang="zh-CN" sz="2400">
              <a:solidFill>
                <a:srgbClr val="0033CC"/>
              </a:solidFill>
              <a:latin typeface="Times New Roman" panose="02020603050405020304" pitchFamily="18" charset="0"/>
            </a:endParaRPr>
          </a:p>
        </p:txBody>
      </p:sp>
      <p:sp>
        <p:nvSpPr>
          <p:cNvPr id="565278" name="Text Box 30">
            <a:extLst>
              <a:ext uri="{FF2B5EF4-FFF2-40B4-BE49-F238E27FC236}">
                <a16:creationId xmlns:a16="http://schemas.microsoft.com/office/drawing/2014/main" id="{9ADA0274-5EBA-4C01-B832-20EE77C033CF}"/>
              </a:ext>
            </a:extLst>
          </p:cNvPr>
          <p:cNvSpPr txBox="1">
            <a:spLocks noChangeArrowheads="1"/>
          </p:cNvSpPr>
          <p:nvPr/>
        </p:nvSpPr>
        <p:spPr bwMode="auto">
          <a:xfrm>
            <a:off x="304800" y="4549775"/>
            <a:ext cx="1627188" cy="523875"/>
          </a:xfrm>
          <a:prstGeom prst="rect">
            <a:avLst/>
          </a:prstGeom>
          <a:noFill/>
          <a:ln>
            <a:noFill/>
          </a:ln>
          <a:effectLst/>
        </p:spPr>
        <p:txBody>
          <a:bodyPr wrap="none">
            <a:spAutoFit/>
          </a:bodyPr>
          <a:lstStyle/>
          <a:p>
            <a:pPr algn="ctr">
              <a:defRPr/>
            </a:pPr>
            <a:r>
              <a:rPr lang="zh-CN" altLang="en-US" sz="2800" i="1" u="sng" dirty="0">
                <a:solidFill>
                  <a:schemeClr val="hlink"/>
                </a:solidFill>
                <a:effectLst>
                  <a:outerShdw blurRad="38100" dist="38100" dir="2700000" algn="tl">
                    <a:srgbClr val="C0C0C0"/>
                  </a:outerShdw>
                </a:effectLst>
                <a:latin typeface="Times New Roman" pitchFamily="18" charset="0"/>
                <a:ea typeface="宋体" charset="-122"/>
              </a:rPr>
              <a:t>本节要点</a:t>
            </a:r>
            <a:endParaRPr lang="en-US" altLang="zh-CN" sz="2800" i="1" u="sng" dirty="0">
              <a:solidFill>
                <a:schemeClr val="hlink"/>
              </a:solidFill>
              <a:effectLst>
                <a:outerShdw blurRad="38100" dist="38100" dir="2700000" algn="tl">
                  <a:srgbClr val="C0C0C0"/>
                </a:outerShdw>
              </a:effectLst>
              <a:latin typeface="Times New Roman" pitchFamily="18" charset="0"/>
              <a:ea typeface="宋体"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1">
            <a:extLst>
              <a:ext uri="{FF2B5EF4-FFF2-40B4-BE49-F238E27FC236}">
                <a16:creationId xmlns:a16="http://schemas.microsoft.com/office/drawing/2014/main" id="{A9DA00F1-C0F8-716C-3898-E9B377D8757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5E234E87-9C04-4142-A2DD-58648D9232BD}" type="slidenum">
              <a:rPr lang="en-US" altLang="zh-CN" sz="2000">
                <a:solidFill>
                  <a:schemeClr val="bg2"/>
                </a:solidFill>
              </a:rPr>
              <a:pPr/>
              <a:t>3</a:t>
            </a:fld>
            <a:endParaRPr lang="en-US" altLang="zh-CN" sz="2000">
              <a:solidFill>
                <a:schemeClr val="bg2"/>
              </a:solidFill>
            </a:endParaRPr>
          </a:p>
        </p:txBody>
      </p:sp>
      <p:sp>
        <p:nvSpPr>
          <p:cNvPr id="8195" name="Line 2">
            <a:extLst>
              <a:ext uri="{FF2B5EF4-FFF2-40B4-BE49-F238E27FC236}">
                <a16:creationId xmlns:a16="http://schemas.microsoft.com/office/drawing/2014/main" id="{C19BFF60-83E6-2E57-91BC-8A42186A1AD5}"/>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 name="Line 3">
            <a:extLst>
              <a:ext uri="{FF2B5EF4-FFF2-40B4-BE49-F238E27FC236}">
                <a16:creationId xmlns:a16="http://schemas.microsoft.com/office/drawing/2014/main" id="{7B008D73-1E13-A111-1A5D-C78BC8112E6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 name="Text Box 4">
            <a:extLst>
              <a:ext uri="{FF2B5EF4-FFF2-40B4-BE49-F238E27FC236}">
                <a16:creationId xmlns:a16="http://schemas.microsoft.com/office/drawing/2014/main" id="{E2C47B60-98C7-30BB-B924-EB00F3020B91}"/>
              </a:ext>
            </a:extLst>
          </p:cNvPr>
          <p:cNvSpPr txBox="1">
            <a:spLocks noChangeArrowheads="1"/>
          </p:cNvSpPr>
          <p:nvPr/>
        </p:nvSpPr>
        <p:spPr bwMode="auto">
          <a:xfrm>
            <a:off x="304800" y="762000"/>
            <a:ext cx="311943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 </a:t>
            </a:r>
            <a:r>
              <a:rPr lang="en-US" altLang="zh-CN" sz="2400">
                <a:solidFill>
                  <a:schemeClr val="folHlink"/>
                </a:solidFill>
                <a:latin typeface="Times New Roman" panose="02020603050405020304" pitchFamily="18" charset="0"/>
              </a:rPr>
              <a:t>24.1  </a:t>
            </a:r>
            <a:r>
              <a:rPr lang="zh-CN" altLang="en-US" sz="2400">
                <a:latin typeface="Times New Roman" panose="02020603050405020304" pitchFamily="18" charset="0"/>
              </a:rPr>
              <a:t>通信量描述符</a:t>
            </a:r>
            <a:br>
              <a:rPr lang="fr-FR" altLang="zh-CN" sz="2400">
                <a:latin typeface="Times New Roman" panose="02020603050405020304" pitchFamily="18" charset="0"/>
              </a:rPr>
            </a:br>
            <a:endParaRPr lang="en-US" altLang="zh-CN" sz="2000" i="1">
              <a:latin typeface="Times New Roman" panose="02020603050405020304" pitchFamily="18" charset="0"/>
            </a:endParaRPr>
          </a:p>
        </p:txBody>
      </p:sp>
      <p:sp>
        <p:nvSpPr>
          <p:cNvPr id="8198" name="Line 5">
            <a:extLst>
              <a:ext uri="{FF2B5EF4-FFF2-40B4-BE49-F238E27FC236}">
                <a16:creationId xmlns:a16="http://schemas.microsoft.com/office/drawing/2014/main" id="{D7D190F6-B9D8-6586-2708-1424EBFD224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199" name="Picture 6">
            <a:extLst>
              <a:ext uri="{FF2B5EF4-FFF2-40B4-BE49-F238E27FC236}">
                <a16:creationId xmlns:a16="http://schemas.microsoft.com/office/drawing/2014/main" id="{797808D6-0E87-F466-280F-6058B36580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788" y="2530475"/>
            <a:ext cx="6526212"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1">
            <a:extLst>
              <a:ext uri="{FF2B5EF4-FFF2-40B4-BE49-F238E27FC236}">
                <a16:creationId xmlns:a16="http://schemas.microsoft.com/office/drawing/2014/main" id="{49102E6C-FDDC-C300-52CB-EDCEE4A4405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01AFF543-E4A2-4713-8AB7-3619EDA9D448}" type="slidenum">
              <a:rPr lang="en-US" altLang="zh-CN" sz="2000">
                <a:solidFill>
                  <a:schemeClr val="bg2"/>
                </a:solidFill>
              </a:rPr>
              <a:pPr/>
              <a:t>4</a:t>
            </a:fld>
            <a:endParaRPr lang="en-US" altLang="zh-CN" sz="2000">
              <a:solidFill>
                <a:schemeClr val="bg2"/>
              </a:solidFill>
            </a:endParaRPr>
          </a:p>
        </p:txBody>
      </p:sp>
      <p:sp>
        <p:nvSpPr>
          <p:cNvPr id="10243" name="Line 2">
            <a:extLst>
              <a:ext uri="{FF2B5EF4-FFF2-40B4-BE49-F238E27FC236}">
                <a16:creationId xmlns:a16="http://schemas.microsoft.com/office/drawing/2014/main" id="{21717EA0-E1C1-9FFC-DAC3-8AD7B9261A3E}"/>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4" name="Line 3">
            <a:extLst>
              <a:ext uri="{FF2B5EF4-FFF2-40B4-BE49-F238E27FC236}">
                <a16:creationId xmlns:a16="http://schemas.microsoft.com/office/drawing/2014/main" id="{2DA36777-CC8A-A2B6-9518-E52B793F70D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5" name="Text Box 4">
            <a:extLst>
              <a:ext uri="{FF2B5EF4-FFF2-40B4-BE49-F238E27FC236}">
                <a16:creationId xmlns:a16="http://schemas.microsoft.com/office/drawing/2014/main" id="{A4B2E15B-333E-51E5-D885-08FB630ED144}"/>
              </a:ext>
            </a:extLst>
          </p:cNvPr>
          <p:cNvSpPr txBox="1">
            <a:spLocks noChangeArrowheads="1"/>
          </p:cNvSpPr>
          <p:nvPr/>
        </p:nvSpPr>
        <p:spPr bwMode="auto">
          <a:xfrm>
            <a:off x="304800" y="762000"/>
            <a:ext cx="3814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24.2   </a:t>
            </a:r>
            <a:r>
              <a:rPr lang="zh-CN" altLang="en-US" sz="2400">
                <a:latin typeface="Times New Roman" panose="02020603050405020304" pitchFamily="18" charset="0"/>
              </a:rPr>
              <a:t>三个通信量特征值</a:t>
            </a:r>
            <a:endParaRPr lang="en-US" altLang="zh-CN" sz="2000" i="1">
              <a:latin typeface="Times New Roman" panose="02020603050405020304" pitchFamily="18" charset="0"/>
            </a:endParaRPr>
          </a:p>
        </p:txBody>
      </p:sp>
      <p:sp>
        <p:nvSpPr>
          <p:cNvPr id="10246" name="Line 5">
            <a:extLst>
              <a:ext uri="{FF2B5EF4-FFF2-40B4-BE49-F238E27FC236}">
                <a16:creationId xmlns:a16="http://schemas.microsoft.com/office/drawing/2014/main" id="{7371F000-24D3-CF65-6BAE-A1E875F1131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247" name="Picture 6">
            <a:extLst>
              <a:ext uri="{FF2B5EF4-FFF2-40B4-BE49-F238E27FC236}">
                <a16:creationId xmlns:a16="http://schemas.microsoft.com/office/drawing/2014/main" id="{9AB1E48C-A39F-EAFE-C39F-7A4D765F9E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1808163"/>
            <a:ext cx="7148512" cy="413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灯片编号占位符 1">
            <a:extLst>
              <a:ext uri="{FF2B5EF4-FFF2-40B4-BE49-F238E27FC236}">
                <a16:creationId xmlns:a16="http://schemas.microsoft.com/office/drawing/2014/main" id="{07A15FEB-1635-477D-6BE9-97977F23D98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502D10F4-7A0B-452F-8D80-BEF30201020D}" type="slidenum">
              <a:rPr lang="en-US" altLang="zh-CN" sz="2000">
                <a:solidFill>
                  <a:schemeClr val="bg2"/>
                </a:solidFill>
              </a:rPr>
              <a:pPr/>
              <a:t>5</a:t>
            </a:fld>
            <a:endParaRPr lang="en-US" altLang="zh-CN" sz="2000">
              <a:solidFill>
                <a:schemeClr val="bg2"/>
              </a:solidFill>
            </a:endParaRPr>
          </a:p>
        </p:txBody>
      </p:sp>
      <p:sp>
        <p:nvSpPr>
          <p:cNvPr id="858114" name="Rectangle 2">
            <a:extLst>
              <a:ext uri="{FF2B5EF4-FFF2-40B4-BE49-F238E27FC236}">
                <a16:creationId xmlns:a16="http://schemas.microsoft.com/office/drawing/2014/main" id="{8B2F801E-F6B8-4FF0-9244-80176D06667C}"/>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858115" name="Text Box 3">
            <a:extLst>
              <a:ext uri="{FF2B5EF4-FFF2-40B4-BE49-F238E27FC236}">
                <a16:creationId xmlns:a16="http://schemas.microsoft.com/office/drawing/2014/main" id="{FF8B1DAA-AB4A-48DC-8219-2945DD78B02E}"/>
              </a:ext>
            </a:extLst>
          </p:cNvPr>
          <p:cNvSpPr txBox="1">
            <a:spLocks noChangeArrowheads="1"/>
          </p:cNvSpPr>
          <p:nvPr/>
        </p:nvSpPr>
        <p:spPr bwMode="auto">
          <a:xfrm>
            <a:off x="228600" y="406400"/>
            <a:ext cx="2068513" cy="584200"/>
          </a:xfrm>
          <a:prstGeom prst="rect">
            <a:avLst/>
          </a:prstGeom>
          <a:noFill/>
          <a:ln>
            <a:noFill/>
          </a:ln>
          <a:effectLst/>
        </p:spPr>
        <p:txBody>
          <a:bodyPr wrap="none">
            <a:spAutoFit/>
          </a:bodyPr>
          <a:lstStyle/>
          <a:p>
            <a:pPr>
              <a:defRPr/>
            </a:pPr>
            <a:r>
              <a:rPr lang="en-US" altLang="zh-CN" dirty="0">
                <a:effectLst>
                  <a:outerShdw blurRad="38100" dist="38100" dir="2700000" algn="tl">
                    <a:srgbClr val="C0C0C0"/>
                  </a:outerShdw>
                </a:effectLst>
                <a:latin typeface="Times" pitchFamily="18" charset="0"/>
                <a:ea typeface="宋体" charset="-122"/>
              </a:rPr>
              <a:t>24-2   </a:t>
            </a:r>
            <a:r>
              <a:rPr lang="zh-CN" altLang="en-US" dirty="0">
                <a:effectLst>
                  <a:outerShdw blurRad="38100" dist="38100" dir="2700000" algn="tl">
                    <a:srgbClr val="C0C0C0"/>
                  </a:outerShdw>
                </a:effectLst>
                <a:latin typeface="Times" pitchFamily="18" charset="0"/>
                <a:ea typeface="宋体" charset="-122"/>
              </a:rPr>
              <a:t>拥塞</a:t>
            </a:r>
            <a:endParaRPr lang="en-US" altLang="zh-CN" dirty="0">
              <a:effectLst>
                <a:outerShdw blurRad="38100" dist="38100" dir="2700000" algn="tl">
                  <a:srgbClr val="C0C0C0"/>
                </a:outerShdw>
              </a:effectLst>
              <a:latin typeface="Times" pitchFamily="18" charset="0"/>
              <a:ea typeface="宋体" charset="-122"/>
            </a:endParaRPr>
          </a:p>
        </p:txBody>
      </p:sp>
      <p:sp>
        <p:nvSpPr>
          <p:cNvPr id="12293" name="Text Box 4">
            <a:extLst>
              <a:ext uri="{FF2B5EF4-FFF2-40B4-BE49-F238E27FC236}">
                <a16:creationId xmlns:a16="http://schemas.microsoft.com/office/drawing/2014/main" id="{7B01C331-03EB-C370-4215-96CC27645A05}"/>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zh-CN" sz="1800">
              <a:latin typeface="Times New Roman" panose="02020603050405020304" pitchFamily="18" charset="0"/>
            </a:endParaRPr>
          </a:p>
        </p:txBody>
      </p:sp>
      <p:sp>
        <p:nvSpPr>
          <p:cNvPr id="858117" name="Rectangle 5">
            <a:extLst>
              <a:ext uri="{FF2B5EF4-FFF2-40B4-BE49-F238E27FC236}">
                <a16:creationId xmlns:a16="http://schemas.microsoft.com/office/drawing/2014/main" id="{18B7898B-A3BD-42B5-B26A-D8C63972D10C}"/>
              </a:ext>
            </a:extLst>
          </p:cNvPr>
          <p:cNvSpPr>
            <a:spLocks noChangeArrowheads="1"/>
          </p:cNvSpPr>
          <p:nvPr/>
        </p:nvSpPr>
        <p:spPr bwMode="auto">
          <a:xfrm>
            <a:off x="685800" y="1725613"/>
            <a:ext cx="7848600" cy="2678112"/>
          </a:xfrm>
          <a:prstGeom prst="rect">
            <a:avLst/>
          </a:prstGeom>
          <a:noFill/>
          <a:ln>
            <a:noFill/>
          </a:ln>
          <a:effectLst/>
        </p:spPr>
        <p:txBody>
          <a:bodyPr anchor="ctr">
            <a:spAutoFit/>
          </a:bodyPr>
          <a:lstStyle/>
          <a:p>
            <a:pPr algn="just" eaLnBrk="1" hangingPunct="1">
              <a:defRPr/>
            </a:pPr>
            <a:r>
              <a:rPr lang="zh-CN" altLang="en-US" sz="2800" dirty="0">
                <a:effectLst>
                  <a:outerShdw blurRad="38100" dist="38100" dir="2700000" algn="tl">
                    <a:srgbClr val="C0C0C0"/>
                  </a:outerShdw>
                </a:effectLst>
                <a:latin typeface="Times New Roman" pitchFamily="18" charset="0"/>
                <a:ea typeface="宋体" charset="-122"/>
              </a:rPr>
              <a:t>拥塞</a:t>
            </a:r>
            <a:r>
              <a:rPr lang="en-US" altLang="zh-CN" sz="2800" dirty="0">
                <a:effectLst>
                  <a:outerShdw blurRad="38100" dist="38100" dir="2700000" algn="tl">
                    <a:srgbClr val="C0C0C0"/>
                  </a:outerShdw>
                </a:effectLst>
                <a:latin typeface="Times New Roman" pitchFamily="18" charset="0"/>
                <a:ea typeface="宋体" charset="-122"/>
              </a:rPr>
              <a:t>(congestion) </a:t>
            </a:r>
            <a:r>
              <a:rPr lang="zh-CN" altLang="en-US" sz="2800" dirty="0">
                <a:effectLst>
                  <a:outerShdw blurRad="38100" dist="38100" dir="2700000" algn="tl">
                    <a:srgbClr val="C0C0C0"/>
                  </a:outerShdw>
                </a:effectLst>
                <a:latin typeface="Times New Roman" pitchFamily="18" charset="0"/>
                <a:ea typeface="宋体" charset="-122"/>
              </a:rPr>
              <a:t>是分组交换网络中的一个重要问题。如果网络中的载荷</a:t>
            </a:r>
            <a:r>
              <a:rPr lang="en-US" altLang="zh-CN" sz="2800" dirty="0">
                <a:effectLst>
                  <a:outerShdw blurRad="38100" dist="38100" dir="2700000" algn="tl">
                    <a:srgbClr val="C0C0C0"/>
                  </a:outerShdw>
                </a:effectLst>
                <a:latin typeface="Times New Roman" pitchFamily="18" charset="0"/>
                <a:ea typeface="宋体" charset="-122"/>
              </a:rPr>
              <a:t>(load) </a:t>
            </a:r>
            <a:r>
              <a:rPr lang="zh-CN" altLang="en-US" sz="2800" dirty="0">
                <a:effectLst>
                  <a:outerShdw blurRad="38100" dist="38100" dir="2700000" algn="tl">
                    <a:srgbClr val="C0C0C0"/>
                  </a:outerShdw>
                </a:effectLst>
                <a:latin typeface="Times New Roman" pitchFamily="18" charset="0"/>
                <a:ea typeface="宋体" charset="-122"/>
              </a:rPr>
              <a:t>，即发送到网络中的分组数量，超过了网络的容量，即网络中能处理的分组数量，那么在网络中就可能发生拥塞。拥塞控制</a:t>
            </a:r>
            <a:r>
              <a:rPr lang="en-US" altLang="zh-CN" sz="2800" dirty="0">
                <a:effectLst>
                  <a:outerShdw blurRad="38100" dist="38100" dir="2700000" algn="tl">
                    <a:srgbClr val="C0C0C0"/>
                  </a:outerShdw>
                </a:effectLst>
                <a:latin typeface="Times New Roman" pitchFamily="18" charset="0"/>
                <a:ea typeface="宋体" charset="-122"/>
              </a:rPr>
              <a:t>(congestion control) </a:t>
            </a:r>
            <a:r>
              <a:rPr lang="zh-CN" altLang="en-US" sz="2800" dirty="0">
                <a:effectLst>
                  <a:outerShdw blurRad="38100" dist="38100" dir="2700000" algn="tl">
                    <a:srgbClr val="C0C0C0"/>
                  </a:outerShdw>
                </a:effectLst>
                <a:latin typeface="Times New Roman" pitchFamily="18" charset="0"/>
                <a:ea typeface="宋体" charset="-122"/>
              </a:rPr>
              <a:t>指的是控制拥塞和使载荷低于网络容量的机制和技术。</a:t>
            </a:r>
            <a:endParaRPr lang="en-US" altLang="zh-CN" sz="2800" dirty="0">
              <a:effectLst>
                <a:outerShdw blurRad="38100" dist="38100" dir="2700000" algn="tl">
                  <a:srgbClr val="C0C0C0"/>
                </a:outerShdw>
              </a:effectLst>
              <a:latin typeface="Times New Roman" pitchFamily="18" charset="0"/>
              <a:ea typeface="宋体" charset="-122"/>
            </a:endParaRPr>
          </a:p>
        </p:txBody>
      </p:sp>
      <p:sp>
        <p:nvSpPr>
          <p:cNvPr id="12295" name="Rectangle 6">
            <a:extLst>
              <a:ext uri="{FF2B5EF4-FFF2-40B4-BE49-F238E27FC236}">
                <a16:creationId xmlns:a16="http://schemas.microsoft.com/office/drawing/2014/main" id="{10D34B85-93C6-B0B9-3169-4EDC05597294}"/>
              </a:ext>
            </a:extLst>
          </p:cNvPr>
          <p:cNvSpPr>
            <a:spLocks noChangeArrowheads="1"/>
          </p:cNvSpPr>
          <p:nvPr/>
        </p:nvSpPr>
        <p:spPr bwMode="auto">
          <a:xfrm>
            <a:off x="762000" y="5527675"/>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网络的性能</a:t>
            </a:r>
            <a:endParaRPr lang="en-US" altLang="zh-CN" sz="2400">
              <a:solidFill>
                <a:srgbClr val="0033CC"/>
              </a:solidFill>
              <a:latin typeface="Times New Roman" panose="02020603050405020304" pitchFamily="18" charset="0"/>
            </a:endParaRPr>
          </a:p>
        </p:txBody>
      </p:sp>
      <p:sp>
        <p:nvSpPr>
          <p:cNvPr id="858119" name="Text Box 7">
            <a:extLst>
              <a:ext uri="{FF2B5EF4-FFF2-40B4-BE49-F238E27FC236}">
                <a16:creationId xmlns:a16="http://schemas.microsoft.com/office/drawing/2014/main" id="{A2C2999C-74AA-456F-8F68-FBE8F7218203}"/>
              </a:ext>
            </a:extLst>
          </p:cNvPr>
          <p:cNvSpPr txBox="1">
            <a:spLocks noChangeArrowheads="1"/>
          </p:cNvSpPr>
          <p:nvPr/>
        </p:nvSpPr>
        <p:spPr bwMode="auto">
          <a:xfrm>
            <a:off x="646113" y="4953000"/>
            <a:ext cx="1836737" cy="523875"/>
          </a:xfrm>
          <a:prstGeom prst="rect">
            <a:avLst/>
          </a:prstGeom>
          <a:noFill/>
          <a:ln>
            <a:noFill/>
          </a:ln>
          <a:effectLst/>
        </p:spPr>
        <p:txBody>
          <a:bodyPr wrap="none">
            <a:spAutoFit/>
          </a:bodyPr>
          <a:lstStyle/>
          <a:p>
            <a:pPr algn="ctr">
              <a:defRPr/>
            </a:pPr>
            <a:r>
              <a:rPr lang="zh-CN" altLang="en-US" sz="2800" i="1" u="sng" dirty="0">
                <a:solidFill>
                  <a:schemeClr val="hlink"/>
                </a:solidFill>
                <a:effectLst>
                  <a:outerShdw blurRad="38100" dist="38100" dir="2700000" algn="tl">
                    <a:srgbClr val="C0C0C0"/>
                  </a:outerShdw>
                </a:effectLst>
                <a:latin typeface="Times New Roman" pitchFamily="18" charset="0"/>
                <a:ea typeface="宋体" charset="-122"/>
              </a:rPr>
              <a:t>本节要点 </a:t>
            </a:r>
            <a:r>
              <a:rPr lang="en-US" altLang="zh-CN" sz="2800" i="1" u="sng" dirty="0">
                <a:solidFill>
                  <a:schemeClr val="hlink"/>
                </a:solidFill>
                <a:effectLst>
                  <a:outerShdw blurRad="38100" dist="38100" dir="2700000" algn="tl">
                    <a:srgbClr val="C0C0C0"/>
                  </a:outerShdw>
                </a:effectLst>
                <a:latin typeface="Times New Roman" pitchFamily="18" charset="0"/>
                <a:ea typeface="宋体" charset="-122"/>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1">
            <a:extLst>
              <a:ext uri="{FF2B5EF4-FFF2-40B4-BE49-F238E27FC236}">
                <a16:creationId xmlns:a16="http://schemas.microsoft.com/office/drawing/2014/main" id="{EBE4446C-AAA6-1074-3778-4203E5B59BC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EAA54EF8-19AC-44E5-9F1E-888FD7006BD5}" type="slidenum">
              <a:rPr lang="en-US" altLang="zh-CN" sz="2000">
                <a:solidFill>
                  <a:schemeClr val="bg2"/>
                </a:solidFill>
              </a:rPr>
              <a:pPr/>
              <a:t>6</a:t>
            </a:fld>
            <a:endParaRPr lang="en-US" altLang="zh-CN" sz="2000">
              <a:solidFill>
                <a:schemeClr val="bg2"/>
              </a:solidFill>
            </a:endParaRPr>
          </a:p>
        </p:txBody>
      </p:sp>
      <p:sp>
        <p:nvSpPr>
          <p:cNvPr id="14339" name="Line 2">
            <a:extLst>
              <a:ext uri="{FF2B5EF4-FFF2-40B4-BE49-F238E27FC236}">
                <a16:creationId xmlns:a16="http://schemas.microsoft.com/office/drawing/2014/main" id="{4E77DD02-54AE-9A35-3D33-FFE556BB1A24}"/>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0" name="Line 3">
            <a:extLst>
              <a:ext uri="{FF2B5EF4-FFF2-40B4-BE49-F238E27FC236}">
                <a16:creationId xmlns:a16="http://schemas.microsoft.com/office/drawing/2014/main" id="{9EB502C1-FC8A-3046-1F0C-C920D9C3BAB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1" name="Text Box 4">
            <a:extLst>
              <a:ext uri="{FF2B5EF4-FFF2-40B4-BE49-F238E27FC236}">
                <a16:creationId xmlns:a16="http://schemas.microsoft.com/office/drawing/2014/main" id="{8419CDED-455A-43A6-1734-9FFCCCE9C974}"/>
              </a:ext>
            </a:extLst>
          </p:cNvPr>
          <p:cNvSpPr txBox="1">
            <a:spLocks noChangeArrowheads="1"/>
          </p:cNvSpPr>
          <p:nvPr/>
        </p:nvSpPr>
        <p:spPr bwMode="auto">
          <a:xfrm>
            <a:off x="304800" y="762000"/>
            <a:ext cx="3417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24.3  </a:t>
            </a:r>
            <a:r>
              <a:rPr lang="zh-CN" altLang="en-US" sz="2400" b="0"/>
              <a:t>路由器中的队到</a:t>
            </a:r>
            <a:endParaRPr lang="en-US" altLang="zh-CN" sz="2000" i="1">
              <a:latin typeface="Times New Roman" panose="02020603050405020304" pitchFamily="18" charset="0"/>
            </a:endParaRPr>
          </a:p>
        </p:txBody>
      </p:sp>
      <p:sp>
        <p:nvSpPr>
          <p:cNvPr id="14342" name="Line 5">
            <a:extLst>
              <a:ext uri="{FF2B5EF4-FFF2-40B4-BE49-F238E27FC236}">
                <a16:creationId xmlns:a16="http://schemas.microsoft.com/office/drawing/2014/main" id="{E55D7D79-87ED-93E6-A810-600DC259B5F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4343" name="Picture 6">
            <a:extLst>
              <a:ext uri="{FF2B5EF4-FFF2-40B4-BE49-F238E27FC236}">
                <a16:creationId xmlns:a16="http://schemas.microsoft.com/office/drawing/2014/main" id="{7BFE0C7B-497A-292D-21E0-6075C48B7C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3" y="2476500"/>
            <a:ext cx="7761287"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1">
            <a:extLst>
              <a:ext uri="{FF2B5EF4-FFF2-40B4-BE49-F238E27FC236}">
                <a16:creationId xmlns:a16="http://schemas.microsoft.com/office/drawing/2014/main" id="{B5F57881-FD9D-F443-C5D8-6EEC95CF3F2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DDC814FE-3164-4B03-8F3C-692EA22498CE}" type="slidenum">
              <a:rPr lang="en-US" altLang="zh-CN" sz="2000">
                <a:solidFill>
                  <a:schemeClr val="bg2"/>
                </a:solidFill>
              </a:rPr>
              <a:pPr/>
              <a:t>7</a:t>
            </a:fld>
            <a:endParaRPr lang="en-US" altLang="zh-CN" sz="2000">
              <a:solidFill>
                <a:schemeClr val="bg2"/>
              </a:solidFill>
            </a:endParaRPr>
          </a:p>
        </p:txBody>
      </p:sp>
      <p:sp>
        <p:nvSpPr>
          <p:cNvPr id="16387" name="Line 2">
            <a:extLst>
              <a:ext uri="{FF2B5EF4-FFF2-40B4-BE49-F238E27FC236}">
                <a16:creationId xmlns:a16="http://schemas.microsoft.com/office/drawing/2014/main" id="{F80D765E-91F0-CDCC-282A-1C7A7748B7BE}"/>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8" name="Line 3">
            <a:extLst>
              <a:ext uri="{FF2B5EF4-FFF2-40B4-BE49-F238E27FC236}">
                <a16:creationId xmlns:a16="http://schemas.microsoft.com/office/drawing/2014/main" id="{16B42348-B4A9-A050-EA31-CC7AC3C4085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9" name="Text Box 4">
            <a:extLst>
              <a:ext uri="{FF2B5EF4-FFF2-40B4-BE49-F238E27FC236}">
                <a16:creationId xmlns:a16="http://schemas.microsoft.com/office/drawing/2014/main" id="{76D24FEA-CEA9-00A1-CCBC-BEDE8A2C68A2}"/>
              </a:ext>
            </a:extLst>
          </p:cNvPr>
          <p:cNvSpPr txBox="1">
            <a:spLocks noChangeArrowheads="1"/>
          </p:cNvSpPr>
          <p:nvPr/>
        </p:nvSpPr>
        <p:spPr bwMode="auto">
          <a:xfrm>
            <a:off x="304800" y="762000"/>
            <a:ext cx="66659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24.4 </a:t>
            </a:r>
            <a:r>
              <a:rPr lang="zh-CN" altLang="en-US" sz="2400" b="0"/>
              <a:t>分组延迟和吞吐量是网络载荷的函数</a:t>
            </a:r>
            <a:endParaRPr lang="en-US" altLang="zh-CN" sz="2000" i="1">
              <a:latin typeface="Times New Roman" panose="02020603050405020304" pitchFamily="18" charset="0"/>
            </a:endParaRPr>
          </a:p>
        </p:txBody>
      </p:sp>
      <p:sp>
        <p:nvSpPr>
          <p:cNvPr id="16390" name="Line 5">
            <a:extLst>
              <a:ext uri="{FF2B5EF4-FFF2-40B4-BE49-F238E27FC236}">
                <a16:creationId xmlns:a16="http://schemas.microsoft.com/office/drawing/2014/main" id="{19CFCB62-C9E0-65A7-DBB7-53AC409FEBB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6391" name="Picture 6">
            <a:extLst>
              <a:ext uri="{FF2B5EF4-FFF2-40B4-BE49-F238E27FC236}">
                <a16:creationId xmlns:a16="http://schemas.microsoft.com/office/drawing/2014/main" id="{E11821FC-D0AE-0761-E307-612954A0B7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438" y="2182813"/>
            <a:ext cx="7751762" cy="294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灯片编号占位符 1">
            <a:extLst>
              <a:ext uri="{FF2B5EF4-FFF2-40B4-BE49-F238E27FC236}">
                <a16:creationId xmlns:a16="http://schemas.microsoft.com/office/drawing/2014/main" id="{0FE50828-D3CB-2E96-B659-20AC9658004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15EC8D90-3919-4452-8920-F4627A1260CF}" type="slidenum">
              <a:rPr lang="en-US" altLang="zh-CN" sz="2000">
                <a:solidFill>
                  <a:schemeClr val="bg2"/>
                </a:solidFill>
              </a:rPr>
              <a:pPr/>
              <a:t>8</a:t>
            </a:fld>
            <a:endParaRPr lang="en-US" altLang="zh-CN" sz="2000">
              <a:solidFill>
                <a:schemeClr val="bg2"/>
              </a:solidFill>
            </a:endParaRPr>
          </a:p>
        </p:txBody>
      </p:sp>
      <p:sp>
        <p:nvSpPr>
          <p:cNvPr id="859138" name="Rectangle 2">
            <a:extLst>
              <a:ext uri="{FF2B5EF4-FFF2-40B4-BE49-F238E27FC236}">
                <a16:creationId xmlns:a16="http://schemas.microsoft.com/office/drawing/2014/main" id="{CE4BEA71-C631-4D70-AB6E-F9F1696A6225}"/>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859139" name="Text Box 3">
            <a:extLst>
              <a:ext uri="{FF2B5EF4-FFF2-40B4-BE49-F238E27FC236}">
                <a16:creationId xmlns:a16="http://schemas.microsoft.com/office/drawing/2014/main" id="{F2BEF4D3-2945-497A-8E9A-0B5C22271807}"/>
              </a:ext>
            </a:extLst>
          </p:cNvPr>
          <p:cNvSpPr txBox="1">
            <a:spLocks noChangeArrowheads="1"/>
          </p:cNvSpPr>
          <p:nvPr/>
        </p:nvSpPr>
        <p:spPr bwMode="auto">
          <a:xfrm>
            <a:off x="228600" y="406400"/>
            <a:ext cx="2859088" cy="584200"/>
          </a:xfrm>
          <a:prstGeom prst="rect">
            <a:avLst/>
          </a:prstGeom>
          <a:noFill/>
          <a:ln>
            <a:noFill/>
          </a:ln>
          <a:effectLst/>
        </p:spPr>
        <p:txBody>
          <a:bodyPr wrap="none">
            <a:spAutoFit/>
          </a:bodyPr>
          <a:lstStyle/>
          <a:p>
            <a:pPr>
              <a:defRPr/>
            </a:pPr>
            <a:r>
              <a:rPr lang="en-US" altLang="zh-CN" dirty="0">
                <a:effectLst>
                  <a:outerShdw blurRad="38100" dist="38100" dir="2700000" algn="tl">
                    <a:srgbClr val="C0C0C0"/>
                  </a:outerShdw>
                </a:effectLst>
                <a:latin typeface="Times" pitchFamily="18" charset="0"/>
                <a:ea typeface="宋体" charset="-122"/>
              </a:rPr>
              <a:t>24-3	 </a:t>
            </a:r>
            <a:r>
              <a:rPr lang="zh-CN" altLang="en-US" dirty="0">
                <a:effectLst>
                  <a:outerShdw blurRad="38100" dist="38100" dir="2700000" algn="tl">
                    <a:srgbClr val="C0C0C0"/>
                  </a:outerShdw>
                </a:effectLst>
                <a:latin typeface="Times" pitchFamily="18" charset="0"/>
                <a:ea typeface="宋体" charset="-122"/>
              </a:rPr>
              <a:t>拥塞控制</a:t>
            </a:r>
            <a:endParaRPr lang="en-US" altLang="zh-CN" dirty="0">
              <a:effectLst>
                <a:outerShdw blurRad="38100" dist="38100" dir="2700000" algn="tl">
                  <a:srgbClr val="C0C0C0"/>
                </a:outerShdw>
              </a:effectLst>
              <a:latin typeface="Times" pitchFamily="18" charset="0"/>
              <a:ea typeface="宋体" charset="-122"/>
            </a:endParaRPr>
          </a:p>
        </p:txBody>
      </p:sp>
      <p:sp>
        <p:nvSpPr>
          <p:cNvPr id="18437" name="Text Box 4">
            <a:extLst>
              <a:ext uri="{FF2B5EF4-FFF2-40B4-BE49-F238E27FC236}">
                <a16:creationId xmlns:a16="http://schemas.microsoft.com/office/drawing/2014/main" id="{95FE83CC-721F-70C9-C0C2-CCB8564A01D1}"/>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zh-CN" sz="1800">
              <a:latin typeface="Times New Roman" panose="02020603050405020304" pitchFamily="18" charset="0"/>
            </a:endParaRPr>
          </a:p>
        </p:txBody>
      </p:sp>
      <p:sp>
        <p:nvSpPr>
          <p:cNvPr id="859141" name="Rectangle 5">
            <a:extLst>
              <a:ext uri="{FF2B5EF4-FFF2-40B4-BE49-F238E27FC236}">
                <a16:creationId xmlns:a16="http://schemas.microsoft.com/office/drawing/2014/main" id="{566155EF-C9B7-4F2C-B020-968310356355}"/>
              </a:ext>
            </a:extLst>
          </p:cNvPr>
          <p:cNvSpPr>
            <a:spLocks noChangeArrowheads="1"/>
          </p:cNvSpPr>
          <p:nvPr/>
        </p:nvSpPr>
        <p:spPr bwMode="auto">
          <a:xfrm>
            <a:off x="762000" y="1752600"/>
            <a:ext cx="7391400" cy="1814513"/>
          </a:xfrm>
          <a:prstGeom prst="rect">
            <a:avLst/>
          </a:prstGeom>
          <a:noFill/>
          <a:ln>
            <a:noFill/>
          </a:ln>
          <a:effectLst/>
        </p:spPr>
        <p:txBody>
          <a:bodyPr anchor="ctr">
            <a:spAutoFit/>
          </a:bodyPr>
          <a:lstStyle/>
          <a:p>
            <a:pPr algn="just" eaLnBrk="1" hangingPunct="1">
              <a:defRPr/>
            </a:pPr>
            <a:r>
              <a:rPr lang="zh-CN" altLang="en-US" sz="2800" dirty="0">
                <a:effectLst>
                  <a:outerShdw blurRad="38100" dist="38100" dir="2700000" algn="tl">
                    <a:srgbClr val="C0C0C0"/>
                  </a:outerShdw>
                </a:effectLst>
                <a:latin typeface="Times New Roman" pitchFamily="18" charset="0"/>
                <a:ea typeface="宋体" charset="-122"/>
              </a:rPr>
              <a:t>拥塞控制是指在拥塞发生之前预防拥塞、或在拥塞发生之后消除拥塞的技术和机制。通常，我们把拥塞控制分为两大类</a:t>
            </a:r>
            <a:r>
              <a:rPr lang="en-US" altLang="zh-CN" sz="2800" dirty="0">
                <a:effectLst>
                  <a:outerShdw blurRad="38100" dist="38100" dir="2700000" algn="tl">
                    <a:srgbClr val="C0C0C0"/>
                  </a:outerShdw>
                </a:effectLst>
                <a:latin typeface="Times New Roman" pitchFamily="18" charset="0"/>
                <a:ea typeface="宋体" charset="-122"/>
              </a:rPr>
              <a:t>:</a:t>
            </a:r>
            <a:r>
              <a:rPr lang="zh-CN" altLang="en-US" sz="2800" dirty="0">
                <a:effectLst>
                  <a:outerShdw blurRad="38100" dist="38100" dir="2700000" algn="tl">
                    <a:srgbClr val="C0C0C0"/>
                  </a:outerShdw>
                </a:effectLst>
                <a:latin typeface="Times New Roman" pitchFamily="18" charset="0"/>
                <a:ea typeface="宋体" charset="-122"/>
              </a:rPr>
              <a:t>开环拥塞控制</a:t>
            </a:r>
            <a:r>
              <a:rPr lang="en-US" altLang="zh-CN" sz="2800" dirty="0">
                <a:effectLst>
                  <a:outerShdw blurRad="38100" dist="38100" dir="2700000" algn="tl">
                    <a:srgbClr val="C0C0C0"/>
                  </a:outerShdw>
                </a:effectLst>
                <a:latin typeface="Times New Roman" pitchFamily="18" charset="0"/>
                <a:ea typeface="宋体" charset="-122"/>
              </a:rPr>
              <a:t>(</a:t>
            </a:r>
            <a:r>
              <a:rPr lang="zh-CN" altLang="en-US" sz="2800" dirty="0">
                <a:effectLst>
                  <a:outerShdw blurRad="38100" dist="38100" dir="2700000" algn="tl">
                    <a:srgbClr val="C0C0C0"/>
                  </a:outerShdw>
                </a:effectLst>
                <a:latin typeface="Times New Roman" pitchFamily="18" charset="0"/>
                <a:ea typeface="宋体" charset="-122"/>
              </a:rPr>
              <a:t>预防</a:t>
            </a:r>
            <a:r>
              <a:rPr lang="en-US" altLang="zh-CN" sz="2800" dirty="0">
                <a:effectLst>
                  <a:outerShdw blurRad="38100" dist="38100" dir="2700000" algn="tl">
                    <a:srgbClr val="C0C0C0"/>
                  </a:outerShdw>
                </a:effectLst>
                <a:latin typeface="Times New Roman" pitchFamily="18" charset="0"/>
                <a:ea typeface="宋体" charset="-122"/>
              </a:rPr>
              <a:t>)</a:t>
            </a:r>
            <a:r>
              <a:rPr lang="zh-CN" altLang="en-US" sz="2800" dirty="0">
                <a:effectLst>
                  <a:outerShdw blurRad="38100" dist="38100" dir="2700000" algn="tl">
                    <a:srgbClr val="C0C0C0"/>
                  </a:outerShdw>
                </a:effectLst>
                <a:latin typeface="Times New Roman" pitchFamily="18" charset="0"/>
                <a:ea typeface="宋体" charset="-122"/>
              </a:rPr>
              <a:t>和闭环拥塞控制</a:t>
            </a:r>
            <a:r>
              <a:rPr lang="en-US" altLang="zh-CN" sz="2800" dirty="0">
                <a:effectLst>
                  <a:outerShdw blurRad="38100" dist="38100" dir="2700000" algn="tl">
                    <a:srgbClr val="C0C0C0"/>
                  </a:outerShdw>
                </a:effectLst>
                <a:latin typeface="Times New Roman" pitchFamily="18" charset="0"/>
                <a:ea typeface="宋体" charset="-122"/>
              </a:rPr>
              <a:t>(</a:t>
            </a:r>
            <a:r>
              <a:rPr lang="zh-CN" altLang="en-US" sz="2800" dirty="0">
                <a:effectLst>
                  <a:outerShdw blurRad="38100" dist="38100" dir="2700000" algn="tl">
                    <a:srgbClr val="C0C0C0"/>
                  </a:outerShdw>
                </a:effectLst>
                <a:latin typeface="Times New Roman" pitchFamily="18" charset="0"/>
                <a:ea typeface="宋体" charset="-122"/>
              </a:rPr>
              <a:t>消除</a:t>
            </a:r>
            <a:r>
              <a:rPr lang="en-US" altLang="zh-CN" sz="2800" dirty="0">
                <a:effectLst>
                  <a:outerShdw blurRad="38100" dist="38100" dir="2700000" algn="tl">
                    <a:srgbClr val="C0C0C0"/>
                  </a:outerShdw>
                </a:effectLst>
                <a:latin typeface="Times New Roman" pitchFamily="18" charset="0"/>
                <a:ea typeface="宋体" charset="-122"/>
              </a:rPr>
              <a:t>)</a:t>
            </a:r>
            <a:r>
              <a:rPr lang="zh-CN" altLang="en-US" sz="2800" dirty="0">
                <a:effectLst>
                  <a:outerShdw blurRad="38100" dist="38100" dir="2700000" algn="tl">
                    <a:srgbClr val="C0C0C0"/>
                  </a:outerShdw>
                </a:effectLst>
                <a:latin typeface="Times New Roman" pitchFamily="18" charset="0"/>
                <a:ea typeface="宋体" charset="-122"/>
              </a:rPr>
              <a:t>。</a:t>
            </a:r>
            <a:endParaRPr lang="en-US" altLang="zh-CN" sz="2800" dirty="0">
              <a:effectLst>
                <a:outerShdw blurRad="38100" dist="38100" dir="2700000" algn="tl">
                  <a:srgbClr val="C0C0C0"/>
                </a:outerShdw>
              </a:effectLst>
              <a:latin typeface="Times New Roman" pitchFamily="18" charset="0"/>
              <a:ea typeface="宋体" charset="-122"/>
            </a:endParaRPr>
          </a:p>
        </p:txBody>
      </p:sp>
      <p:sp>
        <p:nvSpPr>
          <p:cNvPr id="18439" name="Rectangle 11">
            <a:extLst>
              <a:ext uri="{FF2B5EF4-FFF2-40B4-BE49-F238E27FC236}">
                <a16:creationId xmlns:a16="http://schemas.microsoft.com/office/drawing/2014/main" id="{F64E02AE-75ED-6DC0-D536-AF58C0F46B82}"/>
              </a:ext>
            </a:extLst>
          </p:cNvPr>
          <p:cNvSpPr>
            <a:spLocks noChangeArrowheads="1"/>
          </p:cNvSpPr>
          <p:nvPr/>
        </p:nvSpPr>
        <p:spPr bwMode="auto">
          <a:xfrm>
            <a:off x="914400" y="5341938"/>
            <a:ext cx="6705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en-US" altLang="zh-CN" sz="2400">
                <a:solidFill>
                  <a:srgbClr val="0033CC"/>
                </a:solidFill>
                <a:latin typeface="Times New Roman" panose="02020603050405020304" pitchFamily="18" charset="0"/>
              </a:rPr>
              <a:t> </a:t>
            </a:r>
            <a:r>
              <a:rPr lang="zh-CN" altLang="en-US" sz="2400">
                <a:solidFill>
                  <a:srgbClr val="0033CC"/>
                </a:solidFill>
                <a:latin typeface="Times New Roman" panose="02020603050405020304" pitchFamily="18" charset="0"/>
              </a:rPr>
              <a:t>开环拥塞控制</a:t>
            </a:r>
            <a:br>
              <a:rPr lang="fr-FR" altLang="zh-CN" sz="2400">
                <a:solidFill>
                  <a:srgbClr val="0033CC"/>
                </a:solidFill>
                <a:latin typeface="Times New Roman" panose="02020603050405020304" pitchFamily="18" charset="0"/>
              </a:rPr>
            </a:br>
            <a:r>
              <a:rPr lang="fr-FR" altLang="zh-CN" sz="2400">
                <a:solidFill>
                  <a:srgbClr val="0033CC"/>
                </a:solidFill>
                <a:latin typeface="Times New Roman" panose="02020603050405020304" pitchFamily="18" charset="0"/>
              </a:rPr>
              <a:t> </a:t>
            </a:r>
            <a:r>
              <a:rPr lang="zh-CN" altLang="en-US" sz="2400">
                <a:solidFill>
                  <a:srgbClr val="0033CC"/>
                </a:solidFill>
                <a:latin typeface="Times New Roman" panose="02020603050405020304" pitchFamily="18" charset="0"/>
              </a:rPr>
              <a:t>闭环拥塞控制</a:t>
            </a:r>
            <a:endParaRPr lang="en-US" altLang="zh-CN" sz="2400">
              <a:solidFill>
                <a:srgbClr val="0033CC"/>
              </a:solidFill>
              <a:latin typeface="Times New Roman" panose="02020603050405020304" pitchFamily="18" charset="0"/>
            </a:endParaRPr>
          </a:p>
        </p:txBody>
      </p:sp>
      <p:sp>
        <p:nvSpPr>
          <p:cNvPr id="859148" name="Text Box 12">
            <a:extLst>
              <a:ext uri="{FF2B5EF4-FFF2-40B4-BE49-F238E27FC236}">
                <a16:creationId xmlns:a16="http://schemas.microsoft.com/office/drawing/2014/main" id="{0442267C-81F8-4CAE-8B4E-619A32FDF62F}"/>
              </a:ext>
            </a:extLst>
          </p:cNvPr>
          <p:cNvSpPr txBox="1">
            <a:spLocks noChangeArrowheads="1"/>
          </p:cNvSpPr>
          <p:nvPr/>
        </p:nvSpPr>
        <p:spPr bwMode="auto">
          <a:xfrm>
            <a:off x="573088" y="4821238"/>
            <a:ext cx="1746250" cy="523875"/>
          </a:xfrm>
          <a:prstGeom prst="rect">
            <a:avLst/>
          </a:prstGeom>
          <a:noFill/>
          <a:ln>
            <a:noFill/>
          </a:ln>
          <a:effectLst/>
        </p:spPr>
        <p:txBody>
          <a:bodyPr wrap="none">
            <a:spAutoFit/>
          </a:bodyPr>
          <a:lstStyle/>
          <a:p>
            <a:pPr algn="ctr">
              <a:defRPr/>
            </a:pPr>
            <a:r>
              <a:rPr lang="zh-CN" altLang="en-US" sz="2800" i="1" u="sng" dirty="0">
                <a:solidFill>
                  <a:schemeClr val="hlink"/>
                </a:solidFill>
                <a:effectLst>
                  <a:outerShdw blurRad="38100" dist="38100" dir="2700000" algn="tl">
                    <a:srgbClr val="C0C0C0"/>
                  </a:outerShdw>
                </a:effectLst>
                <a:latin typeface="Times New Roman" pitchFamily="18" charset="0"/>
                <a:ea typeface="宋体" charset="-122"/>
              </a:rPr>
              <a:t>本节要点</a:t>
            </a:r>
            <a:r>
              <a:rPr lang="en-US" altLang="zh-CN" sz="2800" i="1" u="sng" dirty="0">
                <a:solidFill>
                  <a:schemeClr val="hlink"/>
                </a:solidFill>
                <a:effectLst>
                  <a:outerShdw blurRad="38100" dist="38100" dir="2700000" algn="tl">
                    <a:srgbClr val="C0C0C0"/>
                  </a:outerShdw>
                </a:effectLst>
                <a:latin typeface="Times New Roman" pitchFamily="18" charset="0"/>
                <a:ea typeface="宋体" charset="-122"/>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1">
            <a:extLst>
              <a:ext uri="{FF2B5EF4-FFF2-40B4-BE49-F238E27FC236}">
                <a16:creationId xmlns:a16="http://schemas.microsoft.com/office/drawing/2014/main" id="{EA7C7FEB-4BCA-6EA1-10B5-004661ACA1B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418364A1-F3AC-40BF-9FB6-A5BD523408E1}" type="slidenum">
              <a:rPr lang="en-US" altLang="zh-CN" sz="2000">
                <a:solidFill>
                  <a:schemeClr val="bg2"/>
                </a:solidFill>
              </a:rPr>
              <a:pPr/>
              <a:t>9</a:t>
            </a:fld>
            <a:endParaRPr lang="en-US" altLang="zh-CN" sz="2000">
              <a:solidFill>
                <a:schemeClr val="bg2"/>
              </a:solidFill>
            </a:endParaRPr>
          </a:p>
        </p:txBody>
      </p:sp>
      <p:sp>
        <p:nvSpPr>
          <p:cNvPr id="20483" name="Line 2">
            <a:extLst>
              <a:ext uri="{FF2B5EF4-FFF2-40B4-BE49-F238E27FC236}">
                <a16:creationId xmlns:a16="http://schemas.microsoft.com/office/drawing/2014/main" id="{425D50D4-1E39-BCEA-2C21-119BAE91C3D5}"/>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4" name="Line 3">
            <a:extLst>
              <a:ext uri="{FF2B5EF4-FFF2-40B4-BE49-F238E27FC236}">
                <a16:creationId xmlns:a16="http://schemas.microsoft.com/office/drawing/2014/main" id="{83198EBC-8F41-2834-E574-7EA6A940E90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5" name="Text Box 4">
            <a:extLst>
              <a:ext uri="{FF2B5EF4-FFF2-40B4-BE49-F238E27FC236}">
                <a16:creationId xmlns:a16="http://schemas.microsoft.com/office/drawing/2014/main" id="{5879122F-F8CA-4AE3-69D7-D09052159CE1}"/>
              </a:ext>
            </a:extLst>
          </p:cNvPr>
          <p:cNvSpPr txBox="1">
            <a:spLocks noChangeArrowheads="1"/>
          </p:cNvSpPr>
          <p:nvPr/>
        </p:nvSpPr>
        <p:spPr bwMode="auto">
          <a:xfrm>
            <a:off x="304800" y="762000"/>
            <a:ext cx="3119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24.5  </a:t>
            </a:r>
            <a:r>
              <a:rPr lang="zh-CN" altLang="en-US" sz="2400"/>
              <a:t>拥塞控制分类</a:t>
            </a:r>
            <a:endParaRPr lang="en-US" altLang="zh-CN" sz="2000">
              <a:latin typeface="Times New Roman" panose="02020603050405020304" pitchFamily="18" charset="0"/>
            </a:endParaRPr>
          </a:p>
        </p:txBody>
      </p:sp>
      <p:sp>
        <p:nvSpPr>
          <p:cNvPr id="20486" name="Line 5">
            <a:extLst>
              <a:ext uri="{FF2B5EF4-FFF2-40B4-BE49-F238E27FC236}">
                <a16:creationId xmlns:a16="http://schemas.microsoft.com/office/drawing/2014/main" id="{D554A71B-4C34-6C32-5C4D-F7D3D9181CE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0487" name="Picture 6">
            <a:extLst>
              <a:ext uri="{FF2B5EF4-FFF2-40B4-BE49-F238E27FC236}">
                <a16:creationId xmlns:a16="http://schemas.microsoft.com/office/drawing/2014/main" id="{980DC5F8-F821-1368-0A6F-0C43F85924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905000"/>
            <a:ext cx="6773863"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1">
            <a:extLst>
              <a:ext uri="{FF2B5EF4-FFF2-40B4-BE49-F238E27FC236}">
                <a16:creationId xmlns:a16="http://schemas.microsoft.com/office/drawing/2014/main" id="{6576DE94-B091-EB35-69EC-E001F80071D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61D27AC2-3A56-4C84-92FB-934532AF6461}" type="slidenum">
              <a:rPr lang="en-US" altLang="zh-CN" sz="2000">
                <a:solidFill>
                  <a:schemeClr val="bg2"/>
                </a:solidFill>
              </a:rPr>
              <a:pPr/>
              <a:t>10</a:t>
            </a:fld>
            <a:endParaRPr lang="en-US" altLang="zh-CN" sz="2000">
              <a:solidFill>
                <a:schemeClr val="bg2"/>
              </a:solidFill>
            </a:endParaRPr>
          </a:p>
        </p:txBody>
      </p:sp>
      <p:sp>
        <p:nvSpPr>
          <p:cNvPr id="22531" name="Line 2">
            <a:extLst>
              <a:ext uri="{FF2B5EF4-FFF2-40B4-BE49-F238E27FC236}">
                <a16:creationId xmlns:a16="http://schemas.microsoft.com/office/drawing/2014/main" id="{4AC47931-1146-5C67-7522-4A584F9CC99B}"/>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32" name="Line 3">
            <a:extLst>
              <a:ext uri="{FF2B5EF4-FFF2-40B4-BE49-F238E27FC236}">
                <a16:creationId xmlns:a16="http://schemas.microsoft.com/office/drawing/2014/main" id="{2CFA59B4-403B-2D58-0612-9224D2BFBD8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33" name="Text Box 4">
            <a:extLst>
              <a:ext uri="{FF2B5EF4-FFF2-40B4-BE49-F238E27FC236}">
                <a16:creationId xmlns:a16="http://schemas.microsoft.com/office/drawing/2014/main" id="{F90388D1-26D1-0C98-89C2-E6DF5430DF10}"/>
              </a:ext>
            </a:extLst>
          </p:cNvPr>
          <p:cNvSpPr txBox="1">
            <a:spLocks noChangeArrowheads="1"/>
          </p:cNvSpPr>
          <p:nvPr/>
        </p:nvSpPr>
        <p:spPr bwMode="auto">
          <a:xfrm>
            <a:off x="304800" y="762000"/>
            <a:ext cx="4281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400">
                <a:solidFill>
                  <a:schemeClr val="folHlink"/>
                </a:solidFill>
                <a:latin typeface="Times New Roman" panose="02020603050405020304" pitchFamily="18" charset="0"/>
              </a:rPr>
              <a:t>Figure 24.6  </a:t>
            </a:r>
            <a:r>
              <a:rPr lang="zh-CN" altLang="en-US" sz="2400"/>
              <a:t>减轻拥塞背压方法</a:t>
            </a:r>
            <a:endParaRPr lang="en-US" altLang="zh-CN" sz="2000">
              <a:latin typeface="Times New Roman" panose="02020603050405020304" pitchFamily="18" charset="0"/>
            </a:endParaRPr>
          </a:p>
        </p:txBody>
      </p:sp>
      <p:sp>
        <p:nvSpPr>
          <p:cNvPr id="22534" name="Line 5">
            <a:extLst>
              <a:ext uri="{FF2B5EF4-FFF2-40B4-BE49-F238E27FC236}">
                <a16:creationId xmlns:a16="http://schemas.microsoft.com/office/drawing/2014/main" id="{3C9F3B3E-911B-5009-1101-23A9B71E892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2535" name="Picture 6">
            <a:extLst>
              <a:ext uri="{FF2B5EF4-FFF2-40B4-BE49-F238E27FC236}">
                <a16:creationId xmlns:a16="http://schemas.microsoft.com/office/drawing/2014/main" id="{00EAA8EA-BDCC-4297-8E29-20FB735C0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 y="2971800"/>
            <a:ext cx="8528050"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1">
            <a:extLst>
              <a:ext uri="{FF2B5EF4-FFF2-40B4-BE49-F238E27FC236}">
                <a16:creationId xmlns:a16="http://schemas.microsoft.com/office/drawing/2014/main" id="{B694078C-3645-BEB3-CCC7-3F0CD1F7BB2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F72346AE-A244-4C74-8BC3-CFB97D6A9021}" type="slidenum">
              <a:rPr lang="en-US" altLang="zh-CN" sz="2000">
                <a:solidFill>
                  <a:schemeClr val="bg2"/>
                </a:solidFill>
              </a:rPr>
              <a:pPr/>
              <a:t>11</a:t>
            </a:fld>
            <a:endParaRPr lang="en-US" altLang="zh-CN" sz="2000">
              <a:solidFill>
                <a:schemeClr val="bg2"/>
              </a:solidFill>
            </a:endParaRPr>
          </a:p>
        </p:txBody>
      </p:sp>
      <p:sp>
        <p:nvSpPr>
          <p:cNvPr id="24579" name="Line 2">
            <a:extLst>
              <a:ext uri="{FF2B5EF4-FFF2-40B4-BE49-F238E27FC236}">
                <a16:creationId xmlns:a16="http://schemas.microsoft.com/office/drawing/2014/main" id="{84CF2F80-A8BF-34D6-A169-EA2D20FC2CBA}"/>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0" name="Line 3">
            <a:extLst>
              <a:ext uri="{FF2B5EF4-FFF2-40B4-BE49-F238E27FC236}">
                <a16:creationId xmlns:a16="http://schemas.microsoft.com/office/drawing/2014/main" id="{D3D2E691-011F-76AF-4114-D29B0FA6B7D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1" name="Text Box 4">
            <a:extLst>
              <a:ext uri="{FF2B5EF4-FFF2-40B4-BE49-F238E27FC236}">
                <a16:creationId xmlns:a16="http://schemas.microsoft.com/office/drawing/2014/main" id="{30A183FF-7E40-1109-9124-447FDA943594}"/>
              </a:ext>
            </a:extLst>
          </p:cNvPr>
          <p:cNvSpPr txBox="1">
            <a:spLocks noChangeArrowheads="1"/>
          </p:cNvSpPr>
          <p:nvPr/>
        </p:nvSpPr>
        <p:spPr bwMode="auto">
          <a:xfrm>
            <a:off x="304800" y="762000"/>
            <a:ext cx="2578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24.7  </a:t>
            </a:r>
            <a:r>
              <a:rPr lang="zh-CN" altLang="en-US" sz="2400"/>
              <a:t>抑制分组</a:t>
            </a:r>
            <a:r>
              <a:rPr lang="en-US" altLang="zh-CN" sz="2400" i="1">
                <a:latin typeface="Times New Roman" panose="02020603050405020304" pitchFamily="18" charset="0"/>
              </a:rPr>
              <a:t> </a:t>
            </a:r>
          </a:p>
        </p:txBody>
      </p:sp>
      <p:sp>
        <p:nvSpPr>
          <p:cNvPr id="24582" name="Line 5">
            <a:extLst>
              <a:ext uri="{FF2B5EF4-FFF2-40B4-BE49-F238E27FC236}">
                <a16:creationId xmlns:a16="http://schemas.microsoft.com/office/drawing/2014/main" id="{7CC679A0-E8FA-4F5F-F15C-47EDC08A815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4583" name="Picture 6">
            <a:extLst>
              <a:ext uri="{FF2B5EF4-FFF2-40B4-BE49-F238E27FC236}">
                <a16:creationId xmlns:a16="http://schemas.microsoft.com/office/drawing/2014/main" id="{1B74E49C-4F84-7A0B-A1A9-175C92DA5E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150" y="2309813"/>
            <a:ext cx="8528050" cy="233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灯片编号占位符 1">
            <a:extLst>
              <a:ext uri="{FF2B5EF4-FFF2-40B4-BE49-F238E27FC236}">
                <a16:creationId xmlns:a16="http://schemas.microsoft.com/office/drawing/2014/main" id="{CD891A8E-F1B4-195D-78D1-354C55D20EE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35C7C323-C5A4-49E4-A17E-65EB10341D6E}" type="slidenum">
              <a:rPr lang="en-US" altLang="zh-CN" sz="2000">
                <a:solidFill>
                  <a:schemeClr val="bg2"/>
                </a:solidFill>
              </a:rPr>
              <a:pPr/>
              <a:t>12</a:t>
            </a:fld>
            <a:endParaRPr lang="en-US" altLang="zh-CN" sz="2000">
              <a:solidFill>
                <a:schemeClr val="bg2"/>
              </a:solidFill>
            </a:endParaRPr>
          </a:p>
        </p:txBody>
      </p:sp>
      <p:sp>
        <p:nvSpPr>
          <p:cNvPr id="860162" name="Rectangle 2">
            <a:extLst>
              <a:ext uri="{FF2B5EF4-FFF2-40B4-BE49-F238E27FC236}">
                <a16:creationId xmlns:a16="http://schemas.microsoft.com/office/drawing/2014/main" id="{1EDF5830-CE5E-4D13-A5C0-2EE8A19F74E7}"/>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860163" name="Text Box 3">
            <a:extLst>
              <a:ext uri="{FF2B5EF4-FFF2-40B4-BE49-F238E27FC236}">
                <a16:creationId xmlns:a16="http://schemas.microsoft.com/office/drawing/2014/main" id="{3B3B172E-52AF-4D81-8BD6-653378C0A901}"/>
              </a:ext>
            </a:extLst>
          </p:cNvPr>
          <p:cNvSpPr txBox="1">
            <a:spLocks noChangeArrowheads="1"/>
          </p:cNvSpPr>
          <p:nvPr/>
        </p:nvSpPr>
        <p:spPr bwMode="auto">
          <a:xfrm>
            <a:off x="228600" y="406400"/>
            <a:ext cx="2892425" cy="584200"/>
          </a:xfrm>
          <a:prstGeom prst="rect">
            <a:avLst/>
          </a:prstGeom>
          <a:noFill/>
          <a:ln>
            <a:noFill/>
          </a:ln>
          <a:effectLst/>
        </p:spPr>
        <p:txBody>
          <a:bodyPr wrap="none">
            <a:spAutoFit/>
          </a:bodyPr>
          <a:lstStyle/>
          <a:p>
            <a:pPr>
              <a:defRPr/>
            </a:pPr>
            <a:r>
              <a:rPr lang="en-US" altLang="zh-CN" dirty="0">
                <a:effectLst>
                  <a:outerShdw blurRad="38100" dist="38100" dir="2700000" algn="tl">
                    <a:srgbClr val="C0C0C0"/>
                  </a:outerShdw>
                </a:effectLst>
                <a:latin typeface="Times" pitchFamily="18" charset="0"/>
                <a:ea typeface="宋体" charset="-122"/>
              </a:rPr>
              <a:t>24-4   </a:t>
            </a:r>
            <a:r>
              <a:rPr lang="zh-CN" altLang="en-US" dirty="0">
                <a:effectLst>
                  <a:outerShdw blurRad="38100" dist="38100" dir="2700000" algn="tl">
                    <a:srgbClr val="C0C0C0"/>
                  </a:outerShdw>
                </a:effectLst>
                <a:latin typeface="Times" pitchFamily="18" charset="0"/>
                <a:ea typeface="宋体" charset="-122"/>
              </a:rPr>
              <a:t>两个示例</a:t>
            </a:r>
            <a:endParaRPr lang="en-US" altLang="zh-CN" dirty="0">
              <a:effectLst>
                <a:outerShdw blurRad="38100" dist="38100" dir="2700000" algn="tl">
                  <a:srgbClr val="C0C0C0"/>
                </a:outerShdw>
              </a:effectLst>
              <a:latin typeface="Times" pitchFamily="18" charset="0"/>
              <a:ea typeface="宋体" charset="-122"/>
            </a:endParaRPr>
          </a:p>
        </p:txBody>
      </p:sp>
      <p:sp>
        <p:nvSpPr>
          <p:cNvPr id="26629" name="Text Box 4">
            <a:extLst>
              <a:ext uri="{FF2B5EF4-FFF2-40B4-BE49-F238E27FC236}">
                <a16:creationId xmlns:a16="http://schemas.microsoft.com/office/drawing/2014/main" id="{AD4E5AFC-C359-E401-8A87-A16C1F911DE9}"/>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zh-CN" sz="1800">
              <a:latin typeface="Times New Roman" panose="02020603050405020304" pitchFamily="18" charset="0"/>
            </a:endParaRPr>
          </a:p>
        </p:txBody>
      </p:sp>
      <p:sp>
        <p:nvSpPr>
          <p:cNvPr id="860165" name="Rectangle 5">
            <a:extLst>
              <a:ext uri="{FF2B5EF4-FFF2-40B4-BE49-F238E27FC236}">
                <a16:creationId xmlns:a16="http://schemas.microsoft.com/office/drawing/2014/main" id="{61808268-6343-4444-AE69-7B6F4AD7DA67}"/>
              </a:ext>
            </a:extLst>
          </p:cNvPr>
          <p:cNvSpPr>
            <a:spLocks noChangeArrowheads="1"/>
          </p:cNvSpPr>
          <p:nvPr/>
        </p:nvSpPr>
        <p:spPr bwMode="auto">
          <a:xfrm>
            <a:off x="762000" y="1738313"/>
            <a:ext cx="7467600" cy="1385887"/>
          </a:xfrm>
          <a:prstGeom prst="rect">
            <a:avLst/>
          </a:prstGeom>
          <a:noFill/>
          <a:ln>
            <a:noFill/>
          </a:ln>
          <a:effectLst/>
        </p:spPr>
        <p:txBody>
          <a:bodyPr anchor="ctr">
            <a:spAutoFit/>
          </a:bodyPr>
          <a:lstStyle/>
          <a:p>
            <a:pPr>
              <a:defRPr/>
            </a:pPr>
            <a:r>
              <a:rPr lang="zh-CN" altLang="en-US" sz="2800" dirty="0">
                <a:latin typeface="Arial" charset="0"/>
                <a:ea typeface="宋体" charset="-122"/>
              </a:rPr>
              <a:t>为了更好地理解拥塞控制的概念，我们举两个例子</a:t>
            </a:r>
            <a:r>
              <a:rPr lang="en-US" altLang="zh-CN" sz="2800" dirty="0">
                <a:latin typeface="Arial" charset="0"/>
                <a:ea typeface="宋体" charset="-122"/>
              </a:rPr>
              <a:t>:</a:t>
            </a:r>
            <a:r>
              <a:rPr lang="zh-CN" altLang="en-US" sz="2800" dirty="0">
                <a:latin typeface="Arial" charset="0"/>
                <a:ea typeface="宋体" charset="-122"/>
              </a:rPr>
              <a:t>一个是</a:t>
            </a:r>
            <a:r>
              <a:rPr lang="en-US" altLang="zh-CN" sz="2800" dirty="0">
                <a:latin typeface="Arial" charset="0"/>
                <a:ea typeface="宋体" charset="-122"/>
              </a:rPr>
              <a:t>TCP </a:t>
            </a:r>
            <a:r>
              <a:rPr lang="zh-CN" altLang="en-US" sz="2800" dirty="0">
                <a:latin typeface="Arial" charset="0"/>
                <a:ea typeface="宋体" charset="-122"/>
              </a:rPr>
              <a:t>中的拥塞控制，另一个是帧中继中的拥塞控制。</a:t>
            </a:r>
            <a:endParaRPr lang="en-US" altLang="zh-CN" sz="2800" i="1" dirty="0">
              <a:effectLst>
                <a:outerShdw blurRad="38100" dist="38100" dir="2700000" algn="tl">
                  <a:srgbClr val="C0C0C0"/>
                </a:outerShdw>
              </a:effectLst>
              <a:latin typeface="Times New Roman" pitchFamily="18" charset="0"/>
              <a:ea typeface="宋体" charset="-122"/>
            </a:endParaRPr>
          </a:p>
        </p:txBody>
      </p:sp>
      <p:sp>
        <p:nvSpPr>
          <p:cNvPr id="26631" name="Rectangle 6">
            <a:extLst>
              <a:ext uri="{FF2B5EF4-FFF2-40B4-BE49-F238E27FC236}">
                <a16:creationId xmlns:a16="http://schemas.microsoft.com/office/drawing/2014/main" id="{DE5C8363-393A-2406-A379-3ED45E6BEAF2}"/>
              </a:ext>
            </a:extLst>
          </p:cNvPr>
          <p:cNvSpPr>
            <a:spLocks noChangeArrowheads="1"/>
          </p:cNvSpPr>
          <p:nvPr/>
        </p:nvSpPr>
        <p:spPr bwMode="auto">
          <a:xfrm>
            <a:off x="914400" y="4884738"/>
            <a:ext cx="6705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en-US" altLang="zh-CN" sz="2400">
                <a:solidFill>
                  <a:srgbClr val="0033CC"/>
                </a:solidFill>
                <a:latin typeface="Times New Roman" panose="02020603050405020304" pitchFamily="18" charset="0"/>
              </a:rPr>
              <a:t>TCP </a:t>
            </a:r>
            <a:r>
              <a:rPr lang="zh-CN" altLang="en-US" sz="2400">
                <a:solidFill>
                  <a:srgbClr val="0033CC"/>
                </a:solidFill>
                <a:latin typeface="Times New Roman" panose="02020603050405020304" pitchFamily="18" charset="0"/>
              </a:rPr>
              <a:t>中的拥塞控制</a:t>
            </a:r>
            <a:endParaRPr lang="en-US" altLang="zh-CN" sz="2400">
              <a:solidFill>
                <a:srgbClr val="0033CC"/>
              </a:solidFill>
              <a:latin typeface="Times New Roman" panose="02020603050405020304" pitchFamily="18" charset="0"/>
            </a:endParaRP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帧中继中的拥塞控制</a:t>
            </a:r>
            <a:endParaRPr lang="en-US" altLang="zh-CN" sz="2400">
              <a:solidFill>
                <a:srgbClr val="0033CC"/>
              </a:solidFill>
              <a:latin typeface="Times New Roman" panose="02020603050405020304" pitchFamily="18" charset="0"/>
            </a:endParaRPr>
          </a:p>
        </p:txBody>
      </p:sp>
      <p:sp>
        <p:nvSpPr>
          <p:cNvPr id="860167" name="Text Box 7">
            <a:extLst>
              <a:ext uri="{FF2B5EF4-FFF2-40B4-BE49-F238E27FC236}">
                <a16:creationId xmlns:a16="http://schemas.microsoft.com/office/drawing/2014/main" id="{DCCC97AD-16C7-41AC-8732-5642F7CAD41F}"/>
              </a:ext>
            </a:extLst>
          </p:cNvPr>
          <p:cNvSpPr txBox="1">
            <a:spLocks noChangeArrowheads="1"/>
          </p:cNvSpPr>
          <p:nvPr/>
        </p:nvSpPr>
        <p:spPr bwMode="auto">
          <a:xfrm>
            <a:off x="661988" y="4203700"/>
            <a:ext cx="1747837" cy="523875"/>
          </a:xfrm>
          <a:prstGeom prst="rect">
            <a:avLst/>
          </a:prstGeom>
          <a:noFill/>
          <a:ln>
            <a:noFill/>
          </a:ln>
          <a:effectLst/>
        </p:spPr>
        <p:txBody>
          <a:bodyPr wrap="none">
            <a:spAutoFit/>
          </a:bodyPr>
          <a:lstStyle/>
          <a:p>
            <a:pPr algn="ctr">
              <a:defRPr/>
            </a:pPr>
            <a:r>
              <a:rPr lang="zh-CN" altLang="en-US" sz="2800" i="1" u="sng" dirty="0">
                <a:solidFill>
                  <a:schemeClr val="hlink"/>
                </a:solidFill>
                <a:effectLst>
                  <a:outerShdw blurRad="38100" dist="38100" dir="2700000" algn="tl">
                    <a:srgbClr val="C0C0C0"/>
                  </a:outerShdw>
                </a:effectLst>
                <a:latin typeface="Times New Roman" pitchFamily="18" charset="0"/>
                <a:ea typeface="宋体" charset="-122"/>
              </a:rPr>
              <a:t>本节要点</a:t>
            </a:r>
            <a:r>
              <a:rPr lang="en-US" altLang="zh-CN" sz="2800" i="1" u="sng" dirty="0">
                <a:solidFill>
                  <a:schemeClr val="hlink"/>
                </a:solidFill>
                <a:effectLst>
                  <a:outerShdw blurRad="38100" dist="38100" dir="2700000" algn="tl">
                    <a:srgbClr val="C0C0C0"/>
                  </a:outerShdw>
                </a:effectLst>
                <a:latin typeface="Times New Roman" pitchFamily="18" charset="0"/>
                <a:ea typeface="宋体" charset="-122"/>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1">
            <a:extLst>
              <a:ext uri="{FF2B5EF4-FFF2-40B4-BE49-F238E27FC236}">
                <a16:creationId xmlns:a16="http://schemas.microsoft.com/office/drawing/2014/main" id="{FBE8D926-4FA4-FD31-DCAA-2226B5860EA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C8440E02-B478-46E5-85DA-00EBEA6FFAAD}" type="slidenum">
              <a:rPr lang="en-US" altLang="zh-CN" sz="2000">
                <a:solidFill>
                  <a:schemeClr val="bg2"/>
                </a:solidFill>
              </a:rPr>
              <a:pPr/>
              <a:t>13</a:t>
            </a:fld>
            <a:endParaRPr lang="en-US" altLang="zh-CN" sz="2000">
              <a:solidFill>
                <a:schemeClr val="bg2"/>
              </a:solidFill>
            </a:endParaRPr>
          </a:p>
        </p:txBody>
      </p:sp>
      <p:sp>
        <p:nvSpPr>
          <p:cNvPr id="28675" name="Line 2">
            <a:extLst>
              <a:ext uri="{FF2B5EF4-FFF2-40B4-BE49-F238E27FC236}">
                <a16:creationId xmlns:a16="http://schemas.microsoft.com/office/drawing/2014/main" id="{B3D35049-1BA0-50F5-EAC7-BC50CA24B736}"/>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76" name="Line 3">
            <a:extLst>
              <a:ext uri="{FF2B5EF4-FFF2-40B4-BE49-F238E27FC236}">
                <a16:creationId xmlns:a16="http://schemas.microsoft.com/office/drawing/2014/main" id="{05DB0622-CE01-95C0-EC74-42744554AB8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77" name="Text Box 4">
            <a:extLst>
              <a:ext uri="{FF2B5EF4-FFF2-40B4-BE49-F238E27FC236}">
                <a16:creationId xmlns:a16="http://schemas.microsoft.com/office/drawing/2014/main" id="{6AD3F521-A1EE-4808-E88B-5BF7E0804777}"/>
              </a:ext>
            </a:extLst>
          </p:cNvPr>
          <p:cNvSpPr txBox="1">
            <a:spLocks noChangeArrowheads="1"/>
          </p:cNvSpPr>
          <p:nvPr/>
        </p:nvSpPr>
        <p:spPr bwMode="auto">
          <a:xfrm>
            <a:off x="304800" y="762000"/>
            <a:ext cx="3925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24.8  </a:t>
            </a:r>
            <a:r>
              <a:rPr lang="zh-CN" altLang="en-US" sz="2400"/>
              <a:t>慢速启动</a:t>
            </a:r>
            <a:r>
              <a:rPr lang="en-US" altLang="zh-CN" sz="2400"/>
              <a:t>: </a:t>
            </a:r>
            <a:r>
              <a:rPr lang="zh-CN" altLang="en-US" sz="2400"/>
              <a:t>指数增加</a:t>
            </a:r>
            <a:endParaRPr lang="en-US" altLang="zh-CN" sz="2400" i="1">
              <a:latin typeface="Times New Roman" panose="02020603050405020304" pitchFamily="18" charset="0"/>
            </a:endParaRPr>
          </a:p>
        </p:txBody>
      </p:sp>
      <p:sp>
        <p:nvSpPr>
          <p:cNvPr id="28678" name="Line 5">
            <a:extLst>
              <a:ext uri="{FF2B5EF4-FFF2-40B4-BE49-F238E27FC236}">
                <a16:creationId xmlns:a16="http://schemas.microsoft.com/office/drawing/2014/main" id="{A3A64D93-E0E1-9CDD-9E0D-704B876E922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8679" name="Picture 6">
            <a:extLst>
              <a:ext uri="{FF2B5EF4-FFF2-40B4-BE49-F238E27FC236}">
                <a16:creationId xmlns:a16="http://schemas.microsoft.com/office/drawing/2014/main" id="{C97EBFB5-3979-B193-E26E-2476DCD0BD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4288" y="1798638"/>
            <a:ext cx="5878512" cy="429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1">
            <a:extLst>
              <a:ext uri="{FF2B5EF4-FFF2-40B4-BE49-F238E27FC236}">
                <a16:creationId xmlns:a16="http://schemas.microsoft.com/office/drawing/2014/main" id="{EBD97392-8326-AC19-7692-7B4A37C68F2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AD6A1CBB-DEE9-4D8F-9942-8CF9426593E9}" type="slidenum">
              <a:rPr lang="en-US" altLang="zh-CN" sz="2000">
                <a:solidFill>
                  <a:schemeClr val="bg2"/>
                </a:solidFill>
              </a:rPr>
              <a:pPr/>
              <a:t>14</a:t>
            </a:fld>
            <a:endParaRPr lang="en-US" altLang="zh-CN" sz="2000">
              <a:solidFill>
                <a:schemeClr val="bg2"/>
              </a:solidFill>
            </a:endParaRPr>
          </a:p>
        </p:txBody>
      </p:sp>
      <p:sp>
        <p:nvSpPr>
          <p:cNvPr id="30723" name="Rectangle 2">
            <a:extLst>
              <a:ext uri="{FF2B5EF4-FFF2-40B4-BE49-F238E27FC236}">
                <a16:creationId xmlns:a16="http://schemas.microsoft.com/office/drawing/2014/main" id="{7B26C5AE-64A8-3689-65F1-59984EB0598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0724" name="Rectangle 3">
            <a:extLst>
              <a:ext uri="{FF2B5EF4-FFF2-40B4-BE49-F238E27FC236}">
                <a16:creationId xmlns:a16="http://schemas.microsoft.com/office/drawing/2014/main" id="{CCD5AADC-1CEA-221A-2949-EE3162D9DF4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0725" name="Rectangle 4">
            <a:extLst>
              <a:ext uri="{FF2B5EF4-FFF2-40B4-BE49-F238E27FC236}">
                <a16:creationId xmlns:a16="http://schemas.microsoft.com/office/drawing/2014/main" id="{8170E3D0-4050-4C7A-ACE8-9B0A0EA19D84}"/>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0726" name="Rectangle 5">
            <a:extLst>
              <a:ext uri="{FF2B5EF4-FFF2-40B4-BE49-F238E27FC236}">
                <a16:creationId xmlns:a16="http://schemas.microsoft.com/office/drawing/2014/main" id="{7D29263F-2467-4CDF-23D0-C6A7A7A56D3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0727" name="Rectangle 6">
            <a:extLst>
              <a:ext uri="{FF2B5EF4-FFF2-40B4-BE49-F238E27FC236}">
                <a16:creationId xmlns:a16="http://schemas.microsoft.com/office/drawing/2014/main" id="{FC9D376A-492C-F379-0405-B148185FAAF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0728" name="Rectangle 7">
            <a:extLst>
              <a:ext uri="{FF2B5EF4-FFF2-40B4-BE49-F238E27FC236}">
                <a16:creationId xmlns:a16="http://schemas.microsoft.com/office/drawing/2014/main" id="{A356C2DB-D5E1-C3AD-E3A9-5F50DDDD63B5}"/>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0729" name="Rectangle 8">
            <a:extLst>
              <a:ext uri="{FF2B5EF4-FFF2-40B4-BE49-F238E27FC236}">
                <a16:creationId xmlns:a16="http://schemas.microsoft.com/office/drawing/2014/main" id="{08397425-B9DC-EA27-0DB5-8FB8887DDF2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0730" name="Line 9">
            <a:extLst>
              <a:ext uri="{FF2B5EF4-FFF2-40B4-BE49-F238E27FC236}">
                <a16:creationId xmlns:a16="http://schemas.microsoft.com/office/drawing/2014/main" id="{73E314B9-E057-D686-EBD5-913915196A9A}"/>
              </a:ext>
            </a:extLst>
          </p:cNvPr>
          <p:cNvSpPr>
            <a:spLocks noChangeShapeType="1"/>
          </p:cNvSpPr>
          <p:nvPr/>
        </p:nvSpPr>
        <p:spPr bwMode="auto">
          <a:xfrm>
            <a:off x="457200" y="2286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1" name="Line 10">
            <a:extLst>
              <a:ext uri="{FF2B5EF4-FFF2-40B4-BE49-F238E27FC236}">
                <a16:creationId xmlns:a16="http://schemas.microsoft.com/office/drawing/2014/main" id="{191FFB6D-94B2-1520-66BD-91706D5897EC}"/>
              </a:ext>
            </a:extLst>
          </p:cNvPr>
          <p:cNvSpPr>
            <a:spLocks noChangeShapeType="1"/>
          </p:cNvSpPr>
          <p:nvPr/>
        </p:nvSpPr>
        <p:spPr bwMode="auto">
          <a:xfrm>
            <a:off x="458788" y="4495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2" name="Rectangle 11">
            <a:extLst>
              <a:ext uri="{FF2B5EF4-FFF2-40B4-BE49-F238E27FC236}">
                <a16:creationId xmlns:a16="http://schemas.microsoft.com/office/drawing/2014/main" id="{5AF57B7F-7BFF-112C-50B1-2B08872966E2}"/>
              </a:ext>
            </a:extLst>
          </p:cNvPr>
          <p:cNvSpPr>
            <a:spLocks noChangeArrowheads="1"/>
          </p:cNvSpPr>
          <p:nvPr/>
        </p:nvSpPr>
        <p:spPr bwMode="auto">
          <a:xfrm>
            <a:off x="534988" y="2378075"/>
            <a:ext cx="80772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a:t>在慢速启动算法中，</a:t>
            </a:r>
            <a:endParaRPr lang="en-US" altLang="zh-CN"/>
          </a:p>
          <a:p>
            <a:r>
              <a:rPr lang="zh-CN" altLang="en-US"/>
              <a:t>拥塞窗口大小按指数规律增长</a:t>
            </a:r>
            <a:endParaRPr lang="en-US" altLang="zh-CN"/>
          </a:p>
          <a:p>
            <a:r>
              <a:rPr lang="zh-CN" altLang="en-US"/>
              <a:t>直到达到阈值。</a:t>
            </a:r>
            <a:endParaRPr lang="en-US" altLang="zh-CN"/>
          </a:p>
        </p:txBody>
      </p:sp>
      <p:grpSp>
        <p:nvGrpSpPr>
          <p:cNvPr id="30733" name="Group 12">
            <a:extLst>
              <a:ext uri="{FF2B5EF4-FFF2-40B4-BE49-F238E27FC236}">
                <a16:creationId xmlns:a16="http://schemas.microsoft.com/office/drawing/2014/main" id="{0EF72812-6C2A-C8BA-749D-D6B29CD30512}"/>
              </a:ext>
            </a:extLst>
          </p:cNvPr>
          <p:cNvGrpSpPr>
            <a:grpSpLocks/>
          </p:cNvGrpSpPr>
          <p:nvPr/>
        </p:nvGrpSpPr>
        <p:grpSpPr bwMode="auto">
          <a:xfrm>
            <a:off x="457200" y="1600200"/>
            <a:ext cx="1143000" cy="566738"/>
            <a:chOff x="1200" y="1248"/>
            <a:chExt cx="720" cy="357"/>
          </a:xfrm>
        </p:grpSpPr>
        <p:pic>
          <p:nvPicPr>
            <p:cNvPr id="30734" name="Picture 13">
              <a:extLst>
                <a:ext uri="{FF2B5EF4-FFF2-40B4-BE49-F238E27FC236}">
                  <a16:creationId xmlns:a16="http://schemas.microsoft.com/office/drawing/2014/main" id="{1AC6EC7A-6DBC-F089-CB94-85CC809019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5" name="Text Box 14">
              <a:extLst>
                <a:ext uri="{FF2B5EF4-FFF2-40B4-BE49-F238E27FC236}">
                  <a16:creationId xmlns:a16="http://schemas.microsoft.com/office/drawing/2014/main" id="{476A69D1-409D-2CD8-7388-57E5E51B52AE}"/>
                </a:ext>
              </a:extLst>
            </p:cNvPr>
            <p:cNvSpPr txBox="1">
              <a:spLocks noChangeArrowheads="1"/>
            </p:cNvSpPr>
            <p:nvPr/>
          </p:nvSpPr>
          <p:spPr bwMode="auto">
            <a:xfrm>
              <a:off x="1284" y="1248"/>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800">
                  <a:solidFill>
                    <a:schemeClr val="hlink"/>
                  </a:solidFill>
                  <a:latin typeface="Times New Roman" panose="02020603050405020304" pitchFamily="18" charset="0"/>
                </a:rPr>
                <a:t>注意</a:t>
              </a:r>
              <a:endParaRPr lang="en-US" altLang="zh-CN" sz="2800">
                <a:solidFill>
                  <a:schemeClr val="hlink"/>
                </a:solidFill>
                <a:latin typeface="Times New Roman" panose="02020603050405020304" pitchFamily="18"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342323D0-69A7-152E-D0C2-1C7CA57C11F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3B96E588-902B-4441-9166-352A56C75F59}" type="slidenum">
              <a:rPr lang="en-US" altLang="zh-CN" sz="2000">
                <a:solidFill>
                  <a:schemeClr val="bg2"/>
                </a:solidFill>
              </a:rPr>
              <a:pPr/>
              <a:t>15</a:t>
            </a:fld>
            <a:endParaRPr lang="en-US" altLang="zh-CN" sz="2000">
              <a:solidFill>
                <a:schemeClr val="bg2"/>
              </a:solidFill>
            </a:endParaRPr>
          </a:p>
        </p:txBody>
      </p:sp>
      <p:sp>
        <p:nvSpPr>
          <p:cNvPr id="32771" name="Line 2">
            <a:extLst>
              <a:ext uri="{FF2B5EF4-FFF2-40B4-BE49-F238E27FC236}">
                <a16:creationId xmlns:a16="http://schemas.microsoft.com/office/drawing/2014/main" id="{687E6FED-8BEE-4191-BD2C-F0B6A9C64474}"/>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2" name="Line 3">
            <a:extLst>
              <a:ext uri="{FF2B5EF4-FFF2-40B4-BE49-F238E27FC236}">
                <a16:creationId xmlns:a16="http://schemas.microsoft.com/office/drawing/2014/main" id="{EFA3F063-E4CE-CAE9-B373-AF007F20578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3" name="Text Box 4">
            <a:extLst>
              <a:ext uri="{FF2B5EF4-FFF2-40B4-BE49-F238E27FC236}">
                <a16:creationId xmlns:a16="http://schemas.microsoft.com/office/drawing/2014/main" id="{68B81351-DC4E-6C3A-2659-6D97E8DBA79F}"/>
              </a:ext>
            </a:extLst>
          </p:cNvPr>
          <p:cNvSpPr txBox="1">
            <a:spLocks noChangeArrowheads="1"/>
          </p:cNvSpPr>
          <p:nvPr/>
        </p:nvSpPr>
        <p:spPr bwMode="auto">
          <a:xfrm>
            <a:off x="304800" y="762000"/>
            <a:ext cx="3841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24.9  </a:t>
            </a:r>
            <a:r>
              <a:rPr lang="zh-CN" altLang="en-US" sz="2400"/>
              <a:t>拥塞避免</a:t>
            </a:r>
            <a:r>
              <a:rPr lang="en-US" altLang="zh-CN" sz="2400"/>
              <a:t>:</a:t>
            </a:r>
            <a:r>
              <a:rPr lang="zh-CN" altLang="en-US" sz="2400"/>
              <a:t>加性增加</a:t>
            </a:r>
            <a:endParaRPr lang="en-US" altLang="zh-CN" sz="2400" i="1">
              <a:latin typeface="Times New Roman" panose="02020603050405020304" pitchFamily="18" charset="0"/>
            </a:endParaRPr>
          </a:p>
        </p:txBody>
      </p:sp>
      <p:sp>
        <p:nvSpPr>
          <p:cNvPr id="32774" name="Line 5">
            <a:extLst>
              <a:ext uri="{FF2B5EF4-FFF2-40B4-BE49-F238E27FC236}">
                <a16:creationId xmlns:a16="http://schemas.microsoft.com/office/drawing/2014/main" id="{F8BF8B83-EC0B-DB91-48E9-E235B2C8230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2775" name="Picture 6">
            <a:extLst>
              <a:ext uri="{FF2B5EF4-FFF2-40B4-BE49-F238E27FC236}">
                <a16:creationId xmlns:a16="http://schemas.microsoft.com/office/drawing/2014/main" id="{7A822269-26BB-BB9D-40F9-779CCF3EE3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2713" y="1925638"/>
            <a:ext cx="5246687" cy="386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1">
            <a:extLst>
              <a:ext uri="{FF2B5EF4-FFF2-40B4-BE49-F238E27FC236}">
                <a16:creationId xmlns:a16="http://schemas.microsoft.com/office/drawing/2014/main" id="{E6094D23-82A4-0FBA-DA9B-456ACF7ED86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E895280A-D689-42C4-94EC-D6AAA21887E7}" type="slidenum">
              <a:rPr lang="en-US" altLang="zh-CN" sz="2000">
                <a:solidFill>
                  <a:schemeClr val="bg2"/>
                </a:solidFill>
              </a:rPr>
              <a:pPr/>
              <a:t>16</a:t>
            </a:fld>
            <a:endParaRPr lang="en-US" altLang="zh-CN" sz="2000">
              <a:solidFill>
                <a:schemeClr val="bg2"/>
              </a:solidFill>
            </a:endParaRPr>
          </a:p>
        </p:txBody>
      </p:sp>
      <p:sp>
        <p:nvSpPr>
          <p:cNvPr id="34819" name="Rectangle 2">
            <a:extLst>
              <a:ext uri="{FF2B5EF4-FFF2-40B4-BE49-F238E27FC236}">
                <a16:creationId xmlns:a16="http://schemas.microsoft.com/office/drawing/2014/main" id="{92F1F8C9-2CC2-CF01-2D82-94377C33D9E6}"/>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4820" name="Rectangle 3">
            <a:extLst>
              <a:ext uri="{FF2B5EF4-FFF2-40B4-BE49-F238E27FC236}">
                <a16:creationId xmlns:a16="http://schemas.microsoft.com/office/drawing/2014/main" id="{05782A8E-E0EE-6145-A8B1-77F99DB5A7B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4821" name="Rectangle 4">
            <a:extLst>
              <a:ext uri="{FF2B5EF4-FFF2-40B4-BE49-F238E27FC236}">
                <a16:creationId xmlns:a16="http://schemas.microsoft.com/office/drawing/2014/main" id="{95F78205-4C6D-6FE4-395D-8A2C8E103ED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4822" name="Rectangle 5">
            <a:extLst>
              <a:ext uri="{FF2B5EF4-FFF2-40B4-BE49-F238E27FC236}">
                <a16:creationId xmlns:a16="http://schemas.microsoft.com/office/drawing/2014/main" id="{659C1ADB-6FEF-31A9-9CE9-9E7FBC690CB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4823" name="Rectangle 6">
            <a:extLst>
              <a:ext uri="{FF2B5EF4-FFF2-40B4-BE49-F238E27FC236}">
                <a16:creationId xmlns:a16="http://schemas.microsoft.com/office/drawing/2014/main" id="{FC6EC9EA-7B68-D6AD-0E9C-6293DE3CA7D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4824" name="Rectangle 7">
            <a:extLst>
              <a:ext uri="{FF2B5EF4-FFF2-40B4-BE49-F238E27FC236}">
                <a16:creationId xmlns:a16="http://schemas.microsoft.com/office/drawing/2014/main" id="{E1D82555-8B8D-E3DF-D153-6C331A0223BD}"/>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4825" name="Rectangle 8">
            <a:extLst>
              <a:ext uri="{FF2B5EF4-FFF2-40B4-BE49-F238E27FC236}">
                <a16:creationId xmlns:a16="http://schemas.microsoft.com/office/drawing/2014/main" id="{B4A48713-632E-A5F5-6A37-58EA2FFA7E1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4826" name="Line 9">
            <a:extLst>
              <a:ext uri="{FF2B5EF4-FFF2-40B4-BE49-F238E27FC236}">
                <a16:creationId xmlns:a16="http://schemas.microsoft.com/office/drawing/2014/main" id="{AE4E5BAD-403D-4DD5-439C-B556D7593756}"/>
              </a:ext>
            </a:extLst>
          </p:cNvPr>
          <p:cNvSpPr>
            <a:spLocks noChangeShapeType="1"/>
          </p:cNvSpPr>
          <p:nvPr/>
        </p:nvSpPr>
        <p:spPr bwMode="auto">
          <a:xfrm>
            <a:off x="457200" y="2286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7" name="Line 10">
            <a:extLst>
              <a:ext uri="{FF2B5EF4-FFF2-40B4-BE49-F238E27FC236}">
                <a16:creationId xmlns:a16="http://schemas.microsoft.com/office/drawing/2014/main" id="{C14D972B-8C31-CC0B-E1B1-6D5D23CDE4F9}"/>
              </a:ext>
            </a:extLst>
          </p:cNvPr>
          <p:cNvSpPr>
            <a:spLocks noChangeShapeType="1"/>
          </p:cNvSpPr>
          <p:nvPr/>
        </p:nvSpPr>
        <p:spPr bwMode="auto">
          <a:xfrm>
            <a:off x="458788" y="4495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8" name="Rectangle 11">
            <a:extLst>
              <a:ext uri="{FF2B5EF4-FFF2-40B4-BE49-F238E27FC236}">
                <a16:creationId xmlns:a16="http://schemas.microsoft.com/office/drawing/2014/main" id="{A4F695AD-040D-DA7D-FAD7-6EAE5E509E85}"/>
              </a:ext>
            </a:extLst>
          </p:cNvPr>
          <p:cNvSpPr>
            <a:spLocks noChangeArrowheads="1"/>
          </p:cNvSpPr>
          <p:nvPr/>
        </p:nvSpPr>
        <p:spPr bwMode="auto">
          <a:xfrm>
            <a:off x="495300" y="2378075"/>
            <a:ext cx="80772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a:t>在拥塞避免算法中，</a:t>
            </a:r>
            <a:endParaRPr lang="en-US" altLang="zh-CN"/>
          </a:p>
          <a:p>
            <a:r>
              <a:rPr lang="zh-CN" altLang="en-US"/>
              <a:t>拥塞窗口大小是加性增加的直到检测到拥塞。</a:t>
            </a:r>
            <a:endParaRPr lang="en-US" altLang="zh-CN"/>
          </a:p>
        </p:txBody>
      </p:sp>
      <p:grpSp>
        <p:nvGrpSpPr>
          <p:cNvPr id="34829" name="Group 12">
            <a:extLst>
              <a:ext uri="{FF2B5EF4-FFF2-40B4-BE49-F238E27FC236}">
                <a16:creationId xmlns:a16="http://schemas.microsoft.com/office/drawing/2014/main" id="{83F86AE2-A95E-C3F8-CD28-6DFBB2ADB5AD}"/>
              </a:ext>
            </a:extLst>
          </p:cNvPr>
          <p:cNvGrpSpPr>
            <a:grpSpLocks/>
          </p:cNvGrpSpPr>
          <p:nvPr/>
        </p:nvGrpSpPr>
        <p:grpSpPr bwMode="auto">
          <a:xfrm>
            <a:off x="457200" y="1600200"/>
            <a:ext cx="1143000" cy="566738"/>
            <a:chOff x="1200" y="1248"/>
            <a:chExt cx="720" cy="357"/>
          </a:xfrm>
        </p:grpSpPr>
        <p:pic>
          <p:nvPicPr>
            <p:cNvPr id="34830" name="Picture 13">
              <a:extLst>
                <a:ext uri="{FF2B5EF4-FFF2-40B4-BE49-F238E27FC236}">
                  <a16:creationId xmlns:a16="http://schemas.microsoft.com/office/drawing/2014/main" id="{50A46768-12EB-AE1D-ED7F-4AE288DF72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31" name="Text Box 14">
              <a:extLst>
                <a:ext uri="{FF2B5EF4-FFF2-40B4-BE49-F238E27FC236}">
                  <a16:creationId xmlns:a16="http://schemas.microsoft.com/office/drawing/2014/main" id="{F6263A43-0A51-D03A-6123-7012B6FA87DA}"/>
                </a:ext>
              </a:extLst>
            </p:cNvPr>
            <p:cNvSpPr txBox="1">
              <a:spLocks noChangeArrowheads="1"/>
            </p:cNvSpPr>
            <p:nvPr/>
          </p:nvSpPr>
          <p:spPr bwMode="auto">
            <a:xfrm>
              <a:off x="1284" y="1248"/>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800">
                  <a:solidFill>
                    <a:schemeClr val="hlink"/>
                  </a:solidFill>
                  <a:latin typeface="Times New Roman" panose="02020603050405020304" pitchFamily="18" charset="0"/>
                </a:rPr>
                <a:t>注意</a:t>
              </a:r>
              <a:endParaRPr lang="en-US" altLang="zh-CN" sz="2800">
                <a:solidFill>
                  <a:schemeClr val="hlink"/>
                </a:solidFill>
                <a:latin typeface="Times New Roman" panose="02020603050405020304" pitchFamily="18"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1">
            <a:extLst>
              <a:ext uri="{FF2B5EF4-FFF2-40B4-BE49-F238E27FC236}">
                <a16:creationId xmlns:a16="http://schemas.microsoft.com/office/drawing/2014/main" id="{3537194D-0E31-CAA4-3A68-137E919B97E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1FAF03BC-A544-4EC4-B421-62969C41DE95}" type="slidenum">
              <a:rPr lang="en-US" altLang="zh-CN" sz="2000">
                <a:solidFill>
                  <a:schemeClr val="bg2"/>
                </a:solidFill>
              </a:rPr>
              <a:pPr/>
              <a:t>17</a:t>
            </a:fld>
            <a:endParaRPr lang="en-US" altLang="zh-CN" sz="2000">
              <a:solidFill>
                <a:schemeClr val="bg2"/>
              </a:solidFill>
            </a:endParaRPr>
          </a:p>
        </p:txBody>
      </p:sp>
      <p:sp>
        <p:nvSpPr>
          <p:cNvPr id="36867" name="Rectangle 2">
            <a:extLst>
              <a:ext uri="{FF2B5EF4-FFF2-40B4-BE49-F238E27FC236}">
                <a16:creationId xmlns:a16="http://schemas.microsoft.com/office/drawing/2014/main" id="{BB806499-4B54-8C47-F2DE-18CC4AD0B1FA}"/>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6868" name="Rectangle 3">
            <a:extLst>
              <a:ext uri="{FF2B5EF4-FFF2-40B4-BE49-F238E27FC236}">
                <a16:creationId xmlns:a16="http://schemas.microsoft.com/office/drawing/2014/main" id="{D2241EE4-3294-0B7A-EFEC-B17F8824098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6869" name="Rectangle 4">
            <a:extLst>
              <a:ext uri="{FF2B5EF4-FFF2-40B4-BE49-F238E27FC236}">
                <a16:creationId xmlns:a16="http://schemas.microsoft.com/office/drawing/2014/main" id="{8FB9A474-9EAB-119A-8270-F41F356C194B}"/>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6870" name="Rectangle 5">
            <a:extLst>
              <a:ext uri="{FF2B5EF4-FFF2-40B4-BE49-F238E27FC236}">
                <a16:creationId xmlns:a16="http://schemas.microsoft.com/office/drawing/2014/main" id="{31444BA8-8115-0CA9-86DF-A4FD5B026A8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6871" name="Rectangle 6">
            <a:extLst>
              <a:ext uri="{FF2B5EF4-FFF2-40B4-BE49-F238E27FC236}">
                <a16:creationId xmlns:a16="http://schemas.microsoft.com/office/drawing/2014/main" id="{C02CA1FC-1CBE-6FE0-1277-70D7F316E12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6872" name="Rectangle 7">
            <a:extLst>
              <a:ext uri="{FF2B5EF4-FFF2-40B4-BE49-F238E27FC236}">
                <a16:creationId xmlns:a16="http://schemas.microsoft.com/office/drawing/2014/main" id="{A0799249-1D49-7D18-F0D8-F965E6D8B8A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6873" name="Rectangle 8">
            <a:extLst>
              <a:ext uri="{FF2B5EF4-FFF2-40B4-BE49-F238E27FC236}">
                <a16:creationId xmlns:a16="http://schemas.microsoft.com/office/drawing/2014/main" id="{FB448530-5202-860C-47C0-FC2CF964D2B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36874" name="Line 9">
            <a:extLst>
              <a:ext uri="{FF2B5EF4-FFF2-40B4-BE49-F238E27FC236}">
                <a16:creationId xmlns:a16="http://schemas.microsoft.com/office/drawing/2014/main" id="{E7C8E5B5-EDF9-AEA7-0AF1-F79138C402FA}"/>
              </a:ext>
            </a:extLst>
          </p:cNvPr>
          <p:cNvSpPr>
            <a:spLocks noChangeShapeType="1"/>
          </p:cNvSpPr>
          <p:nvPr/>
        </p:nvSpPr>
        <p:spPr bwMode="auto">
          <a:xfrm>
            <a:off x="514350" y="2057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5" name="Line 10">
            <a:extLst>
              <a:ext uri="{FF2B5EF4-FFF2-40B4-BE49-F238E27FC236}">
                <a16:creationId xmlns:a16="http://schemas.microsoft.com/office/drawing/2014/main" id="{83AE4565-DB5A-64FA-75CD-4562BAFB15CB}"/>
              </a:ext>
            </a:extLst>
          </p:cNvPr>
          <p:cNvSpPr>
            <a:spLocks noChangeShapeType="1"/>
          </p:cNvSpPr>
          <p:nvPr/>
        </p:nvSpPr>
        <p:spPr bwMode="auto">
          <a:xfrm>
            <a:off x="514350" y="5257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6" name="Rectangle 11">
            <a:extLst>
              <a:ext uri="{FF2B5EF4-FFF2-40B4-BE49-F238E27FC236}">
                <a16:creationId xmlns:a16="http://schemas.microsoft.com/office/drawing/2014/main" id="{AED9ADD7-18ED-57F4-6C49-D7FAC6F0BAB2}"/>
              </a:ext>
            </a:extLst>
          </p:cNvPr>
          <p:cNvSpPr>
            <a:spLocks noChangeArrowheads="1"/>
          </p:cNvSpPr>
          <p:nvPr/>
        </p:nvSpPr>
        <p:spPr bwMode="auto">
          <a:xfrm>
            <a:off x="419100" y="2149475"/>
            <a:ext cx="8343900" cy="255428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a:t>用下列方法之一对拥塞检测做出反应</a:t>
            </a:r>
            <a:r>
              <a:rPr lang="en-US" altLang="zh-CN"/>
              <a:t>:</a:t>
            </a:r>
          </a:p>
          <a:p>
            <a:pPr>
              <a:buFont typeface="Wingdings" panose="05000000000000000000" pitchFamily="2" charset="2"/>
              <a:buChar char="n"/>
            </a:pPr>
            <a:r>
              <a:rPr lang="zh-CN" altLang="en-US"/>
              <a:t>如果检测到</a:t>
            </a:r>
            <a:r>
              <a:rPr lang="en-US" altLang="zh-CN"/>
              <a:t>:</a:t>
            </a:r>
            <a:r>
              <a:rPr lang="zh-CN" altLang="en-US"/>
              <a:t>计时器超时，那么一个新的慢速启动阶段开始。</a:t>
            </a:r>
          </a:p>
          <a:p>
            <a:pPr>
              <a:buFont typeface="Wingdings" panose="05000000000000000000" pitchFamily="2" charset="2"/>
              <a:buChar char="n"/>
            </a:pPr>
            <a:r>
              <a:rPr lang="zh-CN" altLang="en-US"/>
              <a:t>如果检测出三个</a:t>
            </a:r>
            <a:r>
              <a:rPr lang="en-US" altLang="zh-CN"/>
              <a:t>ACK </a:t>
            </a:r>
            <a:r>
              <a:rPr lang="zh-CN" altLang="en-US"/>
              <a:t>，那么一个新的拥塞避免阶段开始。</a:t>
            </a:r>
            <a:endParaRPr lang="en-US" altLang="zh-CN"/>
          </a:p>
        </p:txBody>
      </p:sp>
      <p:grpSp>
        <p:nvGrpSpPr>
          <p:cNvPr id="36877" name="Group 12">
            <a:extLst>
              <a:ext uri="{FF2B5EF4-FFF2-40B4-BE49-F238E27FC236}">
                <a16:creationId xmlns:a16="http://schemas.microsoft.com/office/drawing/2014/main" id="{DE8658AA-E6B0-5535-2AEA-993427C611A0}"/>
              </a:ext>
            </a:extLst>
          </p:cNvPr>
          <p:cNvGrpSpPr>
            <a:grpSpLocks/>
          </p:cNvGrpSpPr>
          <p:nvPr/>
        </p:nvGrpSpPr>
        <p:grpSpPr bwMode="auto">
          <a:xfrm>
            <a:off x="457200" y="1371600"/>
            <a:ext cx="1143000" cy="566738"/>
            <a:chOff x="1200" y="1248"/>
            <a:chExt cx="720" cy="357"/>
          </a:xfrm>
        </p:grpSpPr>
        <p:pic>
          <p:nvPicPr>
            <p:cNvPr id="36878" name="Picture 13">
              <a:extLst>
                <a:ext uri="{FF2B5EF4-FFF2-40B4-BE49-F238E27FC236}">
                  <a16:creationId xmlns:a16="http://schemas.microsoft.com/office/drawing/2014/main" id="{89FECC1D-33F3-6CFB-12D9-1F6650979C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9" name="Text Box 14">
              <a:extLst>
                <a:ext uri="{FF2B5EF4-FFF2-40B4-BE49-F238E27FC236}">
                  <a16:creationId xmlns:a16="http://schemas.microsoft.com/office/drawing/2014/main" id="{29084296-741E-1F15-8CA3-F82EDF49B29C}"/>
                </a:ext>
              </a:extLst>
            </p:cNvPr>
            <p:cNvSpPr txBox="1">
              <a:spLocks noChangeArrowheads="1"/>
            </p:cNvSpPr>
            <p:nvPr/>
          </p:nvSpPr>
          <p:spPr bwMode="auto">
            <a:xfrm>
              <a:off x="1284" y="1248"/>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800">
                  <a:solidFill>
                    <a:schemeClr val="hlink"/>
                  </a:solidFill>
                  <a:latin typeface="Times New Roman" panose="02020603050405020304" pitchFamily="18" charset="0"/>
                </a:rPr>
                <a:t>注意</a:t>
              </a:r>
              <a:endParaRPr lang="en-US" altLang="zh-CN" sz="2800">
                <a:solidFill>
                  <a:schemeClr val="hlink"/>
                </a:solidFill>
                <a:latin typeface="Times New Roman" panose="02020603050405020304" pitchFamily="18" charset="0"/>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1">
            <a:extLst>
              <a:ext uri="{FF2B5EF4-FFF2-40B4-BE49-F238E27FC236}">
                <a16:creationId xmlns:a16="http://schemas.microsoft.com/office/drawing/2014/main" id="{8291B6B3-078B-7B8C-3C0B-997817674A9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8B90013A-C7D6-44D6-869B-918BD1B6AD06}" type="slidenum">
              <a:rPr lang="en-US" altLang="zh-CN" sz="2000">
                <a:solidFill>
                  <a:schemeClr val="bg2"/>
                </a:solidFill>
              </a:rPr>
              <a:pPr/>
              <a:t>18</a:t>
            </a:fld>
            <a:endParaRPr lang="en-US" altLang="zh-CN" sz="2000">
              <a:solidFill>
                <a:schemeClr val="bg2"/>
              </a:solidFill>
            </a:endParaRPr>
          </a:p>
        </p:txBody>
      </p:sp>
      <p:sp>
        <p:nvSpPr>
          <p:cNvPr id="38915" name="Line 2">
            <a:extLst>
              <a:ext uri="{FF2B5EF4-FFF2-40B4-BE49-F238E27FC236}">
                <a16:creationId xmlns:a16="http://schemas.microsoft.com/office/drawing/2014/main" id="{BAF473EF-F1BB-953B-E01E-371D2006C74C}"/>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16" name="Line 3">
            <a:extLst>
              <a:ext uri="{FF2B5EF4-FFF2-40B4-BE49-F238E27FC236}">
                <a16:creationId xmlns:a16="http://schemas.microsoft.com/office/drawing/2014/main" id="{7316CB16-B46A-6F92-6B33-1448A1DF522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17" name="Text Box 4">
            <a:extLst>
              <a:ext uri="{FF2B5EF4-FFF2-40B4-BE49-F238E27FC236}">
                <a16:creationId xmlns:a16="http://schemas.microsoft.com/office/drawing/2014/main" id="{4F929F74-3E9D-F793-7C25-E91BA559C38D}"/>
              </a:ext>
            </a:extLst>
          </p:cNvPr>
          <p:cNvSpPr txBox="1">
            <a:spLocks noChangeArrowheads="1"/>
          </p:cNvSpPr>
          <p:nvPr/>
        </p:nvSpPr>
        <p:spPr bwMode="auto">
          <a:xfrm>
            <a:off x="304800" y="762000"/>
            <a:ext cx="3479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24.10  </a:t>
            </a:r>
            <a:r>
              <a:rPr lang="en-US" altLang="zh-CN" sz="2000"/>
              <a:t>TCP</a:t>
            </a:r>
            <a:r>
              <a:rPr lang="zh-CN" altLang="en-US" sz="2000"/>
              <a:t>拥塞策略总结</a:t>
            </a:r>
            <a:endParaRPr lang="en-US" altLang="zh-CN" sz="2000" i="1">
              <a:latin typeface="Times New Roman" panose="02020603050405020304" pitchFamily="18" charset="0"/>
            </a:endParaRPr>
          </a:p>
        </p:txBody>
      </p:sp>
      <p:sp>
        <p:nvSpPr>
          <p:cNvPr id="38918" name="Line 5">
            <a:extLst>
              <a:ext uri="{FF2B5EF4-FFF2-40B4-BE49-F238E27FC236}">
                <a16:creationId xmlns:a16="http://schemas.microsoft.com/office/drawing/2014/main" id="{365A7690-112C-EEFE-CA3E-0F16D38B2D8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8919" name="Picture 6">
            <a:extLst>
              <a:ext uri="{FF2B5EF4-FFF2-40B4-BE49-F238E27FC236}">
                <a16:creationId xmlns:a16="http://schemas.microsoft.com/office/drawing/2014/main" id="{F01FD030-C8B3-307A-2241-979CF6FD6D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25" y="1736725"/>
            <a:ext cx="7394575"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1">
            <a:extLst>
              <a:ext uri="{FF2B5EF4-FFF2-40B4-BE49-F238E27FC236}">
                <a16:creationId xmlns:a16="http://schemas.microsoft.com/office/drawing/2014/main" id="{C25A1C3D-2899-E326-3EC2-A0556FC26BE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AC545BEC-8A2D-4A54-94C5-B8544525F043}" type="slidenum">
              <a:rPr lang="en-US" altLang="zh-CN" sz="2000">
                <a:solidFill>
                  <a:schemeClr val="bg2"/>
                </a:solidFill>
              </a:rPr>
              <a:pPr/>
              <a:t>19</a:t>
            </a:fld>
            <a:endParaRPr lang="en-US" altLang="zh-CN" sz="2000">
              <a:solidFill>
                <a:schemeClr val="bg2"/>
              </a:solidFill>
            </a:endParaRPr>
          </a:p>
        </p:txBody>
      </p:sp>
      <p:sp>
        <p:nvSpPr>
          <p:cNvPr id="40963" name="Line 2">
            <a:extLst>
              <a:ext uri="{FF2B5EF4-FFF2-40B4-BE49-F238E27FC236}">
                <a16:creationId xmlns:a16="http://schemas.microsoft.com/office/drawing/2014/main" id="{A840387C-860F-E39C-DDAB-3512A7609F91}"/>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64" name="Line 3">
            <a:extLst>
              <a:ext uri="{FF2B5EF4-FFF2-40B4-BE49-F238E27FC236}">
                <a16:creationId xmlns:a16="http://schemas.microsoft.com/office/drawing/2014/main" id="{897A5D57-E624-F63C-09EC-1572E42CB14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65" name="Text Box 4">
            <a:extLst>
              <a:ext uri="{FF2B5EF4-FFF2-40B4-BE49-F238E27FC236}">
                <a16:creationId xmlns:a16="http://schemas.microsoft.com/office/drawing/2014/main" id="{65B55CF0-B6C1-B14A-9619-3F5D376B39C1}"/>
              </a:ext>
            </a:extLst>
          </p:cNvPr>
          <p:cNvSpPr txBox="1">
            <a:spLocks noChangeArrowheads="1"/>
          </p:cNvSpPr>
          <p:nvPr/>
        </p:nvSpPr>
        <p:spPr bwMode="auto">
          <a:xfrm>
            <a:off x="304800" y="762000"/>
            <a:ext cx="2432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24.11  </a:t>
            </a:r>
            <a:r>
              <a:rPr lang="zh-CN" altLang="en-US" sz="2000"/>
              <a:t>拥塞例子</a:t>
            </a:r>
            <a:endParaRPr lang="en-US" altLang="zh-CN" sz="2000" i="1">
              <a:latin typeface="Times New Roman" panose="02020603050405020304" pitchFamily="18" charset="0"/>
            </a:endParaRPr>
          </a:p>
        </p:txBody>
      </p:sp>
      <p:sp>
        <p:nvSpPr>
          <p:cNvPr id="40966" name="Line 5">
            <a:extLst>
              <a:ext uri="{FF2B5EF4-FFF2-40B4-BE49-F238E27FC236}">
                <a16:creationId xmlns:a16="http://schemas.microsoft.com/office/drawing/2014/main" id="{56F64AF7-C554-5CC9-6170-8EB9D373289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0967" name="Picture 6">
            <a:extLst>
              <a:ext uri="{FF2B5EF4-FFF2-40B4-BE49-F238E27FC236}">
                <a16:creationId xmlns:a16="http://schemas.microsoft.com/office/drawing/2014/main" id="{96AA078B-D6EF-3F69-7012-FAF24BDC81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88" y="1900238"/>
            <a:ext cx="7377112" cy="389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1">
            <a:extLst>
              <a:ext uri="{FF2B5EF4-FFF2-40B4-BE49-F238E27FC236}">
                <a16:creationId xmlns:a16="http://schemas.microsoft.com/office/drawing/2014/main" id="{69B4983C-798D-5221-E1C6-B3ADE18A5BB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1F4D53BD-E639-45BA-8D54-5B9D7EB88B5C}" type="slidenum">
              <a:rPr lang="en-US" altLang="zh-CN" sz="2000">
                <a:solidFill>
                  <a:schemeClr val="bg2"/>
                </a:solidFill>
              </a:rPr>
              <a:pPr/>
              <a:t>20</a:t>
            </a:fld>
            <a:endParaRPr lang="en-US" altLang="zh-CN" sz="2000">
              <a:solidFill>
                <a:schemeClr val="bg2"/>
              </a:solidFill>
            </a:endParaRPr>
          </a:p>
        </p:txBody>
      </p:sp>
      <p:sp>
        <p:nvSpPr>
          <p:cNvPr id="43011" name="Line 2">
            <a:extLst>
              <a:ext uri="{FF2B5EF4-FFF2-40B4-BE49-F238E27FC236}">
                <a16:creationId xmlns:a16="http://schemas.microsoft.com/office/drawing/2014/main" id="{EC838C0A-EDD7-22E0-6144-58C94B59BE3E}"/>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2" name="Line 3">
            <a:extLst>
              <a:ext uri="{FF2B5EF4-FFF2-40B4-BE49-F238E27FC236}">
                <a16:creationId xmlns:a16="http://schemas.microsoft.com/office/drawing/2014/main" id="{3DD3D51D-B5EB-5F03-0748-1EE21281594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3" name="Text Box 4">
            <a:extLst>
              <a:ext uri="{FF2B5EF4-FFF2-40B4-BE49-F238E27FC236}">
                <a16:creationId xmlns:a16="http://schemas.microsoft.com/office/drawing/2014/main" id="{F98EC9D4-1FC9-B42D-AB4D-B460DB54DB80}"/>
              </a:ext>
            </a:extLst>
          </p:cNvPr>
          <p:cNvSpPr txBox="1">
            <a:spLocks noChangeArrowheads="1"/>
          </p:cNvSpPr>
          <p:nvPr/>
        </p:nvSpPr>
        <p:spPr bwMode="auto">
          <a:xfrm>
            <a:off x="304800" y="762000"/>
            <a:ext cx="3224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24.12  </a:t>
            </a:r>
            <a:r>
              <a:rPr lang="zh-CN" altLang="en-US" sz="2000"/>
              <a:t>后向显式拥塞通</a:t>
            </a:r>
            <a:endParaRPr lang="en-US" altLang="zh-CN" sz="2000" i="1">
              <a:latin typeface="Times New Roman" panose="02020603050405020304" pitchFamily="18" charset="0"/>
            </a:endParaRPr>
          </a:p>
        </p:txBody>
      </p:sp>
      <p:sp>
        <p:nvSpPr>
          <p:cNvPr id="43014" name="Line 5">
            <a:extLst>
              <a:ext uri="{FF2B5EF4-FFF2-40B4-BE49-F238E27FC236}">
                <a16:creationId xmlns:a16="http://schemas.microsoft.com/office/drawing/2014/main" id="{8E9E949B-A23F-38C7-BD1C-A4C7DC4F70F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3015" name="Picture 6">
            <a:extLst>
              <a:ext uri="{FF2B5EF4-FFF2-40B4-BE49-F238E27FC236}">
                <a16:creationId xmlns:a16="http://schemas.microsoft.com/office/drawing/2014/main" id="{3A8479AC-A9CE-3E6F-C81D-4F7619FB8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411413"/>
            <a:ext cx="7924800" cy="261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1">
            <a:extLst>
              <a:ext uri="{FF2B5EF4-FFF2-40B4-BE49-F238E27FC236}">
                <a16:creationId xmlns:a16="http://schemas.microsoft.com/office/drawing/2014/main" id="{0BDC1AF9-5BC2-2637-1FA1-5254A17A947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33B1CD4A-22A6-4180-9DB2-026C21157755}" type="slidenum">
              <a:rPr lang="en-US" altLang="zh-CN" sz="2000">
                <a:solidFill>
                  <a:schemeClr val="bg2"/>
                </a:solidFill>
              </a:rPr>
              <a:pPr/>
              <a:t>21</a:t>
            </a:fld>
            <a:endParaRPr lang="en-US" altLang="zh-CN" sz="2000">
              <a:solidFill>
                <a:schemeClr val="bg2"/>
              </a:solidFill>
            </a:endParaRPr>
          </a:p>
        </p:txBody>
      </p:sp>
      <p:sp>
        <p:nvSpPr>
          <p:cNvPr id="45059" name="Line 2">
            <a:extLst>
              <a:ext uri="{FF2B5EF4-FFF2-40B4-BE49-F238E27FC236}">
                <a16:creationId xmlns:a16="http://schemas.microsoft.com/office/drawing/2014/main" id="{EC66B8CA-079A-5EE9-0115-0A753E245109}"/>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0" name="Line 3">
            <a:extLst>
              <a:ext uri="{FF2B5EF4-FFF2-40B4-BE49-F238E27FC236}">
                <a16:creationId xmlns:a16="http://schemas.microsoft.com/office/drawing/2014/main" id="{E5996429-7BE0-5F44-A5A4-E37E0D7D7A6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1" name="Text Box 4">
            <a:extLst>
              <a:ext uri="{FF2B5EF4-FFF2-40B4-BE49-F238E27FC236}">
                <a16:creationId xmlns:a16="http://schemas.microsoft.com/office/drawing/2014/main" id="{8A325657-1EA8-ADF6-A386-EFF98BC66173}"/>
              </a:ext>
            </a:extLst>
          </p:cNvPr>
          <p:cNvSpPr txBox="1">
            <a:spLocks noChangeArrowheads="1"/>
          </p:cNvSpPr>
          <p:nvPr/>
        </p:nvSpPr>
        <p:spPr bwMode="auto">
          <a:xfrm>
            <a:off x="304800" y="762000"/>
            <a:ext cx="3481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24.13  </a:t>
            </a:r>
            <a:r>
              <a:rPr lang="zh-CN" altLang="en-US" sz="2000"/>
              <a:t>前向显式拥塞通知</a:t>
            </a:r>
            <a:endParaRPr lang="en-US" altLang="zh-CN" sz="2000" i="1">
              <a:latin typeface="Times New Roman" panose="02020603050405020304" pitchFamily="18" charset="0"/>
            </a:endParaRPr>
          </a:p>
        </p:txBody>
      </p:sp>
      <p:sp>
        <p:nvSpPr>
          <p:cNvPr id="45062" name="Line 5">
            <a:extLst>
              <a:ext uri="{FF2B5EF4-FFF2-40B4-BE49-F238E27FC236}">
                <a16:creationId xmlns:a16="http://schemas.microsoft.com/office/drawing/2014/main" id="{49CDB341-4ADD-ADD1-8993-A62F21E9912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5063" name="Picture 6">
            <a:extLst>
              <a:ext uri="{FF2B5EF4-FFF2-40B4-BE49-F238E27FC236}">
                <a16:creationId xmlns:a16="http://schemas.microsoft.com/office/drawing/2014/main" id="{4B1595ED-4730-D5E4-AE2C-0452E6EAA3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335213"/>
            <a:ext cx="7924800" cy="261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1">
            <a:extLst>
              <a:ext uri="{FF2B5EF4-FFF2-40B4-BE49-F238E27FC236}">
                <a16:creationId xmlns:a16="http://schemas.microsoft.com/office/drawing/2014/main" id="{96EC6298-2620-029D-303E-1D08A22FB82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32C9C606-6844-4E77-8988-EC27AF2C5E00}" type="slidenum">
              <a:rPr lang="en-US" altLang="zh-CN" sz="2000">
                <a:solidFill>
                  <a:schemeClr val="bg2"/>
                </a:solidFill>
              </a:rPr>
              <a:pPr/>
              <a:t>22</a:t>
            </a:fld>
            <a:endParaRPr lang="en-US" altLang="zh-CN" sz="2000">
              <a:solidFill>
                <a:schemeClr val="bg2"/>
              </a:solidFill>
            </a:endParaRPr>
          </a:p>
        </p:txBody>
      </p:sp>
      <p:sp>
        <p:nvSpPr>
          <p:cNvPr id="47107" name="Line 2">
            <a:extLst>
              <a:ext uri="{FF2B5EF4-FFF2-40B4-BE49-F238E27FC236}">
                <a16:creationId xmlns:a16="http://schemas.microsoft.com/office/drawing/2014/main" id="{1A86BB52-22E2-299C-27FB-3BB4B520A25D}"/>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08" name="Line 3">
            <a:extLst>
              <a:ext uri="{FF2B5EF4-FFF2-40B4-BE49-F238E27FC236}">
                <a16:creationId xmlns:a16="http://schemas.microsoft.com/office/drawing/2014/main" id="{C2F98C87-1A24-C6F5-2563-7ED51CD7EEA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09" name="Text Box 4">
            <a:extLst>
              <a:ext uri="{FF2B5EF4-FFF2-40B4-BE49-F238E27FC236}">
                <a16:creationId xmlns:a16="http://schemas.microsoft.com/office/drawing/2014/main" id="{E4FCE286-6CB1-33E7-6C8C-EB5A212C9147}"/>
              </a:ext>
            </a:extLst>
          </p:cNvPr>
          <p:cNvSpPr txBox="1">
            <a:spLocks noChangeArrowheads="1"/>
          </p:cNvSpPr>
          <p:nvPr/>
        </p:nvSpPr>
        <p:spPr bwMode="auto">
          <a:xfrm>
            <a:off x="304800" y="762000"/>
            <a:ext cx="3224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24.14  </a:t>
            </a:r>
            <a:r>
              <a:rPr lang="zh-CN" altLang="en-US" sz="2000"/>
              <a:t>拥塞的四种情况</a:t>
            </a:r>
            <a:endParaRPr lang="en-US" altLang="zh-CN" sz="2000" i="1">
              <a:latin typeface="Times New Roman" panose="02020603050405020304" pitchFamily="18" charset="0"/>
            </a:endParaRPr>
          </a:p>
        </p:txBody>
      </p:sp>
      <p:sp>
        <p:nvSpPr>
          <p:cNvPr id="47110" name="Line 5">
            <a:extLst>
              <a:ext uri="{FF2B5EF4-FFF2-40B4-BE49-F238E27FC236}">
                <a16:creationId xmlns:a16="http://schemas.microsoft.com/office/drawing/2014/main" id="{BC6A4D31-ECFE-98A2-8872-20BE3CAC0C1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7111" name="Picture 7">
            <a:extLst>
              <a:ext uri="{FF2B5EF4-FFF2-40B4-BE49-F238E27FC236}">
                <a16:creationId xmlns:a16="http://schemas.microsoft.com/office/drawing/2014/main" id="{F0F11B05-FA52-A885-391A-5E3A976E6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 y="1982788"/>
            <a:ext cx="8756650" cy="375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灯片编号占位符 1">
            <a:extLst>
              <a:ext uri="{FF2B5EF4-FFF2-40B4-BE49-F238E27FC236}">
                <a16:creationId xmlns:a16="http://schemas.microsoft.com/office/drawing/2014/main" id="{5148D96A-B92F-4CD9-EF90-0F93798A894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14BB6C40-9529-4EAD-8AB0-D374DC4F32F6}" type="slidenum">
              <a:rPr lang="en-US" altLang="zh-CN" sz="2000">
                <a:solidFill>
                  <a:schemeClr val="bg2"/>
                </a:solidFill>
              </a:rPr>
              <a:pPr/>
              <a:t>23</a:t>
            </a:fld>
            <a:endParaRPr lang="en-US" altLang="zh-CN" sz="2000">
              <a:solidFill>
                <a:schemeClr val="bg2"/>
              </a:solidFill>
            </a:endParaRPr>
          </a:p>
        </p:txBody>
      </p:sp>
      <p:sp>
        <p:nvSpPr>
          <p:cNvPr id="861186" name="Rectangle 2">
            <a:extLst>
              <a:ext uri="{FF2B5EF4-FFF2-40B4-BE49-F238E27FC236}">
                <a16:creationId xmlns:a16="http://schemas.microsoft.com/office/drawing/2014/main" id="{D06C4B77-09B4-45D9-B47F-CC6FE1A47C55}"/>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861187" name="Text Box 3">
            <a:extLst>
              <a:ext uri="{FF2B5EF4-FFF2-40B4-BE49-F238E27FC236}">
                <a16:creationId xmlns:a16="http://schemas.microsoft.com/office/drawing/2014/main" id="{8C7F52C5-9543-4548-9D7B-F1BF9D186648}"/>
              </a:ext>
            </a:extLst>
          </p:cNvPr>
          <p:cNvSpPr txBox="1">
            <a:spLocks noChangeArrowheads="1"/>
          </p:cNvSpPr>
          <p:nvPr/>
        </p:nvSpPr>
        <p:spPr bwMode="auto">
          <a:xfrm>
            <a:off x="228600" y="406400"/>
            <a:ext cx="2886075" cy="584200"/>
          </a:xfrm>
          <a:prstGeom prst="rect">
            <a:avLst/>
          </a:prstGeom>
          <a:noFill/>
          <a:ln>
            <a:noFill/>
          </a:ln>
          <a:effectLst/>
        </p:spPr>
        <p:txBody>
          <a:bodyPr wrap="none">
            <a:spAutoFit/>
          </a:bodyPr>
          <a:lstStyle/>
          <a:p>
            <a:pPr>
              <a:defRPr/>
            </a:pPr>
            <a:r>
              <a:rPr lang="en-US" altLang="zh-CN">
                <a:effectLst>
                  <a:outerShdw blurRad="38100" dist="38100" dir="2700000" algn="tl">
                    <a:srgbClr val="C0C0C0"/>
                  </a:outerShdw>
                </a:effectLst>
                <a:latin typeface="Times" pitchFamily="18" charset="0"/>
                <a:ea typeface="宋体" charset="-122"/>
              </a:rPr>
              <a:t>24-5   </a:t>
            </a:r>
            <a:r>
              <a:rPr lang="zh-CN" altLang="en-US">
                <a:latin typeface="Arial" charset="0"/>
                <a:ea typeface="宋体" charset="-122"/>
              </a:rPr>
              <a:t>服务质量</a:t>
            </a:r>
            <a:endParaRPr lang="en-US" altLang="zh-CN">
              <a:effectLst>
                <a:outerShdw blurRad="38100" dist="38100" dir="2700000" algn="tl">
                  <a:srgbClr val="C0C0C0"/>
                </a:outerShdw>
              </a:effectLst>
              <a:latin typeface="Times" pitchFamily="18" charset="0"/>
              <a:ea typeface="宋体" charset="-122"/>
            </a:endParaRPr>
          </a:p>
        </p:txBody>
      </p:sp>
      <p:sp>
        <p:nvSpPr>
          <p:cNvPr id="49157" name="Text Box 4">
            <a:extLst>
              <a:ext uri="{FF2B5EF4-FFF2-40B4-BE49-F238E27FC236}">
                <a16:creationId xmlns:a16="http://schemas.microsoft.com/office/drawing/2014/main" id="{BCC480C9-7C70-4153-6DD1-874289F72933}"/>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zh-CN" sz="1800">
              <a:latin typeface="Times New Roman" panose="02020603050405020304" pitchFamily="18" charset="0"/>
            </a:endParaRPr>
          </a:p>
        </p:txBody>
      </p:sp>
      <p:sp>
        <p:nvSpPr>
          <p:cNvPr id="861189" name="Rectangle 5">
            <a:extLst>
              <a:ext uri="{FF2B5EF4-FFF2-40B4-BE49-F238E27FC236}">
                <a16:creationId xmlns:a16="http://schemas.microsoft.com/office/drawing/2014/main" id="{CD22F809-7058-4DC1-9C7E-8E0CBFFA7B70}"/>
              </a:ext>
            </a:extLst>
          </p:cNvPr>
          <p:cNvSpPr>
            <a:spLocks noChangeArrowheads="1"/>
          </p:cNvSpPr>
          <p:nvPr/>
        </p:nvSpPr>
        <p:spPr bwMode="auto">
          <a:xfrm>
            <a:off x="685800" y="1765300"/>
            <a:ext cx="7696200" cy="1816100"/>
          </a:xfrm>
          <a:prstGeom prst="rect">
            <a:avLst/>
          </a:prstGeom>
          <a:noFill/>
          <a:ln>
            <a:noFill/>
          </a:ln>
          <a:effectLst/>
        </p:spPr>
        <p:txBody>
          <a:bodyPr anchor="ctr">
            <a:spAutoFit/>
          </a:bodyPr>
          <a:lstStyle/>
          <a:p>
            <a:pPr>
              <a:defRPr/>
            </a:pPr>
            <a:r>
              <a:rPr lang="zh-CN" altLang="en-US" sz="2800" dirty="0">
                <a:latin typeface="Arial" charset="0"/>
                <a:ea typeface="宋体" charset="-122"/>
              </a:rPr>
              <a:t>服务质量</a:t>
            </a:r>
            <a:r>
              <a:rPr lang="en-US" altLang="zh-CN" sz="2800" dirty="0">
                <a:latin typeface="Arial" charset="0"/>
                <a:ea typeface="宋体" charset="-122"/>
              </a:rPr>
              <a:t>(quality of service , </a:t>
            </a:r>
            <a:r>
              <a:rPr lang="en-US" altLang="zh-CN" sz="2800" dirty="0" err="1">
                <a:latin typeface="Arial" charset="0"/>
                <a:ea typeface="宋体" charset="-122"/>
              </a:rPr>
              <a:t>QoS</a:t>
            </a:r>
            <a:r>
              <a:rPr lang="en-US" altLang="zh-CN" sz="2800" dirty="0">
                <a:latin typeface="Arial" charset="0"/>
                <a:ea typeface="宋体" charset="-122"/>
              </a:rPr>
              <a:t>) </a:t>
            </a:r>
            <a:r>
              <a:rPr lang="zh-CN" altLang="en-US" sz="2800" dirty="0">
                <a:latin typeface="Arial" charset="0"/>
                <a:ea typeface="宋体" charset="-122"/>
              </a:rPr>
              <a:t>是一个网络互联问题，对该问题的讨论已经远远超出对它的定义。我们可以非形式地将服务质量定义为数据流所追求的某种目标。</a:t>
            </a:r>
            <a:endParaRPr lang="en-US" altLang="zh-CN" sz="2800" i="1" dirty="0">
              <a:effectLst>
                <a:outerShdw blurRad="38100" dist="38100" dir="2700000" algn="tl">
                  <a:srgbClr val="C0C0C0"/>
                </a:outerShdw>
              </a:effectLst>
              <a:latin typeface="Times New Roman" pitchFamily="18" charset="0"/>
              <a:ea typeface="宋体" charset="-122"/>
            </a:endParaRPr>
          </a:p>
        </p:txBody>
      </p:sp>
      <p:sp>
        <p:nvSpPr>
          <p:cNvPr id="49159" name="Rectangle 6">
            <a:extLst>
              <a:ext uri="{FF2B5EF4-FFF2-40B4-BE49-F238E27FC236}">
                <a16:creationId xmlns:a16="http://schemas.microsoft.com/office/drawing/2014/main" id="{742A4D45-B0AB-74CD-D866-FB30F44DFC2C}"/>
              </a:ext>
            </a:extLst>
          </p:cNvPr>
          <p:cNvSpPr>
            <a:spLocks noChangeArrowheads="1"/>
          </p:cNvSpPr>
          <p:nvPr/>
        </p:nvSpPr>
        <p:spPr bwMode="auto">
          <a:xfrm>
            <a:off x="1143000" y="4960938"/>
            <a:ext cx="6705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数据流特性</a:t>
            </a:r>
            <a:endParaRPr lang="en-US" altLang="zh-CN" sz="2400">
              <a:solidFill>
                <a:srgbClr val="0033CC"/>
              </a:solidFill>
              <a:latin typeface="Times New Roman" panose="02020603050405020304" pitchFamily="18" charset="0"/>
            </a:endParaRP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数据流类型</a:t>
            </a:r>
            <a:endParaRPr lang="en-US" altLang="zh-CN" sz="2400">
              <a:solidFill>
                <a:srgbClr val="0033CC"/>
              </a:solidFill>
              <a:latin typeface="Times New Roman" panose="02020603050405020304" pitchFamily="18" charset="0"/>
            </a:endParaRPr>
          </a:p>
        </p:txBody>
      </p:sp>
      <p:sp>
        <p:nvSpPr>
          <p:cNvPr id="861191" name="Text Box 7">
            <a:extLst>
              <a:ext uri="{FF2B5EF4-FFF2-40B4-BE49-F238E27FC236}">
                <a16:creationId xmlns:a16="http://schemas.microsoft.com/office/drawing/2014/main" id="{864D5AE1-1BB7-4C14-87F8-2BEC8C9F472B}"/>
              </a:ext>
            </a:extLst>
          </p:cNvPr>
          <p:cNvSpPr txBox="1">
            <a:spLocks noChangeArrowheads="1"/>
          </p:cNvSpPr>
          <p:nvPr/>
        </p:nvSpPr>
        <p:spPr bwMode="auto">
          <a:xfrm>
            <a:off x="550863" y="4179888"/>
            <a:ext cx="1746250" cy="523875"/>
          </a:xfrm>
          <a:prstGeom prst="rect">
            <a:avLst/>
          </a:prstGeom>
          <a:noFill/>
          <a:ln>
            <a:noFill/>
          </a:ln>
          <a:effectLst/>
        </p:spPr>
        <p:txBody>
          <a:bodyPr wrap="none">
            <a:spAutoFit/>
          </a:bodyPr>
          <a:lstStyle/>
          <a:p>
            <a:pPr algn="ctr">
              <a:defRPr/>
            </a:pPr>
            <a:r>
              <a:rPr lang="zh-CN" altLang="en-US" sz="2800" i="1" u="sng" dirty="0">
                <a:solidFill>
                  <a:schemeClr val="hlink"/>
                </a:solidFill>
                <a:effectLst>
                  <a:outerShdw blurRad="38100" dist="38100" dir="2700000" algn="tl">
                    <a:srgbClr val="C0C0C0"/>
                  </a:outerShdw>
                </a:effectLst>
                <a:latin typeface="Times New Roman" pitchFamily="18" charset="0"/>
                <a:ea typeface="宋体" charset="-122"/>
              </a:rPr>
              <a:t>本节要点</a:t>
            </a:r>
            <a:r>
              <a:rPr lang="en-US" altLang="zh-CN" sz="2800" i="1" u="sng" dirty="0">
                <a:solidFill>
                  <a:schemeClr val="hlink"/>
                </a:solidFill>
                <a:effectLst>
                  <a:outerShdw blurRad="38100" dist="38100" dir="2700000" algn="tl">
                    <a:srgbClr val="C0C0C0"/>
                  </a:outerShdw>
                </a:effectLst>
                <a:latin typeface="Times New Roman" pitchFamily="18" charset="0"/>
                <a:ea typeface="宋体" charset="-122"/>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1">
            <a:extLst>
              <a:ext uri="{FF2B5EF4-FFF2-40B4-BE49-F238E27FC236}">
                <a16:creationId xmlns:a16="http://schemas.microsoft.com/office/drawing/2014/main" id="{D9F55110-A599-8F7D-5C34-AA156EBF287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D95C37DD-9784-4FDE-82E1-3DDFDC935EFD}" type="slidenum">
              <a:rPr lang="en-US" altLang="zh-CN" sz="2000">
                <a:solidFill>
                  <a:schemeClr val="bg2"/>
                </a:solidFill>
              </a:rPr>
              <a:pPr/>
              <a:t>24</a:t>
            </a:fld>
            <a:endParaRPr lang="en-US" altLang="zh-CN" sz="2000">
              <a:solidFill>
                <a:schemeClr val="bg2"/>
              </a:solidFill>
            </a:endParaRPr>
          </a:p>
        </p:txBody>
      </p:sp>
      <p:sp>
        <p:nvSpPr>
          <p:cNvPr id="51203" name="Line 2">
            <a:extLst>
              <a:ext uri="{FF2B5EF4-FFF2-40B4-BE49-F238E27FC236}">
                <a16:creationId xmlns:a16="http://schemas.microsoft.com/office/drawing/2014/main" id="{C422E9E6-70C2-23A8-2922-F321E6675813}"/>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4" name="Line 3">
            <a:extLst>
              <a:ext uri="{FF2B5EF4-FFF2-40B4-BE49-F238E27FC236}">
                <a16:creationId xmlns:a16="http://schemas.microsoft.com/office/drawing/2014/main" id="{C34DA25B-9D65-D214-FD03-0B9D4253E58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5" name="Text Box 4">
            <a:extLst>
              <a:ext uri="{FF2B5EF4-FFF2-40B4-BE49-F238E27FC236}">
                <a16:creationId xmlns:a16="http://schemas.microsoft.com/office/drawing/2014/main" id="{DC879343-AE55-DAA5-46B9-94F79020D458}"/>
              </a:ext>
            </a:extLst>
          </p:cNvPr>
          <p:cNvSpPr txBox="1">
            <a:spLocks noChangeArrowheads="1"/>
          </p:cNvSpPr>
          <p:nvPr/>
        </p:nvSpPr>
        <p:spPr bwMode="auto">
          <a:xfrm>
            <a:off x="304800" y="762000"/>
            <a:ext cx="2708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24.15  </a:t>
            </a:r>
            <a:r>
              <a:rPr lang="zh-CN" altLang="en-US" sz="2000"/>
              <a:t>数据流特性</a:t>
            </a:r>
            <a:endParaRPr lang="en-US" altLang="zh-CN" sz="2000" i="1">
              <a:latin typeface="Times New Roman" panose="02020603050405020304" pitchFamily="18" charset="0"/>
            </a:endParaRPr>
          </a:p>
        </p:txBody>
      </p:sp>
      <p:sp>
        <p:nvSpPr>
          <p:cNvPr id="51206" name="Line 5">
            <a:extLst>
              <a:ext uri="{FF2B5EF4-FFF2-40B4-BE49-F238E27FC236}">
                <a16:creationId xmlns:a16="http://schemas.microsoft.com/office/drawing/2014/main" id="{28BA3DF1-E8C6-468D-A70C-56333620BC5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1207" name="Picture 6">
            <a:extLst>
              <a:ext uri="{FF2B5EF4-FFF2-40B4-BE49-F238E27FC236}">
                <a16:creationId xmlns:a16="http://schemas.microsoft.com/office/drawing/2014/main" id="{6926826F-1C07-693F-0A50-57BE597245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662238"/>
            <a:ext cx="6078538" cy="152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灯片编号占位符 1">
            <a:extLst>
              <a:ext uri="{FF2B5EF4-FFF2-40B4-BE49-F238E27FC236}">
                <a16:creationId xmlns:a16="http://schemas.microsoft.com/office/drawing/2014/main" id="{4FD7AC7D-A46A-8CA3-5CCC-0D8E2356B6F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1CF79377-1EDF-4ADD-9245-AB06D9E66884}" type="slidenum">
              <a:rPr lang="en-US" altLang="zh-CN" sz="2000">
                <a:solidFill>
                  <a:schemeClr val="bg2"/>
                </a:solidFill>
              </a:rPr>
              <a:pPr/>
              <a:t>25</a:t>
            </a:fld>
            <a:endParaRPr lang="en-US" altLang="zh-CN" sz="2000">
              <a:solidFill>
                <a:schemeClr val="bg2"/>
              </a:solidFill>
            </a:endParaRPr>
          </a:p>
        </p:txBody>
      </p:sp>
      <p:sp>
        <p:nvSpPr>
          <p:cNvPr id="862210" name="Rectangle 2">
            <a:extLst>
              <a:ext uri="{FF2B5EF4-FFF2-40B4-BE49-F238E27FC236}">
                <a16:creationId xmlns:a16="http://schemas.microsoft.com/office/drawing/2014/main" id="{FA91B136-C6CE-4B8C-9E0D-9FA60322523E}"/>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862211" name="Text Box 3">
            <a:extLst>
              <a:ext uri="{FF2B5EF4-FFF2-40B4-BE49-F238E27FC236}">
                <a16:creationId xmlns:a16="http://schemas.microsoft.com/office/drawing/2014/main" id="{D736CBC6-0C79-476E-9DA3-A40A8180B7FA}"/>
              </a:ext>
            </a:extLst>
          </p:cNvPr>
          <p:cNvSpPr txBox="1">
            <a:spLocks noChangeArrowheads="1"/>
          </p:cNvSpPr>
          <p:nvPr/>
        </p:nvSpPr>
        <p:spPr bwMode="auto">
          <a:xfrm>
            <a:off x="228600" y="406400"/>
            <a:ext cx="4230688" cy="584200"/>
          </a:xfrm>
          <a:prstGeom prst="rect">
            <a:avLst/>
          </a:prstGeom>
          <a:noFill/>
          <a:ln>
            <a:noFill/>
          </a:ln>
          <a:effectLst/>
        </p:spPr>
        <p:txBody>
          <a:bodyPr wrap="none">
            <a:spAutoFit/>
          </a:bodyPr>
          <a:lstStyle/>
          <a:p>
            <a:pPr>
              <a:defRPr/>
            </a:pPr>
            <a:r>
              <a:rPr lang="en-US" altLang="zh-CN">
                <a:effectLst>
                  <a:outerShdw blurRad="38100" dist="38100" dir="2700000" algn="tl">
                    <a:srgbClr val="C0C0C0"/>
                  </a:outerShdw>
                </a:effectLst>
                <a:latin typeface="Times" pitchFamily="18" charset="0"/>
                <a:ea typeface="宋体" charset="-122"/>
              </a:rPr>
              <a:t>24-6   </a:t>
            </a:r>
            <a:r>
              <a:rPr lang="zh-CN" altLang="en-US">
                <a:latin typeface="Arial" charset="0"/>
                <a:ea typeface="宋体" charset="-122"/>
              </a:rPr>
              <a:t>改进</a:t>
            </a:r>
            <a:r>
              <a:rPr lang="en-US" altLang="zh-CN">
                <a:latin typeface="Arial" charset="0"/>
                <a:ea typeface="宋体" charset="-122"/>
              </a:rPr>
              <a:t>QoS </a:t>
            </a:r>
            <a:r>
              <a:rPr lang="zh-CN" altLang="en-US">
                <a:latin typeface="Arial" charset="0"/>
                <a:ea typeface="宋体" charset="-122"/>
              </a:rPr>
              <a:t>的技术</a:t>
            </a:r>
            <a:endParaRPr lang="en-US" altLang="zh-CN">
              <a:effectLst>
                <a:outerShdw blurRad="38100" dist="38100" dir="2700000" algn="tl">
                  <a:srgbClr val="C0C0C0"/>
                </a:outerShdw>
              </a:effectLst>
              <a:latin typeface="Times" pitchFamily="18" charset="0"/>
              <a:ea typeface="宋体" charset="-122"/>
            </a:endParaRPr>
          </a:p>
        </p:txBody>
      </p:sp>
      <p:sp>
        <p:nvSpPr>
          <p:cNvPr id="53253" name="Text Box 4">
            <a:extLst>
              <a:ext uri="{FF2B5EF4-FFF2-40B4-BE49-F238E27FC236}">
                <a16:creationId xmlns:a16="http://schemas.microsoft.com/office/drawing/2014/main" id="{842FA587-7983-485D-46C7-BDD75CDF2306}"/>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zh-CN" sz="1800">
              <a:latin typeface="Times New Roman" panose="02020603050405020304" pitchFamily="18" charset="0"/>
            </a:endParaRPr>
          </a:p>
        </p:txBody>
      </p:sp>
      <p:sp>
        <p:nvSpPr>
          <p:cNvPr id="862213" name="Rectangle 5">
            <a:extLst>
              <a:ext uri="{FF2B5EF4-FFF2-40B4-BE49-F238E27FC236}">
                <a16:creationId xmlns:a16="http://schemas.microsoft.com/office/drawing/2014/main" id="{C253E2CA-E147-420F-BF3B-F1389DA9DE1B}"/>
              </a:ext>
            </a:extLst>
          </p:cNvPr>
          <p:cNvSpPr>
            <a:spLocks noChangeArrowheads="1"/>
          </p:cNvSpPr>
          <p:nvPr/>
        </p:nvSpPr>
        <p:spPr bwMode="auto">
          <a:xfrm>
            <a:off x="914400" y="1993900"/>
            <a:ext cx="7772400" cy="1816100"/>
          </a:xfrm>
          <a:prstGeom prst="rect">
            <a:avLst/>
          </a:prstGeom>
          <a:noFill/>
          <a:ln>
            <a:noFill/>
          </a:ln>
          <a:effectLst/>
        </p:spPr>
        <p:txBody>
          <a:bodyPr anchor="ctr">
            <a:spAutoFit/>
          </a:bodyPr>
          <a:lstStyle/>
          <a:p>
            <a:pPr>
              <a:defRPr/>
            </a:pPr>
            <a:r>
              <a:rPr lang="zh-CN" altLang="en-US" sz="2800" dirty="0">
                <a:latin typeface="Arial" charset="0"/>
                <a:ea typeface="宋体" charset="-122"/>
              </a:rPr>
              <a:t>在第</a:t>
            </a:r>
            <a:r>
              <a:rPr lang="en-US" altLang="zh-CN" sz="2800" dirty="0">
                <a:latin typeface="Arial" charset="0"/>
                <a:ea typeface="宋体" charset="-122"/>
              </a:rPr>
              <a:t>24.5 </a:t>
            </a:r>
            <a:r>
              <a:rPr lang="zh-CN" altLang="en-US" sz="2800" dirty="0">
                <a:latin typeface="Arial" charset="0"/>
                <a:ea typeface="宋体" charset="-122"/>
              </a:rPr>
              <a:t>节中，根据数据流的特性对</a:t>
            </a:r>
            <a:r>
              <a:rPr lang="en-US" altLang="zh-CN" sz="2800" dirty="0" err="1">
                <a:latin typeface="Arial" charset="0"/>
                <a:ea typeface="宋体" charset="-122"/>
              </a:rPr>
              <a:t>QoS</a:t>
            </a:r>
            <a:r>
              <a:rPr lang="en-US" altLang="zh-CN" sz="2800" dirty="0">
                <a:latin typeface="Arial" charset="0"/>
                <a:ea typeface="宋体" charset="-122"/>
              </a:rPr>
              <a:t> </a:t>
            </a:r>
            <a:r>
              <a:rPr lang="zh-CN" altLang="en-US" sz="2800" dirty="0">
                <a:latin typeface="Arial" charset="0"/>
                <a:ea typeface="宋体" charset="-122"/>
              </a:rPr>
              <a:t>进行了定义。本节将讨论一些用于改进服务质量的方法。这里简要地讨论四种常用方法</a:t>
            </a:r>
            <a:r>
              <a:rPr lang="en-US" altLang="zh-CN" sz="2800" dirty="0">
                <a:latin typeface="Arial" charset="0"/>
                <a:ea typeface="宋体" charset="-122"/>
              </a:rPr>
              <a:t>:</a:t>
            </a:r>
            <a:r>
              <a:rPr lang="zh-CN" altLang="en-US" sz="2800" dirty="0">
                <a:latin typeface="Arial" charset="0"/>
                <a:ea typeface="宋体" charset="-122"/>
              </a:rPr>
              <a:t>调度、通信量整形、许可控制和资源预留。</a:t>
            </a:r>
            <a:endParaRPr lang="en-US" altLang="zh-CN" sz="2800" i="1" dirty="0">
              <a:effectLst>
                <a:outerShdw blurRad="38100" dist="38100" dir="2700000" algn="tl">
                  <a:srgbClr val="C0C0C0"/>
                </a:outerShdw>
              </a:effectLst>
              <a:latin typeface="Times New Roman" pitchFamily="18" charset="0"/>
              <a:ea typeface="宋体" charset="-122"/>
            </a:endParaRPr>
          </a:p>
        </p:txBody>
      </p:sp>
      <p:sp>
        <p:nvSpPr>
          <p:cNvPr id="53255" name="Rectangle 6">
            <a:extLst>
              <a:ext uri="{FF2B5EF4-FFF2-40B4-BE49-F238E27FC236}">
                <a16:creationId xmlns:a16="http://schemas.microsoft.com/office/drawing/2014/main" id="{E49A86CE-04CF-9DC5-3F1B-F9F52CAEEB1D}"/>
              </a:ext>
            </a:extLst>
          </p:cNvPr>
          <p:cNvSpPr>
            <a:spLocks noChangeArrowheads="1"/>
          </p:cNvSpPr>
          <p:nvPr/>
        </p:nvSpPr>
        <p:spPr bwMode="auto">
          <a:xfrm>
            <a:off x="990600" y="4800600"/>
            <a:ext cx="6705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调度</a:t>
            </a:r>
            <a:br>
              <a:rPr lang="fr-FR" altLang="zh-CN" sz="2400">
                <a:solidFill>
                  <a:srgbClr val="0033CC"/>
                </a:solidFill>
                <a:latin typeface="Times New Roman" panose="02020603050405020304" pitchFamily="18" charset="0"/>
              </a:rPr>
            </a:br>
            <a:r>
              <a:rPr lang="zh-CN" altLang="en-US" sz="2400">
                <a:solidFill>
                  <a:srgbClr val="0033CC"/>
                </a:solidFill>
                <a:latin typeface="Times New Roman" panose="02020603050405020304" pitchFamily="18" charset="0"/>
              </a:rPr>
              <a:t>通信量整形</a:t>
            </a:r>
            <a:br>
              <a:rPr lang="fr-FR" altLang="zh-CN" sz="2400">
                <a:solidFill>
                  <a:srgbClr val="0033CC"/>
                </a:solidFill>
                <a:latin typeface="Times New Roman" panose="02020603050405020304" pitchFamily="18" charset="0"/>
              </a:rPr>
            </a:br>
            <a:r>
              <a:rPr lang="zh-CN" altLang="en-US" sz="2400">
                <a:solidFill>
                  <a:srgbClr val="0033CC"/>
                </a:solidFill>
                <a:latin typeface="Times New Roman" panose="02020603050405020304" pitchFamily="18" charset="0"/>
              </a:rPr>
              <a:t>资源预留</a:t>
            </a:r>
            <a:endParaRPr lang="en-US" altLang="zh-CN" sz="2400">
              <a:solidFill>
                <a:srgbClr val="0033CC"/>
              </a:solidFill>
              <a:latin typeface="Times New Roman" panose="02020603050405020304" pitchFamily="18" charset="0"/>
            </a:endParaRP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许可控制</a:t>
            </a:r>
            <a:endParaRPr lang="en-US" altLang="zh-CN" sz="2400">
              <a:solidFill>
                <a:srgbClr val="0033CC"/>
              </a:solidFill>
              <a:latin typeface="Times New Roman" panose="02020603050405020304" pitchFamily="18" charset="0"/>
            </a:endParaRPr>
          </a:p>
        </p:txBody>
      </p:sp>
      <p:sp>
        <p:nvSpPr>
          <p:cNvPr id="862215" name="Text Box 7">
            <a:extLst>
              <a:ext uri="{FF2B5EF4-FFF2-40B4-BE49-F238E27FC236}">
                <a16:creationId xmlns:a16="http://schemas.microsoft.com/office/drawing/2014/main" id="{5A812FBE-BC18-40DA-8578-0687BDAFE4E2}"/>
              </a:ext>
            </a:extLst>
          </p:cNvPr>
          <p:cNvSpPr txBox="1">
            <a:spLocks noChangeArrowheads="1"/>
          </p:cNvSpPr>
          <p:nvPr/>
        </p:nvSpPr>
        <p:spPr bwMode="auto">
          <a:xfrm>
            <a:off x="541338" y="4222750"/>
            <a:ext cx="1746250" cy="523875"/>
          </a:xfrm>
          <a:prstGeom prst="rect">
            <a:avLst/>
          </a:prstGeom>
          <a:noFill/>
          <a:ln>
            <a:noFill/>
          </a:ln>
          <a:effectLst/>
        </p:spPr>
        <p:txBody>
          <a:bodyPr wrap="none">
            <a:spAutoFit/>
          </a:bodyPr>
          <a:lstStyle/>
          <a:p>
            <a:pPr algn="ctr">
              <a:defRPr/>
            </a:pPr>
            <a:r>
              <a:rPr lang="zh-CN" altLang="en-US" sz="2800" i="1" u="sng" dirty="0">
                <a:solidFill>
                  <a:schemeClr val="hlink"/>
                </a:solidFill>
                <a:effectLst>
                  <a:outerShdw blurRad="38100" dist="38100" dir="2700000" algn="tl">
                    <a:srgbClr val="C0C0C0"/>
                  </a:outerShdw>
                </a:effectLst>
                <a:latin typeface="Times New Roman" pitchFamily="18" charset="0"/>
                <a:ea typeface="宋体" charset="-122"/>
              </a:rPr>
              <a:t>本节要点</a:t>
            </a:r>
            <a:r>
              <a:rPr lang="en-US" altLang="zh-CN" sz="2800" i="1" u="sng" dirty="0">
                <a:solidFill>
                  <a:schemeClr val="hlink"/>
                </a:solidFill>
                <a:effectLst>
                  <a:outerShdw blurRad="38100" dist="38100" dir="2700000" algn="tl">
                    <a:srgbClr val="C0C0C0"/>
                  </a:outerShdw>
                </a:effectLst>
                <a:latin typeface="Times New Roman" pitchFamily="18" charset="0"/>
                <a:ea typeface="宋体" charset="-122"/>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1">
            <a:extLst>
              <a:ext uri="{FF2B5EF4-FFF2-40B4-BE49-F238E27FC236}">
                <a16:creationId xmlns:a16="http://schemas.microsoft.com/office/drawing/2014/main" id="{3F88DB98-2004-CDD6-6A76-D7C18D596E3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FA6513F8-EAC2-49BB-AD1B-DD5A8FE9F5D0}" type="slidenum">
              <a:rPr lang="en-US" altLang="zh-CN" sz="2000">
                <a:solidFill>
                  <a:schemeClr val="bg2"/>
                </a:solidFill>
              </a:rPr>
              <a:pPr/>
              <a:t>26</a:t>
            </a:fld>
            <a:endParaRPr lang="en-US" altLang="zh-CN" sz="2000">
              <a:solidFill>
                <a:schemeClr val="bg2"/>
              </a:solidFill>
            </a:endParaRPr>
          </a:p>
        </p:txBody>
      </p:sp>
      <p:sp>
        <p:nvSpPr>
          <p:cNvPr id="55299" name="Line 2">
            <a:extLst>
              <a:ext uri="{FF2B5EF4-FFF2-40B4-BE49-F238E27FC236}">
                <a16:creationId xmlns:a16="http://schemas.microsoft.com/office/drawing/2014/main" id="{9BE4BA3D-CB70-24ED-0372-F55C66EB541A}"/>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 name="Line 3">
            <a:extLst>
              <a:ext uri="{FF2B5EF4-FFF2-40B4-BE49-F238E27FC236}">
                <a16:creationId xmlns:a16="http://schemas.microsoft.com/office/drawing/2014/main" id="{7E9BBCB2-F2B9-0F7C-596A-23CA7D14653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 name="Text Box 4">
            <a:extLst>
              <a:ext uri="{FF2B5EF4-FFF2-40B4-BE49-F238E27FC236}">
                <a16:creationId xmlns:a16="http://schemas.microsoft.com/office/drawing/2014/main" id="{0D2070A5-7C80-60CC-9993-16DBEC81065C}"/>
              </a:ext>
            </a:extLst>
          </p:cNvPr>
          <p:cNvSpPr txBox="1">
            <a:spLocks noChangeArrowheads="1"/>
          </p:cNvSpPr>
          <p:nvPr/>
        </p:nvSpPr>
        <p:spPr bwMode="auto">
          <a:xfrm>
            <a:off x="304800" y="762000"/>
            <a:ext cx="2625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24.16  </a:t>
            </a:r>
            <a:r>
              <a:rPr lang="en-US" altLang="zh-CN" sz="2000" i="1">
                <a:latin typeface="Times New Roman" panose="02020603050405020304" pitchFamily="18" charset="0"/>
              </a:rPr>
              <a:t>FIFO </a:t>
            </a:r>
            <a:r>
              <a:rPr lang="zh-CN" altLang="en-US" sz="2000">
                <a:latin typeface="Times New Roman" panose="02020603050405020304" pitchFamily="18" charset="0"/>
              </a:rPr>
              <a:t>队列</a:t>
            </a:r>
            <a:endParaRPr lang="en-US" altLang="zh-CN" sz="2000">
              <a:latin typeface="Times New Roman" panose="02020603050405020304" pitchFamily="18" charset="0"/>
            </a:endParaRPr>
          </a:p>
        </p:txBody>
      </p:sp>
      <p:sp>
        <p:nvSpPr>
          <p:cNvPr id="55302" name="Line 5">
            <a:extLst>
              <a:ext uri="{FF2B5EF4-FFF2-40B4-BE49-F238E27FC236}">
                <a16:creationId xmlns:a16="http://schemas.microsoft.com/office/drawing/2014/main" id="{A08B3286-06E5-8A05-6456-1E10D595418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5303" name="Picture 6">
            <a:extLst>
              <a:ext uri="{FF2B5EF4-FFF2-40B4-BE49-F238E27FC236}">
                <a16:creationId xmlns:a16="http://schemas.microsoft.com/office/drawing/2014/main" id="{82E7C091-0D57-F7BD-9527-8B4CC53A4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763" y="2998788"/>
            <a:ext cx="7285037" cy="149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1">
            <a:extLst>
              <a:ext uri="{FF2B5EF4-FFF2-40B4-BE49-F238E27FC236}">
                <a16:creationId xmlns:a16="http://schemas.microsoft.com/office/drawing/2014/main" id="{44888D70-E87F-46F2-BB43-2F2AE2BBD78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3460F8E3-6BC8-404F-B57A-FBE92C6BBB6B}" type="slidenum">
              <a:rPr lang="en-US" altLang="zh-CN" sz="2000">
                <a:solidFill>
                  <a:schemeClr val="bg2"/>
                </a:solidFill>
              </a:rPr>
              <a:pPr/>
              <a:t>27</a:t>
            </a:fld>
            <a:endParaRPr lang="en-US" altLang="zh-CN" sz="2000">
              <a:solidFill>
                <a:schemeClr val="bg2"/>
              </a:solidFill>
            </a:endParaRPr>
          </a:p>
        </p:txBody>
      </p:sp>
      <p:sp>
        <p:nvSpPr>
          <p:cNvPr id="57347" name="Line 2">
            <a:extLst>
              <a:ext uri="{FF2B5EF4-FFF2-40B4-BE49-F238E27FC236}">
                <a16:creationId xmlns:a16="http://schemas.microsoft.com/office/drawing/2014/main" id="{A0A7C488-7AA6-655D-C0DF-D06F4E9275C7}"/>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48" name="Line 3">
            <a:extLst>
              <a:ext uri="{FF2B5EF4-FFF2-40B4-BE49-F238E27FC236}">
                <a16:creationId xmlns:a16="http://schemas.microsoft.com/office/drawing/2014/main" id="{0F6FE0F8-6B9C-8469-F20C-77058274BBA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49" name="Text Box 4">
            <a:extLst>
              <a:ext uri="{FF2B5EF4-FFF2-40B4-BE49-F238E27FC236}">
                <a16:creationId xmlns:a16="http://schemas.microsoft.com/office/drawing/2014/main" id="{18B34062-3A10-EB0D-AD87-61B2E5FB6F19}"/>
              </a:ext>
            </a:extLst>
          </p:cNvPr>
          <p:cNvSpPr txBox="1">
            <a:spLocks noChangeArrowheads="1"/>
          </p:cNvSpPr>
          <p:nvPr/>
        </p:nvSpPr>
        <p:spPr bwMode="auto">
          <a:xfrm>
            <a:off x="304800" y="762000"/>
            <a:ext cx="29638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24.17  </a:t>
            </a:r>
            <a:r>
              <a:rPr lang="zh-CN" altLang="en-US" sz="2400">
                <a:solidFill>
                  <a:schemeClr val="folHlink"/>
                </a:solidFill>
                <a:latin typeface="Times New Roman" panose="02020603050405020304" pitchFamily="18" charset="0"/>
              </a:rPr>
              <a:t>优先级队列</a:t>
            </a:r>
            <a:endParaRPr lang="en-US" altLang="zh-CN" sz="2000">
              <a:latin typeface="Times New Roman" panose="02020603050405020304" pitchFamily="18" charset="0"/>
            </a:endParaRPr>
          </a:p>
        </p:txBody>
      </p:sp>
      <p:sp>
        <p:nvSpPr>
          <p:cNvPr id="57350" name="Line 5">
            <a:extLst>
              <a:ext uri="{FF2B5EF4-FFF2-40B4-BE49-F238E27FC236}">
                <a16:creationId xmlns:a16="http://schemas.microsoft.com/office/drawing/2014/main" id="{C93188C2-D592-FD56-FB85-28E8DB5FE80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7351" name="Picture 6">
            <a:extLst>
              <a:ext uri="{FF2B5EF4-FFF2-40B4-BE49-F238E27FC236}">
                <a16:creationId xmlns:a16="http://schemas.microsoft.com/office/drawing/2014/main" id="{60493405-8662-CC47-4857-BCCA163665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063" y="2119313"/>
            <a:ext cx="8593137" cy="32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1">
            <a:extLst>
              <a:ext uri="{FF2B5EF4-FFF2-40B4-BE49-F238E27FC236}">
                <a16:creationId xmlns:a16="http://schemas.microsoft.com/office/drawing/2014/main" id="{39C82489-8EED-5C14-883E-D03C9B1DCC2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674AB95A-B866-442D-9C77-B21CFC47D069}" type="slidenum">
              <a:rPr lang="en-US" altLang="zh-CN" sz="2000">
                <a:solidFill>
                  <a:schemeClr val="bg2"/>
                </a:solidFill>
              </a:rPr>
              <a:pPr/>
              <a:t>28</a:t>
            </a:fld>
            <a:endParaRPr lang="en-US" altLang="zh-CN" sz="2000">
              <a:solidFill>
                <a:schemeClr val="bg2"/>
              </a:solidFill>
            </a:endParaRPr>
          </a:p>
        </p:txBody>
      </p:sp>
      <p:sp>
        <p:nvSpPr>
          <p:cNvPr id="59395" name="Line 2">
            <a:extLst>
              <a:ext uri="{FF2B5EF4-FFF2-40B4-BE49-F238E27FC236}">
                <a16:creationId xmlns:a16="http://schemas.microsoft.com/office/drawing/2014/main" id="{766DAB54-CC96-3D8B-2C7F-3634DF2C4177}"/>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396" name="Line 3">
            <a:extLst>
              <a:ext uri="{FF2B5EF4-FFF2-40B4-BE49-F238E27FC236}">
                <a16:creationId xmlns:a16="http://schemas.microsoft.com/office/drawing/2014/main" id="{962BD803-B99A-85D3-DCEC-C137960C75E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397" name="Text Box 4">
            <a:extLst>
              <a:ext uri="{FF2B5EF4-FFF2-40B4-BE49-F238E27FC236}">
                <a16:creationId xmlns:a16="http://schemas.microsoft.com/office/drawing/2014/main" id="{4EA72069-062A-60A2-E3FB-0AC19022BBC7}"/>
              </a:ext>
            </a:extLst>
          </p:cNvPr>
          <p:cNvSpPr txBox="1">
            <a:spLocks noChangeArrowheads="1"/>
          </p:cNvSpPr>
          <p:nvPr/>
        </p:nvSpPr>
        <p:spPr bwMode="auto">
          <a:xfrm>
            <a:off x="304800" y="762000"/>
            <a:ext cx="2965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24.18  </a:t>
            </a:r>
            <a:r>
              <a:rPr lang="zh-CN" altLang="en-US" sz="2000"/>
              <a:t>加权公平队列</a:t>
            </a:r>
            <a:endParaRPr lang="en-US" altLang="zh-CN" sz="2000" i="1">
              <a:latin typeface="Times New Roman" panose="02020603050405020304" pitchFamily="18" charset="0"/>
            </a:endParaRPr>
          </a:p>
        </p:txBody>
      </p:sp>
      <p:sp>
        <p:nvSpPr>
          <p:cNvPr id="59398" name="Line 5">
            <a:extLst>
              <a:ext uri="{FF2B5EF4-FFF2-40B4-BE49-F238E27FC236}">
                <a16:creationId xmlns:a16="http://schemas.microsoft.com/office/drawing/2014/main" id="{B2B0E94D-10CE-57D9-6C7B-727E567D1E1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9399" name="Picture 6">
            <a:extLst>
              <a:ext uri="{FF2B5EF4-FFF2-40B4-BE49-F238E27FC236}">
                <a16:creationId xmlns:a16="http://schemas.microsoft.com/office/drawing/2014/main" id="{49C2F4E3-97E5-6473-AC3E-0F8071C151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363" y="1997075"/>
            <a:ext cx="7970837"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1">
            <a:extLst>
              <a:ext uri="{FF2B5EF4-FFF2-40B4-BE49-F238E27FC236}">
                <a16:creationId xmlns:a16="http://schemas.microsoft.com/office/drawing/2014/main" id="{DD45147B-FA35-85DA-DC05-EAAFFD47F7D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91629EBA-A60B-42E0-B61C-4D805FD720AE}" type="slidenum">
              <a:rPr lang="en-US" altLang="zh-CN" sz="2000">
                <a:solidFill>
                  <a:schemeClr val="bg2"/>
                </a:solidFill>
              </a:rPr>
              <a:pPr/>
              <a:t>29</a:t>
            </a:fld>
            <a:endParaRPr lang="en-US" altLang="zh-CN" sz="2000">
              <a:solidFill>
                <a:schemeClr val="bg2"/>
              </a:solidFill>
            </a:endParaRPr>
          </a:p>
        </p:txBody>
      </p:sp>
      <p:sp>
        <p:nvSpPr>
          <p:cNvPr id="61443" name="Line 2">
            <a:extLst>
              <a:ext uri="{FF2B5EF4-FFF2-40B4-BE49-F238E27FC236}">
                <a16:creationId xmlns:a16="http://schemas.microsoft.com/office/drawing/2014/main" id="{690F7EA2-D091-148D-D2CE-F8AEBA63AF2B}"/>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4" name="Line 3">
            <a:extLst>
              <a:ext uri="{FF2B5EF4-FFF2-40B4-BE49-F238E27FC236}">
                <a16:creationId xmlns:a16="http://schemas.microsoft.com/office/drawing/2014/main" id="{1320C326-18C7-0068-EB58-8A37A5A40E2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5" name="Text Box 4">
            <a:extLst>
              <a:ext uri="{FF2B5EF4-FFF2-40B4-BE49-F238E27FC236}">
                <a16:creationId xmlns:a16="http://schemas.microsoft.com/office/drawing/2014/main" id="{063CA0E1-4FF4-6ACD-999A-93D3CB5BB49A}"/>
              </a:ext>
            </a:extLst>
          </p:cNvPr>
          <p:cNvSpPr txBox="1">
            <a:spLocks noChangeArrowheads="1"/>
          </p:cNvSpPr>
          <p:nvPr/>
        </p:nvSpPr>
        <p:spPr bwMode="auto">
          <a:xfrm>
            <a:off x="304800" y="762000"/>
            <a:ext cx="1933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24.19  </a:t>
            </a:r>
            <a:r>
              <a:rPr lang="zh-CN" altLang="en-US" sz="2000"/>
              <a:t>漏桶</a:t>
            </a:r>
            <a:endParaRPr lang="en-US" altLang="zh-CN" sz="2000" i="1">
              <a:latin typeface="Times New Roman" panose="02020603050405020304" pitchFamily="18" charset="0"/>
            </a:endParaRPr>
          </a:p>
        </p:txBody>
      </p:sp>
      <p:sp>
        <p:nvSpPr>
          <p:cNvPr id="61446" name="Line 5">
            <a:extLst>
              <a:ext uri="{FF2B5EF4-FFF2-40B4-BE49-F238E27FC236}">
                <a16:creationId xmlns:a16="http://schemas.microsoft.com/office/drawing/2014/main" id="{D4286E44-081B-1827-3F84-41A8536ABA7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1447" name="Picture 6">
            <a:extLst>
              <a:ext uri="{FF2B5EF4-FFF2-40B4-BE49-F238E27FC236}">
                <a16:creationId xmlns:a16="http://schemas.microsoft.com/office/drawing/2014/main" id="{41BEBF62-AFA5-5DAC-8EFC-0350919808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5738" y="1944688"/>
            <a:ext cx="5630862" cy="384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1">
            <a:extLst>
              <a:ext uri="{FF2B5EF4-FFF2-40B4-BE49-F238E27FC236}">
                <a16:creationId xmlns:a16="http://schemas.microsoft.com/office/drawing/2014/main" id="{B9CA0C47-7374-C250-536C-33BDBCB814A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734AA014-60D0-479F-9BC8-F794C3835BCD}" type="slidenum">
              <a:rPr lang="en-US" altLang="zh-CN" sz="2000">
                <a:solidFill>
                  <a:schemeClr val="bg2"/>
                </a:solidFill>
              </a:rPr>
              <a:pPr/>
              <a:t>30</a:t>
            </a:fld>
            <a:endParaRPr lang="en-US" altLang="zh-CN" sz="2000">
              <a:solidFill>
                <a:schemeClr val="bg2"/>
              </a:solidFill>
            </a:endParaRPr>
          </a:p>
        </p:txBody>
      </p:sp>
      <p:sp>
        <p:nvSpPr>
          <p:cNvPr id="63491" name="Line 2">
            <a:extLst>
              <a:ext uri="{FF2B5EF4-FFF2-40B4-BE49-F238E27FC236}">
                <a16:creationId xmlns:a16="http://schemas.microsoft.com/office/drawing/2014/main" id="{DF454CE8-03BE-FED6-4977-5759A165E5F0}"/>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2" name="Line 3">
            <a:extLst>
              <a:ext uri="{FF2B5EF4-FFF2-40B4-BE49-F238E27FC236}">
                <a16:creationId xmlns:a16="http://schemas.microsoft.com/office/drawing/2014/main" id="{94257FFA-4865-6AB3-4BAF-229299581C0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3" name="Text Box 4">
            <a:extLst>
              <a:ext uri="{FF2B5EF4-FFF2-40B4-BE49-F238E27FC236}">
                <a16:creationId xmlns:a16="http://schemas.microsoft.com/office/drawing/2014/main" id="{FEB328C5-D967-A981-255C-31BE73DA8A03}"/>
              </a:ext>
            </a:extLst>
          </p:cNvPr>
          <p:cNvSpPr txBox="1">
            <a:spLocks noChangeArrowheads="1"/>
          </p:cNvSpPr>
          <p:nvPr/>
        </p:nvSpPr>
        <p:spPr bwMode="auto">
          <a:xfrm>
            <a:off x="304800" y="762000"/>
            <a:ext cx="3224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24.20  </a:t>
            </a:r>
            <a:r>
              <a:rPr lang="zh-CN" altLang="en-US" sz="2000"/>
              <a:t>漏桶的实现过程</a:t>
            </a:r>
            <a:endParaRPr lang="en-US" altLang="zh-CN" sz="2000" i="1">
              <a:latin typeface="Times New Roman" panose="02020603050405020304" pitchFamily="18" charset="0"/>
            </a:endParaRPr>
          </a:p>
        </p:txBody>
      </p:sp>
      <p:sp>
        <p:nvSpPr>
          <p:cNvPr id="63494" name="Line 5">
            <a:extLst>
              <a:ext uri="{FF2B5EF4-FFF2-40B4-BE49-F238E27FC236}">
                <a16:creationId xmlns:a16="http://schemas.microsoft.com/office/drawing/2014/main" id="{57781A7C-D3E1-02B4-3E78-08CD815BE6C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3495" name="Picture 6">
            <a:extLst>
              <a:ext uri="{FF2B5EF4-FFF2-40B4-BE49-F238E27FC236}">
                <a16:creationId xmlns:a16="http://schemas.microsoft.com/office/drawing/2014/main" id="{EAE88D78-089D-0C03-7CE7-0568FB559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675" y="2352675"/>
            <a:ext cx="7248525"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1">
            <a:extLst>
              <a:ext uri="{FF2B5EF4-FFF2-40B4-BE49-F238E27FC236}">
                <a16:creationId xmlns:a16="http://schemas.microsoft.com/office/drawing/2014/main" id="{FE063591-4168-CEB4-E811-45539B7A244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B5013CE2-DE79-4C40-B988-DA69901EEAB6}" type="slidenum">
              <a:rPr lang="en-US" altLang="zh-CN" sz="2000">
                <a:solidFill>
                  <a:schemeClr val="bg2"/>
                </a:solidFill>
              </a:rPr>
              <a:pPr/>
              <a:t>31</a:t>
            </a:fld>
            <a:endParaRPr lang="en-US" altLang="zh-CN" sz="2000">
              <a:solidFill>
                <a:schemeClr val="bg2"/>
              </a:solidFill>
            </a:endParaRPr>
          </a:p>
        </p:txBody>
      </p:sp>
      <p:sp>
        <p:nvSpPr>
          <p:cNvPr id="65539" name="Rectangle 2">
            <a:extLst>
              <a:ext uri="{FF2B5EF4-FFF2-40B4-BE49-F238E27FC236}">
                <a16:creationId xmlns:a16="http://schemas.microsoft.com/office/drawing/2014/main" id="{7D7FC4DE-5F6D-B6E9-3C58-5B87A1A5E98B}"/>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5540" name="Rectangle 3">
            <a:extLst>
              <a:ext uri="{FF2B5EF4-FFF2-40B4-BE49-F238E27FC236}">
                <a16:creationId xmlns:a16="http://schemas.microsoft.com/office/drawing/2014/main" id="{583B98E6-6203-B8E0-F9FA-C64E461FA23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5541" name="Rectangle 4">
            <a:extLst>
              <a:ext uri="{FF2B5EF4-FFF2-40B4-BE49-F238E27FC236}">
                <a16:creationId xmlns:a16="http://schemas.microsoft.com/office/drawing/2014/main" id="{04F1BD9C-1E19-24C3-020B-628DDBCF3958}"/>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5542" name="Rectangle 5">
            <a:extLst>
              <a:ext uri="{FF2B5EF4-FFF2-40B4-BE49-F238E27FC236}">
                <a16:creationId xmlns:a16="http://schemas.microsoft.com/office/drawing/2014/main" id="{0ABC5416-0ABE-C1E1-E636-55B540D8225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5543" name="Rectangle 6">
            <a:extLst>
              <a:ext uri="{FF2B5EF4-FFF2-40B4-BE49-F238E27FC236}">
                <a16:creationId xmlns:a16="http://schemas.microsoft.com/office/drawing/2014/main" id="{6F6AF53B-2C61-F208-BFBD-2ACB255D4AD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5544" name="Rectangle 7">
            <a:extLst>
              <a:ext uri="{FF2B5EF4-FFF2-40B4-BE49-F238E27FC236}">
                <a16:creationId xmlns:a16="http://schemas.microsoft.com/office/drawing/2014/main" id="{6B8E74E4-10A8-97CF-6AE5-BAA5BB27EC2F}"/>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5545" name="Rectangle 8">
            <a:extLst>
              <a:ext uri="{FF2B5EF4-FFF2-40B4-BE49-F238E27FC236}">
                <a16:creationId xmlns:a16="http://schemas.microsoft.com/office/drawing/2014/main" id="{D280DEF7-8D03-C3DE-3DAE-86508E1B944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5546" name="Line 9">
            <a:extLst>
              <a:ext uri="{FF2B5EF4-FFF2-40B4-BE49-F238E27FC236}">
                <a16:creationId xmlns:a16="http://schemas.microsoft.com/office/drawing/2014/main" id="{E11BBD6B-0C5A-025C-3C51-62379761C502}"/>
              </a:ext>
            </a:extLst>
          </p:cNvPr>
          <p:cNvSpPr>
            <a:spLocks noChangeShapeType="1"/>
          </p:cNvSpPr>
          <p:nvPr/>
        </p:nvSpPr>
        <p:spPr bwMode="auto">
          <a:xfrm>
            <a:off x="457200" y="2133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7" name="Line 10">
            <a:extLst>
              <a:ext uri="{FF2B5EF4-FFF2-40B4-BE49-F238E27FC236}">
                <a16:creationId xmlns:a16="http://schemas.microsoft.com/office/drawing/2014/main" id="{D4EDDFA8-EDFE-BC7B-7D87-9B901CC43A43}"/>
              </a:ext>
            </a:extLst>
          </p:cNvPr>
          <p:cNvSpPr>
            <a:spLocks noChangeShapeType="1"/>
          </p:cNvSpPr>
          <p:nvPr/>
        </p:nvSpPr>
        <p:spPr bwMode="auto">
          <a:xfrm>
            <a:off x="458788" y="4343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8" name="Rectangle 11">
            <a:extLst>
              <a:ext uri="{FF2B5EF4-FFF2-40B4-BE49-F238E27FC236}">
                <a16:creationId xmlns:a16="http://schemas.microsoft.com/office/drawing/2014/main" id="{D4475106-D530-7C09-2AEF-DD5B4B38A19E}"/>
              </a:ext>
            </a:extLst>
          </p:cNvPr>
          <p:cNvSpPr>
            <a:spLocks noChangeArrowheads="1"/>
          </p:cNvSpPr>
          <p:nvPr/>
        </p:nvSpPr>
        <p:spPr bwMode="auto">
          <a:xfrm>
            <a:off x="495300" y="2225675"/>
            <a:ext cx="80772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b="0"/>
              <a:t>漏桶算法通过均分数据速率将突发性通信量整形为固定速率的通信量。如果桶已满，</a:t>
            </a:r>
          </a:p>
          <a:p>
            <a:r>
              <a:rPr lang="zh-CN" altLang="en-US" b="0"/>
              <a:t>就可能丢失分组。</a:t>
            </a:r>
            <a:endParaRPr lang="en-US" altLang="zh-CN"/>
          </a:p>
        </p:txBody>
      </p:sp>
      <p:grpSp>
        <p:nvGrpSpPr>
          <p:cNvPr id="65549" name="Group 12">
            <a:extLst>
              <a:ext uri="{FF2B5EF4-FFF2-40B4-BE49-F238E27FC236}">
                <a16:creationId xmlns:a16="http://schemas.microsoft.com/office/drawing/2014/main" id="{5CBB0BE1-6D25-4BC6-A48F-88911CB1E912}"/>
              </a:ext>
            </a:extLst>
          </p:cNvPr>
          <p:cNvGrpSpPr>
            <a:grpSpLocks/>
          </p:cNvGrpSpPr>
          <p:nvPr/>
        </p:nvGrpSpPr>
        <p:grpSpPr bwMode="auto">
          <a:xfrm>
            <a:off x="457200" y="1447800"/>
            <a:ext cx="1143000" cy="566738"/>
            <a:chOff x="1200" y="1248"/>
            <a:chExt cx="720" cy="357"/>
          </a:xfrm>
        </p:grpSpPr>
        <p:pic>
          <p:nvPicPr>
            <p:cNvPr id="65550" name="Picture 13">
              <a:extLst>
                <a:ext uri="{FF2B5EF4-FFF2-40B4-BE49-F238E27FC236}">
                  <a16:creationId xmlns:a16="http://schemas.microsoft.com/office/drawing/2014/main" id="{60C90244-10BD-0EF9-E278-FBFC1523AE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51" name="Text Box 14">
              <a:extLst>
                <a:ext uri="{FF2B5EF4-FFF2-40B4-BE49-F238E27FC236}">
                  <a16:creationId xmlns:a16="http://schemas.microsoft.com/office/drawing/2014/main" id="{2D6E101D-74C6-BEDF-808D-D1760749A7C3}"/>
                </a:ext>
              </a:extLst>
            </p:cNvPr>
            <p:cNvSpPr txBox="1">
              <a:spLocks noChangeArrowheads="1"/>
            </p:cNvSpPr>
            <p:nvPr/>
          </p:nvSpPr>
          <p:spPr bwMode="auto">
            <a:xfrm>
              <a:off x="1284" y="1248"/>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800">
                  <a:solidFill>
                    <a:schemeClr val="hlink"/>
                  </a:solidFill>
                  <a:latin typeface="Times New Roman" panose="02020603050405020304" pitchFamily="18" charset="0"/>
                </a:rPr>
                <a:t>注意</a:t>
              </a:r>
              <a:endParaRPr lang="en-US" altLang="zh-CN" sz="2800">
                <a:solidFill>
                  <a:schemeClr val="hlink"/>
                </a:solidFill>
                <a:latin typeface="Times New Roman" panose="02020603050405020304" pitchFamily="18" charset="0"/>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1">
            <a:extLst>
              <a:ext uri="{FF2B5EF4-FFF2-40B4-BE49-F238E27FC236}">
                <a16:creationId xmlns:a16="http://schemas.microsoft.com/office/drawing/2014/main" id="{6BB0460C-6B30-D798-5797-BC8BD768F91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78EF494F-271C-464D-8E9E-81264171AF00}" type="slidenum">
              <a:rPr lang="en-US" altLang="zh-CN" sz="2000">
                <a:solidFill>
                  <a:schemeClr val="bg2"/>
                </a:solidFill>
              </a:rPr>
              <a:pPr/>
              <a:t>32</a:t>
            </a:fld>
            <a:endParaRPr lang="en-US" altLang="zh-CN" sz="2000">
              <a:solidFill>
                <a:schemeClr val="bg2"/>
              </a:solidFill>
            </a:endParaRPr>
          </a:p>
        </p:txBody>
      </p:sp>
      <p:sp>
        <p:nvSpPr>
          <p:cNvPr id="67587" name="Rectangle 2">
            <a:extLst>
              <a:ext uri="{FF2B5EF4-FFF2-40B4-BE49-F238E27FC236}">
                <a16:creationId xmlns:a16="http://schemas.microsoft.com/office/drawing/2014/main" id="{31EBED0A-1703-83D7-081E-A739D2CF78A5}"/>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7588" name="Rectangle 3">
            <a:extLst>
              <a:ext uri="{FF2B5EF4-FFF2-40B4-BE49-F238E27FC236}">
                <a16:creationId xmlns:a16="http://schemas.microsoft.com/office/drawing/2014/main" id="{6CCF1BA8-DAEF-2A8F-8985-DA19C5AE74A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7589" name="Rectangle 4">
            <a:extLst>
              <a:ext uri="{FF2B5EF4-FFF2-40B4-BE49-F238E27FC236}">
                <a16:creationId xmlns:a16="http://schemas.microsoft.com/office/drawing/2014/main" id="{55D9FF6D-3D72-D554-5455-125100217C83}"/>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7590" name="Rectangle 5">
            <a:extLst>
              <a:ext uri="{FF2B5EF4-FFF2-40B4-BE49-F238E27FC236}">
                <a16:creationId xmlns:a16="http://schemas.microsoft.com/office/drawing/2014/main" id="{ED564CEA-2ED3-E906-D6DE-F73C805E244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7591" name="Rectangle 6">
            <a:extLst>
              <a:ext uri="{FF2B5EF4-FFF2-40B4-BE49-F238E27FC236}">
                <a16:creationId xmlns:a16="http://schemas.microsoft.com/office/drawing/2014/main" id="{5C5A729E-DDA1-C313-587F-A515010181F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7592" name="Rectangle 7">
            <a:extLst>
              <a:ext uri="{FF2B5EF4-FFF2-40B4-BE49-F238E27FC236}">
                <a16:creationId xmlns:a16="http://schemas.microsoft.com/office/drawing/2014/main" id="{433944C5-25B1-0C3F-9E26-645918BE18D1}"/>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7593" name="Rectangle 8">
            <a:extLst>
              <a:ext uri="{FF2B5EF4-FFF2-40B4-BE49-F238E27FC236}">
                <a16:creationId xmlns:a16="http://schemas.microsoft.com/office/drawing/2014/main" id="{657B7FBF-BE8B-8C05-3969-7BF8C7EF51A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67594" name="Line 9">
            <a:extLst>
              <a:ext uri="{FF2B5EF4-FFF2-40B4-BE49-F238E27FC236}">
                <a16:creationId xmlns:a16="http://schemas.microsoft.com/office/drawing/2014/main" id="{3C0D0866-3A72-119B-36C6-6B7EC99AABC5}"/>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5" name="Line 10">
            <a:extLst>
              <a:ext uri="{FF2B5EF4-FFF2-40B4-BE49-F238E27FC236}">
                <a16:creationId xmlns:a16="http://schemas.microsoft.com/office/drawing/2014/main" id="{D26747AB-5764-52B6-1172-66F7B1D3E702}"/>
              </a:ext>
            </a:extLst>
          </p:cNvPr>
          <p:cNvSpPr>
            <a:spLocks noChangeShapeType="1"/>
          </p:cNvSpPr>
          <p:nvPr/>
        </p:nvSpPr>
        <p:spPr bwMode="auto">
          <a:xfrm>
            <a:off x="458788" y="3886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6" name="Rectangle 11">
            <a:extLst>
              <a:ext uri="{FF2B5EF4-FFF2-40B4-BE49-F238E27FC236}">
                <a16:creationId xmlns:a16="http://schemas.microsoft.com/office/drawing/2014/main" id="{2690C433-6FE2-7A83-9C47-23CE3DE4C029}"/>
              </a:ext>
            </a:extLst>
          </p:cNvPr>
          <p:cNvSpPr>
            <a:spLocks noChangeArrowheads="1"/>
          </p:cNvSpPr>
          <p:nvPr/>
        </p:nvSpPr>
        <p:spPr bwMode="auto">
          <a:xfrm>
            <a:off x="495300" y="2759075"/>
            <a:ext cx="80772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b="0"/>
              <a:t>令牌桶允许规定的最大速率发送突发性通信量。</a:t>
            </a:r>
            <a:endParaRPr lang="en-US" altLang="zh-CN"/>
          </a:p>
        </p:txBody>
      </p:sp>
      <p:grpSp>
        <p:nvGrpSpPr>
          <p:cNvPr id="67597" name="Group 12">
            <a:extLst>
              <a:ext uri="{FF2B5EF4-FFF2-40B4-BE49-F238E27FC236}">
                <a16:creationId xmlns:a16="http://schemas.microsoft.com/office/drawing/2014/main" id="{4EBD27D2-C35E-8C01-5DA9-271A25154445}"/>
              </a:ext>
            </a:extLst>
          </p:cNvPr>
          <p:cNvGrpSpPr>
            <a:grpSpLocks/>
          </p:cNvGrpSpPr>
          <p:nvPr/>
        </p:nvGrpSpPr>
        <p:grpSpPr bwMode="auto">
          <a:xfrm>
            <a:off x="457200" y="1981200"/>
            <a:ext cx="1143000" cy="566738"/>
            <a:chOff x="1200" y="1248"/>
            <a:chExt cx="720" cy="357"/>
          </a:xfrm>
        </p:grpSpPr>
        <p:pic>
          <p:nvPicPr>
            <p:cNvPr id="67598" name="Picture 13">
              <a:extLst>
                <a:ext uri="{FF2B5EF4-FFF2-40B4-BE49-F238E27FC236}">
                  <a16:creationId xmlns:a16="http://schemas.microsoft.com/office/drawing/2014/main" id="{E91B623D-F994-FEF1-4DB7-524B3371BE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9" name="Text Box 14">
              <a:extLst>
                <a:ext uri="{FF2B5EF4-FFF2-40B4-BE49-F238E27FC236}">
                  <a16:creationId xmlns:a16="http://schemas.microsoft.com/office/drawing/2014/main" id="{96D299E4-B142-E106-1BF3-B86E44844FA7}"/>
                </a:ext>
              </a:extLst>
            </p:cNvPr>
            <p:cNvSpPr txBox="1">
              <a:spLocks noChangeArrowheads="1"/>
            </p:cNvSpPr>
            <p:nvPr/>
          </p:nvSpPr>
          <p:spPr bwMode="auto">
            <a:xfrm>
              <a:off x="1284" y="1248"/>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800">
                  <a:solidFill>
                    <a:schemeClr val="hlink"/>
                  </a:solidFill>
                  <a:latin typeface="Times New Roman" panose="02020603050405020304" pitchFamily="18" charset="0"/>
                </a:rPr>
                <a:t>注意</a:t>
              </a:r>
              <a:endParaRPr lang="en-US" altLang="zh-CN" sz="2800">
                <a:solidFill>
                  <a:schemeClr val="hlink"/>
                </a:solidFill>
                <a:latin typeface="Times New Roman" panose="02020603050405020304" pitchFamily="18" charset="0"/>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1">
            <a:extLst>
              <a:ext uri="{FF2B5EF4-FFF2-40B4-BE49-F238E27FC236}">
                <a16:creationId xmlns:a16="http://schemas.microsoft.com/office/drawing/2014/main" id="{864B4B56-7E4D-D89B-5C95-F9FE86CCEDD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C1E39F68-E825-4929-8EC8-0DECC9EEF76C}" type="slidenum">
              <a:rPr lang="en-US" altLang="zh-CN" sz="2000">
                <a:solidFill>
                  <a:schemeClr val="bg2"/>
                </a:solidFill>
              </a:rPr>
              <a:pPr/>
              <a:t>33</a:t>
            </a:fld>
            <a:endParaRPr lang="en-US" altLang="zh-CN" sz="2000">
              <a:solidFill>
                <a:schemeClr val="bg2"/>
              </a:solidFill>
            </a:endParaRPr>
          </a:p>
        </p:txBody>
      </p:sp>
      <p:sp>
        <p:nvSpPr>
          <p:cNvPr id="69635" name="Line 2">
            <a:extLst>
              <a:ext uri="{FF2B5EF4-FFF2-40B4-BE49-F238E27FC236}">
                <a16:creationId xmlns:a16="http://schemas.microsoft.com/office/drawing/2014/main" id="{7B6785EA-34D9-1A1A-DA21-80A3110BA2C7}"/>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6" name="Line 3">
            <a:extLst>
              <a:ext uri="{FF2B5EF4-FFF2-40B4-BE49-F238E27FC236}">
                <a16:creationId xmlns:a16="http://schemas.microsoft.com/office/drawing/2014/main" id="{9E264083-9127-AC19-35E8-C3993888B99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7" name="Text Box 4">
            <a:extLst>
              <a:ext uri="{FF2B5EF4-FFF2-40B4-BE49-F238E27FC236}">
                <a16:creationId xmlns:a16="http://schemas.microsoft.com/office/drawing/2014/main" id="{40C269C9-9FB7-577D-6BA7-DE1AEF2BD6B8}"/>
              </a:ext>
            </a:extLst>
          </p:cNvPr>
          <p:cNvSpPr txBox="1">
            <a:spLocks noChangeArrowheads="1"/>
          </p:cNvSpPr>
          <p:nvPr/>
        </p:nvSpPr>
        <p:spPr bwMode="auto">
          <a:xfrm>
            <a:off x="304800" y="762000"/>
            <a:ext cx="3481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24.21  </a:t>
            </a:r>
            <a:r>
              <a:rPr lang="zh-CN" altLang="en-US" sz="2000"/>
              <a:t>令牌桶算法的原理</a:t>
            </a:r>
          </a:p>
        </p:txBody>
      </p:sp>
      <p:sp>
        <p:nvSpPr>
          <p:cNvPr id="69638" name="Line 5">
            <a:extLst>
              <a:ext uri="{FF2B5EF4-FFF2-40B4-BE49-F238E27FC236}">
                <a16:creationId xmlns:a16="http://schemas.microsoft.com/office/drawing/2014/main" id="{113809DF-5C4F-94B1-59B6-D0C82DAAB28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9639" name="Picture 6">
            <a:extLst>
              <a:ext uri="{FF2B5EF4-FFF2-40B4-BE49-F238E27FC236}">
                <a16:creationId xmlns:a16="http://schemas.microsoft.com/office/drawing/2014/main" id="{01FE781B-7BC8-10A1-DF72-002B0DE136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625600"/>
            <a:ext cx="7394575"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灯片编号占位符 1">
            <a:extLst>
              <a:ext uri="{FF2B5EF4-FFF2-40B4-BE49-F238E27FC236}">
                <a16:creationId xmlns:a16="http://schemas.microsoft.com/office/drawing/2014/main" id="{793EA7F1-7D3F-A4FF-2BAC-EDB21D9CEEE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425B4B7B-05A5-4C59-B5FF-063B03269705}" type="slidenum">
              <a:rPr lang="en-US" altLang="zh-CN" sz="2000">
                <a:solidFill>
                  <a:schemeClr val="bg2"/>
                </a:solidFill>
              </a:rPr>
              <a:pPr/>
              <a:t>34</a:t>
            </a:fld>
            <a:endParaRPr lang="en-US" altLang="zh-CN" sz="2000">
              <a:solidFill>
                <a:schemeClr val="bg2"/>
              </a:solidFill>
            </a:endParaRPr>
          </a:p>
        </p:txBody>
      </p:sp>
      <p:sp>
        <p:nvSpPr>
          <p:cNvPr id="863234" name="Rectangle 2">
            <a:extLst>
              <a:ext uri="{FF2B5EF4-FFF2-40B4-BE49-F238E27FC236}">
                <a16:creationId xmlns:a16="http://schemas.microsoft.com/office/drawing/2014/main" id="{66574D21-91B5-482E-865C-47D9C8C4B12B}"/>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863235" name="Text Box 3">
            <a:extLst>
              <a:ext uri="{FF2B5EF4-FFF2-40B4-BE49-F238E27FC236}">
                <a16:creationId xmlns:a16="http://schemas.microsoft.com/office/drawing/2014/main" id="{19B87FD2-7515-4066-B684-526724DBDCB9}"/>
              </a:ext>
            </a:extLst>
          </p:cNvPr>
          <p:cNvSpPr txBox="1">
            <a:spLocks noChangeArrowheads="1"/>
          </p:cNvSpPr>
          <p:nvPr/>
        </p:nvSpPr>
        <p:spPr bwMode="auto">
          <a:xfrm>
            <a:off x="228600" y="406400"/>
            <a:ext cx="2886075" cy="584200"/>
          </a:xfrm>
          <a:prstGeom prst="rect">
            <a:avLst/>
          </a:prstGeom>
          <a:noFill/>
          <a:ln>
            <a:noFill/>
          </a:ln>
          <a:effectLst/>
        </p:spPr>
        <p:txBody>
          <a:bodyPr wrap="none">
            <a:spAutoFit/>
          </a:bodyPr>
          <a:lstStyle/>
          <a:p>
            <a:pPr>
              <a:defRPr/>
            </a:pPr>
            <a:r>
              <a:rPr lang="en-US" altLang="zh-CN">
                <a:effectLst>
                  <a:outerShdw blurRad="38100" dist="38100" dir="2700000" algn="tl">
                    <a:srgbClr val="C0C0C0"/>
                  </a:outerShdw>
                </a:effectLst>
                <a:latin typeface="Times" pitchFamily="18" charset="0"/>
                <a:ea typeface="宋体" charset="-122"/>
              </a:rPr>
              <a:t>24-7   </a:t>
            </a:r>
            <a:r>
              <a:rPr lang="zh-CN" altLang="en-US">
                <a:latin typeface="Arial" charset="0"/>
                <a:ea typeface="宋体" charset="-122"/>
              </a:rPr>
              <a:t>综合业务</a:t>
            </a:r>
            <a:endParaRPr lang="en-US" altLang="zh-CN">
              <a:effectLst>
                <a:outerShdw blurRad="38100" dist="38100" dir="2700000" algn="tl">
                  <a:srgbClr val="C0C0C0"/>
                </a:outerShdw>
              </a:effectLst>
              <a:latin typeface="Times" pitchFamily="18" charset="0"/>
              <a:ea typeface="宋体" charset="-122"/>
            </a:endParaRPr>
          </a:p>
        </p:txBody>
      </p:sp>
      <p:sp>
        <p:nvSpPr>
          <p:cNvPr id="71685" name="Text Box 4">
            <a:extLst>
              <a:ext uri="{FF2B5EF4-FFF2-40B4-BE49-F238E27FC236}">
                <a16:creationId xmlns:a16="http://schemas.microsoft.com/office/drawing/2014/main" id="{AECD4CA6-169C-CEBB-085E-34A7C58B086B}"/>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zh-CN" sz="1800">
              <a:latin typeface="Times New Roman" panose="02020603050405020304" pitchFamily="18" charset="0"/>
            </a:endParaRPr>
          </a:p>
        </p:txBody>
      </p:sp>
      <p:sp>
        <p:nvSpPr>
          <p:cNvPr id="71686" name="Rectangle 5">
            <a:extLst>
              <a:ext uri="{FF2B5EF4-FFF2-40B4-BE49-F238E27FC236}">
                <a16:creationId xmlns:a16="http://schemas.microsoft.com/office/drawing/2014/main" id="{B97A1002-6E26-6C13-D370-DE322B7B16B0}"/>
              </a:ext>
            </a:extLst>
          </p:cNvPr>
          <p:cNvSpPr>
            <a:spLocks noChangeArrowheads="1"/>
          </p:cNvSpPr>
          <p:nvPr/>
        </p:nvSpPr>
        <p:spPr bwMode="auto">
          <a:xfrm>
            <a:off x="685800" y="1731963"/>
            <a:ext cx="7620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just"/>
            <a:r>
              <a:rPr lang="zh-CN" altLang="en-US" sz="2800"/>
              <a:t>在因特网中已经设计出了两种用于提供服务质量的模型</a:t>
            </a:r>
            <a:r>
              <a:rPr lang="en-US" altLang="zh-CN" sz="2800"/>
              <a:t>:</a:t>
            </a:r>
            <a:r>
              <a:rPr lang="zh-CN" altLang="en-US" sz="2800"/>
              <a:t>综合业务和差分业务。本章节</a:t>
            </a:r>
            <a:r>
              <a:rPr lang="zh-CN" altLang="en-US" sz="2800">
                <a:latin typeface="Times New Roman" panose="02020603050405020304" pitchFamily="18" charset="0"/>
              </a:rPr>
              <a:t>我们讨论第一种模型。</a:t>
            </a:r>
            <a:endParaRPr lang="en-US" altLang="zh-CN" sz="2800">
              <a:latin typeface="Times New Roman" panose="02020603050405020304" pitchFamily="18" charset="0"/>
            </a:endParaRPr>
          </a:p>
        </p:txBody>
      </p:sp>
      <p:sp>
        <p:nvSpPr>
          <p:cNvPr id="71687" name="Rectangle 6">
            <a:extLst>
              <a:ext uri="{FF2B5EF4-FFF2-40B4-BE49-F238E27FC236}">
                <a16:creationId xmlns:a16="http://schemas.microsoft.com/office/drawing/2014/main" id="{041467C8-466F-1316-C1D0-544D1ADAAFF7}"/>
              </a:ext>
            </a:extLst>
          </p:cNvPr>
          <p:cNvSpPr>
            <a:spLocks noChangeArrowheads="1"/>
          </p:cNvSpPr>
          <p:nvPr/>
        </p:nvSpPr>
        <p:spPr bwMode="auto">
          <a:xfrm>
            <a:off x="1066800" y="4114800"/>
            <a:ext cx="6705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信令</a:t>
            </a:r>
            <a:br>
              <a:rPr lang="fr-FR" altLang="zh-CN" sz="2400">
                <a:solidFill>
                  <a:srgbClr val="0033CC"/>
                </a:solidFill>
                <a:latin typeface="Times New Roman" panose="02020603050405020304" pitchFamily="18" charset="0"/>
              </a:rPr>
            </a:br>
            <a:r>
              <a:rPr lang="zh-CN" altLang="en-US" sz="2400">
                <a:solidFill>
                  <a:srgbClr val="0033CC"/>
                </a:solidFill>
                <a:latin typeface="Times New Roman" panose="02020603050405020304" pitchFamily="18" charset="0"/>
              </a:rPr>
              <a:t>数据流规范</a:t>
            </a:r>
            <a:br>
              <a:rPr lang="fr-FR" altLang="zh-CN" sz="2400">
                <a:solidFill>
                  <a:srgbClr val="0033CC"/>
                </a:solidFill>
                <a:latin typeface="Times New Roman" panose="02020603050405020304" pitchFamily="18" charset="0"/>
              </a:rPr>
            </a:br>
            <a:r>
              <a:rPr lang="zh-CN" altLang="en-US" sz="2400">
                <a:solidFill>
                  <a:srgbClr val="0033CC"/>
                </a:solidFill>
                <a:latin typeface="Times New Roman" panose="02020603050405020304" pitchFamily="18" charset="0"/>
              </a:rPr>
              <a:t>许可</a:t>
            </a:r>
            <a:endParaRPr lang="fr-FR" altLang="zh-CN" sz="2400">
              <a:solidFill>
                <a:srgbClr val="0033CC"/>
              </a:solidFill>
              <a:latin typeface="Times New Roman" panose="02020603050405020304" pitchFamily="18" charset="0"/>
            </a:endParaRP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业务类型</a:t>
            </a:r>
            <a:endParaRPr lang="en-US" altLang="zh-CN" sz="2400">
              <a:solidFill>
                <a:srgbClr val="0033CC"/>
              </a:solidFill>
              <a:latin typeface="Times New Roman" panose="02020603050405020304" pitchFamily="18" charset="0"/>
            </a:endParaRPr>
          </a:p>
          <a:p>
            <a:pPr>
              <a:buClr>
                <a:schemeClr val="tx1"/>
              </a:buClr>
              <a:buSzPct val="117000"/>
              <a:buFont typeface="Wingdings" panose="05000000000000000000" pitchFamily="2" charset="2"/>
              <a:buNone/>
            </a:pPr>
            <a:r>
              <a:rPr lang="en-US" altLang="zh-CN" sz="2400">
                <a:solidFill>
                  <a:srgbClr val="0033CC"/>
                </a:solidFill>
                <a:latin typeface="Times New Roman" panose="02020603050405020304" pitchFamily="18" charset="0"/>
              </a:rPr>
              <a:t>RSVP</a:t>
            </a:r>
          </a:p>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综合业务所存在的问题</a:t>
            </a:r>
            <a:endParaRPr lang="en-US" altLang="zh-CN" sz="2400">
              <a:solidFill>
                <a:srgbClr val="0033CC"/>
              </a:solidFill>
              <a:latin typeface="Times New Roman" panose="02020603050405020304" pitchFamily="18" charset="0"/>
            </a:endParaRPr>
          </a:p>
        </p:txBody>
      </p:sp>
      <p:sp>
        <p:nvSpPr>
          <p:cNvPr id="863239" name="Text Box 7">
            <a:extLst>
              <a:ext uri="{FF2B5EF4-FFF2-40B4-BE49-F238E27FC236}">
                <a16:creationId xmlns:a16="http://schemas.microsoft.com/office/drawing/2014/main" id="{2C41A7F2-829E-4DB8-BA45-1D12DEAD2840}"/>
              </a:ext>
            </a:extLst>
          </p:cNvPr>
          <p:cNvSpPr txBox="1">
            <a:spLocks noChangeArrowheads="1"/>
          </p:cNvSpPr>
          <p:nvPr/>
        </p:nvSpPr>
        <p:spPr bwMode="auto">
          <a:xfrm>
            <a:off x="565150" y="3581400"/>
            <a:ext cx="1747838" cy="523875"/>
          </a:xfrm>
          <a:prstGeom prst="rect">
            <a:avLst/>
          </a:prstGeom>
          <a:noFill/>
          <a:ln>
            <a:noFill/>
          </a:ln>
          <a:effectLst/>
        </p:spPr>
        <p:txBody>
          <a:bodyPr wrap="none">
            <a:spAutoFit/>
          </a:bodyPr>
          <a:lstStyle/>
          <a:p>
            <a:pPr algn="ctr">
              <a:defRPr/>
            </a:pPr>
            <a:r>
              <a:rPr lang="zh-CN" altLang="en-US" sz="2800" i="1" u="sng" dirty="0">
                <a:solidFill>
                  <a:schemeClr val="hlink"/>
                </a:solidFill>
                <a:effectLst>
                  <a:outerShdw blurRad="38100" dist="38100" dir="2700000" algn="tl">
                    <a:srgbClr val="C0C0C0"/>
                  </a:outerShdw>
                </a:effectLst>
                <a:latin typeface="Times New Roman" pitchFamily="18" charset="0"/>
                <a:ea typeface="宋体" charset="-122"/>
              </a:rPr>
              <a:t>本节要点</a:t>
            </a:r>
            <a:r>
              <a:rPr lang="en-US" altLang="zh-CN" sz="2800" i="1" u="sng" dirty="0">
                <a:solidFill>
                  <a:schemeClr val="hlink"/>
                </a:solidFill>
                <a:effectLst>
                  <a:outerShdw blurRad="38100" dist="38100" dir="2700000" algn="tl">
                    <a:srgbClr val="C0C0C0"/>
                  </a:outerShdw>
                </a:effectLst>
                <a:latin typeface="Times New Roman" pitchFamily="18" charset="0"/>
                <a:ea typeface="宋体" charset="-122"/>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1">
            <a:extLst>
              <a:ext uri="{FF2B5EF4-FFF2-40B4-BE49-F238E27FC236}">
                <a16:creationId xmlns:a16="http://schemas.microsoft.com/office/drawing/2014/main" id="{1F98C16C-2EF7-75E8-D0E6-6A2A4C818AD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F4268E22-80BD-4288-8A51-1A40730A92EF}" type="slidenum">
              <a:rPr lang="en-US" altLang="zh-CN" sz="2000">
                <a:solidFill>
                  <a:schemeClr val="bg2"/>
                </a:solidFill>
              </a:rPr>
              <a:pPr/>
              <a:t>35</a:t>
            </a:fld>
            <a:endParaRPr lang="en-US" altLang="zh-CN" sz="2000">
              <a:solidFill>
                <a:schemeClr val="bg2"/>
              </a:solidFill>
            </a:endParaRPr>
          </a:p>
        </p:txBody>
      </p:sp>
      <p:sp>
        <p:nvSpPr>
          <p:cNvPr id="73731" name="Rectangle 2">
            <a:extLst>
              <a:ext uri="{FF2B5EF4-FFF2-40B4-BE49-F238E27FC236}">
                <a16:creationId xmlns:a16="http://schemas.microsoft.com/office/drawing/2014/main" id="{AEE47292-7BF8-5E9C-2A11-2FB7A46BD31F}"/>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73732" name="Rectangle 3">
            <a:extLst>
              <a:ext uri="{FF2B5EF4-FFF2-40B4-BE49-F238E27FC236}">
                <a16:creationId xmlns:a16="http://schemas.microsoft.com/office/drawing/2014/main" id="{EB9BA7E8-627B-9078-D757-C29D8404A5A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73733" name="Rectangle 4">
            <a:extLst>
              <a:ext uri="{FF2B5EF4-FFF2-40B4-BE49-F238E27FC236}">
                <a16:creationId xmlns:a16="http://schemas.microsoft.com/office/drawing/2014/main" id="{69D9B05A-C67F-D40F-EBA5-B2D2FCEE904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73734" name="Rectangle 5">
            <a:extLst>
              <a:ext uri="{FF2B5EF4-FFF2-40B4-BE49-F238E27FC236}">
                <a16:creationId xmlns:a16="http://schemas.microsoft.com/office/drawing/2014/main" id="{092F49BE-28CE-01E9-1C6D-F4C23E5D6AD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73735" name="Rectangle 6">
            <a:extLst>
              <a:ext uri="{FF2B5EF4-FFF2-40B4-BE49-F238E27FC236}">
                <a16:creationId xmlns:a16="http://schemas.microsoft.com/office/drawing/2014/main" id="{7E98BB55-C445-41FA-DDEB-B448C0E8C53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73736" name="Rectangle 7">
            <a:extLst>
              <a:ext uri="{FF2B5EF4-FFF2-40B4-BE49-F238E27FC236}">
                <a16:creationId xmlns:a16="http://schemas.microsoft.com/office/drawing/2014/main" id="{475DDB2D-05B4-E2BE-09B5-2F209E51C877}"/>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73737" name="Rectangle 8">
            <a:extLst>
              <a:ext uri="{FF2B5EF4-FFF2-40B4-BE49-F238E27FC236}">
                <a16:creationId xmlns:a16="http://schemas.microsoft.com/office/drawing/2014/main" id="{239A0A7C-421D-21B4-0ABD-4B43822E0EC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73738" name="Line 9">
            <a:extLst>
              <a:ext uri="{FF2B5EF4-FFF2-40B4-BE49-F238E27FC236}">
                <a16:creationId xmlns:a16="http://schemas.microsoft.com/office/drawing/2014/main" id="{6653E62E-4AFA-D97A-CE68-05DA3C60A772}"/>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9" name="Line 10">
            <a:extLst>
              <a:ext uri="{FF2B5EF4-FFF2-40B4-BE49-F238E27FC236}">
                <a16:creationId xmlns:a16="http://schemas.microsoft.com/office/drawing/2014/main" id="{28086F41-8153-3B93-76DB-2EAC3BF2821F}"/>
              </a:ext>
            </a:extLst>
          </p:cNvPr>
          <p:cNvSpPr>
            <a:spLocks noChangeShapeType="1"/>
          </p:cNvSpPr>
          <p:nvPr/>
        </p:nvSpPr>
        <p:spPr bwMode="auto">
          <a:xfrm>
            <a:off x="458788" y="3886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0" name="Rectangle 11">
            <a:extLst>
              <a:ext uri="{FF2B5EF4-FFF2-40B4-BE49-F238E27FC236}">
                <a16:creationId xmlns:a16="http://schemas.microsoft.com/office/drawing/2014/main" id="{71B8087F-ED21-F628-3492-C23E664A4613}"/>
              </a:ext>
            </a:extLst>
          </p:cNvPr>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a:t>综合业务是设计用于</a:t>
            </a:r>
            <a:r>
              <a:rPr lang="en-US" altLang="zh-CN"/>
              <a:t>IP </a:t>
            </a:r>
            <a:r>
              <a:rPr lang="zh-CN" altLang="en-US"/>
              <a:t>的基于数据流的</a:t>
            </a:r>
            <a:r>
              <a:rPr lang="en-US" altLang="zh-CN"/>
              <a:t>QoS </a:t>
            </a:r>
            <a:r>
              <a:rPr lang="zh-CN" altLang="en-US"/>
              <a:t>模型。</a:t>
            </a:r>
            <a:endParaRPr lang="en-US" altLang="zh-CN"/>
          </a:p>
        </p:txBody>
      </p:sp>
      <p:grpSp>
        <p:nvGrpSpPr>
          <p:cNvPr id="73741" name="Group 12">
            <a:extLst>
              <a:ext uri="{FF2B5EF4-FFF2-40B4-BE49-F238E27FC236}">
                <a16:creationId xmlns:a16="http://schemas.microsoft.com/office/drawing/2014/main" id="{4CD30F34-334C-0070-1F22-7D85504727E9}"/>
              </a:ext>
            </a:extLst>
          </p:cNvPr>
          <p:cNvGrpSpPr>
            <a:grpSpLocks/>
          </p:cNvGrpSpPr>
          <p:nvPr/>
        </p:nvGrpSpPr>
        <p:grpSpPr bwMode="auto">
          <a:xfrm>
            <a:off x="457200" y="1981200"/>
            <a:ext cx="1143000" cy="566738"/>
            <a:chOff x="1200" y="1248"/>
            <a:chExt cx="720" cy="357"/>
          </a:xfrm>
        </p:grpSpPr>
        <p:pic>
          <p:nvPicPr>
            <p:cNvPr id="73742" name="Picture 13">
              <a:extLst>
                <a:ext uri="{FF2B5EF4-FFF2-40B4-BE49-F238E27FC236}">
                  <a16:creationId xmlns:a16="http://schemas.microsoft.com/office/drawing/2014/main" id="{9B44BC32-8148-3DAE-85F6-7E842E39DF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43" name="Text Box 14">
              <a:extLst>
                <a:ext uri="{FF2B5EF4-FFF2-40B4-BE49-F238E27FC236}">
                  <a16:creationId xmlns:a16="http://schemas.microsoft.com/office/drawing/2014/main" id="{EC622EA0-A736-974F-5159-1783D3A4081E}"/>
                </a:ext>
              </a:extLst>
            </p:cNvPr>
            <p:cNvSpPr txBox="1">
              <a:spLocks noChangeArrowheads="1"/>
            </p:cNvSpPr>
            <p:nvPr/>
          </p:nvSpPr>
          <p:spPr bwMode="auto">
            <a:xfrm>
              <a:off x="1284" y="1248"/>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800">
                  <a:solidFill>
                    <a:schemeClr val="hlink"/>
                  </a:solidFill>
                  <a:latin typeface="Times New Roman" panose="02020603050405020304" pitchFamily="18" charset="0"/>
                </a:rPr>
                <a:t>注意</a:t>
              </a:r>
              <a:endParaRPr lang="en-US" altLang="zh-CN" sz="2800">
                <a:solidFill>
                  <a:schemeClr val="hlink"/>
                </a:solidFill>
                <a:latin typeface="Times New Roman" panose="02020603050405020304" pitchFamily="18" charset="0"/>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1">
            <a:extLst>
              <a:ext uri="{FF2B5EF4-FFF2-40B4-BE49-F238E27FC236}">
                <a16:creationId xmlns:a16="http://schemas.microsoft.com/office/drawing/2014/main" id="{3AC49ABA-4102-8B92-D413-233D8068B29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34362BEC-EFCE-4549-AB4E-EE6B6C4E39EF}" type="slidenum">
              <a:rPr lang="en-US" altLang="zh-CN" sz="2000">
                <a:solidFill>
                  <a:schemeClr val="bg2"/>
                </a:solidFill>
              </a:rPr>
              <a:pPr/>
              <a:t>36</a:t>
            </a:fld>
            <a:endParaRPr lang="en-US" altLang="zh-CN" sz="2000">
              <a:solidFill>
                <a:schemeClr val="bg2"/>
              </a:solidFill>
            </a:endParaRPr>
          </a:p>
        </p:txBody>
      </p:sp>
      <p:sp>
        <p:nvSpPr>
          <p:cNvPr id="75779" name="Line 2">
            <a:extLst>
              <a:ext uri="{FF2B5EF4-FFF2-40B4-BE49-F238E27FC236}">
                <a16:creationId xmlns:a16="http://schemas.microsoft.com/office/drawing/2014/main" id="{4FBAD9DE-84DD-2946-D9B0-E2EDA1BED483}"/>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0" name="Line 3">
            <a:extLst>
              <a:ext uri="{FF2B5EF4-FFF2-40B4-BE49-F238E27FC236}">
                <a16:creationId xmlns:a16="http://schemas.microsoft.com/office/drawing/2014/main" id="{FC240205-BD79-0005-A64E-5A9F28DFCB7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1" name="Text Box 4">
            <a:extLst>
              <a:ext uri="{FF2B5EF4-FFF2-40B4-BE49-F238E27FC236}">
                <a16:creationId xmlns:a16="http://schemas.microsoft.com/office/drawing/2014/main" id="{8A82CBCA-B5EC-993A-3B8D-58A18A4B967D}"/>
              </a:ext>
            </a:extLst>
          </p:cNvPr>
          <p:cNvSpPr txBox="1">
            <a:spLocks noChangeArrowheads="1"/>
          </p:cNvSpPr>
          <p:nvPr/>
        </p:nvSpPr>
        <p:spPr bwMode="auto">
          <a:xfrm>
            <a:off x="304800" y="762000"/>
            <a:ext cx="2449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24.22  </a:t>
            </a:r>
            <a:r>
              <a:rPr lang="zh-CN" altLang="en-US" sz="2000"/>
              <a:t>路径报文</a:t>
            </a:r>
            <a:endParaRPr lang="en-US" altLang="zh-CN" sz="2000" i="1">
              <a:latin typeface="Times New Roman" panose="02020603050405020304" pitchFamily="18" charset="0"/>
            </a:endParaRPr>
          </a:p>
        </p:txBody>
      </p:sp>
      <p:sp>
        <p:nvSpPr>
          <p:cNvPr id="75782" name="Line 5">
            <a:extLst>
              <a:ext uri="{FF2B5EF4-FFF2-40B4-BE49-F238E27FC236}">
                <a16:creationId xmlns:a16="http://schemas.microsoft.com/office/drawing/2014/main" id="{5DA89905-5A6D-6B05-CDF6-42435EB9C97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5783" name="Picture 6">
            <a:extLst>
              <a:ext uri="{FF2B5EF4-FFF2-40B4-BE49-F238E27FC236}">
                <a16:creationId xmlns:a16="http://schemas.microsoft.com/office/drawing/2014/main" id="{4E160BF5-6F81-8C3B-F7E7-C5C8BB5CE7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13" y="2667000"/>
            <a:ext cx="8345487" cy="22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1">
            <a:extLst>
              <a:ext uri="{FF2B5EF4-FFF2-40B4-BE49-F238E27FC236}">
                <a16:creationId xmlns:a16="http://schemas.microsoft.com/office/drawing/2014/main" id="{FC7E1FDB-990C-6910-FC87-B3910DC5751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86E4F665-8B39-4BEF-B8A0-3644A31CD4C0}" type="slidenum">
              <a:rPr lang="en-US" altLang="zh-CN" sz="2000">
                <a:solidFill>
                  <a:schemeClr val="bg2"/>
                </a:solidFill>
              </a:rPr>
              <a:pPr/>
              <a:t>37</a:t>
            </a:fld>
            <a:endParaRPr lang="en-US" altLang="zh-CN" sz="2000">
              <a:solidFill>
                <a:schemeClr val="bg2"/>
              </a:solidFill>
            </a:endParaRPr>
          </a:p>
        </p:txBody>
      </p:sp>
      <p:sp>
        <p:nvSpPr>
          <p:cNvPr id="77827" name="Line 2">
            <a:extLst>
              <a:ext uri="{FF2B5EF4-FFF2-40B4-BE49-F238E27FC236}">
                <a16:creationId xmlns:a16="http://schemas.microsoft.com/office/drawing/2014/main" id="{CF431967-1ABF-2E3E-7F61-0BDE724BD062}"/>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28" name="Line 3">
            <a:extLst>
              <a:ext uri="{FF2B5EF4-FFF2-40B4-BE49-F238E27FC236}">
                <a16:creationId xmlns:a16="http://schemas.microsoft.com/office/drawing/2014/main" id="{E0D16A71-1241-56D1-9B06-40A6DE5BBC8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29" name="Text Box 4">
            <a:extLst>
              <a:ext uri="{FF2B5EF4-FFF2-40B4-BE49-F238E27FC236}">
                <a16:creationId xmlns:a16="http://schemas.microsoft.com/office/drawing/2014/main" id="{05E79F60-C27F-158F-8FDE-230347DC2B71}"/>
              </a:ext>
            </a:extLst>
          </p:cNvPr>
          <p:cNvSpPr txBox="1">
            <a:spLocks noChangeArrowheads="1"/>
          </p:cNvSpPr>
          <p:nvPr/>
        </p:nvSpPr>
        <p:spPr bwMode="auto">
          <a:xfrm>
            <a:off x="304800" y="762000"/>
            <a:ext cx="2449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24.23  </a:t>
            </a:r>
            <a:r>
              <a:rPr lang="zh-CN" altLang="en-US" sz="2000"/>
              <a:t>预留报文</a:t>
            </a:r>
            <a:endParaRPr lang="en-US" altLang="zh-CN" sz="2000" i="1">
              <a:latin typeface="Times New Roman" panose="02020603050405020304" pitchFamily="18" charset="0"/>
            </a:endParaRPr>
          </a:p>
        </p:txBody>
      </p:sp>
      <p:sp>
        <p:nvSpPr>
          <p:cNvPr id="77830" name="Line 5">
            <a:extLst>
              <a:ext uri="{FF2B5EF4-FFF2-40B4-BE49-F238E27FC236}">
                <a16:creationId xmlns:a16="http://schemas.microsoft.com/office/drawing/2014/main" id="{84AD8801-60D2-F9B3-AAB0-B853E503A49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7831" name="Picture 6">
            <a:extLst>
              <a:ext uri="{FF2B5EF4-FFF2-40B4-BE49-F238E27FC236}">
                <a16:creationId xmlns:a16="http://schemas.microsoft.com/office/drawing/2014/main" id="{D780AC8E-E157-03E0-2AD1-2A2BE167E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657475"/>
            <a:ext cx="8328025"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1">
            <a:extLst>
              <a:ext uri="{FF2B5EF4-FFF2-40B4-BE49-F238E27FC236}">
                <a16:creationId xmlns:a16="http://schemas.microsoft.com/office/drawing/2014/main" id="{DAD17A24-51EA-BC2C-6B4C-FE66FD192D9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478B8912-F0FA-4A61-931C-D3A67D179B75}" type="slidenum">
              <a:rPr lang="en-US" altLang="zh-CN" sz="2000">
                <a:solidFill>
                  <a:schemeClr val="bg2"/>
                </a:solidFill>
              </a:rPr>
              <a:pPr/>
              <a:t>38</a:t>
            </a:fld>
            <a:endParaRPr lang="en-US" altLang="zh-CN" sz="2000">
              <a:solidFill>
                <a:schemeClr val="bg2"/>
              </a:solidFill>
            </a:endParaRPr>
          </a:p>
        </p:txBody>
      </p:sp>
      <p:sp>
        <p:nvSpPr>
          <p:cNvPr id="79875" name="Line 2">
            <a:extLst>
              <a:ext uri="{FF2B5EF4-FFF2-40B4-BE49-F238E27FC236}">
                <a16:creationId xmlns:a16="http://schemas.microsoft.com/office/drawing/2014/main" id="{AEE5B1E0-C3FD-63D8-1F36-5A586C4C522E}"/>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6" name="Line 3">
            <a:extLst>
              <a:ext uri="{FF2B5EF4-FFF2-40B4-BE49-F238E27FC236}">
                <a16:creationId xmlns:a16="http://schemas.microsoft.com/office/drawing/2014/main" id="{559C14B0-C93F-FC1A-6B87-79B61D02A94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7" name="Text Box 4">
            <a:extLst>
              <a:ext uri="{FF2B5EF4-FFF2-40B4-BE49-F238E27FC236}">
                <a16:creationId xmlns:a16="http://schemas.microsoft.com/office/drawing/2014/main" id="{3D0DDD99-85EB-E957-C340-CB971A4B8499}"/>
              </a:ext>
            </a:extLst>
          </p:cNvPr>
          <p:cNvSpPr txBox="1">
            <a:spLocks noChangeArrowheads="1"/>
          </p:cNvSpPr>
          <p:nvPr/>
        </p:nvSpPr>
        <p:spPr bwMode="auto">
          <a:xfrm>
            <a:off x="304800" y="762000"/>
            <a:ext cx="2449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24.24  </a:t>
            </a:r>
            <a:r>
              <a:rPr lang="zh-CN" altLang="en-US" sz="2000"/>
              <a:t>预留合并</a:t>
            </a:r>
            <a:endParaRPr lang="en-US" altLang="zh-CN" sz="2000" i="1">
              <a:latin typeface="Times New Roman" panose="02020603050405020304" pitchFamily="18" charset="0"/>
            </a:endParaRPr>
          </a:p>
        </p:txBody>
      </p:sp>
      <p:sp>
        <p:nvSpPr>
          <p:cNvPr id="79878" name="Line 5">
            <a:extLst>
              <a:ext uri="{FF2B5EF4-FFF2-40B4-BE49-F238E27FC236}">
                <a16:creationId xmlns:a16="http://schemas.microsoft.com/office/drawing/2014/main" id="{B9BA9D59-4FF0-064A-2185-C59A1EE88B7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9879" name="Picture 6">
            <a:extLst>
              <a:ext uri="{FF2B5EF4-FFF2-40B4-BE49-F238E27FC236}">
                <a16:creationId xmlns:a16="http://schemas.microsoft.com/office/drawing/2014/main" id="{8BD276CB-9304-6D4A-01F4-6E7848C4E5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8" y="2503488"/>
            <a:ext cx="8335962" cy="222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1">
            <a:extLst>
              <a:ext uri="{FF2B5EF4-FFF2-40B4-BE49-F238E27FC236}">
                <a16:creationId xmlns:a16="http://schemas.microsoft.com/office/drawing/2014/main" id="{4ADC340A-6947-43EA-5FF0-BF326285B96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9A837E54-0C48-4A8E-9104-EA9ED04D889D}" type="slidenum">
              <a:rPr lang="en-US" altLang="zh-CN" sz="2000">
                <a:solidFill>
                  <a:schemeClr val="bg2"/>
                </a:solidFill>
              </a:rPr>
              <a:pPr/>
              <a:t>39</a:t>
            </a:fld>
            <a:endParaRPr lang="en-US" altLang="zh-CN" sz="2000">
              <a:solidFill>
                <a:schemeClr val="bg2"/>
              </a:solidFill>
            </a:endParaRPr>
          </a:p>
        </p:txBody>
      </p:sp>
      <p:sp>
        <p:nvSpPr>
          <p:cNvPr id="81923" name="Line 2">
            <a:extLst>
              <a:ext uri="{FF2B5EF4-FFF2-40B4-BE49-F238E27FC236}">
                <a16:creationId xmlns:a16="http://schemas.microsoft.com/office/drawing/2014/main" id="{5230C19E-8B36-B27F-2A15-CD47D4C0D75E}"/>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24" name="Line 3">
            <a:extLst>
              <a:ext uri="{FF2B5EF4-FFF2-40B4-BE49-F238E27FC236}">
                <a16:creationId xmlns:a16="http://schemas.microsoft.com/office/drawing/2014/main" id="{AC2EEABC-6336-25BF-6BB0-553D8D0AA8D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25" name="Text Box 4">
            <a:extLst>
              <a:ext uri="{FF2B5EF4-FFF2-40B4-BE49-F238E27FC236}">
                <a16:creationId xmlns:a16="http://schemas.microsoft.com/office/drawing/2014/main" id="{A67075D9-B13F-9A24-6D9D-105488126B8E}"/>
              </a:ext>
            </a:extLst>
          </p:cNvPr>
          <p:cNvSpPr txBox="1">
            <a:spLocks noChangeArrowheads="1"/>
          </p:cNvSpPr>
          <p:nvPr/>
        </p:nvSpPr>
        <p:spPr bwMode="auto">
          <a:xfrm>
            <a:off x="304800" y="762000"/>
            <a:ext cx="2449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24.25  </a:t>
            </a:r>
            <a:r>
              <a:rPr lang="zh-CN" altLang="en-US" sz="2000"/>
              <a:t>预留方式</a:t>
            </a:r>
            <a:endParaRPr lang="en-US" altLang="zh-CN" sz="2000" i="1">
              <a:latin typeface="Times New Roman" panose="02020603050405020304" pitchFamily="18" charset="0"/>
            </a:endParaRPr>
          </a:p>
        </p:txBody>
      </p:sp>
      <p:sp>
        <p:nvSpPr>
          <p:cNvPr id="81926" name="Line 5">
            <a:extLst>
              <a:ext uri="{FF2B5EF4-FFF2-40B4-BE49-F238E27FC236}">
                <a16:creationId xmlns:a16="http://schemas.microsoft.com/office/drawing/2014/main" id="{08B116A8-1351-50A3-164E-85507ACC5BB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1927" name="Picture 6">
            <a:extLst>
              <a:ext uri="{FF2B5EF4-FFF2-40B4-BE49-F238E27FC236}">
                <a16:creationId xmlns:a16="http://schemas.microsoft.com/office/drawing/2014/main" id="{5FC934A4-E4AF-3E76-FF12-9F57757034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488" y="2112963"/>
            <a:ext cx="7185025"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灯片编号占位符 1">
            <a:extLst>
              <a:ext uri="{FF2B5EF4-FFF2-40B4-BE49-F238E27FC236}">
                <a16:creationId xmlns:a16="http://schemas.microsoft.com/office/drawing/2014/main" id="{724EC14E-112C-8FE0-B209-2757F44EBEB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DDB666B6-3678-4DAA-B762-A0AA12E5998C}" type="slidenum">
              <a:rPr lang="en-US" altLang="zh-CN" sz="2000">
                <a:solidFill>
                  <a:schemeClr val="bg2"/>
                </a:solidFill>
              </a:rPr>
              <a:pPr/>
              <a:t>40</a:t>
            </a:fld>
            <a:endParaRPr lang="en-US" altLang="zh-CN" sz="2000">
              <a:solidFill>
                <a:schemeClr val="bg2"/>
              </a:solidFill>
            </a:endParaRPr>
          </a:p>
        </p:txBody>
      </p:sp>
      <p:sp>
        <p:nvSpPr>
          <p:cNvPr id="864258" name="Rectangle 2">
            <a:extLst>
              <a:ext uri="{FF2B5EF4-FFF2-40B4-BE49-F238E27FC236}">
                <a16:creationId xmlns:a16="http://schemas.microsoft.com/office/drawing/2014/main" id="{F859437F-AABB-4778-89CF-D0E2E6C96B2F}"/>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83972" name="Text Box 3">
            <a:extLst>
              <a:ext uri="{FF2B5EF4-FFF2-40B4-BE49-F238E27FC236}">
                <a16:creationId xmlns:a16="http://schemas.microsoft.com/office/drawing/2014/main" id="{20174149-7AFD-226A-F84F-E861F25A1C08}"/>
              </a:ext>
            </a:extLst>
          </p:cNvPr>
          <p:cNvSpPr txBox="1">
            <a:spLocks noChangeArrowheads="1"/>
          </p:cNvSpPr>
          <p:nvPr/>
        </p:nvSpPr>
        <p:spPr bwMode="auto">
          <a:xfrm>
            <a:off x="228600" y="406400"/>
            <a:ext cx="2886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a:latin typeface="Times" panose="02020603050405020304" pitchFamily="18" charset="0"/>
              </a:rPr>
              <a:t>24-8   </a:t>
            </a:r>
            <a:r>
              <a:rPr lang="zh-CN" altLang="en-US"/>
              <a:t>差分业务</a:t>
            </a:r>
            <a:endParaRPr lang="en-US" altLang="zh-CN">
              <a:latin typeface="Times" panose="02020603050405020304" pitchFamily="18" charset="0"/>
            </a:endParaRPr>
          </a:p>
        </p:txBody>
      </p:sp>
      <p:sp>
        <p:nvSpPr>
          <p:cNvPr id="83973" name="Text Box 4">
            <a:extLst>
              <a:ext uri="{FF2B5EF4-FFF2-40B4-BE49-F238E27FC236}">
                <a16:creationId xmlns:a16="http://schemas.microsoft.com/office/drawing/2014/main" id="{6533D09D-497E-0304-F3B2-131AA129B0F6}"/>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zh-CN" sz="1800">
              <a:latin typeface="Times New Roman" panose="02020603050405020304" pitchFamily="18" charset="0"/>
            </a:endParaRPr>
          </a:p>
        </p:txBody>
      </p:sp>
      <p:sp>
        <p:nvSpPr>
          <p:cNvPr id="864261" name="Rectangle 5">
            <a:extLst>
              <a:ext uri="{FF2B5EF4-FFF2-40B4-BE49-F238E27FC236}">
                <a16:creationId xmlns:a16="http://schemas.microsoft.com/office/drawing/2014/main" id="{91D02118-13FA-4DA6-8BB7-7CAC28E5144E}"/>
              </a:ext>
            </a:extLst>
          </p:cNvPr>
          <p:cNvSpPr>
            <a:spLocks noChangeArrowheads="1"/>
          </p:cNvSpPr>
          <p:nvPr/>
        </p:nvSpPr>
        <p:spPr bwMode="auto">
          <a:xfrm>
            <a:off x="762000" y="1765300"/>
            <a:ext cx="7543800" cy="1816100"/>
          </a:xfrm>
          <a:prstGeom prst="rect">
            <a:avLst/>
          </a:prstGeom>
          <a:noFill/>
          <a:ln>
            <a:noFill/>
          </a:ln>
          <a:effectLst/>
        </p:spPr>
        <p:txBody>
          <a:bodyPr anchor="ctr">
            <a:spAutoFit/>
          </a:bodyPr>
          <a:lstStyle/>
          <a:p>
            <a:pPr algn="just">
              <a:defRPr/>
            </a:pPr>
            <a:r>
              <a:rPr lang="zh-CN" altLang="en-US" sz="2800" dirty="0">
                <a:latin typeface="Arial" charset="0"/>
                <a:ea typeface="宋体" charset="-122"/>
              </a:rPr>
              <a:t>差分业务</a:t>
            </a:r>
            <a:r>
              <a:rPr lang="en-US" altLang="zh-CN" sz="2800" dirty="0">
                <a:latin typeface="Arial" charset="0"/>
                <a:ea typeface="宋体" charset="-122"/>
              </a:rPr>
              <a:t>(Differentiated Services , DS </a:t>
            </a:r>
            <a:r>
              <a:rPr lang="en-US" altLang="zh-CN" sz="2800" dirty="0" err="1">
                <a:latin typeface="Arial" charset="0"/>
                <a:ea typeface="宋体" charset="-122"/>
              </a:rPr>
              <a:t>Diffserv</a:t>
            </a:r>
            <a:r>
              <a:rPr lang="en-US" altLang="zh-CN" sz="2800" dirty="0">
                <a:latin typeface="Arial" charset="0"/>
                <a:ea typeface="宋体" charset="-122"/>
              </a:rPr>
              <a:t>) </a:t>
            </a:r>
            <a:r>
              <a:rPr lang="zh-CN" altLang="en-US" sz="2800" dirty="0">
                <a:latin typeface="Arial" charset="0"/>
                <a:ea typeface="宋体" charset="-122"/>
              </a:rPr>
              <a:t>是由因特网工程任务组</a:t>
            </a:r>
            <a:r>
              <a:rPr lang="en-US" altLang="zh-CN" sz="2800" dirty="0">
                <a:latin typeface="Arial" charset="0"/>
                <a:ea typeface="宋体" charset="-122"/>
              </a:rPr>
              <a:t>( Internet Engineering Task Force , IETF) </a:t>
            </a:r>
            <a:r>
              <a:rPr lang="zh-CN" altLang="en-US" sz="2800" dirty="0">
                <a:latin typeface="Arial" charset="0"/>
                <a:ea typeface="宋体" charset="-122"/>
              </a:rPr>
              <a:t>提出的用于弥补综合业务缺陷的一种业务。</a:t>
            </a:r>
            <a:endParaRPr lang="en-US" altLang="zh-CN" sz="2800" i="1" dirty="0">
              <a:effectLst>
                <a:outerShdw blurRad="38100" dist="38100" dir="2700000" algn="tl">
                  <a:srgbClr val="C0C0C0"/>
                </a:outerShdw>
              </a:effectLst>
              <a:latin typeface="Times New Roman" pitchFamily="18" charset="0"/>
              <a:ea typeface="宋体" charset="-122"/>
            </a:endParaRPr>
          </a:p>
        </p:txBody>
      </p:sp>
      <p:sp>
        <p:nvSpPr>
          <p:cNvPr id="83975" name="Rectangle 6">
            <a:extLst>
              <a:ext uri="{FF2B5EF4-FFF2-40B4-BE49-F238E27FC236}">
                <a16:creationId xmlns:a16="http://schemas.microsoft.com/office/drawing/2014/main" id="{A7AE77B3-C703-5768-3ABB-AB988CEFBDD1}"/>
              </a:ext>
            </a:extLst>
          </p:cNvPr>
          <p:cNvSpPr>
            <a:spLocks noChangeArrowheads="1"/>
          </p:cNvSpPr>
          <p:nvPr/>
        </p:nvSpPr>
        <p:spPr bwMode="auto">
          <a:xfrm>
            <a:off x="1295400" y="4948238"/>
            <a:ext cx="6705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差分业务字段</a:t>
            </a:r>
            <a:endParaRPr lang="en-US" altLang="zh-CN" sz="2400">
              <a:solidFill>
                <a:srgbClr val="0033CC"/>
              </a:solidFill>
              <a:latin typeface="Times New Roman" panose="02020603050405020304" pitchFamily="18" charset="0"/>
            </a:endParaRPr>
          </a:p>
        </p:txBody>
      </p:sp>
      <p:sp>
        <p:nvSpPr>
          <p:cNvPr id="864263" name="Text Box 7">
            <a:extLst>
              <a:ext uri="{FF2B5EF4-FFF2-40B4-BE49-F238E27FC236}">
                <a16:creationId xmlns:a16="http://schemas.microsoft.com/office/drawing/2014/main" id="{9B59150D-56AA-434F-A168-8FAD09912DEB}"/>
              </a:ext>
            </a:extLst>
          </p:cNvPr>
          <p:cNvSpPr txBox="1">
            <a:spLocks noChangeArrowheads="1"/>
          </p:cNvSpPr>
          <p:nvPr/>
        </p:nvSpPr>
        <p:spPr bwMode="auto">
          <a:xfrm>
            <a:off x="692150" y="4176713"/>
            <a:ext cx="1747838" cy="523875"/>
          </a:xfrm>
          <a:prstGeom prst="rect">
            <a:avLst/>
          </a:prstGeom>
          <a:noFill/>
          <a:ln>
            <a:noFill/>
          </a:ln>
          <a:effectLst/>
        </p:spPr>
        <p:txBody>
          <a:bodyPr wrap="none">
            <a:spAutoFit/>
          </a:bodyPr>
          <a:lstStyle/>
          <a:p>
            <a:pPr algn="ctr">
              <a:defRPr/>
            </a:pPr>
            <a:r>
              <a:rPr lang="zh-CN" altLang="en-US" sz="2800" i="1" u="sng" dirty="0">
                <a:solidFill>
                  <a:schemeClr val="hlink"/>
                </a:solidFill>
                <a:effectLst>
                  <a:outerShdw blurRad="38100" dist="38100" dir="2700000" algn="tl">
                    <a:srgbClr val="C0C0C0"/>
                  </a:outerShdw>
                </a:effectLst>
                <a:latin typeface="Times New Roman" pitchFamily="18" charset="0"/>
                <a:ea typeface="宋体" charset="-122"/>
              </a:rPr>
              <a:t>本节要点</a:t>
            </a:r>
            <a:r>
              <a:rPr lang="en-US" altLang="zh-CN" sz="2800" i="1" u="sng" dirty="0">
                <a:solidFill>
                  <a:schemeClr val="hlink"/>
                </a:solidFill>
                <a:effectLst>
                  <a:outerShdw blurRad="38100" dist="38100" dir="2700000" algn="tl">
                    <a:srgbClr val="C0C0C0"/>
                  </a:outerShdw>
                </a:effectLst>
                <a:latin typeface="Times New Roman" pitchFamily="18" charset="0"/>
                <a:ea typeface="宋体" charset="-122"/>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1">
            <a:extLst>
              <a:ext uri="{FF2B5EF4-FFF2-40B4-BE49-F238E27FC236}">
                <a16:creationId xmlns:a16="http://schemas.microsoft.com/office/drawing/2014/main" id="{8E91B490-C7CA-0E55-37B1-7ACCF244165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B75F6086-6DBA-45DC-AB66-91EBDE92A4F3}" type="slidenum">
              <a:rPr lang="en-US" altLang="zh-CN" sz="2000">
                <a:solidFill>
                  <a:schemeClr val="bg2"/>
                </a:solidFill>
              </a:rPr>
              <a:pPr/>
              <a:t>41</a:t>
            </a:fld>
            <a:endParaRPr lang="en-US" altLang="zh-CN" sz="2000">
              <a:solidFill>
                <a:schemeClr val="bg2"/>
              </a:solidFill>
            </a:endParaRPr>
          </a:p>
        </p:txBody>
      </p:sp>
      <p:sp>
        <p:nvSpPr>
          <p:cNvPr id="86019" name="Rectangle 2">
            <a:extLst>
              <a:ext uri="{FF2B5EF4-FFF2-40B4-BE49-F238E27FC236}">
                <a16:creationId xmlns:a16="http://schemas.microsoft.com/office/drawing/2014/main" id="{26A028C0-F64E-A896-958A-25D5A890500E}"/>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86020" name="Rectangle 3">
            <a:extLst>
              <a:ext uri="{FF2B5EF4-FFF2-40B4-BE49-F238E27FC236}">
                <a16:creationId xmlns:a16="http://schemas.microsoft.com/office/drawing/2014/main" id="{7922DD3B-963D-2139-D32D-BF70991BAE6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86021" name="Rectangle 4">
            <a:extLst>
              <a:ext uri="{FF2B5EF4-FFF2-40B4-BE49-F238E27FC236}">
                <a16:creationId xmlns:a16="http://schemas.microsoft.com/office/drawing/2014/main" id="{9821C618-3B90-14F6-B214-A7EF0AB67309}"/>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86022" name="Rectangle 5">
            <a:extLst>
              <a:ext uri="{FF2B5EF4-FFF2-40B4-BE49-F238E27FC236}">
                <a16:creationId xmlns:a16="http://schemas.microsoft.com/office/drawing/2014/main" id="{BA3569DB-608B-D971-E627-35E69A05DDF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86023" name="Rectangle 6">
            <a:extLst>
              <a:ext uri="{FF2B5EF4-FFF2-40B4-BE49-F238E27FC236}">
                <a16:creationId xmlns:a16="http://schemas.microsoft.com/office/drawing/2014/main" id="{6EBFC01B-83A2-2B7C-95B6-3D464B57ABF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86024" name="Rectangle 7">
            <a:extLst>
              <a:ext uri="{FF2B5EF4-FFF2-40B4-BE49-F238E27FC236}">
                <a16:creationId xmlns:a16="http://schemas.microsoft.com/office/drawing/2014/main" id="{2B4658E1-026F-3A2F-6F4E-F7A88AADEC0C}"/>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86025" name="Rectangle 8">
            <a:extLst>
              <a:ext uri="{FF2B5EF4-FFF2-40B4-BE49-F238E27FC236}">
                <a16:creationId xmlns:a16="http://schemas.microsoft.com/office/drawing/2014/main" id="{589F72C9-9DAD-CB0A-5CA2-624B3968664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b="0">
              <a:latin typeface="Tahoma" panose="020B0604030504040204" pitchFamily="34" charset="0"/>
            </a:endParaRPr>
          </a:p>
        </p:txBody>
      </p:sp>
      <p:sp>
        <p:nvSpPr>
          <p:cNvPr id="86026" name="Line 9">
            <a:extLst>
              <a:ext uri="{FF2B5EF4-FFF2-40B4-BE49-F238E27FC236}">
                <a16:creationId xmlns:a16="http://schemas.microsoft.com/office/drawing/2014/main" id="{3EFF767A-DBBF-FA00-E6BA-47EAC3460F5F}"/>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7" name="Line 10">
            <a:extLst>
              <a:ext uri="{FF2B5EF4-FFF2-40B4-BE49-F238E27FC236}">
                <a16:creationId xmlns:a16="http://schemas.microsoft.com/office/drawing/2014/main" id="{B966C344-10AA-F171-B74B-881404973382}"/>
              </a:ext>
            </a:extLst>
          </p:cNvPr>
          <p:cNvSpPr>
            <a:spLocks noChangeShapeType="1"/>
          </p:cNvSpPr>
          <p:nvPr/>
        </p:nvSpPr>
        <p:spPr bwMode="auto">
          <a:xfrm>
            <a:off x="458788" y="3886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8" name="Rectangle 11">
            <a:extLst>
              <a:ext uri="{FF2B5EF4-FFF2-40B4-BE49-F238E27FC236}">
                <a16:creationId xmlns:a16="http://schemas.microsoft.com/office/drawing/2014/main" id="{9C9B6F89-1D75-D725-1CBA-73FD53A609DC}"/>
              </a:ext>
            </a:extLst>
          </p:cNvPr>
          <p:cNvSpPr>
            <a:spLocks noChangeArrowheads="1"/>
          </p:cNvSpPr>
          <p:nvPr/>
        </p:nvSpPr>
        <p:spPr bwMode="auto">
          <a:xfrm>
            <a:off x="495300" y="2759075"/>
            <a:ext cx="8077200" cy="5842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r>
              <a:rPr lang="zh-CN" altLang="en-US"/>
              <a:t>差分业务是用于</a:t>
            </a:r>
            <a:r>
              <a:rPr lang="en-US" altLang="zh-CN"/>
              <a:t>IP </a:t>
            </a:r>
            <a:r>
              <a:rPr lang="zh-CN" altLang="en-US"/>
              <a:t>的基于类的</a:t>
            </a:r>
            <a:r>
              <a:rPr lang="en-US" altLang="zh-CN"/>
              <a:t>QoS </a:t>
            </a:r>
            <a:r>
              <a:rPr lang="zh-CN" altLang="en-US"/>
              <a:t>模型。</a:t>
            </a:r>
            <a:endParaRPr lang="en-US" altLang="zh-CN"/>
          </a:p>
        </p:txBody>
      </p:sp>
      <p:grpSp>
        <p:nvGrpSpPr>
          <p:cNvPr id="86029" name="Group 12">
            <a:extLst>
              <a:ext uri="{FF2B5EF4-FFF2-40B4-BE49-F238E27FC236}">
                <a16:creationId xmlns:a16="http://schemas.microsoft.com/office/drawing/2014/main" id="{7FE07BF9-375B-FAEA-9E19-4CC1638E81BD}"/>
              </a:ext>
            </a:extLst>
          </p:cNvPr>
          <p:cNvGrpSpPr>
            <a:grpSpLocks/>
          </p:cNvGrpSpPr>
          <p:nvPr/>
        </p:nvGrpSpPr>
        <p:grpSpPr bwMode="auto">
          <a:xfrm>
            <a:off x="457200" y="1981200"/>
            <a:ext cx="1143000" cy="566738"/>
            <a:chOff x="1200" y="1248"/>
            <a:chExt cx="720" cy="357"/>
          </a:xfrm>
        </p:grpSpPr>
        <p:pic>
          <p:nvPicPr>
            <p:cNvPr id="86030" name="Picture 13">
              <a:extLst>
                <a:ext uri="{FF2B5EF4-FFF2-40B4-BE49-F238E27FC236}">
                  <a16:creationId xmlns:a16="http://schemas.microsoft.com/office/drawing/2014/main" id="{DC3D20D9-24AE-7467-D6BC-D8EA36A690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31" name="Text Box 14">
              <a:extLst>
                <a:ext uri="{FF2B5EF4-FFF2-40B4-BE49-F238E27FC236}">
                  <a16:creationId xmlns:a16="http://schemas.microsoft.com/office/drawing/2014/main" id="{3AD51B2C-B117-5F94-2CDA-1517EA89AC62}"/>
                </a:ext>
              </a:extLst>
            </p:cNvPr>
            <p:cNvSpPr txBox="1">
              <a:spLocks noChangeArrowheads="1"/>
            </p:cNvSpPr>
            <p:nvPr/>
          </p:nvSpPr>
          <p:spPr bwMode="auto">
            <a:xfrm>
              <a:off x="1284" y="1248"/>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800">
                  <a:solidFill>
                    <a:schemeClr val="hlink"/>
                  </a:solidFill>
                  <a:latin typeface="Times New Roman" panose="02020603050405020304" pitchFamily="18" charset="0"/>
                </a:rPr>
                <a:t>注意</a:t>
              </a:r>
              <a:endParaRPr lang="en-US" altLang="zh-CN" sz="2800">
                <a:solidFill>
                  <a:schemeClr val="hlink"/>
                </a:solidFill>
                <a:latin typeface="Times New Roman" panose="02020603050405020304" pitchFamily="18" charset="0"/>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1">
            <a:extLst>
              <a:ext uri="{FF2B5EF4-FFF2-40B4-BE49-F238E27FC236}">
                <a16:creationId xmlns:a16="http://schemas.microsoft.com/office/drawing/2014/main" id="{6976BAB5-551B-FA3A-5C45-FA2A178E58A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8875C6E3-C49D-44D0-91B7-138DB6142443}" type="slidenum">
              <a:rPr lang="en-US" altLang="zh-CN" sz="2000">
                <a:solidFill>
                  <a:schemeClr val="bg2"/>
                </a:solidFill>
              </a:rPr>
              <a:pPr/>
              <a:t>42</a:t>
            </a:fld>
            <a:endParaRPr lang="en-US" altLang="zh-CN" sz="2000">
              <a:solidFill>
                <a:schemeClr val="bg2"/>
              </a:solidFill>
            </a:endParaRPr>
          </a:p>
        </p:txBody>
      </p:sp>
      <p:sp>
        <p:nvSpPr>
          <p:cNvPr id="88067" name="Line 2">
            <a:extLst>
              <a:ext uri="{FF2B5EF4-FFF2-40B4-BE49-F238E27FC236}">
                <a16:creationId xmlns:a16="http://schemas.microsoft.com/office/drawing/2014/main" id="{9CD27231-3B8F-DD53-A417-6A1DAFC82690}"/>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68" name="Line 3">
            <a:extLst>
              <a:ext uri="{FF2B5EF4-FFF2-40B4-BE49-F238E27FC236}">
                <a16:creationId xmlns:a16="http://schemas.microsoft.com/office/drawing/2014/main" id="{83D1E9A8-8F55-974B-D109-4D332B05A4C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69" name="Text Box 4">
            <a:extLst>
              <a:ext uri="{FF2B5EF4-FFF2-40B4-BE49-F238E27FC236}">
                <a16:creationId xmlns:a16="http://schemas.microsoft.com/office/drawing/2014/main" id="{E3D904D0-04B8-37D0-03A7-8A4D8042BCDA}"/>
              </a:ext>
            </a:extLst>
          </p:cNvPr>
          <p:cNvSpPr txBox="1">
            <a:spLocks noChangeArrowheads="1"/>
          </p:cNvSpPr>
          <p:nvPr/>
        </p:nvSpPr>
        <p:spPr bwMode="auto">
          <a:xfrm>
            <a:off x="304800" y="762000"/>
            <a:ext cx="2965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24.26  </a:t>
            </a:r>
            <a:r>
              <a:rPr lang="zh-CN" altLang="en-US" sz="2000">
                <a:latin typeface="Times New Roman" panose="02020603050405020304" pitchFamily="18" charset="0"/>
              </a:rPr>
              <a:t>差分业务字段</a:t>
            </a:r>
            <a:endParaRPr lang="en-US" altLang="zh-CN" sz="2000" i="1">
              <a:latin typeface="Times New Roman" panose="02020603050405020304" pitchFamily="18" charset="0"/>
            </a:endParaRPr>
          </a:p>
        </p:txBody>
      </p:sp>
      <p:sp>
        <p:nvSpPr>
          <p:cNvPr id="88070" name="Line 5">
            <a:extLst>
              <a:ext uri="{FF2B5EF4-FFF2-40B4-BE49-F238E27FC236}">
                <a16:creationId xmlns:a16="http://schemas.microsoft.com/office/drawing/2014/main" id="{49BA1690-6498-5F58-DE77-F58ED3CE658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8071" name="Picture 6">
            <a:extLst>
              <a:ext uri="{FF2B5EF4-FFF2-40B4-BE49-F238E27FC236}">
                <a16:creationId xmlns:a16="http://schemas.microsoft.com/office/drawing/2014/main" id="{8FBA1177-E3AB-EBDB-4C96-C515ACB461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63" y="3000375"/>
            <a:ext cx="4713287"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1">
            <a:extLst>
              <a:ext uri="{FF2B5EF4-FFF2-40B4-BE49-F238E27FC236}">
                <a16:creationId xmlns:a16="http://schemas.microsoft.com/office/drawing/2014/main" id="{63AE25F2-CB27-EE2C-EC2C-D6A41CED9CC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A49FE301-D3A9-467F-9191-4AF250960245}" type="slidenum">
              <a:rPr lang="en-US" altLang="zh-CN" sz="2000">
                <a:solidFill>
                  <a:schemeClr val="bg2"/>
                </a:solidFill>
              </a:rPr>
              <a:pPr/>
              <a:t>43</a:t>
            </a:fld>
            <a:endParaRPr lang="en-US" altLang="zh-CN" sz="2000">
              <a:solidFill>
                <a:schemeClr val="bg2"/>
              </a:solidFill>
            </a:endParaRPr>
          </a:p>
        </p:txBody>
      </p:sp>
      <p:sp>
        <p:nvSpPr>
          <p:cNvPr id="90115" name="Line 2">
            <a:extLst>
              <a:ext uri="{FF2B5EF4-FFF2-40B4-BE49-F238E27FC236}">
                <a16:creationId xmlns:a16="http://schemas.microsoft.com/office/drawing/2014/main" id="{1EE0FA4C-2B99-923B-3BB4-C50AAFF82372}"/>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16" name="Line 3">
            <a:extLst>
              <a:ext uri="{FF2B5EF4-FFF2-40B4-BE49-F238E27FC236}">
                <a16:creationId xmlns:a16="http://schemas.microsoft.com/office/drawing/2014/main" id="{5D7A98A8-1E11-9883-2F41-27CF58F338E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17" name="Text Box 4">
            <a:extLst>
              <a:ext uri="{FF2B5EF4-FFF2-40B4-BE49-F238E27FC236}">
                <a16:creationId xmlns:a16="http://schemas.microsoft.com/office/drawing/2014/main" id="{5C55C6CE-10AE-369D-E9DB-99F695D0F097}"/>
              </a:ext>
            </a:extLst>
          </p:cNvPr>
          <p:cNvSpPr txBox="1">
            <a:spLocks noChangeArrowheads="1"/>
          </p:cNvSpPr>
          <p:nvPr/>
        </p:nvSpPr>
        <p:spPr bwMode="auto">
          <a:xfrm>
            <a:off x="304800" y="762000"/>
            <a:ext cx="2965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24.27  </a:t>
            </a:r>
            <a:r>
              <a:rPr lang="zh-CN" altLang="en-US" sz="2000"/>
              <a:t>通信量调节器</a:t>
            </a:r>
            <a:endParaRPr lang="en-US" altLang="zh-CN" sz="2000" i="1">
              <a:latin typeface="Times New Roman" panose="02020603050405020304" pitchFamily="18" charset="0"/>
            </a:endParaRPr>
          </a:p>
        </p:txBody>
      </p:sp>
      <p:sp>
        <p:nvSpPr>
          <p:cNvPr id="90118" name="Line 5">
            <a:extLst>
              <a:ext uri="{FF2B5EF4-FFF2-40B4-BE49-F238E27FC236}">
                <a16:creationId xmlns:a16="http://schemas.microsoft.com/office/drawing/2014/main" id="{5FAB2F61-D81D-74FF-9041-C2DB02EA58D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0119" name="Picture 6">
            <a:extLst>
              <a:ext uri="{FF2B5EF4-FFF2-40B4-BE49-F238E27FC236}">
                <a16:creationId xmlns:a16="http://schemas.microsoft.com/office/drawing/2014/main" id="{103D55E7-2894-4124-65DA-907986E8AB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2216150"/>
            <a:ext cx="8255000" cy="311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灯片编号占位符 1">
            <a:extLst>
              <a:ext uri="{FF2B5EF4-FFF2-40B4-BE49-F238E27FC236}">
                <a16:creationId xmlns:a16="http://schemas.microsoft.com/office/drawing/2014/main" id="{50EFCF41-BA65-35E6-583A-02201418758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B1877DD5-FD2C-442D-A9D1-5B07BD9010FE}" type="slidenum">
              <a:rPr lang="en-US" altLang="zh-CN" sz="2000">
                <a:solidFill>
                  <a:schemeClr val="bg2"/>
                </a:solidFill>
              </a:rPr>
              <a:pPr/>
              <a:t>44</a:t>
            </a:fld>
            <a:endParaRPr lang="en-US" altLang="zh-CN" sz="2000">
              <a:solidFill>
                <a:schemeClr val="bg2"/>
              </a:solidFill>
            </a:endParaRPr>
          </a:p>
        </p:txBody>
      </p:sp>
      <p:sp>
        <p:nvSpPr>
          <p:cNvPr id="865282" name="Rectangle 2">
            <a:extLst>
              <a:ext uri="{FF2B5EF4-FFF2-40B4-BE49-F238E27FC236}">
                <a16:creationId xmlns:a16="http://schemas.microsoft.com/office/drawing/2014/main" id="{E791E427-1822-4390-A97A-1B8BD6B34DD5}"/>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865283" name="Text Box 3">
            <a:extLst>
              <a:ext uri="{FF2B5EF4-FFF2-40B4-BE49-F238E27FC236}">
                <a16:creationId xmlns:a16="http://schemas.microsoft.com/office/drawing/2014/main" id="{6FA50098-21FF-4F56-B38F-D211146AD2F1}"/>
              </a:ext>
            </a:extLst>
          </p:cNvPr>
          <p:cNvSpPr txBox="1">
            <a:spLocks noChangeArrowheads="1"/>
          </p:cNvSpPr>
          <p:nvPr/>
        </p:nvSpPr>
        <p:spPr bwMode="auto">
          <a:xfrm>
            <a:off x="228600" y="406400"/>
            <a:ext cx="4527550" cy="584200"/>
          </a:xfrm>
          <a:prstGeom prst="rect">
            <a:avLst/>
          </a:prstGeom>
          <a:noFill/>
          <a:ln>
            <a:noFill/>
          </a:ln>
          <a:effectLst/>
        </p:spPr>
        <p:txBody>
          <a:bodyPr wrap="none">
            <a:spAutoFit/>
          </a:bodyPr>
          <a:lstStyle/>
          <a:p>
            <a:pPr>
              <a:defRPr/>
            </a:pPr>
            <a:r>
              <a:rPr lang="en-US" altLang="zh-CN">
                <a:effectLst>
                  <a:outerShdw blurRad="38100" dist="38100" dir="2700000" algn="tl">
                    <a:srgbClr val="C0C0C0"/>
                  </a:outerShdw>
                </a:effectLst>
                <a:latin typeface="Times" pitchFamily="18" charset="0"/>
                <a:ea typeface="宋体" charset="-122"/>
              </a:rPr>
              <a:t>24-9   </a:t>
            </a:r>
            <a:r>
              <a:rPr lang="zh-CN" altLang="en-US">
                <a:latin typeface="Arial" charset="0"/>
                <a:ea typeface="宋体" charset="-122"/>
              </a:rPr>
              <a:t>交换网络中的</a:t>
            </a:r>
            <a:r>
              <a:rPr lang="en-US" altLang="zh-CN">
                <a:latin typeface="Arial" charset="0"/>
                <a:ea typeface="宋体" charset="-122"/>
              </a:rPr>
              <a:t>QoS</a:t>
            </a:r>
            <a:endParaRPr lang="en-US" altLang="zh-CN">
              <a:effectLst>
                <a:outerShdw blurRad="38100" dist="38100" dir="2700000" algn="tl">
                  <a:srgbClr val="C0C0C0"/>
                </a:outerShdw>
              </a:effectLst>
              <a:latin typeface="Times" pitchFamily="18" charset="0"/>
              <a:ea typeface="宋体" charset="-122"/>
            </a:endParaRPr>
          </a:p>
        </p:txBody>
      </p:sp>
      <p:sp>
        <p:nvSpPr>
          <p:cNvPr id="92165" name="Text Box 4">
            <a:extLst>
              <a:ext uri="{FF2B5EF4-FFF2-40B4-BE49-F238E27FC236}">
                <a16:creationId xmlns:a16="http://schemas.microsoft.com/office/drawing/2014/main" id="{0C484C99-922E-28EE-1B79-CB54A9DFBB3A}"/>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endParaRPr lang="zh-CN" altLang="zh-CN" sz="1800">
              <a:latin typeface="Times New Roman" panose="02020603050405020304" pitchFamily="18" charset="0"/>
            </a:endParaRPr>
          </a:p>
        </p:txBody>
      </p:sp>
      <p:sp>
        <p:nvSpPr>
          <p:cNvPr id="865285" name="Rectangle 5">
            <a:extLst>
              <a:ext uri="{FF2B5EF4-FFF2-40B4-BE49-F238E27FC236}">
                <a16:creationId xmlns:a16="http://schemas.microsoft.com/office/drawing/2014/main" id="{258F8785-A9C0-4BBE-96F0-F9296BF06A32}"/>
              </a:ext>
            </a:extLst>
          </p:cNvPr>
          <p:cNvSpPr>
            <a:spLocks noChangeArrowheads="1"/>
          </p:cNvSpPr>
          <p:nvPr/>
        </p:nvSpPr>
        <p:spPr bwMode="auto">
          <a:xfrm>
            <a:off x="609600" y="1765300"/>
            <a:ext cx="7848600" cy="1816100"/>
          </a:xfrm>
          <a:prstGeom prst="rect">
            <a:avLst/>
          </a:prstGeom>
          <a:noFill/>
          <a:ln>
            <a:noFill/>
          </a:ln>
          <a:effectLst/>
        </p:spPr>
        <p:txBody>
          <a:bodyPr anchor="ctr">
            <a:spAutoFit/>
          </a:bodyPr>
          <a:lstStyle/>
          <a:p>
            <a:pPr algn="just">
              <a:defRPr/>
            </a:pPr>
            <a:r>
              <a:rPr lang="zh-CN" altLang="en-US" sz="2800" dirty="0">
                <a:latin typeface="Arial" charset="0"/>
                <a:ea typeface="宋体" charset="-122"/>
              </a:rPr>
              <a:t>讨论了</a:t>
            </a:r>
            <a:r>
              <a:rPr lang="en-US" altLang="zh-CN" sz="2800" dirty="0">
                <a:latin typeface="Arial" charset="0"/>
                <a:ea typeface="宋体" charset="-122"/>
              </a:rPr>
              <a:t>IP</a:t>
            </a:r>
            <a:r>
              <a:rPr lang="zh-CN" altLang="en-US" sz="2800" dirty="0">
                <a:latin typeface="Arial" charset="0"/>
                <a:ea typeface="宋体" charset="-122"/>
              </a:rPr>
              <a:t>协议中提出的</a:t>
            </a:r>
            <a:r>
              <a:rPr lang="en-US" altLang="zh-CN" sz="2800" dirty="0" err="1">
                <a:latin typeface="Arial" charset="0"/>
                <a:ea typeface="宋体" charset="-122"/>
              </a:rPr>
              <a:t>QoS</a:t>
            </a:r>
            <a:r>
              <a:rPr lang="en-US" altLang="zh-CN" sz="2800" dirty="0">
                <a:latin typeface="Arial" charset="0"/>
                <a:ea typeface="宋体" charset="-122"/>
              </a:rPr>
              <a:t> </a:t>
            </a:r>
            <a:r>
              <a:rPr lang="zh-CN" altLang="en-US" sz="2800" dirty="0">
                <a:latin typeface="Arial" charset="0"/>
                <a:ea typeface="宋体" charset="-122"/>
              </a:rPr>
              <a:t>模型之后，现在来讨论一下用于两个交换网络中的</a:t>
            </a:r>
            <a:r>
              <a:rPr lang="en-US" altLang="zh-CN" sz="2800" dirty="0" err="1">
                <a:latin typeface="Arial" charset="0"/>
                <a:ea typeface="宋体" charset="-122"/>
              </a:rPr>
              <a:t>QoS</a:t>
            </a:r>
            <a:r>
              <a:rPr lang="en-US" altLang="zh-CN" sz="2800" dirty="0">
                <a:latin typeface="Arial" charset="0"/>
                <a:ea typeface="宋体" charset="-122"/>
              </a:rPr>
              <a:t>: </a:t>
            </a:r>
            <a:r>
              <a:rPr lang="zh-CN" altLang="en-US" sz="2800" dirty="0">
                <a:latin typeface="Arial" charset="0"/>
                <a:ea typeface="宋体" charset="-122"/>
              </a:rPr>
              <a:t>帧中继和</a:t>
            </a:r>
            <a:r>
              <a:rPr lang="en-US" altLang="zh-CN" sz="2800" dirty="0">
                <a:latin typeface="Arial" charset="0"/>
                <a:ea typeface="宋体" charset="-122"/>
              </a:rPr>
              <a:t>ATM </a:t>
            </a:r>
            <a:r>
              <a:rPr lang="zh-CN" altLang="en-US" sz="2800" dirty="0">
                <a:latin typeface="Arial" charset="0"/>
                <a:ea typeface="宋体" charset="-122"/>
              </a:rPr>
              <a:t>。这两个网络都是虚电路网络，它们需要一个诸如</a:t>
            </a:r>
            <a:r>
              <a:rPr lang="en-US" altLang="zh-CN" sz="2800" dirty="0">
                <a:latin typeface="Arial" charset="0"/>
                <a:ea typeface="宋体" charset="-122"/>
              </a:rPr>
              <a:t>RSVP </a:t>
            </a:r>
            <a:r>
              <a:rPr lang="zh-CN" altLang="en-US" sz="2800" dirty="0">
                <a:latin typeface="Arial" charset="0"/>
                <a:ea typeface="宋体" charset="-122"/>
              </a:rPr>
              <a:t>的信令协议。</a:t>
            </a:r>
            <a:endParaRPr lang="en-US" altLang="zh-CN" sz="2800" i="1" dirty="0">
              <a:effectLst>
                <a:outerShdw blurRad="38100" dist="38100" dir="2700000" algn="tl">
                  <a:srgbClr val="C0C0C0"/>
                </a:outerShdw>
              </a:effectLst>
              <a:latin typeface="Times New Roman" pitchFamily="18" charset="0"/>
              <a:ea typeface="宋体" charset="-122"/>
            </a:endParaRPr>
          </a:p>
        </p:txBody>
      </p:sp>
      <p:sp>
        <p:nvSpPr>
          <p:cNvPr id="92167" name="Rectangle 6">
            <a:extLst>
              <a:ext uri="{FF2B5EF4-FFF2-40B4-BE49-F238E27FC236}">
                <a16:creationId xmlns:a16="http://schemas.microsoft.com/office/drawing/2014/main" id="{C7062F12-E712-9DA0-4DBC-B6B2471C3779}"/>
              </a:ext>
            </a:extLst>
          </p:cNvPr>
          <p:cNvSpPr>
            <a:spLocks noChangeArrowheads="1"/>
          </p:cNvSpPr>
          <p:nvPr/>
        </p:nvSpPr>
        <p:spPr bwMode="auto">
          <a:xfrm>
            <a:off x="1143000" y="5037138"/>
            <a:ext cx="6705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buClr>
                <a:schemeClr val="tx1"/>
              </a:buClr>
              <a:buSzPct val="117000"/>
              <a:buFont typeface="Wingdings" panose="05000000000000000000" pitchFamily="2" charset="2"/>
              <a:buNone/>
            </a:pPr>
            <a:r>
              <a:rPr lang="zh-CN" altLang="en-US" sz="2400">
                <a:solidFill>
                  <a:srgbClr val="0033CC"/>
                </a:solidFill>
                <a:latin typeface="Times New Roman" panose="02020603050405020304" pitchFamily="18" charset="0"/>
              </a:rPr>
              <a:t>帧中继中的</a:t>
            </a:r>
            <a:r>
              <a:rPr lang="en-US" altLang="zh-CN" sz="2400">
                <a:solidFill>
                  <a:srgbClr val="0033CC"/>
                </a:solidFill>
                <a:latin typeface="Times New Roman" panose="02020603050405020304" pitchFamily="18" charset="0"/>
              </a:rPr>
              <a:t>QoS</a:t>
            </a:r>
            <a:br>
              <a:rPr lang="fr-FR" altLang="zh-CN" sz="2400">
                <a:solidFill>
                  <a:srgbClr val="0033CC"/>
                </a:solidFill>
                <a:latin typeface="Times New Roman" panose="02020603050405020304" pitchFamily="18" charset="0"/>
              </a:rPr>
            </a:br>
            <a:r>
              <a:rPr lang="fr-FR" altLang="zh-CN" sz="2400">
                <a:solidFill>
                  <a:srgbClr val="0033CC"/>
                </a:solidFill>
                <a:latin typeface="Times New Roman" panose="02020603050405020304" pitchFamily="18" charset="0"/>
              </a:rPr>
              <a:t>ATM </a:t>
            </a:r>
            <a:r>
              <a:rPr lang="zh-CN" altLang="en-US" sz="2400">
                <a:solidFill>
                  <a:srgbClr val="0033CC"/>
                </a:solidFill>
                <a:latin typeface="Times New Roman" panose="02020603050405020304" pitchFamily="18" charset="0"/>
              </a:rPr>
              <a:t>中的</a:t>
            </a:r>
            <a:r>
              <a:rPr lang="fr-FR" altLang="zh-CN" sz="2400">
                <a:solidFill>
                  <a:srgbClr val="0033CC"/>
                </a:solidFill>
                <a:latin typeface="Times New Roman" panose="02020603050405020304" pitchFamily="18" charset="0"/>
              </a:rPr>
              <a:t>QoS</a:t>
            </a:r>
            <a:endParaRPr lang="en-US" altLang="zh-CN" sz="2400">
              <a:solidFill>
                <a:srgbClr val="0033CC"/>
              </a:solidFill>
              <a:latin typeface="Times New Roman" panose="02020603050405020304" pitchFamily="18" charset="0"/>
            </a:endParaRPr>
          </a:p>
        </p:txBody>
      </p:sp>
      <p:sp>
        <p:nvSpPr>
          <p:cNvPr id="865287" name="Text Box 7">
            <a:extLst>
              <a:ext uri="{FF2B5EF4-FFF2-40B4-BE49-F238E27FC236}">
                <a16:creationId xmlns:a16="http://schemas.microsoft.com/office/drawing/2014/main" id="{D71E06BE-8C2F-4773-8F72-D6FAF61554C6}"/>
              </a:ext>
            </a:extLst>
          </p:cNvPr>
          <p:cNvSpPr txBox="1">
            <a:spLocks noChangeArrowheads="1"/>
          </p:cNvSpPr>
          <p:nvPr/>
        </p:nvSpPr>
        <p:spPr bwMode="auto">
          <a:xfrm>
            <a:off x="676275" y="4203700"/>
            <a:ext cx="1747838" cy="523875"/>
          </a:xfrm>
          <a:prstGeom prst="rect">
            <a:avLst/>
          </a:prstGeom>
          <a:noFill/>
          <a:ln>
            <a:noFill/>
          </a:ln>
          <a:effectLst/>
        </p:spPr>
        <p:txBody>
          <a:bodyPr wrap="none">
            <a:spAutoFit/>
          </a:bodyPr>
          <a:lstStyle/>
          <a:p>
            <a:pPr algn="ctr">
              <a:defRPr/>
            </a:pPr>
            <a:r>
              <a:rPr lang="zh-CN" altLang="en-US" sz="2800" i="1" u="sng" dirty="0">
                <a:solidFill>
                  <a:schemeClr val="hlink"/>
                </a:solidFill>
                <a:effectLst>
                  <a:outerShdw blurRad="38100" dist="38100" dir="2700000" algn="tl">
                    <a:srgbClr val="C0C0C0"/>
                  </a:outerShdw>
                </a:effectLst>
                <a:latin typeface="Times New Roman" pitchFamily="18" charset="0"/>
                <a:ea typeface="宋体" charset="-122"/>
              </a:rPr>
              <a:t>本节要点</a:t>
            </a:r>
            <a:r>
              <a:rPr lang="en-US" altLang="zh-CN" sz="2800" i="1" u="sng" dirty="0">
                <a:solidFill>
                  <a:schemeClr val="hlink"/>
                </a:solidFill>
                <a:effectLst>
                  <a:outerShdw blurRad="38100" dist="38100" dir="2700000" algn="tl">
                    <a:srgbClr val="C0C0C0"/>
                  </a:outerShdw>
                </a:effectLst>
                <a:latin typeface="Times New Roman" pitchFamily="18" charset="0"/>
                <a:ea typeface="宋体" charset="-122"/>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1">
            <a:extLst>
              <a:ext uri="{FF2B5EF4-FFF2-40B4-BE49-F238E27FC236}">
                <a16:creationId xmlns:a16="http://schemas.microsoft.com/office/drawing/2014/main" id="{DA35B604-242D-B0C9-B2A4-321D5F18CEF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EF08463B-B23C-457D-B271-B1E5C5516FB6}" type="slidenum">
              <a:rPr lang="en-US" altLang="zh-CN" sz="2000">
                <a:solidFill>
                  <a:schemeClr val="bg2"/>
                </a:solidFill>
              </a:rPr>
              <a:pPr/>
              <a:t>45</a:t>
            </a:fld>
            <a:endParaRPr lang="en-US" altLang="zh-CN" sz="2000">
              <a:solidFill>
                <a:schemeClr val="bg2"/>
              </a:solidFill>
            </a:endParaRPr>
          </a:p>
        </p:txBody>
      </p:sp>
      <p:sp>
        <p:nvSpPr>
          <p:cNvPr id="94211" name="Line 2">
            <a:extLst>
              <a:ext uri="{FF2B5EF4-FFF2-40B4-BE49-F238E27FC236}">
                <a16:creationId xmlns:a16="http://schemas.microsoft.com/office/drawing/2014/main" id="{94FD13D9-933D-FAAD-144B-4C10DEF187FC}"/>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2" name="Line 3">
            <a:extLst>
              <a:ext uri="{FF2B5EF4-FFF2-40B4-BE49-F238E27FC236}">
                <a16:creationId xmlns:a16="http://schemas.microsoft.com/office/drawing/2014/main" id="{B048FAA6-DC17-5CAB-5B37-180DBB9E658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3" name="Text Box 4">
            <a:extLst>
              <a:ext uri="{FF2B5EF4-FFF2-40B4-BE49-F238E27FC236}">
                <a16:creationId xmlns:a16="http://schemas.microsoft.com/office/drawing/2014/main" id="{DBF90A30-1A02-B7DF-6ED2-B57BD80FE26D}"/>
              </a:ext>
            </a:extLst>
          </p:cNvPr>
          <p:cNvSpPr txBox="1">
            <a:spLocks noChangeArrowheads="1"/>
          </p:cNvSpPr>
          <p:nvPr/>
        </p:nvSpPr>
        <p:spPr bwMode="auto">
          <a:xfrm>
            <a:off x="304800" y="762000"/>
            <a:ext cx="477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24.28  </a:t>
            </a:r>
            <a:r>
              <a:rPr lang="zh-CN" altLang="en-US" sz="2000"/>
              <a:t>通信量控制属性指标间的关系</a:t>
            </a:r>
            <a:endParaRPr lang="en-US" altLang="zh-CN" sz="2000" i="1">
              <a:latin typeface="Times New Roman" panose="02020603050405020304" pitchFamily="18" charset="0"/>
            </a:endParaRPr>
          </a:p>
        </p:txBody>
      </p:sp>
      <p:sp>
        <p:nvSpPr>
          <p:cNvPr id="94214" name="Line 5">
            <a:extLst>
              <a:ext uri="{FF2B5EF4-FFF2-40B4-BE49-F238E27FC236}">
                <a16:creationId xmlns:a16="http://schemas.microsoft.com/office/drawing/2014/main" id="{347287A1-7D61-656C-CBBE-BC82F7BA8D8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4215" name="Picture 6">
            <a:extLst>
              <a:ext uri="{FF2B5EF4-FFF2-40B4-BE49-F238E27FC236}">
                <a16:creationId xmlns:a16="http://schemas.microsoft.com/office/drawing/2014/main" id="{0857F6BD-D197-EE8E-9AD8-930F5891FC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8900" y="1768475"/>
            <a:ext cx="6718300"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1">
            <a:extLst>
              <a:ext uri="{FF2B5EF4-FFF2-40B4-BE49-F238E27FC236}">
                <a16:creationId xmlns:a16="http://schemas.microsoft.com/office/drawing/2014/main" id="{9385AFA5-98F8-4384-8D43-906A306AE6A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E7F33D33-73B5-40E8-BE5D-7F848572BA72}" type="slidenum">
              <a:rPr lang="en-US" altLang="zh-CN" sz="2000">
                <a:solidFill>
                  <a:schemeClr val="bg2"/>
                </a:solidFill>
              </a:rPr>
              <a:pPr/>
              <a:t>46</a:t>
            </a:fld>
            <a:endParaRPr lang="en-US" altLang="zh-CN" sz="2000">
              <a:solidFill>
                <a:schemeClr val="bg2"/>
              </a:solidFill>
            </a:endParaRPr>
          </a:p>
        </p:txBody>
      </p:sp>
      <p:sp>
        <p:nvSpPr>
          <p:cNvPr id="96259" name="Line 2">
            <a:extLst>
              <a:ext uri="{FF2B5EF4-FFF2-40B4-BE49-F238E27FC236}">
                <a16:creationId xmlns:a16="http://schemas.microsoft.com/office/drawing/2014/main" id="{439B662C-AC3F-D4A5-4714-224D56C82E34}"/>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0" name="Line 3">
            <a:extLst>
              <a:ext uri="{FF2B5EF4-FFF2-40B4-BE49-F238E27FC236}">
                <a16:creationId xmlns:a16="http://schemas.microsoft.com/office/drawing/2014/main" id="{F9298000-F623-A60B-4CB6-896F035E9C3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1" name="Text Box 4">
            <a:extLst>
              <a:ext uri="{FF2B5EF4-FFF2-40B4-BE49-F238E27FC236}">
                <a16:creationId xmlns:a16="http://schemas.microsoft.com/office/drawing/2014/main" id="{35F4AA43-32E0-E9C6-95D8-7C444F108F62}"/>
              </a:ext>
            </a:extLst>
          </p:cNvPr>
          <p:cNvSpPr txBox="1">
            <a:spLocks noChangeArrowheads="1"/>
          </p:cNvSpPr>
          <p:nvPr/>
        </p:nvSpPr>
        <p:spPr bwMode="auto">
          <a:xfrm>
            <a:off x="304800" y="762000"/>
            <a:ext cx="5086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24.29  </a:t>
            </a:r>
            <a:r>
              <a:rPr lang="zh-CN" altLang="en-US" sz="2000"/>
              <a:t>用户速率和</a:t>
            </a:r>
            <a:r>
              <a:rPr lang="en-US" altLang="zh-CN" sz="2000"/>
              <a:t>Bc </a:t>
            </a:r>
            <a:r>
              <a:rPr lang="zh-CN" altLang="en-US" sz="2000"/>
              <a:t>与</a:t>
            </a:r>
            <a:r>
              <a:rPr lang="en-US" altLang="zh-CN" sz="2000"/>
              <a:t>Bc +Be</a:t>
            </a:r>
            <a:r>
              <a:rPr lang="zh-CN" altLang="en-US" sz="2000"/>
              <a:t> 的关系</a:t>
            </a:r>
            <a:endParaRPr lang="en-US" altLang="zh-CN" sz="2000" i="1">
              <a:latin typeface="Times New Roman" panose="02020603050405020304" pitchFamily="18" charset="0"/>
            </a:endParaRPr>
          </a:p>
        </p:txBody>
      </p:sp>
      <p:sp>
        <p:nvSpPr>
          <p:cNvPr id="96262" name="Line 5">
            <a:extLst>
              <a:ext uri="{FF2B5EF4-FFF2-40B4-BE49-F238E27FC236}">
                <a16:creationId xmlns:a16="http://schemas.microsoft.com/office/drawing/2014/main" id="{60C84C6F-3E31-79E5-0A1C-C53A2D95DE9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6263" name="Picture 6">
            <a:extLst>
              <a:ext uri="{FF2B5EF4-FFF2-40B4-BE49-F238E27FC236}">
                <a16:creationId xmlns:a16="http://schemas.microsoft.com/office/drawing/2014/main" id="{1273D936-1E79-36B9-8821-19B645DD4C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017713"/>
            <a:ext cx="8491538"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1">
            <a:extLst>
              <a:ext uri="{FF2B5EF4-FFF2-40B4-BE49-F238E27FC236}">
                <a16:creationId xmlns:a16="http://schemas.microsoft.com/office/drawing/2014/main" id="{1653F5DB-F185-0D0D-A018-2976167D44C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ED42BD22-0A02-4CF6-9786-8562CCE6890B}" type="slidenum">
              <a:rPr lang="en-US" altLang="zh-CN" sz="2000">
                <a:solidFill>
                  <a:schemeClr val="bg2"/>
                </a:solidFill>
              </a:rPr>
              <a:pPr/>
              <a:t>47</a:t>
            </a:fld>
            <a:endParaRPr lang="en-US" altLang="zh-CN" sz="2000">
              <a:solidFill>
                <a:schemeClr val="bg2"/>
              </a:solidFill>
            </a:endParaRPr>
          </a:p>
        </p:txBody>
      </p:sp>
      <p:sp>
        <p:nvSpPr>
          <p:cNvPr id="98307" name="Line 2">
            <a:extLst>
              <a:ext uri="{FF2B5EF4-FFF2-40B4-BE49-F238E27FC236}">
                <a16:creationId xmlns:a16="http://schemas.microsoft.com/office/drawing/2014/main" id="{BA4A1FF9-6A50-8E74-FA87-5DCB65E1ECAB}"/>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08" name="Line 3">
            <a:extLst>
              <a:ext uri="{FF2B5EF4-FFF2-40B4-BE49-F238E27FC236}">
                <a16:creationId xmlns:a16="http://schemas.microsoft.com/office/drawing/2014/main" id="{D80D1B36-DA19-D4CB-8E3A-F120A636E9F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09" name="Text Box 4">
            <a:extLst>
              <a:ext uri="{FF2B5EF4-FFF2-40B4-BE49-F238E27FC236}">
                <a16:creationId xmlns:a16="http://schemas.microsoft.com/office/drawing/2014/main" id="{7E696673-DEE9-909C-D5CF-186F40D40F7E}"/>
              </a:ext>
            </a:extLst>
          </p:cNvPr>
          <p:cNvSpPr txBox="1">
            <a:spLocks noChangeArrowheads="1"/>
          </p:cNvSpPr>
          <p:nvPr/>
        </p:nvSpPr>
        <p:spPr bwMode="auto">
          <a:xfrm>
            <a:off x="304800" y="762000"/>
            <a:ext cx="2449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24.30  </a:t>
            </a:r>
            <a:r>
              <a:rPr lang="zh-CN" altLang="en-US" sz="2000">
                <a:latin typeface="Times New Roman" panose="02020603050405020304" pitchFamily="18" charset="0"/>
              </a:rPr>
              <a:t>服务类型</a:t>
            </a:r>
            <a:endParaRPr lang="en-US" altLang="zh-CN" sz="2000">
              <a:latin typeface="Times New Roman" panose="02020603050405020304" pitchFamily="18" charset="0"/>
            </a:endParaRPr>
          </a:p>
        </p:txBody>
      </p:sp>
      <p:sp>
        <p:nvSpPr>
          <p:cNvPr id="98310" name="Line 5">
            <a:extLst>
              <a:ext uri="{FF2B5EF4-FFF2-40B4-BE49-F238E27FC236}">
                <a16:creationId xmlns:a16="http://schemas.microsoft.com/office/drawing/2014/main" id="{63B151B1-7557-EBB8-CFE1-608FC3E61DC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8311" name="Picture 13">
            <a:extLst>
              <a:ext uri="{FF2B5EF4-FFF2-40B4-BE49-F238E27FC236}">
                <a16:creationId xmlns:a16="http://schemas.microsoft.com/office/drawing/2014/main" id="{8D15B73E-A1BC-2A63-4613-EC745D4857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388" y="2679700"/>
            <a:ext cx="7542212"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1">
            <a:extLst>
              <a:ext uri="{FF2B5EF4-FFF2-40B4-BE49-F238E27FC236}">
                <a16:creationId xmlns:a16="http://schemas.microsoft.com/office/drawing/2014/main" id="{F4D6F22D-A597-79D9-9FB4-F2C08BBEEB2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rPr>
              <a:t>24.</a:t>
            </a:r>
            <a:fld id="{62F8D507-BF70-45D6-8D1A-6D335BAD1A3A}" type="slidenum">
              <a:rPr lang="en-US" altLang="zh-CN" sz="2000">
                <a:solidFill>
                  <a:schemeClr val="bg2"/>
                </a:solidFill>
              </a:rPr>
              <a:pPr/>
              <a:t>48</a:t>
            </a:fld>
            <a:endParaRPr lang="en-US" altLang="zh-CN" sz="2000">
              <a:solidFill>
                <a:schemeClr val="bg2"/>
              </a:solidFill>
            </a:endParaRPr>
          </a:p>
        </p:txBody>
      </p:sp>
      <p:sp>
        <p:nvSpPr>
          <p:cNvPr id="100355" name="Line 2">
            <a:extLst>
              <a:ext uri="{FF2B5EF4-FFF2-40B4-BE49-F238E27FC236}">
                <a16:creationId xmlns:a16="http://schemas.microsoft.com/office/drawing/2014/main" id="{F3E24B44-C680-2B0E-7794-75C45453EAD2}"/>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56" name="Line 3">
            <a:extLst>
              <a:ext uri="{FF2B5EF4-FFF2-40B4-BE49-F238E27FC236}">
                <a16:creationId xmlns:a16="http://schemas.microsoft.com/office/drawing/2014/main" id="{EF5D9FC2-EDE5-DD6D-D6D2-F51EDC9944F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57" name="Text Box 4">
            <a:extLst>
              <a:ext uri="{FF2B5EF4-FFF2-40B4-BE49-F238E27FC236}">
                <a16:creationId xmlns:a16="http://schemas.microsoft.com/office/drawing/2014/main" id="{2417C0C5-95FD-832C-3782-54A41DE22973}"/>
              </a:ext>
            </a:extLst>
          </p:cNvPr>
          <p:cNvSpPr txBox="1">
            <a:spLocks noChangeArrowheads="1"/>
          </p:cNvSpPr>
          <p:nvPr/>
        </p:nvSpPr>
        <p:spPr bwMode="auto">
          <a:xfrm>
            <a:off x="125413" y="762000"/>
            <a:ext cx="7799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zh-CN" altLang="en-US" sz="2400">
                <a:solidFill>
                  <a:schemeClr val="folHlink"/>
                </a:solidFill>
                <a:latin typeface="Times New Roman" panose="02020603050405020304" pitchFamily="18" charset="0"/>
              </a:rPr>
              <a:t>图</a:t>
            </a:r>
            <a:r>
              <a:rPr lang="en-US" altLang="zh-CN" sz="2400">
                <a:solidFill>
                  <a:schemeClr val="folHlink"/>
                </a:solidFill>
                <a:latin typeface="Times New Roman" panose="02020603050405020304" pitchFamily="18" charset="0"/>
              </a:rPr>
              <a:t> 24.31  </a:t>
            </a:r>
            <a:r>
              <a:rPr lang="zh-CN" altLang="en-US" sz="2000"/>
              <a:t>不同类型服务和网络总容量间的关系</a:t>
            </a:r>
            <a:endParaRPr lang="en-US" altLang="zh-CN" sz="2000" i="1">
              <a:latin typeface="Times New Roman" panose="02020603050405020304" pitchFamily="18" charset="0"/>
            </a:endParaRPr>
          </a:p>
        </p:txBody>
      </p:sp>
      <p:sp>
        <p:nvSpPr>
          <p:cNvPr id="100358" name="Line 5">
            <a:extLst>
              <a:ext uri="{FF2B5EF4-FFF2-40B4-BE49-F238E27FC236}">
                <a16:creationId xmlns:a16="http://schemas.microsoft.com/office/drawing/2014/main" id="{0CED2D1B-75A5-BA98-7C52-761D63DDBEA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0359" name="Picture 6">
            <a:extLst>
              <a:ext uri="{FF2B5EF4-FFF2-40B4-BE49-F238E27FC236}">
                <a16:creationId xmlns:a16="http://schemas.microsoft.com/office/drawing/2014/main" id="{83BD7509-DD2B-66A7-ACD8-9E4D0B2C63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513" y="1811338"/>
            <a:ext cx="7037387"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1">
            <a:extLst>
              <a:ext uri="{FF2B5EF4-FFF2-40B4-BE49-F238E27FC236}">
                <a16:creationId xmlns:a16="http://schemas.microsoft.com/office/drawing/2014/main" id="{6CEC19BE-77E5-004C-FDCF-7054293BFB9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2000">
                <a:solidFill>
                  <a:schemeClr val="bg2"/>
                </a:solidFill>
                <a:latin typeface="Times New Roman" panose="02020603050405020304" pitchFamily="18" charset="0"/>
                <a:cs typeface="Times New Roman" panose="02020603050405020304" pitchFamily="18" charset="0"/>
              </a:rPr>
              <a:t>24.</a:t>
            </a:r>
            <a:fld id="{17DCD4A1-ECD8-423A-9DC5-1C747232A85C}" type="slidenum">
              <a:rPr lang="en-US" altLang="zh-CN" sz="2000">
                <a:solidFill>
                  <a:schemeClr val="bg2"/>
                </a:solidFill>
                <a:latin typeface="Times New Roman" panose="02020603050405020304" pitchFamily="18" charset="0"/>
                <a:cs typeface="Times New Roman" panose="02020603050405020304" pitchFamily="18" charset="0"/>
              </a:rPr>
              <a:pPr/>
              <a:t>49</a:t>
            </a:fld>
            <a:endParaRPr lang="en-US" altLang="zh-CN" sz="2000">
              <a:solidFill>
                <a:schemeClr val="bg2"/>
              </a:solidFill>
              <a:latin typeface="Times New Roman" panose="02020603050405020304" pitchFamily="18" charset="0"/>
              <a:cs typeface="Times New Roman" panose="02020603050405020304" pitchFamily="18" charset="0"/>
            </a:endParaRPr>
          </a:p>
        </p:txBody>
      </p:sp>
      <p:sp>
        <p:nvSpPr>
          <p:cNvPr id="102403" name="TextBox 2">
            <a:extLst>
              <a:ext uri="{FF2B5EF4-FFF2-40B4-BE49-F238E27FC236}">
                <a16:creationId xmlns:a16="http://schemas.microsoft.com/office/drawing/2014/main" id="{1FAD2C2C-A27E-616E-0940-F02A70E1029A}"/>
              </a:ext>
            </a:extLst>
          </p:cNvPr>
          <p:cNvSpPr txBox="1">
            <a:spLocks noChangeArrowheads="1"/>
          </p:cNvSpPr>
          <p:nvPr/>
        </p:nvSpPr>
        <p:spPr bwMode="auto">
          <a:xfrm>
            <a:off x="3810000" y="2895600"/>
            <a:ext cx="18002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r>
              <a:rPr lang="en-US" altLang="zh-CN" sz="5400">
                <a:latin typeface="Times New Roman" panose="02020603050405020304" pitchFamily="18" charset="0"/>
                <a:cs typeface="Times New Roman" panose="02020603050405020304" pitchFamily="18" charset="0"/>
              </a:rPr>
              <a:t>Q&amp;A</a:t>
            </a:r>
            <a:endParaRPr lang="zh-CN" altLang="en-US" sz="540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32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3200" b="1" i="0" u="none" strike="noStrike" cap="none" normalizeH="0" baseline="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2832</TotalTime>
  <Words>1000</Words>
  <Application>Microsoft Office PowerPoint</Application>
  <PresentationFormat>全屏显示(4:3)</PresentationFormat>
  <Paragraphs>195</Paragraphs>
  <Slides>49</Slides>
  <Notes>48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49</vt:i4>
      </vt:variant>
    </vt:vector>
  </HeadingPairs>
  <TitlesOfParts>
    <vt:vector size="57" baseType="lpstr">
      <vt:lpstr>Arial</vt:lpstr>
      <vt:lpstr>宋体</vt:lpstr>
      <vt:lpstr>Tahoma</vt:lpstr>
      <vt:lpstr>Wingdings</vt:lpstr>
      <vt:lpstr>Times New Roman</vt:lpstr>
      <vt:lpstr>McGrawHill-Italic</vt:lpstr>
      <vt:lpstr>Times</vt:lpstr>
      <vt:lpstr>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浩嘉 申</cp:lastModifiedBy>
  <cp:revision>195</cp:revision>
  <dcterms:created xsi:type="dcterms:W3CDTF">2000-01-15T04:50:39Z</dcterms:created>
  <dcterms:modified xsi:type="dcterms:W3CDTF">2026-06-02T07:12:20Z</dcterms:modified>
</cp:coreProperties>
</file>