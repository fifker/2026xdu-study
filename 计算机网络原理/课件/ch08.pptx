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8"/>
  </p:notesMasterIdLst>
  <p:sldIdLst>
    <p:sldId id="791" r:id="rId2"/>
    <p:sldId id="748" r:id="rId3"/>
    <p:sldId id="749" r:id="rId4"/>
    <p:sldId id="535" r:id="rId5"/>
    <p:sldId id="774" r:id="rId6"/>
    <p:sldId id="750" r:id="rId7"/>
    <p:sldId id="775" r:id="rId8"/>
    <p:sldId id="788" r:id="rId9"/>
    <p:sldId id="751" r:id="rId10"/>
    <p:sldId id="789" r:id="rId11"/>
    <p:sldId id="752" r:id="rId12"/>
    <p:sldId id="753" r:id="rId13"/>
    <p:sldId id="776" r:id="rId14"/>
    <p:sldId id="745" r:id="rId15"/>
    <p:sldId id="777" r:id="rId16"/>
    <p:sldId id="754" r:id="rId17"/>
    <p:sldId id="755" r:id="rId18"/>
    <p:sldId id="778" r:id="rId19"/>
    <p:sldId id="779" r:id="rId20"/>
    <p:sldId id="756" r:id="rId21"/>
    <p:sldId id="780" r:id="rId22"/>
    <p:sldId id="746" r:id="rId23"/>
    <p:sldId id="757" r:id="rId24"/>
    <p:sldId id="758" r:id="rId25"/>
    <p:sldId id="759" r:id="rId26"/>
    <p:sldId id="760" r:id="rId27"/>
    <p:sldId id="761" r:id="rId28"/>
    <p:sldId id="762" r:id="rId29"/>
    <p:sldId id="781" r:id="rId30"/>
    <p:sldId id="763" r:id="rId31"/>
    <p:sldId id="782" r:id="rId32"/>
    <p:sldId id="747" r:id="rId33"/>
    <p:sldId id="764" r:id="rId34"/>
    <p:sldId id="765" r:id="rId35"/>
    <p:sldId id="783" r:id="rId36"/>
    <p:sldId id="786" r:id="rId37"/>
    <p:sldId id="790" r:id="rId38"/>
    <p:sldId id="787" r:id="rId39"/>
    <p:sldId id="766" r:id="rId40"/>
    <p:sldId id="767" r:id="rId41"/>
    <p:sldId id="768" r:id="rId42"/>
    <p:sldId id="769" r:id="rId43"/>
    <p:sldId id="770" r:id="rId44"/>
    <p:sldId id="771" r:id="rId45"/>
    <p:sldId id="772" r:id="rId46"/>
    <p:sldId id="773" r:id="rId4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00CC00"/>
    <a:srgbClr val="996633"/>
    <a:srgbClr val="6666FF"/>
    <a:srgbClr val="3366FF"/>
    <a:srgbClr val="CCFF99"/>
    <a:srgbClr val="99FF33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09" autoAdjust="0"/>
    <p:restoredTop sz="94688" autoAdjust="0"/>
  </p:normalViewPr>
  <p:slideViewPr>
    <p:cSldViewPr>
      <p:cViewPr varScale="1">
        <p:scale>
          <a:sx n="154" d="100"/>
          <a:sy n="154" d="100"/>
        </p:scale>
        <p:origin x="453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218" name="Rectangle 2">
            <a:extLst>
              <a:ext uri="{FF2B5EF4-FFF2-40B4-BE49-F238E27FC236}">
                <a16:creationId xmlns:a16="http://schemas.microsoft.com/office/drawing/2014/main" id="{7C25F443-CA3F-4128-B6AD-8A74C97AA6D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05219" name="Rectangle 3">
            <a:extLst>
              <a:ext uri="{FF2B5EF4-FFF2-40B4-BE49-F238E27FC236}">
                <a16:creationId xmlns:a16="http://schemas.microsoft.com/office/drawing/2014/main" id="{4E2ABFEE-A5C2-4046-8455-F4ADA16EA02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20C36119-D8D7-8E94-D269-6ADF59482677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05221" name="Rectangle 5">
            <a:extLst>
              <a:ext uri="{FF2B5EF4-FFF2-40B4-BE49-F238E27FC236}">
                <a16:creationId xmlns:a16="http://schemas.microsoft.com/office/drawing/2014/main" id="{1BC11212-ECF6-463F-8858-0199914AFE6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905222" name="Rectangle 6">
            <a:extLst>
              <a:ext uri="{FF2B5EF4-FFF2-40B4-BE49-F238E27FC236}">
                <a16:creationId xmlns:a16="http://schemas.microsoft.com/office/drawing/2014/main" id="{AA2DCEB4-3474-4897-8C62-4D79F953908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05223" name="Rectangle 7">
            <a:extLst>
              <a:ext uri="{FF2B5EF4-FFF2-40B4-BE49-F238E27FC236}">
                <a16:creationId xmlns:a16="http://schemas.microsoft.com/office/drawing/2014/main" id="{19283610-0982-458B-AC31-771709D449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fld id="{69E7E43F-CC4F-49B2-9B56-6ECE30F4B19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47635A8F-473C-A6D7-FA7C-9F6D1B7CE9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D33F92-B3F6-4045-BE21-5D954F25FFA9}" type="slidenum">
              <a:rPr lang="zh-CN" altLang="en-US" sz="1200" b="0">
                <a:latin typeface="Times New Roman" panose="02020603050405020304" pitchFamily="18" charset="0"/>
              </a:rPr>
              <a:pPr/>
              <a:t>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FE48223E-6E07-7D85-635C-9D6EE283512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49DEC0D-736A-765A-C23E-F197D0B042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4CA14531-31E9-156B-83CE-13E06C7F34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AB8016-4031-4BCF-9757-CDA87D87BA7A}" type="slidenum">
              <a:rPr lang="zh-CN" altLang="en-US" sz="1200" b="0">
                <a:latin typeface="Times New Roman" panose="02020603050405020304" pitchFamily="18" charset="0"/>
              </a:rPr>
              <a:pPr/>
              <a:t>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3ED5F8E-82E1-CA61-222C-121A28BAB70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D98E8C7C-8AC0-801E-3C45-06684EB93E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DEBAA0B4-C64D-3491-4CC6-2A17E534CD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A67B66-7DC5-4AA9-9EF5-AECD020E716E}" type="slidenum">
              <a:rPr lang="zh-CN" altLang="en-US" sz="1200" b="0">
                <a:latin typeface="Times New Roman" panose="02020603050405020304" pitchFamily="18" charset="0"/>
              </a:rPr>
              <a:pPr/>
              <a:t>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BC1AC451-6327-6999-B9BA-6DA533F613F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42AC218D-3E32-A465-CE5D-5779EA383C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89252EA4-EB28-992D-1EBE-0D8F002066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883E1B9-7A52-4E5A-8A22-51B1C8D62BE0}" type="slidenum">
              <a:rPr lang="zh-CN" altLang="en-US" sz="1200" b="0">
                <a:latin typeface="Times New Roman" panose="02020603050405020304" pitchFamily="18" charset="0"/>
              </a:rPr>
              <a:pPr/>
              <a:t>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C59FAA2E-935B-CB9D-BC8B-CC25D8D4105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9770CB8C-4ADB-49F2-1C57-1FB3292C78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42E08CE0-ADAB-8BD8-DF8C-04A0B25342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9508D8-84AD-49E2-83EC-6BF01F395FE2}" type="slidenum">
              <a:rPr lang="zh-CN" altLang="en-US" sz="1200" b="0">
                <a:latin typeface="Times New Roman" panose="02020603050405020304" pitchFamily="18" charset="0"/>
              </a:rPr>
              <a:pPr/>
              <a:t>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0582BB7F-CB3D-A1B1-1F1E-CA2D0864252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8C22B842-3E2F-412B-C3A6-524FE7DC6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5B59A3A2-2EB9-D1EE-FE2A-15A96A6837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FDF6834-1FF0-4425-BFD3-FBA931EDE8AE}" type="slidenum">
              <a:rPr lang="zh-CN" altLang="en-US" sz="1200" b="0">
                <a:latin typeface="Times New Roman" panose="02020603050405020304" pitchFamily="18" charset="0"/>
              </a:rPr>
              <a:pPr/>
              <a:t>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3EFFF03B-4515-39B3-EC78-8680F40B894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7B5C023D-A659-B7E8-F0B9-9C7D19A684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7BC699F8-5D5A-2535-8B5B-4B6FDA0BBA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7543F31-9786-4E92-AF0B-853F22C69F73}" type="slidenum">
              <a:rPr lang="zh-CN" altLang="en-US" sz="1200" b="0">
                <a:latin typeface="Times New Roman" panose="02020603050405020304" pitchFamily="18" charset="0"/>
              </a:rPr>
              <a:pPr/>
              <a:t>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E8CFEAC6-0FFF-3887-F6CB-45673E8A50F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7CFAAEE1-E121-187E-B17D-F481AF7FD3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D8B2C455-04AD-C9AD-AC2B-B072440A7E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BE42F4-7FDF-466C-9CD9-6CC30433B523}" type="slidenum">
              <a:rPr lang="zh-CN" altLang="en-US" sz="1200" b="0">
                <a:latin typeface="Times New Roman" panose="02020603050405020304" pitchFamily="18" charset="0"/>
              </a:rPr>
              <a:pPr/>
              <a:t>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CF47852A-4474-1864-BE71-AD6F13DCEAB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D70B8C20-4DBC-5BAB-CC7E-7D7C17D0D8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2855CEA4-EB8C-C24C-6A12-7C51AE877F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D544C7-F7BC-47ED-B602-FD292B29F374}" type="slidenum">
              <a:rPr lang="zh-CN" altLang="en-US" sz="1200" b="0">
                <a:latin typeface="Times New Roman" panose="02020603050405020304" pitchFamily="18" charset="0"/>
              </a:rPr>
              <a:pPr/>
              <a:t>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B76A32A5-D5D8-1FBC-AADF-15B6FB2CA57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FC820A69-75E1-3716-F4C7-8948DC4CE2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7453C64C-D674-75A2-73B6-C6B4CDAC38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968999-4C02-4482-A588-EE4263007A05}" type="slidenum">
              <a:rPr lang="zh-CN" altLang="en-US" sz="1200" b="0">
                <a:latin typeface="Times New Roman" panose="02020603050405020304" pitchFamily="18" charset="0"/>
              </a:rPr>
              <a:pPr/>
              <a:t>10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19563CC5-E17B-F74E-4568-B8CD300CD6B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C78CBB93-357D-165B-FF62-E668BCAC2F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8DAD4802-568B-697C-11A9-86912288B9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43CA965-1585-4B30-AAD9-6917563372D6}" type="slidenum">
              <a:rPr lang="zh-CN" altLang="en-US" sz="1200" b="0">
                <a:latin typeface="Times New Roman" panose="02020603050405020304" pitchFamily="18" charset="0"/>
              </a:rPr>
              <a:pPr/>
              <a:t>11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4CABC3DB-F3B3-EB63-838D-B8334043604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8486095A-8691-06F3-DC86-133F9E393E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DDCA0F22-0F0C-4E72-B086-47B463A807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D37542-7419-4CC8-BA93-21628E9950AB}" type="slidenum">
              <a:rPr lang="zh-CN" altLang="en-US" sz="1200" b="0">
                <a:latin typeface="Times New Roman" panose="02020603050405020304" pitchFamily="18" charset="0"/>
              </a:rPr>
              <a:pPr/>
              <a:t>12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5E257519-72F7-27CC-236C-83DFFAF47DB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B41EDF42-8B5E-9375-C9A7-65669F823B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021CB3AC-A428-AAEB-2383-C87E8977B6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5DB7A3A-B303-4B05-B3DF-7D404F9C827B}" type="slidenum">
              <a:rPr lang="zh-CN" altLang="en-US" sz="1200" b="0">
                <a:latin typeface="Times New Roman" panose="02020603050405020304" pitchFamily="18" charset="0"/>
              </a:rPr>
              <a:pPr/>
              <a:t>13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BB6C02F7-FB03-3979-4BC2-3589E9A402E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E250EBA3-DF1D-B593-4336-E726FB5424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0C7DDC60-A8BB-9099-34AC-ADC3A8C1ED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8370982-D982-484F-80D2-C4DF28A03245}" type="slidenum">
              <a:rPr lang="zh-CN" altLang="en-US" sz="1200" b="0">
                <a:latin typeface="Times New Roman" panose="02020603050405020304" pitchFamily="18" charset="0"/>
              </a:rPr>
              <a:pPr/>
              <a:t>14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DBF95948-47CA-7CA3-D9FC-A443DF34549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DBF1228C-7B29-6E7C-C020-31C7D76CDE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69DC4410-48F0-C9BA-8B3A-968EA24091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41ADD0B-5217-4458-9AA6-28D3AF704BA3}" type="slidenum">
              <a:rPr lang="zh-CN" altLang="en-US" sz="1200" b="0">
                <a:latin typeface="Times New Roman" panose="02020603050405020304" pitchFamily="18" charset="0"/>
              </a:rPr>
              <a:pPr/>
              <a:t>15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7897392B-B92A-0EB3-7758-280B0E44649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F1648AC3-1E3B-66AD-204A-2819ACEE12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F679BF3F-071A-2B6C-4CD4-BE83312A51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C3613D6-C345-44F0-8949-1BA61D4AA2C3}" type="slidenum">
              <a:rPr lang="zh-CN" altLang="en-US" sz="1200" b="0">
                <a:latin typeface="Times New Roman" panose="02020603050405020304" pitchFamily="18" charset="0"/>
              </a:rPr>
              <a:pPr/>
              <a:t>16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47A11344-62F9-3586-0A77-C4782110795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8E5F27A0-DF7E-A927-031A-EA72071D10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E7E49764-9CF8-1CDA-792E-3557CD2AF5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D43259-A3F8-4A95-BA6F-03D54F971A01}" type="slidenum">
              <a:rPr lang="zh-CN" altLang="en-US" sz="1200" b="0">
                <a:latin typeface="Times New Roman" panose="02020603050405020304" pitchFamily="18" charset="0"/>
              </a:rPr>
              <a:pPr/>
              <a:t>17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10B2E261-3188-A79D-0AA7-F4D99C09F9A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6535ADB1-8C6B-58CA-CA9C-6FD16E7B33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8E815521-79CE-6F8A-71EB-601496F58F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DD24C8-5241-4B1D-AD94-6446B411CDF2}" type="slidenum">
              <a:rPr lang="zh-CN" altLang="en-US" sz="1200" b="0">
                <a:latin typeface="Times New Roman" panose="02020603050405020304" pitchFamily="18" charset="0"/>
              </a:rPr>
              <a:pPr/>
              <a:t>18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1E9A8E1A-456D-843D-6FB9-F5A769FE978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17CDFA14-56A2-CE18-3939-03A4DC1D5C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B4CD5FA1-3B8E-FAE7-1A30-840669D9CD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1593A39-EC13-475E-A9BC-E39E83BBF2BE}" type="slidenum">
              <a:rPr lang="zh-CN" altLang="en-US" sz="1200" b="0">
                <a:latin typeface="Times New Roman" panose="02020603050405020304" pitchFamily="18" charset="0"/>
              </a:rPr>
              <a:pPr/>
              <a:t>19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BED3B82D-1BAB-65F9-5E91-60872D1380F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15F56BBA-FAF3-CE21-4572-FE7CAD9965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1C0BFEA6-8EB4-3E6E-9321-1E7B15776D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4EA5870-59C8-42A5-B943-6DCFB625E7FE}" type="slidenum">
              <a:rPr lang="zh-CN" altLang="en-US" sz="1200" b="0">
                <a:latin typeface="Times New Roman" panose="02020603050405020304" pitchFamily="18" charset="0"/>
              </a:rPr>
              <a:pPr/>
              <a:t>20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E4D13C9E-FB01-93B6-B061-A4935184C6A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A9C30785-A850-3BBE-2131-56090AA06D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48AC0032-131D-2CBD-037E-51F3562151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44B1A3-C9BF-409A-B4DC-153E10EB613F}" type="slidenum">
              <a:rPr lang="zh-CN" altLang="en-US" sz="1200" b="0">
                <a:latin typeface="Times New Roman" panose="02020603050405020304" pitchFamily="18" charset="0"/>
              </a:rPr>
              <a:pPr/>
              <a:t>21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01838718-0802-92DC-68EA-482E2A2CB0E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8FE26BCC-86F7-72DF-5654-245C424B31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8F538327-4787-FC9C-C232-25C699BC0C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E963A9D-3EA1-4764-BFEC-16C73F315F84}" type="slidenum">
              <a:rPr lang="zh-CN" altLang="en-US" sz="1200" b="0">
                <a:latin typeface="Times New Roman" panose="02020603050405020304" pitchFamily="18" charset="0"/>
              </a:rPr>
              <a:pPr/>
              <a:t>22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E28C1EA6-C6CD-9872-4345-86BF793D35E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97C94A96-54BB-91E7-0174-36F0C7BCF7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B34A4BC2-6D9F-C566-CE2D-6E0D5BC198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3616C6D-2DC6-43AB-846C-A0ADE648D065}" type="slidenum">
              <a:rPr lang="zh-CN" altLang="en-US" sz="1200" b="0">
                <a:latin typeface="Times New Roman" panose="02020603050405020304" pitchFamily="18" charset="0"/>
              </a:rPr>
              <a:pPr/>
              <a:t>23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8287F7C5-5FFC-5D1E-9F47-0F1CC7BA2FC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DC01D5DE-C47C-EF7C-DDF4-8295B13536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6DB3B3AC-DEAA-D3EF-7F7B-FE2F8FF568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E2EE1C-F9F0-43FE-BB28-ECFD7D38E9E8}" type="slidenum">
              <a:rPr lang="zh-CN" altLang="en-US" sz="1200" b="0">
                <a:latin typeface="Times New Roman" panose="02020603050405020304" pitchFamily="18" charset="0"/>
              </a:rPr>
              <a:pPr/>
              <a:t>24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A398F16C-860D-8E6B-778B-674323F23B2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2F6B011A-FFCA-1FF1-21F2-825D228A93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CA3423AC-2969-D233-44CD-5CFBC5FB46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AF8B465-1365-4D9B-A2B9-D5B54FC5AC80}" type="slidenum">
              <a:rPr lang="zh-CN" altLang="en-US" sz="1200" b="0">
                <a:latin typeface="Times New Roman" panose="02020603050405020304" pitchFamily="18" charset="0"/>
              </a:rPr>
              <a:pPr/>
              <a:t>25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DF8EB431-9BCD-9917-F144-86B98505641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07815C37-8EF7-DF01-D732-345BBE9AA4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C83541E8-DAE9-7F21-5B21-C84FEFB46C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658408A-A658-4310-A5C9-BEA0C8A6AC78}" type="slidenum">
              <a:rPr lang="zh-CN" altLang="en-US" sz="1200" b="0">
                <a:latin typeface="Times New Roman" panose="02020603050405020304" pitchFamily="18" charset="0"/>
              </a:rPr>
              <a:pPr/>
              <a:t>26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5CC4E1D3-DAC9-D36B-33FD-160D0FCD054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C2C7FCFB-E134-3E93-70AD-D67860CAF6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0E2C4055-D184-5B84-A0B2-7A07E16AC7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97A6B0-FE20-4E82-84F1-70E8262A5B72}" type="slidenum">
              <a:rPr lang="zh-CN" altLang="en-US" sz="1200" b="0">
                <a:latin typeface="Times New Roman" panose="02020603050405020304" pitchFamily="18" charset="0"/>
              </a:rPr>
              <a:pPr/>
              <a:t>27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D07890A2-140D-E7F6-1920-8CF5B8E2D4D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2ED06919-4F49-FA1E-BB35-669DD998FE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8EE62CC3-D08F-D954-B02D-16A49FE42E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CA2417-FCB4-4D4C-9A94-8B18CF7C9595}" type="slidenum">
              <a:rPr lang="zh-CN" altLang="en-US" sz="1200" b="0">
                <a:latin typeface="Times New Roman" panose="02020603050405020304" pitchFamily="18" charset="0"/>
              </a:rPr>
              <a:pPr/>
              <a:t>28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6B98AEBB-8A24-4C8E-DA13-F84E2E70BC8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5B21046A-A855-CC28-CA39-20205E7CC0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33281A60-D420-8F70-0C33-15B16FBCBD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0B2D31-1D70-4EEA-BAAD-1FDE4D63B87B}" type="slidenum">
              <a:rPr lang="zh-CN" altLang="en-US" sz="1200" b="0">
                <a:latin typeface="Times New Roman" panose="02020603050405020304" pitchFamily="18" charset="0"/>
              </a:rPr>
              <a:pPr/>
              <a:t>29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B428C4D9-6FC6-D747-2463-7FA7A8E853E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BC85723C-106E-9782-49C3-725F6E8461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4FDBB302-9407-2A9C-E622-F1F49DB613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C9A0FF-BF16-4530-8F7D-1FCD831B244D}" type="slidenum">
              <a:rPr lang="zh-CN" altLang="en-US" sz="1200" b="0">
                <a:latin typeface="Times New Roman" panose="02020603050405020304" pitchFamily="18" charset="0"/>
              </a:rPr>
              <a:pPr/>
              <a:t>30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6AFE74DD-1827-3332-74DC-A88960F2605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D81D0C2A-598C-9FA9-EAB7-D31408095E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1794B90D-F116-2D7F-A255-CB42E43B7A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8DE8BF-F619-4684-85BF-20A0B95CB32F}" type="slidenum">
              <a:rPr lang="zh-CN" altLang="en-US" sz="1200" b="0">
                <a:latin typeface="Times New Roman" panose="02020603050405020304" pitchFamily="18" charset="0"/>
              </a:rPr>
              <a:pPr/>
              <a:t>31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D7E340AE-6C3A-7AF5-5371-6A3AA6DF809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7A348F90-C98F-7863-4E94-152F9C3C08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AC0A5EBC-F500-F1C7-6375-67C1CAFD15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6A8DCB-16C2-4460-B214-BD6E4438AAA0}" type="slidenum">
              <a:rPr lang="zh-CN" altLang="en-US" sz="1200" b="0">
                <a:latin typeface="Times New Roman" panose="02020603050405020304" pitchFamily="18" charset="0"/>
              </a:rPr>
              <a:pPr/>
              <a:t>32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D27524C7-5EF5-C34A-A21F-FF679D8627D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12A1F229-1C60-9D7E-9C7D-945ABB417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F4DDEAD2-F38B-10CE-0861-6EB344F0C1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5C5E8D3-F132-41DD-AB6A-2D6668529C28}" type="slidenum">
              <a:rPr lang="zh-CN" altLang="en-US" sz="1200" b="0">
                <a:latin typeface="Times New Roman" panose="02020603050405020304" pitchFamily="18" charset="0"/>
              </a:rPr>
              <a:pPr/>
              <a:t>33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BFB76CD1-4818-B49A-0113-267F592AD22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42CDDBBB-3D27-A69A-13F8-8635676E79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BF9C60E2-5189-DA16-57BE-69F83532B5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4A67730-7393-41B3-9745-1BC2D562D078}" type="slidenum">
              <a:rPr lang="zh-CN" altLang="en-US" sz="1200" b="0">
                <a:latin typeface="Times New Roman" panose="02020603050405020304" pitchFamily="18" charset="0"/>
              </a:rPr>
              <a:pPr/>
              <a:t>34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8F9BA42B-F9AC-D5E1-F1CF-8248D7E76D7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EC788FF3-8F85-CC6F-ECE3-A2760D04B9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B72DEB49-6A86-E129-03A4-AAD1858110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7FF80C-3979-4A46-AF93-49DE0C124C5F}" type="slidenum">
              <a:rPr lang="zh-CN" altLang="en-US" sz="1200" b="0">
                <a:latin typeface="Times New Roman" panose="02020603050405020304" pitchFamily="18" charset="0"/>
              </a:rPr>
              <a:pPr/>
              <a:t>35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F7803552-0CAA-85ED-D382-C88C35F36DF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5D3612B6-3CFA-4DB8-4797-5C8F03ADF8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78E1C22E-F08D-BB09-6C97-CAB279BF16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F5C8108-E613-41CD-A669-2BD8195F6E8A}" type="slidenum">
              <a:rPr lang="zh-CN" altLang="en-US" sz="1200" b="0">
                <a:latin typeface="Times New Roman" panose="02020603050405020304" pitchFamily="18" charset="0"/>
              </a:rPr>
              <a:pPr/>
              <a:t>36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0472EE10-44E0-86CE-454C-5A4288069E5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3FDB7883-2FEA-50F2-F122-7277EDA3A6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26A8935C-5E0A-87B7-9EC8-84D8B0A1B5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68033E8-39AB-434E-A5CC-86ABC77D0A6C}" type="slidenum">
              <a:rPr lang="zh-CN" altLang="en-US" sz="1200" b="0">
                <a:latin typeface="Times New Roman" panose="02020603050405020304" pitchFamily="18" charset="0"/>
              </a:rPr>
              <a:pPr/>
              <a:t>37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4A686FD6-353E-E52B-372A-9B53F7B866D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B4384A69-E49C-0621-B082-58BD32830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396F4B14-8FCC-8277-F2DA-9DB36D42D9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8E224E2-1E50-4F95-9B77-D6657F6E15E0}" type="slidenum">
              <a:rPr lang="zh-CN" altLang="en-US" sz="1200" b="0">
                <a:latin typeface="Times New Roman" panose="02020603050405020304" pitchFamily="18" charset="0"/>
              </a:rPr>
              <a:pPr/>
              <a:t>38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E3074D2E-A983-C64B-E6F2-24246FB4CC9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F84FE975-EDCF-8BDB-7883-5B4E6C39A3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2CBC8E79-4B45-5742-F5B2-7A23E745E4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1450F01-A6B9-4E26-BFCA-408A25080339}" type="slidenum">
              <a:rPr lang="zh-CN" altLang="en-US" sz="1200" b="0">
                <a:latin typeface="Times New Roman" panose="02020603050405020304" pitchFamily="18" charset="0"/>
              </a:rPr>
              <a:pPr/>
              <a:t>39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2EDC5EC4-72C3-79A9-BDDB-C32D0C6E2AB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87098F60-847C-E1E8-C14A-97D3AE5D24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40422F45-070B-09A1-2FEC-460AB414B7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770B36-F9EC-4470-A297-3099EA91EEC5}" type="slidenum">
              <a:rPr lang="zh-CN" altLang="en-US" sz="1200" b="0">
                <a:latin typeface="Times New Roman" panose="02020603050405020304" pitchFamily="18" charset="0"/>
              </a:rPr>
              <a:pPr/>
              <a:t>40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99A8B345-9960-56F4-D4B3-10FA777EEFF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CAB013A1-7C22-4BD3-998A-F807A6CBC7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FA0C4E2F-9ACA-5FCA-E2F2-CC87945803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6F966A-9405-487F-988A-070048718B0A}" type="slidenum">
              <a:rPr lang="zh-CN" altLang="en-US" sz="1200" b="0">
                <a:latin typeface="Times New Roman" panose="02020603050405020304" pitchFamily="18" charset="0"/>
              </a:rPr>
              <a:pPr/>
              <a:t>41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A09916A3-D3CC-EF3C-CD59-611F470435A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11E1A319-3165-0AAA-1615-5D1E3B3014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80DA458C-4732-73B4-8147-0605267029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CDE327B-266D-4A73-A979-F3B903039F86}" type="slidenum">
              <a:rPr lang="zh-CN" altLang="en-US" sz="1200" b="0">
                <a:latin typeface="Times New Roman" panose="02020603050405020304" pitchFamily="18" charset="0"/>
              </a:rPr>
              <a:pPr/>
              <a:t>42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A322FC2F-D128-1E07-4DE8-AFC115C699A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D8AA5B44-516B-0270-5852-C3A1E042D5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325F1B48-8904-A7E5-025C-FC9BF7FFD8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79BC901-4CB9-42BE-B5A5-5A120AAACA3D}" type="slidenum">
              <a:rPr lang="zh-CN" altLang="en-US" sz="1200" b="0">
                <a:latin typeface="Times New Roman" panose="02020603050405020304" pitchFamily="18" charset="0"/>
              </a:rPr>
              <a:pPr/>
              <a:t>43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55E90C23-A20C-E13D-813C-59DD7F0DC76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E6766C02-703A-4CD8-A6C0-47499683F0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BF4708B-906A-E1F5-104D-C6C6CF0273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310E5D-1160-40D8-9871-2A19E0FF9683}" type="slidenum">
              <a:rPr lang="zh-CN" altLang="en-US" sz="1200" b="0">
                <a:latin typeface="Times New Roman" panose="02020603050405020304" pitchFamily="18" charset="0"/>
              </a:rPr>
              <a:pPr/>
              <a:t>44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DDC71C4-AB12-B966-A9DF-26087D75839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E08C363B-4DC1-F6D3-22C4-8C5CF41A25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E21FD7B9-FAAC-8DAC-86C1-592F883B03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BED327-A7ED-4D19-A3A2-1F3B406E740F}" type="slidenum">
              <a:rPr lang="zh-CN" altLang="en-US" sz="1200" b="0">
                <a:latin typeface="Times New Roman" panose="02020603050405020304" pitchFamily="18" charset="0"/>
              </a:rPr>
              <a:pPr/>
              <a:t>45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6FB6AC71-F8EF-4971-9C4D-DA3172B862D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8A5B87CF-0092-F109-D1AA-B2DE8373F3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DAFF6456-9993-309F-8974-99DEB66F90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ABEFB5A-DBDF-40F8-BEF9-6592E6818AE4}" type="slidenum">
              <a:rPr lang="zh-CN" altLang="en-US" sz="1200" b="0">
                <a:latin typeface="Times New Roman" panose="02020603050405020304" pitchFamily="18" charset="0"/>
              </a:rPr>
              <a:pPr/>
              <a:t>46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0E551914-152F-5628-F9AE-B86BC18A4FD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25FEC423-6795-477C-4CEC-40569EBE91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22C0018-037A-EE8B-9B3A-A28E78631EF3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5BB8CC4B-FDE3-1EF1-A388-EFD13237B7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1938A6BB-04E5-5940-50D4-F85CA5E25B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26BC300A-EC19-7951-248A-731F7F7357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48162096-0F31-3FA7-3D56-E7F2ADA142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2B4BFF6-0565-C74C-F99C-51B46D09CC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5AFA7E8-C007-9F17-F7F9-4A4B8076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263B495C-C46A-5A80-C08F-4B003DCC2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79853282-0A3E-A0E5-CFF6-BACBD1FCC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957D7023-CF3F-2CDE-5CFF-77CBBF93A3F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12" name="Text Box 17">
            <a:extLst>
              <a:ext uri="{FF2B5EF4-FFF2-40B4-BE49-F238E27FC236}">
                <a16:creationId xmlns:a16="http://schemas.microsoft.com/office/drawing/2014/main" id="{D6C07E5E-7B96-97DD-EFE6-7D70098F515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0">
                <a:latin typeface="McGrawHill-Italic" pitchFamily="2" charset="0"/>
              </a:rPr>
              <a:t>McGraw-Hill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5D3FF25F-13F8-8807-3540-F04EDC5CD8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Char char="©"/>
              <a:defRPr/>
            </a:pPr>
            <a:r>
              <a:rPr lang="en-US" altLang="en-US" sz="1400" b="0">
                <a:latin typeface="McGrawHill-Italic" pitchFamily="2" charset="0"/>
              </a:rPr>
              <a:t>The McGraw-Hill Companies, Inc., 2000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735C3720-6165-C615-1B3A-689F4D0C2D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bg2"/>
                </a:solidFill>
                <a:latin typeface="+mn-lt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879704B0-0011-557C-540C-EA86D12BD4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bg2"/>
                </a:solidFill>
                <a:latin typeface="+mn-lt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85B66809-5407-9469-D58F-F7953B3C0A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>
                <a:latin typeface="Tahoma" panose="020B0604030504040204" pitchFamily="34" charset="0"/>
              </a:defRPr>
            </a:lvl1pPr>
          </a:lstStyle>
          <a:p>
            <a:fld id="{BCF1D90F-96D2-4AE4-92E9-80E008AD22C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2018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B8BFC4C7-2B8B-BEC3-A62A-45A0F56CFB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8.</a:t>
            </a:r>
            <a:fld id="{3FACB6A4-2C9A-4C5F-AA6A-D386B2623A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5797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3377542B-72F8-DC09-1ABE-8F67EEAC77B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8.</a:t>
            </a:r>
            <a:fld id="{F8A63A2B-A45D-4292-948F-AE8A5775A82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8371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82A42BCF-A41E-7FB1-2951-D6AEEF6BB0A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8.</a:t>
            </a:r>
            <a:fld id="{E55AFE4C-0633-4066-A77F-51A22142970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2290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C8D76618-1004-4E17-4EF5-E410EAFE04F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8.</a:t>
            </a:r>
            <a:fld id="{F711F977-EE6D-4E70-B9D4-A937CEDEB91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2109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DD766408-9892-04BF-B38B-EA73A6700B7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8.</a:t>
            </a:r>
            <a:fld id="{3C40FCE6-E9DE-49E1-B805-67A141EDC63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2259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234E8D2C-5E32-E6C1-E0DF-19541745AB6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8.</a:t>
            </a:r>
            <a:fld id="{10E3F800-063D-450B-858B-2BBF6E9510A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0324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9594D31C-BDF6-27EE-7E14-7043C2D75E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8.</a:t>
            </a:r>
            <a:fld id="{4DCC638B-140D-4DA8-BE61-70270D4EE0F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7838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2D0B347E-B971-2D89-E1A8-2104CC7A72C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8.</a:t>
            </a:r>
            <a:fld id="{E841AC62-2725-4E5B-804D-7C13C46F203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0061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8C430044-9C99-CA08-98F8-352367F80EE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8.</a:t>
            </a:r>
            <a:fld id="{4DAF855B-BEAD-4A83-845A-B937DEC84CD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6655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AEA3EFCD-0C0B-6162-9226-634951857D4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8.</a:t>
            </a:r>
            <a:fld id="{1542B6BD-0B9D-44E1-BEA8-F8D9DED0AB5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1953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9A331A32-4ADB-07CA-A3E1-1AA70A7F6F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8.</a:t>
            </a:r>
            <a:fld id="{98AD48A7-050F-4962-BD6A-C441FFFB14D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7491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6" name="Rectangle 16">
            <a:extLst>
              <a:ext uri="{FF2B5EF4-FFF2-40B4-BE49-F238E27FC236}">
                <a16:creationId xmlns:a16="http://schemas.microsoft.com/office/drawing/2014/main" id="{6E693826-B979-49A8-8940-E27AE51E850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8.</a:t>
            </a:r>
            <a:fld id="{73B1AB67-4CA4-409E-BC8A-0609AAF4956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2">
            <a:extLst>
              <a:ext uri="{FF2B5EF4-FFF2-40B4-BE49-F238E27FC236}">
                <a16:creationId xmlns:a16="http://schemas.microsoft.com/office/drawing/2014/main" id="{3E0801D7-2485-83EB-AF27-129E268AB7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C1BB2A75-9D45-48AF-AEC8-FD566890B802}" type="slidenum">
              <a:rPr lang="en-US" altLang="zh-CN" sz="2000">
                <a:solidFill>
                  <a:schemeClr val="bg2"/>
                </a:solidFill>
              </a:rPr>
              <a:pPr/>
              <a:t>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pic>
        <p:nvPicPr>
          <p:cNvPr id="4099" name="Picture 2" descr="Forouzan4e07_banner">
            <a:extLst>
              <a:ext uri="{FF2B5EF4-FFF2-40B4-BE49-F238E27FC236}">
                <a16:creationId xmlns:a16="http://schemas.microsoft.com/office/drawing/2014/main" id="{CF8F9C8C-26F1-DCF0-CF7E-21B95A5F6B2F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00" name="Rectangle 3">
            <a:extLst>
              <a:ext uri="{FF2B5EF4-FFF2-40B4-BE49-F238E27FC236}">
                <a16:creationId xmlns:a16="http://schemas.microsoft.com/office/drawing/2014/main" id="{AE062FDF-AD3A-9587-BF64-35B944614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6858000" cy="173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4400">
                <a:solidFill>
                  <a:schemeClr val="tx2"/>
                </a:solidFill>
                <a:ea typeface="宋体" panose="02010600030101010101" pitchFamily="2" charset="-122"/>
              </a:rPr>
              <a:t>第八章</a:t>
            </a:r>
          </a:p>
          <a:p>
            <a:pPr algn="ctr"/>
            <a:endParaRPr lang="en-US" altLang="en-US" sz="2000">
              <a:solidFill>
                <a:schemeClr val="tx2"/>
              </a:solidFill>
            </a:endParaRPr>
          </a:p>
          <a:p>
            <a:pPr algn="ctr"/>
            <a:r>
              <a:rPr lang="zh-CN" altLang="en-US" sz="4400">
                <a:ea typeface="宋体" panose="02010600030101010101" pitchFamily="2" charset="-122"/>
              </a:rPr>
              <a:t>交换</a:t>
            </a:r>
          </a:p>
        </p:txBody>
      </p:sp>
      <p:sp>
        <p:nvSpPr>
          <p:cNvPr id="4101" name="Text Box 4">
            <a:extLst>
              <a:ext uri="{FF2B5EF4-FFF2-40B4-BE49-F238E27FC236}">
                <a16:creationId xmlns:a16="http://schemas.microsoft.com/office/drawing/2014/main" id="{860D2061-B519-8EF8-CC20-99A5DB9DD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07163"/>
            <a:ext cx="9144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Copyright © The McGraw-Hill Companies, Inc. Permission required for reproduction or display.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1">
            <a:extLst>
              <a:ext uri="{FF2B5EF4-FFF2-40B4-BE49-F238E27FC236}">
                <a16:creationId xmlns:a16="http://schemas.microsoft.com/office/drawing/2014/main" id="{FB83E93C-7F3F-1503-3536-A3726F285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356178F3-671D-4AB7-A708-8444CAE35EFE}" type="slidenum">
              <a:rPr lang="en-US" altLang="zh-CN" sz="2000">
                <a:solidFill>
                  <a:schemeClr val="bg2"/>
                </a:solidFill>
              </a:rPr>
              <a:pPr/>
              <a:t>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6147" name="Line 2">
            <a:extLst>
              <a:ext uri="{FF2B5EF4-FFF2-40B4-BE49-F238E27FC236}">
                <a16:creationId xmlns:a16="http://schemas.microsoft.com/office/drawing/2014/main" id="{53794AEA-CEF5-BBBA-B2DF-8AC4E31138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Line 3">
            <a:extLst>
              <a:ext uri="{FF2B5EF4-FFF2-40B4-BE49-F238E27FC236}">
                <a16:creationId xmlns:a16="http://schemas.microsoft.com/office/drawing/2014/main" id="{10BE04A8-CD05-E2E2-F1C1-8E4C099687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9" name="Text Box 4">
            <a:extLst>
              <a:ext uri="{FF2B5EF4-FFF2-40B4-BE49-F238E27FC236}">
                <a16:creationId xmlns:a16="http://schemas.microsoft.com/office/drawing/2014/main" id="{CA6E8F2E-C601-A982-FA48-E93A34E6F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671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8.1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交换网络</a:t>
            </a:r>
          </a:p>
        </p:txBody>
      </p:sp>
      <p:sp>
        <p:nvSpPr>
          <p:cNvPr id="6150" name="Line 5">
            <a:extLst>
              <a:ext uri="{FF2B5EF4-FFF2-40B4-BE49-F238E27FC236}">
                <a16:creationId xmlns:a16="http://schemas.microsoft.com/office/drawing/2014/main" id="{BEDB52CA-001F-57B1-EC62-81B31BD5E9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151" name="Picture 6">
            <a:extLst>
              <a:ext uri="{FF2B5EF4-FFF2-40B4-BE49-F238E27FC236}">
                <a16:creationId xmlns:a16="http://schemas.microsoft.com/office/drawing/2014/main" id="{8C0F9CA3-BFFA-EE82-6FA8-73D3CD0C4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8" y="1905000"/>
            <a:ext cx="6691312" cy="328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1">
            <a:extLst>
              <a:ext uri="{FF2B5EF4-FFF2-40B4-BE49-F238E27FC236}">
                <a16:creationId xmlns:a16="http://schemas.microsoft.com/office/drawing/2014/main" id="{48669424-8DBE-F480-40F9-4F27AFA1C2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94EA28F7-4BF1-41FD-ACB3-8F4A63389B58}" type="slidenum">
              <a:rPr lang="en-US" altLang="zh-CN" sz="2000">
                <a:solidFill>
                  <a:schemeClr val="bg2"/>
                </a:solidFill>
              </a:rPr>
              <a:pPr/>
              <a:t>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195" name="Line 2">
            <a:extLst>
              <a:ext uri="{FF2B5EF4-FFF2-40B4-BE49-F238E27FC236}">
                <a16:creationId xmlns:a16="http://schemas.microsoft.com/office/drawing/2014/main" id="{E7A56311-F17B-74CE-E706-CA1E109911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" name="Line 3">
            <a:extLst>
              <a:ext uri="{FF2B5EF4-FFF2-40B4-BE49-F238E27FC236}">
                <a16:creationId xmlns:a16="http://schemas.microsoft.com/office/drawing/2014/main" id="{0CC21E61-AE35-38C8-D102-4032CC70E4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" name="Text Box 4">
            <a:extLst>
              <a:ext uri="{FF2B5EF4-FFF2-40B4-BE49-F238E27FC236}">
                <a16:creationId xmlns:a16="http://schemas.microsoft.com/office/drawing/2014/main" id="{C5BA1941-3517-8870-2CA1-B25ACDA11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433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8.2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交换网络分类法</a:t>
            </a:r>
          </a:p>
        </p:txBody>
      </p:sp>
      <p:sp>
        <p:nvSpPr>
          <p:cNvPr id="8198" name="Line 5">
            <a:extLst>
              <a:ext uri="{FF2B5EF4-FFF2-40B4-BE49-F238E27FC236}">
                <a16:creationId xmlns:a16="http://schemas.microsoft.com/office/drawing/2014/main" id="{DE56D87E-D077-5EF0-90B1-513073E6F8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199" name="Picture 6">
            <a:extLst>
              <a:ext uri="{FF2B5EF4-FFF2-40B4-BE49-F238E27FC236}">
                <a16:creationId xmlns:a16="http://schemas.microsoft.com/office/drawing/2014/main" id="{CCF4E32F-0D24-3018-B132-1CE93DF91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52600"/>
            <a:ext cx="8328025" cy="341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1">
            <a:extLst>
              <a:ext uri="{FF2B5EF4-FFF2-40B4-BE49-F238E27FC236}">
                <a16:creationId xmlns:a16="http://schemas.microsoft.com/office/drawing/2014/main" id="{BCBA6014-081F-8DCF-15D0-4B5D4BB6FC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6A6E0543-DE32-4583-90E9-BA402C06DC22}" type="slidenum">
              <a:rPr lang="en-US" altLang="zh-CN" sz="2000">
                <a:solidFill>
                  <a:schemeClr val="bg2"/>
                </a:solidFill>
              </a:rPr>
              <a:pPr/>
              <a:t>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1706FF4B-B647-4F88-BC8E-E45934D1A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9F3E0999-D3E4-42DB-A9EF-2AED40C61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34686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8-1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电路交换网络</a:t>
            </a:r>
          </a:p>
        </p:txBody>
      </p:sp>
      <p:sp>
        <p:nvSpPr>
          <p:cNvPr id="10245" name="Text Box 4">
            <a:extLst>
              <a:ext uri="{FF2B5EF4-FFF2-40B4-BE49-F238E27FC236}">
                <a16:creationId xmlns:a16="http://schemas.microsoft.com/office/drawing/2014/main" id="{8DF44228-E1C3-8F07-6B15-2E61F7BC0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5253" name="Rectangle 5">
            <a:extLst>
              <a:ext uri="{FF2B5EF4-FFF2-40B4-BE49-F238E27FC236}">
                <a16:creationId xmlns:a16="http://schemas.microsoft.com/office/drawing/2014/main" id="{5A30F86C-093E-4B79-80F0-E31FDD823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752600"/>
            <a:ext cx="82296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电路交换网络是由物理链路连接的一组交换机组成的。两个站点间的连接由一条或多条链路组成的专用路径来实现。然而每次连接仅使用每条链路上的一条专用通道。通常每条链路用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FDM</a:t>
            </a: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或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TDM</a:t>
            </a: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划分成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n</a:t>
            </a: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个通道。</a:t>
            </a:r>
            <a:endParaRPr lang="en-US" altLang="zh-CN" sz="2800" i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10247" name="Rectangle 30">
            <a:extLst>
              <a:ext uri="{FF2B5EF4-FFF2-40B4-BE49-F238E27FC236}">
                <a16:creationId xmlns:a16="http://schemas.microsoft.com/office/drawing/2014/main" id="{21A08F15-D63F-65BD-A793-5BB5CEF51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908550"/>
            <a:ext cx="76962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三个阶段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fr-FR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效率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fr-FR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延迟</a:t>
            </a:r>
            <a:endParaRPr lang="fr-FR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电话网中的电路交换技术</a:t>
            </a:r>
          </a:p>
        </p:txBody>
      </p:sp>
      <p:sp>
        <p:nvSpPr>
          <p:cNvPr id="565279" name="Text Box 31">
            <a:extLst>
              <a:ext uri="{FF2B5EF4-FFF2-40B4-BE49-F238E27FC236}">
                <a16:creationId xmlns:a16="http://schemas.microsoft.com/office/drawing/2014/main" id="{551D2ADD-3789-406D-AFB4-9451FB131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419600"/>
            <a:ext cx="17256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本节主题</a:t>
            </a:r>
            <a:r>
              <a:rPr lang="en-US" altLang="zh-CN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>
            <a:extLst>
              <a:ext uri="{FF2B5EF4-FFF2-40B4-BE49-F238E27FC236}">
                <a16:creationId xmlns:a16="http://schemas.microsoft.com/office/drawing/2014/main" id="{DE4F216D-52F7-E0A0-4460-4FE85E1E67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54B1E8BC-21F1-4907-9219-2B7B272BF692}" type="slidenum">
              <a:rPr lang="en-US" altLang="zh-CN" sz="2000">
                <a:solidFill>
                  <a:schemeClr val="bg2"/>
                </a:solidFill>
              </a:rPr>
              <a:pPr/>
              <a:t>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152B29CA-F926-B7D9-D971-2BB35C91A1C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9E6762E3-FFB6-7B5F-6821-298A7ED5102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3" name="Rectangle 4">
            <a:extLst>
              <a:ext uri="{FF2B5EF4-FFF2-40B4-BE49-F238E27FC236}">
                <a16:creationId xmlns:a16="http://schemas.microsoft.com/office/drawing/2014/main" id="{C2F49AEF-9CE0-D80B-EAC5-CB8DE7BBCD6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4" name="Rectangle 5">
            <a:extLst>
              <a:ext uri="{FF2B5EF4-FFF2-40B4-BE49-F238E27FC236}">
                <a16:creationId xmlns:a16="http://schemas.microsoft.com/office/drawing/2014/main" id="{3DC63FCE-6DE9-2CAB-F382-2E07B7B748F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5" name="Rectangle 6">
            <a:extLst>
              <a:ext uri="{FF2B5EF4-FFF2-40B4-BE49-F238E27FC236}">
                <a16:creationId xmlns:a16="http://schemas.microsoft.com/office/drawing/2014/main" id="{21F42CCF-3536-8745-A4BB-82FC1BFF42F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6" name="Rectangle 7">
            <a:extLst>
              <a:ext uri="{FF2B5EF4-FFF2-40B4-BE49-F238E27FC236}">
                <a16:creationId xmlns:a16="http://schemas.microsoft.com/office/drawing/2014/main" id="{2BEDA43C-F709-42F9-555B-C306CD4697A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7" name="Rectangle 8">
            <a:extLst>
              <a:ext uri="{FF2B5EF4-FFF2-40B4-BE49-F238E27FC236}">
                <a16:creationId xmlns:a16="http://schemas.microsoft.com/office/drawing/2014/main" id="{93C72EB3-1C02-EC69-836C-C5BC7BE890D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8" name="Line 9">
            <a:extLst>
              <a:ext uri="{FF2B5EF4-FFF2-40B4-BE49-F238E27FC236}">
                <a16:creationId xmlns:a16="http://schemas.microsoft.com/office/drawing/2014/main" id="{C105CB75-E0F6-9EDD-5C5E-E31A698EB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9" name="Line 10">
            <a:extLst>
              <a:ext uri="{FF2B5EF4-FFF2-40B4-BE49-F238E27FC236}">
                <a16:creationId xmlns:a16="http://schemas.microsoft.com/office/drawing/2014/main" id="{366E68AF-5EAA-3130-7521-C71ECFD0F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876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0" name="Rectangle 11">
            <a:extLst>
              <a:ext uri="{FF2B5EF4-FFF2-40B4-BE49-F238E27FC236}">
                <a16:creationId xmlns:a16="http://schemas.microsoft.com/office/drawing/2014/main" id="{02C39D22-6D59-6FEC-A0EB-ED7F65D73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200400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电路交换网络由物理链路连接的一组交换机组成，每条链路被分成了</a:t>
            </a:r>
            <a:r>
              <a:rPr lang="en-US" altLang="zh-CN">
                <a:ea typeface="宋体" panose="02010600030101010101" pitchFamily="2" charset="-122"/>
              </a:rPr>
              <a:t>n</a:t>
            </a:r>
            <a:r>
              <a:rPr lang="zh-CN" altLang="en-US">
                <a:ea typeface="宋体" panose="02010600030101010101" pitchFamily="2" charset="-122"/>
              </a:rPr>
              <a:t>个通道。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2301" name="Group 12">
            <a:extLst>
              <a:ext uri="{FF2B5EF4-FFF2-40B4-BE49-F238E27FC236}">
                <a16:creationId xmlns:a16="http://schemas.microsoft.com/office/drawing/2014/main" id="{4DBF993F-F0B1-FB65-8FF7-472F0A2B308E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981200"/>
            <a:ext cx="1143000" cy="588963"/>
            <a:chOff x="1200" y="1234"/>
            <a:chExt cx="720" cy="371"/>
          </a:xfrm>
        </p:grpSpPr>
        <p:pic>
          <p:nvPicPr>
            <p:cNvPr id="12302" name="Picture 13">
              <a:extLst>
                <a:ext uri="{FF2B5EF4-FFF2-40B4-BE49-F238E27FC236}">
                  <a16:creationId xmlns:a16="http://schemas.microsoft.com/office/drawing/2014/main" id="{0597C85D-8236-A045-EB78-CC6C755C9C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303" name="Text Box 14">
              <a:extLst>
                <a:ext uri="{FF2B5EF4-FFF2-40B4-BE49-F238E27FC236}">
                  <a16:creationId xmlns:a16="http://schemas.microsoft.com/office/drawing/2014/main" id="{6BA6317A-4621-7A66-4C03-D3310B68A9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1">
            <a:extLst>
              <a:ext uri="{FF2B5EF4-FFF2-40B4-BE49-F238E27FC236}">
                <a16:creationId xmlns:a16="http://schemas.microsoft.com/office/drawing/2014/main" id="{A15ECF63-238A-8729-0D25-79D815FC1E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71B46871-3AAF-4449-9565-0F7B474A139F}" type="slidenum">
              <a:rPr lang="en-US" altLang="zh-CN" sz="2000">
                <a:solidFill>
                  <a:schemeClr val="bg2"/>
                </a:solidFill>
              </a:rPr>
              <a:pPr/>
              <a:t>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4339" name="Line 2">
            <a:extLst>
              <a:ext uri="{FF2B5EF4-FFF2-40B4-BE49-F238E27FC236}">
                <a16:creationId xmlns:a16="http://schemas.microsoft.com/office/drawing/2014/main" id="{60CEECD2-5015-44A0-2A6C-9B88BAEBD4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0" name="Line 3">
            <a:extLst>
              <a:ext uri="{FF2B5EF4-FFF2-40B4-BE49-F238E27FC236}">
                <a16:creationId xmlns:a16="http://schemas.microsoft.com/office/drawing/2014/main" id="{04E22225-7699-5C7D-CAE9-A066FCF481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6C692843-9313-5834-D097-EC0035AF2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195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8.3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一个普通的电路交换网</a:t>
            </a:r>
          </a:p>
        </p:txBody>
      </p:sp>
      <p:sp>
        <p:nvSpPr>
          <p:cNvPr id="14342" name="Line 5">
            <a:extLst>
              <a:ext uri="{FF2B5EF4-FFF2-40B4-BE49-F238E27FC236}">
                <a16:creationId xmlns:a16="http://schemas.microsoft.com/office/drawing/2014/main" id="{D9B28247-9187-D113-9280-FE11236CCD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4343" name="Picture 6">
            <a:extLst>
              <a:ext uri="{FF2B5EF4-FFF2-40B4-BE49-F238E27FC236}">
                <a16:creationId xmlns:a16="http://schemas.microsoft.com/office/drawing/2014/main" id="{ED3FF291-F9EF-44F0-074C-9833F19CE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13" y="1436688"/>
            <a:ext cx="7532687" cy="4506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1">
            <a:extLst>
              <a:ext uri="{FF2B5EF4-FFF2-40B4-BE49-F238E27FC236}">
                <a16:creationId xmlns:a16="http://schemas.microsoft.com/office/drawing/2014/main" id="{206EA42C-62B5-16C4-8C3B-D33089AD4D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0F282B96-83DF-43B5-85A9-5BE40DCE5C46}" type="slidenum">
              <a:rPr lang="en-US" altLang="zh-CN" sz="2000">
                <a:solidFill>
                  <a:schemeClr val="bg2"/>
                </a:solidFill>
              </a:rPr>
              <a:pPr/>
              <a:t>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DDC4019-70F1-8481-8E66-166D6B09701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016AB096-6153-8AB8-3F49-D1D3A6F6185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89" name="Rectangle 4">
            <a:extLst>
              <a:ext uri="{FF2B5EF4-FFF2-40B4-BE49-F238E27FC236}">
                <a16:creationId xmlns:a16="http://schemas.microsoft.com/office/drawing/2014/main" id="{BDB5DC1D-2635-523B-D5DA-7EE2217CF24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0" name="Rectangle 5">
            <a:extLst>
              <a:ext uri="{FF2B5EF4-FFF2-40B4-BE49-F238E27FC236}">
                <a16:creationId xmlns:a16="http://schemas.microsoft.com/office/drawing/2014/main" id="{9C66DEED-8B5F-F5D2-EFCE-11116BFD306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1" name="Rectangle 6">
            <a:extLst>
              <a:ext uri="{FF2B5EF4-FFF2-40B4-BE49-F238E27FC236}">
                <a16:creationId xmlns:a16="http://schemas.microsoft.com/office/drawing/2014/main" id="{5EECBC09-B66E-AC61-5D21-D0705C64F37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2" name="Rectangle 7">
            <a:extLst>
              <a:ext uri="{FF2B5EF4-FFF2-40B4-BE49-F238E27FC236}">
                <a16:creationId xmlns:a16="http://schemas.microsoft.com/office/drawing/2014/main" id="{34EF04B2-9DFE-5319-65A7-0E1C4B0BDD1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3" name="Rectangle 8">
            <a:extLst>
              <a:ext uri="{FF2B5EF4-FFF2-40B4-BE49-F238E27FC236}">
                <a16:creationId xmlns:a16="http://schemas.microsoft.com/office/drawing/2014/main" id="{11A6CA75-1645-2AB9-242A-8038A2C53F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4" name="Line 9">
            <a:extLst>
              <a:ext uri="{FF2B5EF4-FFF2-40B4-BE49-F238E27FC236}">
                <a16:creationId xmlns:a16="http://schemas.microsoft.com/office/drawing/2014/main" id="{A87624AD-1EF4-3912-A417-987E5F9B27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209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5" name="Line 10">
            <a:extLst>
              <a:ext uri="{FF2B5EF4-FFF2-40B4-BE49-F238E27FC236}">
                <a16:creationId xmlns:a16="http://schemas.microsoft.com/office/drawing/2014/main" id="{3EFBCAEA-6A3D-455B-97E7-167D153C8E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410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6" name="Rectangle 11">
            <a:extLst>
              <a:ext uri="{FF2B5EF4-FFF2-40B4-BE49-F238E27FC236}">
                <a16:creationId xmlns:a16="http://schemas.microsoft.com/office/drawing/2014/main" id="{FA7AE2F4-F6C7-EB4F-29E1-436ECABDB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206216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br>
              <a:rPr lang="zh-CN" altLang="en-US">
                <a:ea typeface="宋体" panose="02010600030101010101" pitchFamily="2" charset="-122"/>
              </a:rPr>
            </a:br>
            <a:r>
              <a:rPr lang="zh-CN" altLang="en-US">
                <a:ea typeface="宋体" panose="02010600030101010101" pitchFamily="2" charset="-122"/>
              </a:rPr>
              <a:t>在电路交换中，建立阶段必须预留资源，以作为整个数据传输间的专用资源直到拆除阶段。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6397" name="Group 12">
            <a:extLst>
              <a:ext uri="{FF2B5EF4-FFF2-40B4-BE49-F238E27FC236}">
                <a16:creationId xmlns:a16="http://schemas.microsoft.com/office/drawing/2014/main" id="{B7D40ED9-4682-3DB1-3AC4-175A8EACDD80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501775"/>
            <a:ext cx="1143000" cy="588963"/>
            <a:chOff x="1200" y="1234"/>
            <a:chExt cx="720" cy="371"/>
          </a:xfrm>
        </p:grpSpPr>
        <p:pic>
          <p:nvPicPr>
            <p:cNvPr id="16398" name="Picture 13">
              <a:extLst>
                <a:ext uri="{FF2B5EF4-FFF2-40B4-BE49-F238E27FC236}">
                  <a16:creationId xmlns:a16="http://schemas.microsoft.com/office/drawing/2014/main" id="{C6726EA6-BEE4-1A28-118D-359384FDAA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399" name="Text Box 14">
              <a:extLst>
                <a:ext uri="{FF2B5EF4-FFF2-40B4-BE49-F238E27FC236}">
                  <a16:creationId xmlns:a16="http://schemas.microsoft.com/office/drawing/2014/main" id="{F1842C9E-1075-3907-B74B-21222800A0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1">
            <a:extLst>
              <a:ext uri="{FF2B5EF4-FFF2-40B4-BE49-F238E27FC236}">
                <a16:creationId xmlns:a16="http://schemas.microsoft.com/office/drawing/2014/main" id="{49C0AC60-1F61-C43B-254B-1BEADAD752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FB8E320F-BC03-4A08-B33B-03CF69B48338}" type="slidenum">
              <a:rPr lang="en-US" altLang="zh-CN" sz="2000">
                <a:solidFill>
                  <a:schemeClr val="bg2"/>
                </a:solidFill>
              </a:rPr>
              <a:pPr/>
              <a:t>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B12E6EB0-1FA5-C3D7-0B62-B2FA4F30185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81D594F9-60B0-832F-01C2-D23401D2857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7" name="Rectangle 4">
            <a:extLst>
              <a:ext uri="{FF2B5EF4-FFF2-40B4-BE49-F238E27FC236}">
                <a16:creationId xmlns:a16="http://schemas.microsoft.com/office/drawing/2014/main" id="{25D97847-FCF0-3297-C8BB-3F959637C37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8" name="Rectangle 5">
            <a:extLst>
              <a:ext uri="{FF2B5EF4-FFF2-40B4-BE49-F238E27FC236}">
                <a16:creationId xmlns:a16="http://schemas.microsoft.com/office/drawing/2014/main" id="{4B40AB66-CBE3-0525-5E98-352417AA355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9" name="Rectangle 6">
            <a:extLst>
              <a:ext uri="{FF2B5EF4-FFF2-40B4-BE49-F238E27FC236}">
                <a16:creationId xmlns:a16="http://schemas.microsoft.com/office/drawing/2014/main" id="{B65EA2BA-2876-EF6C-625F-EF80AFB5806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40" name="Rectangle 7">
            <a:extLst>
              <a:ext uri="{FF2B5EF4-FFF2-40B4-BE49-F238E27FC236}">
                <a16:creationId xmlns:a16="http://schemas.microsoft.com/office/drawing/2014/main" id="{0E7D5698-64B2-8DD4-4328-E30F8DFCE0F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41" name="Rectangle 8">
            <a:extLst>
              <a:ext uri="{FF2B5EF4-FFF2-40B4-BE49-F238E27FC236}">
                <a16:creationId xmlns:a16="http://schemas.microsoft.com/office/drawing/2014/main" id="{8588DE09-852C-A890-DCBE-871B419D51A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42" name="Rectangle 9">
            <a:extLst>
              <a:ext uri="{FF2B5EF4-FFF2-40B4-BE49-F238E27FC236}">
                <a16:creationId xmlns:a16="http://schemas.microsoft.com/office/drawing/2014/main" id="{078EFAA5-EC46-F976-5ADA-7DD669DD8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19200"/>
            <a:ext cx="868680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作为一个简单的例子，让我们考察在一个小范围内连接八台电话机的电路交换网络，其通信通过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4kHz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的语音通道，假定每条链路用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FDM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连接最大语音通道是两个，每条链路带宽为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8kHz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，图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8.4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表示了电话机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连接到电话机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，电话机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连接到电话机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，电话机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连接到电话机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和电话机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连接到电话机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的情况。当然，当新连接发生时，情况会有变化。交换机控制这些链接。</a:t>
            </a:r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43" name="Text Box 11">
            <a:extLst>
              <a:ext uri="{FF2B5EF4-FFF2-40B4-BE49-F238E27FC236}">
                <a16:creationId xmlns:a16="http://schemas.microsoft.com/office/drawing/2014/main" id="{F5B75C9C-4029-CE99-E97F-3918F8004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4588" y="0"/>
            <a:ext cx="22844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8.1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1">
            <a:extLst>
              <a:ext uri="{FF2B5EF4-FFF2-40B4-BE49-F238E27FC236}">
                <a16:creationId xmlns:a16="http://schemas.microsoft.com/office/drawing/2014/main" id="{B53677A3-D2E1-632C-B411-A968C64005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A8D32DCA-4F0C-4112-AC2C-E6A78CF8C03A}" type="slidenum">
              <a:rPr lang="en-US" altLang="zh-CN" sz="2000">
                <a:solidFill>
                  <a:schemeClr val="bg2"/>
                </a:solidFill>
              </a:rPr>
              <a:pPr/>
              <a:t>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0483" name="Line 2">
            <a:extLst>
              <a:ext uri="{FF2B5EF4-FFF2-40B4-BE49-F238E27FC236}">
                <a16:creationId xmlns:a16="http://schemas.microsoft.com/office/drawing/2014/main" id="{170A235F-AD6D-477E-C595-DB8BAF785B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4" name="Line 3">
            <a:extLst>
              <a:ext uri="{FF2B5EF4-FFF2-40B4-BE49-F238E27FC236}">
                <a16:creationId xmlns:a16="http://schemas.microsoft.com/office/drawing/2014/main" id="{F66677DD-5C06-85D9-AB8A-91EE86ED71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id="{BAF0A1DD-E19A-9782-73C0-4E0D69A9F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259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8.4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8.1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所用的电路交换网</a:t>
            </a:r>
          </a:p>
        </p:txBody>
      </p:sp>
      <p:sp>
        <p:nvSpPr>
          <p:cNvPr id="20486" name="Line 5">
            <a:extLst>
              <a:ext uri="{FF2B5EF4-FFF2-40B4-BE49-F238E27FC236}">
                <a16:creationId xmlns:a16="http://schemas.microsoft.com/office/drawing/2014/main" id="{6A6A316F-1BB3-082B-9E9E-F41228C37C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0487" name="Picture 7">
            <a:extLst>
              <a:ext uri="{FF2B5EF4-FFF2-40B4-BE49-F238E27FC236}">
                <a16:creationId xmlns:a16="http://schemas.microsoft.com/office/drawing/2014/main" id="{AA6C857D-9DFA-4953-F505-15BED4E64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1981200"/>
            <a:ext cx="8418512" cy="316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1">
            <a:extLst>
              <a:ext uri="{FF2B5EF4-FFF2-40B4-BE49-F238E27FC236}">
                <a16:creationId xmlns:a16="http://schemas.microsoft.com/office/drawing/2014/main" id="{1FF1C13F-3DF5-F3F3-5D1F-5E62088020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F44E7460-2AEA-40D4-B3E0-67D6BC11F6D1}" type="slidenum">
              <a:rPr lang="en-US" altLang="zh-CN" sz="2000">
                <a:solidFill>
                  <a:schemeClr val="bg2"/>
                </a:solidFill>
              </a:rPr>
              <a:pPr/>
              <a:t>10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5158DFCE-FF2C-FAC5-B747-D3C6F4A53A4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472F3AF1-F9AA-8955-9481-200858777F9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3" name="Rectangle 4">
            <a:extLst>
              <a:ext uri="{FF2B5EF4-FFF2-40B4-BE49-F238E27FC236}">
                <a16:creationId xmlns:a16="http://schemas.microsoft.com/office/drawing/2014/main" id="{504756E7-0F8A-191F-814D-EDD1B4916AF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4" name="Rectangle 5">
            <a:extLst>
              <a:ext uri="{FF2B5EF4-FFF2-40B4-BE49-F238E27FC236}">
                <a16:creationId xmlns:a16="http://schemas.microsoft.com/office/drawing/2014/main" id="{8B86DDD7-9D30-9920-E855-93ACD9804D8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5" name="Rectangle 6">
            <a:extLst>
              <a:ext uri="{FF2B5EF4-FFF2-40B4-BE49-F238E27FC236}">
                <a16:creationId xmlns:a16="http://schemas.microsoft.com/office/drawing/2014/main" id="{1E6BFBED-5E51-87C4-6431-4EA154A9E12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6" name="Rectangle 7">
            <a:extLst>
              <a:ext uri="{FF2B5EF4-FFF2-40B4-BE49-F238E27FC236}">
                <a16:creationId xmlns:a16="http://schemas.microsoft.com/office/drawing/2014/main" id="{25E6BC46-493B-2B1C-4F6E-CC2E06FE784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7" name="Rectangle 8">
            <a:extLst>
              <a:ext uri="{FF2B5EF4-FFF2-40B4-BE49-F238E27FC236}">
                <a16:creationId xmlns:a16="http://schemas.microsoft.com/office/drawing/2014/main" id="{C067B3C0-6FC0-6FC8-05B4-D874FD9624B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8" name="Rectangle 9">
            <a:extLst>
              <a:ext uri="{FF2B5EF4-FFF2-40B4-BE49-F238E27FC236}">
                <a16:creationId xmlns:a16="http://schemas.microsoft.com/office/drawing/2014/main" id="{0F7CEF65-4F56-6AC0-D4E1-D15C8E881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作为另一个例子，考虑某个私人公司两个远程办公室计算机的连接，办公室从通信服务提供商租用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T-1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专用线连接这些计算机。在这个网络中，有两台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4*8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输出）交换机。每台交换机中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个输出端与输入端重叠以允许同一办公室的计算机之间通信，另外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个输出端允许两个办公室间通信。图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8.5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表示了这个情况。</a:t>
            </a:r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9" name="Text Box 11">
            <a:extLst>
              <a:ext uri="{FF2B5EF4-FFF2-40B4-BE49-F238E27FC236}">
                <a16:creationId xmlns:a16="http://schemas.microsoft.com/office/drawing/2014/main" id="{ED537E3B-6B93-A018-E4E1-F1F5A55ED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4588" y="0"/>
            <a:ext cx="22844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8.2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1">
            <a:extLst>
              <a:ext uri="{FF2B5EF4-FFF2-40B4-BE49-F238E27FC236}">
                <a16:creationId xmlns:a16="http://schemas.microsoft.com/office/drawing/2014/main" id="{7EE2D924-A0BF-309C-B22D-965591E142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74754AF6-440C-4953-935B-924E7708F05D}" type="slidenum">
              <a:rPr lang="en-US" altLang="zh-CN" sz="2000">
                <a:solidFill>
                  <a:schemeClr val="bg2"/>
                </a:solidFill>
              </a:rPr>
              <a:pPr/>
              <a:t>11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4579" name="Line 2">
            <a:extLst>
              <a:ext uri="{FF2B5EF4-FFF2-40B4-BE49-F238E27FC236}">
                <a16:creationId xmlns:a16="http://schemas.microsoft.com/office/drawing/2014/main" id="{C5BAF458-72D5-7A59-FD69-F4CE833C4F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0" name="Line 3">
            <a:extLst>
              <a:ext uri="{FF2B5EF4-FFF2-40B4-BE49-F238E27FC236}">
                <a16:creationId xmlns:a16="http://schemas.microsoft.com/office/drawing/2014/main" id="{EF256944-4503-4E7D-0260-975BD19B3A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1" name="Text Box 4">
            <a:extLst>
              <a:ext uri="{FF2B5EF4-FFF2-40B4-BE49-F238E27FC236}">
                <a16:creationId xmlns:a16="http://schemas.microsoft.com/office/drawing/2014/main" id="{D438AFA7-FFAE-E20B-1D88-C841A78AB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259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8.5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8.2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所用的电路交换网</a:t>
            </a:r>
          </a:p>
        </p:txBody>
      </p:sp>
      <p:sp>
        <p:nvSpPr>
          <p:cNvPr id="24582" name="Line 5">
            <a:extLst>
              <a:ext uri="{FF2B5EF4-FFF2-40B4-BE49-F238E27FC236}">
                <a16:creationId xmlns:a16="http://schemas.microsoft.com/office/drawing/2014/main" id="{5F41AB07-E216-58E7-8FA1-11CF0C63F5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4583" name="Picture 6">
            <a:extLst>
              <a:ext uri="{FF2B5EF4-FFF2-40B4-BE49-F238E27FC236}">
                <a16:creationId xmlns:a16="http://schemas.microsoft.com/office/drawing/2014/main" id="{F93C49C2-5730-AEB4-FAA6-A29BA2C6D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2076450"/>
            <a:ext cx="8418512" cy="340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1">
            <a:extLst>
              <a:ext uri="{FF2B5EF4-FFF2-40B4-BE49-F238E27FC236}">
                <a16:creationId xmlns:a16="http://schemas.microsoft.com/office/drawing/2014/main" id="{FA33EB59-58C0-D2E6-1A54-899524C6FE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694AF71A-C6C5-4648-B000-043A89555252}" type="slidenum">
              <a:rPr lang="en-US" altLang="zh-CN" sz="2000">
                <a:solidFill>
                  <a:schemeClr val="bg2"/>
                </a:solidFill>
              </a:rPr>
              <a:pPr/>
              <a:t>12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6627" name="Line 2">
            <a:extLst>
              <a:ext uri="{FF2B5EF4-FFF2-40B4-BE49-F238E27FC236}">
                <a16:creationId xmlns:a16="http://schemas.microsoft.com/office/drawing/2014/main" id="{C967E45F-1EFF-A80E-597C-CD625B0BCE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Line 3">
            <a:extLst>
              <a:ext uri="{FF2B5EF4-FFF2-40B4-BE49-F238E27FC236}">
                <a16:creationId xmlns:a16="http://schemas.microsoft.com/office/drawing/2014/main" id="{5642DA1A-D995-A66D-FB73-38D5CC6A468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9" name="Text Box 4">
            <a:extLst>
              <a:ext uri="{FF2B5EF4-FFF2-40B4-BE49-F238E27FC236}">
                <a16:creationId xmlns:a16="http://schemas.microsoft.com/office/drawing/2014/main" id="{29C1AA04-4D9F-CAF1-6967-C76AF0B7E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941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8.6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电路交换网中的延迟</a:t>
            </a:r>
          </a:p>
        </p:txBody>
      </p:sp>
      <p:sp>
        <p:nvSpPr>
          <p:cNvPr id="26630" name="Line 5">
            <a:extLst>
              <a:ext uri="{FF2B5EF4-FFF2-40B4-BE49-F238E27FC236}">
                <a16:creationId xmlns:a16="http://schemas.microsoft.com/office/drawing/2014/main" id="{F12C7330-A126-D1FC-2CD7-5D72379355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6631" name="Picture 6">
            <a:extLst>
              <a:ext uri="{FF2B5EF4-FFF2-40B4-BE49-F238E27FC236}">
                <a16:creationId xmlns:a16="http://schemas.microsoft.com/office/drawing/2014/main" id="{7C5DA00C-6028-40AE-9CD2-C4B02CF7E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1592263"/>
            <a:ext cx="8729662" cy="435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1">
            <a:extLst>
              <a:ext uri="{FF2B5EF4-FFF2-40B4-BE49-F238E27FC236}">
                <a16:creationId xmlns:a16="http://schemas.microsoft.com/office/drawing/2014/main" id="{18F2DB7D-AFCE-BD07-9E82-485064C455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88BD5487-1CE0-4BE5-9B52-646E4A0623C9}" type="slidenum">
              <a:rPr lang="en-US" altLang="zh-CN" sz="2000">
                <a:solidFill>
                  <a:schemeClr val="bg2"/>
                </a:solidFill>
              </a:rPr>
              <a:pPr/>
              <a:t>13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6309A8EB-3CB5-D86D-BCD9-E50D80D4E52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DF128EAB-9AFE-6C0A-46D2-0F57C1DF84D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7" name="Rectangle 4">
            <a:extLst>
              <a:ext uri="{FF2B5EF4-FFF2-40B4-BE49-F238E27FC236}">
                <a16:creationId xmlns:a16="http://schemas.microsoft.com/office/drawing/2014/main" id="{FFD0E2A5-83FC-7648-ACDD-998EE84AF26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8" name="Rectangle 5">
            <a:extLst>
              <a:ext uri="{FF2B5EF4-FFF2-40B4-BE49-F238E27FC236}">
                <a16:creationId xmlns:a16="http://schemas.microsoft.com/office/drawing/2014/main" id="{A06F73B3-5554-666C-20E1-BC670D30B78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9" name="Rectangle 6">
            <a:extLst>
              <a:ext uri="{FF2B5EF4-FFF2-40B4-BE49-F238E27FC236}">
                <a16:creationId xmlns:a16="http://schemas.microsoft.com/office/drawing/2014/main" id="{62D46870-8687-1547-8B19-8FD17157E3E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80" name="Rectangle 7">
            <a:extLst>
              <a:ext uri="{FF2B5EF4-FFF2-40B4-BE49-F238E27FC236}">
                <a16:creationId xmlns:a16="http://schemas.microsoft.com/office/drawing/2014/main" id="{4F5691EE-3CEB-7931-0713-6E98A243943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81" name="Rectangle 8">
            <a:extLst>
              <a:ext uri="{FF2B5EF4-FFF2-40B4-BE49-F238E27FC236}">
                <a16:creationId xmlns:a16="http://schemas.microsoft.com/office/drawing/2014/main" id="{5FFA93B2-8AC4-C112-8EFA-E901A56DE94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82" name="Line 9">
            <a:extLst>
              <a:ext uri="{FF2B5EF4-FFF2-40B4-BE49-F238E27FC236}">
                <a16:creationId xmlns:a16="http://schemas.microsoft.com/office/drawing/2014/main" id="{1A0C9917-28FB-8503-2E0F-432524FF24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3" name="Line 10">
            <a:extLst>
              <a:ext uri="{FF2B5EF4-FFF2-40B4-BE49-F238E27FC236}">
                <a16:creationId xmlns:a16="http://schemas.microsoft.com/office/drawing/2014/main" id="{F33E9599-EE00-686B-6592-7A233A9DD8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4" name="Rectangle 11">
            <a:extLst>
              <a:ext uri="{FF2B5EF4-FFF2-40B4-BE49-F238E27FC236}">
                <a16:creationId xmlns:a16="http://schemas.microsoft.com/office/drawing/2014/main" id="{452D32EA-E0B9-466A-A342-EC0F688D8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971800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在传统电话网物理层的交换采用电路交换的方法。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28685" name="Group 12">
            <a:extLst>
              <a:ext uri="{FF2B5EF4-FFF2-40B4-BE49-F238E27FC236}">
                <a16:creationId xmlns:a16="http://schemas.microsoft.com/office/drawing/2014/main" id="{1F6D4B2B-19D1-F2B9-F7D5-C4E240F3DC0C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01838"/>
            <a:ext cx="1143000" cy="588962"/>
            <a:chOff x="1200" y="1234"/>
            <a:chExt cx="720" cy="371"/>
          </a:xfrm>
        </p:grpSpPr>
        <p:pic>
          <p:nvPicPr>
            <p:cNvPr id="28686" name="Picture 13">
              <a:extLst>
                <a:ext uri="{FF2B5EF4-FFF2-40B4-BE49-F238E27FC236}">
                  <a16:creationId xmlns:a16="http://schemas.microsoft.com/office/drawing/2014/main" id="{E37EA68B-E793-E237-E88C-0F05D4717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8687" name="Text Box 14">
              <a:extLst>
                <a:ext uri="{FF2B5EF4-FFF2-40B4-BE49-F238E27FC236}">
                  <a16:creationId xmlns:a16="http://schemas.microsoft.com/office/drawing/2014/main" id="{E588FA3C-3A27-72BA-4BA4-248DFF224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1">
            <a:extLst>
              <a:ext uri="{FF2B5EF4-FFF2-40B4-BE49-F238E27FC236}">
                <a16:creationId xmlns:a16="http://schemas.microsoft.com/office/drawing/2014/main" id="{8E28DF72-C30A-A553-79E7-A4219A48D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272D9950-4499-47FB-A487-29ED6713948C}" type="slidenum">
              <a:rPr lang="en-US" altLang="zh-CN" sz="2000">
                <a:solidFill>
                  <a:schemeClr val="bg2"/>
                </a:solidFill>
              </a:rPr>
              <a:pPr/>
              <a:t>14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57090" name="Rectangle 2">
            <a:extLst>
              <a:ext uri="{FF2B5EF4-FFF2-40B4-BE49-F238E27FC236}">
                <a16:creationId xmlns:a16="http://schemas.microsoft.com/office/drawing/2014/main" id="{7337BFD4-3ED9-41D3-BC5C-0F43F72B3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857091" name="Text Box 3">
            <a:extLst>
              <a:ext uri="{FF2B5EF4-FFF2-40B4-BE49-F238E27FC236}">
                <a16:creationId xmlns:a16="http://schemas.microsoft.com/office/drawing/2014/main" id="{98956B40-63EB-46A5-AB03-CF3A72329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30622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8-2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数据报网络</a:t>
            </a:r>
          </a:p>
        </p:txBody>
      </p:sp>
      <p:sp>
        <p:nvSpPr>
          <p:cNvPr id="30725" name="Text Box 4">
            <a:extLst>
              <a:ext uri="{FF2B5EF4-FFF2-40B4-BE49-F238E27FC236}">
                <a16:creationId xmlns:a16="http://schemas.microsoft.com/office/drawing/2014/main" id="{091463E5-1874-5E96-D90E-3786C7A27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7093" name="Rectangle 5">
            <a:extLst>
              <a:ext uri="{FF2B5EF4-FFF2-40B4-BE49-F238E27FC236}">
                <a16:creationId xmlns:a16="http://schemas.microsoft.com/office/drawing/2014/main" id="{46A2DC4F-3DF3-4D67-BE23-CE9F1934F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966913"/>
            <a:ext cx="82296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在数据通信中，我们需要从一个端系统发送报文到另一个端系统。如果经过分组交换网传送报文，则报文必须划分为一些固定长短的分组或可变长的分组，分组长度由网络和控制协议决定。</a:t>
            </a:r>
            <a:endParaRPr lang="en-US" altLang="zh-CN" sz="2800" i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30727" name="Rectangle 6">
            <a:extLst>
              <a:ext uri="{FF2B5EF4-FFF2-40B4-BE49-F238E27FC236}">
                <a16:creationId xmlns:a16="http://schemas.microsoft.com/office/drawing/2014/main" id="{F0A5E662-C728-2954-50EB-748FBC964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908550"/>
            <a:ext cx="76962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路由表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fr-FR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效率</a:t>
            </a:r>
            <a:br>
              <a:rPr lang="zh-CN" altLang="fr-FR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fr-FR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延迟</a:t>
            </a:r>
            <a:endParaRPr lang="fr-FR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因特网中的数据报网</a:t>
            </a:r>
          </a:p>
        </p:txBody>
      </p:sp>
      <p:sp>
        <p:nvSpPr>
          <p:cNvPr id="857095" name="Text Box 7">
            <a:extLst>
              <a:ext uri="{FF2B5EF4-FFF2-40B4-BE49-F238E27FC236}">
                <a16:creationId xmlns:a16="http://schemas.microsoft.com/office/drawing/2014/main" id="{DC78256A-3375-4A12-888C-8F94F54A9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343400"/>
            <a:ext cx="1962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本节主题：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1">
            <a:extLst>
              <a:ext uri="{FF2B5EF4-FFF2-40B4-BE49-F238E27FC236}">
                <a16:creationId xmlns:a16="http://schemas.microsoft.com/office/drawing/2014/main" id="{7BDDA433-DF99-A60D-4B61-611F3C511C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937E3AD8-9A2A-4424-A31A-7F4674FDD510}" type="slidenum">
              <a:rPr lang="en-US" altLang="zh-CN" sz="2000">
                <a:solidFill>
                  <a:schemeClr val="bg2"/>
                </a:solidFill>
              </a:rPr>
              <a:pPr/>
              <a:t>15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9B5A707B-8925-BF67-91EF-FBDB236E1B9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DF9DC6C8-03E5-A2E6-8375-24B238DABF2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3" name="Rectangle 4">
            <a:extLst>
              <a:ext uri="{FF2B5EF4-FFF2-40B4-BE49-F238E27FC236}">
                <a16:creationId xmlns:a16="http://schemas.microsoft.com/office/drawing/2014/main" id="{03F58A48-D421-553F-B641-439A4774D6F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4" name="Rectangle 5">
            <a:extLst>
              <a:ext uri="{FF2B5EF4-FFF2-40B4-BE49-F238E27FC236}">
                <a16:creationId xmlns:a16="http://schemas.microsoft.com/office/drawing/2014/main" id="{9BD7D449-C9FC-9BE9-0A6C-B292A0DFE56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5" name="Rectangle 6">
            <a:extLst>
              <a:ext uri="{FF2B5EF4-FFF2-40B4-BE49-F238E27FC236}">
                <a16:creationId xmlns:a16="http://schemas.microsoft.com/office/drawing/2014/main" id="{FE63B937-5E9A-1F02-8052-AB8C0FDD34E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6" name="Rectangle 7">
            <a:extLst>
              <a:ext uri="{FF2B5EF4-FFF2-40B4-BE49-F238E27FC236}">
                <a16:creationId xmlns:a16="http://schemas.microsoft.com/office/drawing/2014/main" id="{880DAF64-01A1-1E76-8A9D-82EF2B25747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7" name="Rectangle 8">
            <a:extLst>
              <a:ext uri="{FF2B5EF4-FFF2-40B4-BE49-F238E27FC236}">
                <a16:creationId xmlns:a16="http://schemas.microsoft.com/office/drawing/2014/main" id="{B94AE4D6-3AAC-AC63-7EF8-D41AD983495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8" name="Line 9">
            <a:extLst>
              <a:ext uri="{FF2B5EF4-FFF2-40B4-BE49-F238E27FC236}">
                <a16:creationId xmlns:a16="http://schemas.microsoft.com/office/drawing/2014/main" id="{B532B7CF-7E39-01DE-CDBB-AB4F98F9A7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9" name="Line 10">
            <a:extLst>
              <a:ext uri="{FF2B5EF4-FFF2-40B4-BE49-F238E27FC236}">
                <a16:creationId xmlns:a16="http://schemas.microsoft.com/office/drawing/2014/main" id="{3DF71938-3EAE-6976-5CFD-29EBB6759C7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0" name="Rectangle 11">
            <a:extLst>
              <a:ext uri="{FF2B5EF4-FFF2-40B4-BE49-F238E27FC236}">
                <a16:creationId xmlns:a16="http://schemas.microsoft.com/office/drawing/2014/main" id="{D543935B-2CEC-2D81-81E3-F12E0EC90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971800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在分组交换网中，不存在资源预留，资源按需分配。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32781" name="Group 12">
            <a:extLst>
              <a:ext uri="{FF2B5EF4-FFF2-40B4-BE49-F238E27FC236}">
                <a16:creationId xmlns:a16="http://schemas.microsoft.com/office/drawing/2014/main" id="{6C33533B-9429-A52A-3BAD-998C4FA6E3D4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58975"/>
            <a:ext cx="1143000" cy="588963"/>
            <a:chOff x="1200" y="1234"/>
            <a:chExt cx="720" cy="371"/>
          </a:xfrm>
        </p:grpSpPr>
        <p:pic>
          <p:nvPicPr>
            <p:cNvPr id="32782" name="Picture 13">
              <a:extLst>
                <a:ext uri="{FF2B5EF4-FFF2-40B4-BE49-F238E27FC236}">
                  <a16:creationId xmlns:a16="http://schemas.microsoft.com/office/drawing/2014/main" id="{E0C31254-03C4-77DF-B1E4-4E32F1ACCD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2783" name="Text Box 14">
              <a:extLst>
                <a:ext uri="{FF2B5EF4-FFF2-40B4-BE49-F238E27FC236}">
                  <a16:creationId xmlns:a16="http://schemas.microsoft.com/office/drawing/2014/main" id="{F9CD7A77-47CC-5062-D3AF-8BC9696DA3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1">
            <a:extLst>
              <a:ext uri="{FF2B5EF4-FFF2-40B4-BE49-F238E27FC236}">
                <a16:creationId xmlns:a16="http://schemas.microsoft.com/office/drawing/2014/main" id="{241822BA-ED28-1042-54ED-D722EA38E2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D118FC8E-0EDD-4636-B972-8B9B47CA15D3}" type="slidenum">
              <a:rPr lang="en-US" altLang="zh-CN" sz="2000">
                <a:solidFill>
                  <a:schemeClr val="bg2"/>
                </a:solidFill>
              </a:rPr>
              <a:pPr/>
              <a:t>16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4819" name="Line 2">
            <a:extLst>
              <a:ext uri="{FF2B5EF4-FFF2-40B4-BE49-F238E27FC236}">
                <a16:creationId xmlns:a16="http://schemas.microsoft.com/office/drawing/2014/main" id="{94433E7B-9C46-B1A3-B66A-BE8B6D0A7A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0" name="Line 3">
            <a:extLst>
              <a:ext uri="{FF2B5EF4-FFF2-40B4-BE49-F238E27FC236}">
                <a16:creationId xmlns:a16="http://schemas.microsoft.com/office/drawing/2014/main" id="{DBF35432-8744-2741-B668-E5586108A7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1" name="Text Box 4">
            <a:extLst>
              <a:ext uri="{FF2B5EF4-FFF2-40B4-BE49-F238E27FC236}">
                <a16:creationId xmlns:a16="http://schemas.microsoft.com/office/drawing/2014/main" id="{6AAE160C-32C8-E57C-AC30-7CB91BF06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592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8.7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个交换机（路由器）的数据报网</a:t>
            </a:r>
          </a:p>
        </p:txBody>
      </p:sp>
      <p:sp>
        <p:nvSpPr>
          <p:cNvPr id="34822" name="Line 5">
            <a:extLst>
              <a:ext uri="{FF2B5EF4-FFF2-40B4-BE49-F238E27FC236}">
                <a16:creationId xmlns:a16="http://schemas.microsoft.com/office/drawing/2014/main" id="{4236FF6C-6496-2B64-2BFB-39E978830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4823" name="Picture 6">
            <a:extLst>
              <a:ext uri="{FF2B5EF4-FFF2-40B4-BE49-F238E27FC236}">
                <a16:creationId xmlns:a16="http://schemas.microsoft.com/office/drawing/2014/main" id="{28B2C01A-0194-4B02-7325-3CE27470E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25" y="2020888"/>
            <a:ext cx="8474075" cy="30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1">
            <a:extLst>
              <a:ext uri="{FF2B5EF4-FFF2-40B4-BE49-F238E27FC236}">
                <a16:creationId xmlns:a16="http://schemas.microsoft.com/office/drawing/2014/main" id="{87CD4BC0-ABC2-185A-633C-1C275525C8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EEBDBC5D-A9D8-491B-966A-21BC527ACBAC}" type="slidenum">
              <a:rPr lang="en-US" altLang="zh-CN" sz="2000">
                <a:solidFill>
                  <a:schemeClr val="bg2"/>
                </a:solidFill>
              </a:rPr>
              <a:pPr/>
              <a:t>17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6867" name="Line 2">
            <a:extLst>
              <a:ext uri="{FF2B5EF4-FFF2-40B4-BE49-F238E27FC236}">
                <a16:creationId xmlns:a16="http://schemas.microsoft.com/office/drawing/2014/main" id="{C113FFD8-E8BE-2EF5-A986-D2F2780446F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8" name="Line 3">
            <a:extLst>
              <a:ext uri="{FF2B5EF4-FFF2-40B4-BE49-F238E27FC236}">
                <a16:creationId xmlns:a16="http://schemas.microsoft.com/office/drawing/2014/main" id="{0717CDB6-83C1-45C0-EF88-7EA27682D6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9" name="Text Box 4">
            <a:extLst>
              <a:ext uri="{FF2B5EF4-FFF2-40B4-BE49-F238E27FC236}">
                <a16:creationId xmlns:a16="http://schemas.microsoft.com/office/drawing/2014/main" id="{CD1FBAB9-EBCE-DE0B-B597-1D1E4A61F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941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8.8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数据报网中的路由表</a:t>
            </a:r>
          </a:p>
        </p:txBody>
      </p:sp>
      <p:sp>
        <p:nvSpPr>
          <p:cNvPr id="36870" name="Line 5">
            <a:extLst>
              <a:ext uri="{FF2B5EF4-FFF2-40B4-BE49-F238E27FC236}">
                <a16:creationId xmlns:a16="http://schemas.microsoft.com/office/drawing/2014/main" id="{63DA5BB0-C549-BBC4-A579-764C6D95FA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6871" name="Picture 6">
            <a:extLst>
              <a:ext uri="{FF2B5EF4-FFF2-40B4-BE49-F238E27FC236}">
                <a16:creationId xmlns:a16="http://schemas.microsoft.com/office/drawing/2014/main" id="{2283DDFC-91A6-3951-9288-599306302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525" y="1497013"/>
            <a:ext cx="2733675" cy="4446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1">
            <a:extLst>
              <a:ext uri="{FF2B5EF4-FFF2-40B4-BE49-F238E27FC236}">
                <a16:creationId xmlns:a16="http://schemas.microsoft.com/office/drawing/2014/main" id="{442E9B4D-4EF9-D565-374C-4EE00ABACF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38D2D457-754B-4C4B-8FD7-917F125E31D1}" type="slidenum">
              <a:rPr lang="en-US" altLang="zh-CN" sz="2000">
                <a:solidFill>
                  <a:schemeClr val="bg2"/>
                </a:solidFill>
              </a:rPr>
              <a:pPr/>
              <a:t>18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F9E74671-DB88-6E05-AC8F-37BE4F6006F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23365074-1E4D-E8CA-48E5-A773E367176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17" name="Rectangle 4">
            <a:extLst>
              <a:ext uri="{FF2B5EF4-FFF2-40B4-BE49-F238E27FC236}">
                <a16:creationId xmlns:a16="http://schemas.microsoft.com/office/drawing/2014/main" id="{F8F9BD7D-5863-E18B-919B-A0CBA9B72EB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18" name="Rectangle 5">
            <a:extLst>
              <a:ext uri="{FF2B5EF4-FFF2-40B4-BE49-F238E27FC236}">
                <a16:creationId xmlns:a16="http://schemas.microsoft.com/office/drawing/2014/main" id="{31507A85-DA2C-C9EC-472D-4511DB1CD8D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19" name="Rectangle 6">
            <a:extLst>
              <a:ext uri="{FF2B5EF4-FFF2-40B4-BE49-F238E27FC236}">
                <a16:creationId xmlns:a16="http://schemas.microsoft.com/office/drawing/2014/main" id="{5FFDA6F9-7F6F-67CD-27E3-2757D49DF57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20" name="Rectangle 7">
            <a:extLst>
              <a:ext uri="{FF2B5EF4-FFF2-40B4-BE49-F238E27FC236}">
                <a16:creationId xmlns:a16="http://schemas.microsoft.com/office/drawing/2014/main" id="{BB9A94DE-3E11-A0AE-E77A-D732DC2AE57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21" name="Rectangle 8">
            <a:extLst>
              <a:ext uri="{FF2B5EF4-FFF2-40B4-BE49-F238E27FC236}">
                <a16:creationId xmlns:a16="http://schemas.microsoft.com/office/drawing/2014/main" id="{6B65C3F2-DCCD-61F1-3399-3C2A8020844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22" name="Line 9">
            <a:extLst>
              <a:ext uri="{FF2B5EF4-FFF2-40B4-BE49-F238E27FC236}">
                <a16:creationId xmlns:a16="http://schemas.microsoft.com/office/drawing/2014/main" id="{2ABDF5DB-2FE6-B832-D728-C1EC976A58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3" name="Line 10">
            <a:extLst>
              <a:ext uri="{FF2B5EF4-FFF2-40B4-BE49-F238E27FC236}">
                <a16:creationId xmlns:a16="http://schemas.microsoft.com/office/drawing/2014/main" id="{E8DD4D43-9177-81F8-AC3D-574E7CB51A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4" name="Rectangle 11">
            <a:extLst>
              <a:ext uri="{FF2B5EF4-FFF2-40B4-BE49-F238E27FC236}">
                <a16:creationId xmlns:a16="http://schemas.microsoft.com/office/drawing/2014/main" id="{1D38E654-DB64-DD64-F35C-67D6F2334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971800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数据报网中的交换机使用基于目的地址的路由表。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38925" name="Group 12">
            <a:extLst>
              <a:ext uri="{FF2B5EF4-FFF2-40B4-BE49-F238E27FC236}">
                <a16:creationId xmlns:a16="http://schemas.microsoft.com/office/drawing/2014/main" id="{57CA8252-0FC3-09C0-47A0-46ABD10BFE79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58975"/>
            <a:ext cx="1143000" cy="588963"/>
            <a:chOff x="1200" y="1234"/>
            <a:chExt cx="720" cy="371"/>
          </a:xfrm>
        </p:grpSpPr>
        <p:pic>
          <p:nvPicPr>
            <p:cNvPr id="38926" name="Picture 13">
              <a:extLst>
                <a:ext uri="{FF2B5EF4-FFF2-40B4-BE49-F238E27FC236}">
                  <a16:creationId xmlns:a16="http://schemas.microsoft.com/office/drawing/2014/main" id="{A4931236-3887-7664-6222-0C974F041F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8927" name="Text Box 14">
              <a:extLst>
                <a:ext uri="{FF2B5EF4-FFF2-40B4-BE49-F238E27FC236}">
                  <a16:creationId xmlns:a16="http://schemas.microsoft.com/office/drawing/2014/main" id="{20269664-2251-E919-8775-5EDA96608B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1">
            <a:extLst>
              <a:ext uri="{FF2B5EF4-FFF2-40B4-BE49-F238E27FC236}">
                <a16:creationId xmlns:a16="http://schemas.microsoft.com/office/drawing/2014/main" id="{1B0B30D8-99EA-31F2-26CC-04CB444148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1DA752EB-9BFB-4009-ADAF-2E5DE31EA817}" type="slidenum">
              <a:rPr lang="en-US" altLang="zh-CN" sz="2000">
                <a:solidFill>
                  <a:schemeClr val="bg2"/>
                </a:solidFill>
              </a:rPr>
              <a:pPr/>
              <a:t>19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9AB37D51-CD2A-B573-FF77-A220DFE5851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05E36DD9-85B0-CEC2-A929-16F1B8F52A6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5" name="Rectangle 4">
            <a:extLst>
              <a:ext uri="{FF2B5EF4-FFF2-40B4-BE49-F238E27FC236}">
                <a16:creationId xmlns:a16="http://schemas.microsoft.com/office/drawing/2014/main" id="{273A1B70-467B-A6E6-2D65-10A5F706ADE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6" name="Rectangle 5">
            <a:extLst>
              <a:ext uri="{FF2B5EF4-FFF2-40B4-BE49-F238E27FC236}">
                <a16:creationId xmlns:a16="http://schemas.microsoft.com/office/drawing/2014/main" id="{615E76D1-1EC0-A570-774C-5CF45A2FC0D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7" name="Rectangle 6">
            <a:extLst>
              <a:ext uri="{FF2B5EF4-FFF2-40B4-BE49-F238E27FC236}">
                <a16:creationId xmlns:a16="http://schemas.microsoft.com/office/drawing/2014/main" id="{AED904ED-B6C2-CB89-6AF8-5E18F9F6185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8" name="Rectangle 7">
            <a:extLst>
              <a:ext uri="{FF2B5EF4-FFF2-40B4-BE49-F238E27FC236}">
                <a16:creationId xmlns:a16="http://schemas.microsoft.com/office/drawing/2014/main" id="{09F23D07-A0B7-1A71-7E70-6321965813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9" name="Rectangle 8">
            <a:extLst>
              <a:ext uri="{FF2B5EF4-FFF2-40B4-BE49-F238E27FC236}">
                <a16:creationId xmlns:a16="http://schemas.microsoft.com/office/drawing/2014/main" id="{E599CB01-3367-4C8F-4560-D0A2A7CFEE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70" name="Line 9">
            <a:extLst>
              <a:ext uri="{FF2B5EF4-FFF2-40B4-BE49-F238E27FC236}">
                <a16:creationId xmlns:a16="http://schemas.microsoft.com/office/drawing/2014/main" id="{ED339C95-40E0-55B2-703D-C3B1972989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1" name="Line 10">
            <a:extLst>
              <a:ext uri="{FF2B5EF4-FFF2-40B4-BE49-F238E27FC236}">
                <a16:creationId xmlns:a16="http://schemas.microsoft.com/office/drawing/2014/main" id="{DD8A21F5-19ED-AC31-DF9A-4EF78818FD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876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2" name="Rectangle 11">
            <a:extLst>
              <a:ext uri="{FF2B5EF4-FFF2-40B4-BE49-F238E27FC236}">
                <a16:creationId xmlns:a16="http://schemas.microsoft.com/office/drawing/2014/main" id="{907AB51C-B060-D65C-5904-4ABAA62EC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124200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数据报网分组的头部中的目的地址在分组传送期间保持不变。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40973" name="Group 12">
            <a:extLst>
              <a:ext uri="{FF2B5EF4-FFF2-40B4-BE49-F238E27FC236}">
                <a16:creationId xmlns:a16="http://schemas.microsoft.com/office/drawing/2014/main" id="{A8E4E061-4022-C6F2-5CF2-053BF20894E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58975"/>
            <a:ext cx="1143000" cy="588963"/>
            <a:chOff x="1200" y="1234"/>
            <a:chExt cx="720" cy="371"/>
          </a:xfrm>
        </p:grpSpPr>
        <p:pic>
          <p:nvPicPr>
            <p:cNvPr id="40974" name="Picture 13">
              <a:extLst>
                <a:ext uri="{FF2B5EF4-FFF2-40B4-BE49-F238E27FC236}">
                  <a16:creationId xmlns:a16="http://schemas.microsoft.com/office/drawing/2014/main" id="{1F4D33A4-06B3-9583-73C3-20A7DB1926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0975" name="Text Box 14">
              <a:extLst>
                <a:ext uri="{FF2B5EF4-FFF2-40B4-BE49-F238E27FC236}">
                  <a16:creationId xmlns:a16="http://schemas.microsoft.com/office/drawing/2014/main" id="{18EC19E5-58A3-05A2-BA37-15F2AF54B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1">
            <a:extLst>
              <a:ext uri="{FF2B5EF4-FFF2-40B4-BE49-F238E27FC236}">
                <a16:creationId xmlns:a16="http://schemas.microsoft.com/office/drawing/2014/main" id="{CED27070-DA6B-3C31-73F5-A0F7502A74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F5A87329-DE74-4996-94D9-6CC1DEFB7FF5}" type="slidenum">
              <a:rPr lang="en-US" altLang="zh-CN" sz="2000">
                <a:solidFill>
                  <a:schemeClr val="bg2"/>
                </a:solidFill>
              </a:rPr>
              <a:pPr/>
              <a:t>20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3011" name="Line 2">
            <a:extLst>
              <a:ext uri="{FF2B5EF4-FFF2-40B4-BE49-F238E27FC236}">
                <a16:creationId xmlns:a16="http://schemas.microsoft.com/office/drawing/2014/main" id="{3A5E8CD8-98E9-BB9C-B401-D58264349A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2" name="Line 3">
            <a:extLst>
              <a:ext uri="{FF2B5EF4-FFF2-40B4-BE49-F238E27FC236}">
                <a16:creationId xmlns:a16="http://schemas.microsoft.com/office/drawing/2014/main" id="{E35CC2CF-AEAF-4D27-1A89-815ABDF045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3" name="Text Box 4">
            <a:extLst>
              <a:ext uri="{FF2B5EF4-FFF2-40B4-BE49-F238E27FC236}">
                <a16:creationId xmlns:a16="http://schemas.microsoft.com/office/drawing/2014/main" id="{B68850A7-840E-A7E8-FA08-8FAF92F66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687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8.9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数据报网中的延迟</a:t>
            </a:r>
          </a:p>
        </p:txBody>
      </p:sp>
      <p:sp>
        <p:nvSpPr>
          <p:cNvPr id="43014" name="Line 5">
            <a:extLst>
              <a:ext uri="{FF2B5EF4-FFF2-40B4-BE49-F238E27FC236}">
                <a16:creationId xmlns:a16="http://schemas.microsoft.com/office/drawing/2014/main" id="{8D5FFA82-9664-9185-DC9C-673914B276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3015" name="Picture 6">
            <a:extLst>
              <a:ext uri="{FF2B5EF4-FFF2-40B4-BE49-F238E27FC236}">
                <a16:creationId xmlns:a16="http://schemas.microsoft.com/office/drawing/2014/main" id="{4B350F52-DC46-5582-076C-D147F4605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2043113"/>
            <a:ext cx="8172450" cy="336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1">
            <a:extLst>
              <a:ext uri="{FF2B5EF4-FFF2-40B4-BE49-F238E27FC236}">
                <a16:creationId xmlns:a16="http://schemas.microsoft.com/office/drawing/2014/main" id="{3E61CBB4-CB8B-16B6-6CD1-0494ABE107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E86F51B3-02F8-4E9C-BDE3-9F92A1E04DCE}" type="slidenum">
              <a:rPr lang="en-US" altLang="zh-CN" sz="2000">
                <a:solidFill>
                  <a:schemeClr val="bg2"/>
                </a:solidFill>
              </a:rPr>
              <a:pPr/>
              <a:t>21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93501913-5F3A-B0E3-77FB-1CA83FAF520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EE951E6C-887F-11B8-320E-77286AFE042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1" name="Rectangle 4">
            <a:extLst>
              <a:ext uri="{FF2B5EF4-FFF2-40B4-BE49-F238E27FC236}">
                <a16:creationId xmlns:a16="http://schemas.microsoft.com/office/drawing/2014/main" id="{3B1147D5-F27C-283D-577C-FF596C2D769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2" name="Rectangle 5">
            <a:extLst>
              <a:ext uri="{FF2B5EF4-FFF2-40B4-BE49-F238E27FC236}">
                <a16:creationId xmlns:a16="http://schemas.microsoft.com/office/drawing/2014/main" id="{F96006CA-5DA7-B3B2-25F0-6858DBDE93E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3" name="Rectangle 6">
            <a:extLst>
              <a:ext uri="{FF2B5EF4-FFF2-40B4-BE49-F238E27FC236}">
                <a16:creationId xmlns:a16="http://schemas.microsoft.com/office/drawing/2014/main" id="{FDCFAB43-E72E-4D02-75A9-FA98687DC89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4" name="Rectangle 7">
            <a:extLst>
              <a:ext uri="{FF2B5EF4-FFF2-40B4-BE49-F238E27FC236}">
                <a16:creationId xmlns:a16="http://schemas.microsoft.com/office/drawing/2014/main" id="{8ACCF893-F0CC-9B6C-30C9-4326A3CBFD7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5" name="Rectangle 8">
            <a:extLst>
              <a:ext uri="{FF2B5EF4-FFF2-40B4-BE49-F238E27FC236}">
                <a16:creationId xmlns:a16="http://schemas.microsoft.com/office/drawing/2014/main" id="{8B152B9D-5023-98EA-F0CD-55B7557D9ED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6" name="Line 9">
            <a:extLst>
              <a:ext uri="{FF2B5EF4-FFF2-40B4-BE49-F238E27FC236}">
                <a16:creationId xmlns:a16="http://schemas.microsoft.com/office/drawing/2014/main" id="{3CB26146-3679-F48A-0501-B7C1FB178FE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7" name="Line 10">
            <a:extLst>
              <a:ext uri="{FF2B5EF4-FFF2-40B4-BE49-F238E27FC236}">
                <a16:creationId xmlns:a16="http://schemas.microsoft.com/office/drawing/2014/main" id="{8318BCBC-FA05-1223-1176-FBE9B9F13A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876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8" name="Rectangle 11">
            <a:extLst>
              <a:ext uri="{FF2B5EF4-FFF2-40B4-BE49-F238E27FC236}">
                <a16:creationId xmlns:a16="http://schemas.microsoft.com/office/drawing/2014/main" id="{A2111E91-7C97-4509-D9C8-2D225A641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124200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因特网在网络层用数据报方法对分组进行交换。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45069" name="Group 12">
            <a:extLst>
              <a:ext uri="{FF2B5EF4-FFF2-40B4-BE49-F238E27FC236}">
                <a16:creationId xmlns:a16="http://schemas.microsoft.com/office/drawing/2014/main" id="{1E6D8008-8A0A-0F3F-1748-3B6BEDDDBAA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58975"/>
            <a:ext cx="1143000" cy="588963"/>
            <a:chOff x="1200" y="1234"/>
            <a:chExt cx="720" cy="371"/>
          </a:xfrm>
        </p:grpSpPr>
        <p:pic>
          <p:nvPicPr>
            <p:cNvPr id="45070" name="Picture 13">
              <a:extLst>
                <a:ext uri="{FF2B5EF4-FFF2-40B4-BE49-F238E27FC236}">
                  <a16:creationId xmlns:a16="http://schemas.microsoft.com/office/drawing/2014/main" id="{C45903ED-0027-911A-4F69-FD48800D92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5071" name="Text Box 14">
              <a:extLst>
                <a:ext uri="{FF2B5EF4-FFF2-40B4-BE49-F238E27FC236}">
                  <a16:creationId xmlns:a16="http://schemas.microsoft.com/office/drawing/2014/main" id="{2AD22302-BC43-3222-02AA-FE7B2C1973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1">
            <a:extLst>
              <a:ext uri="{FF2B5EF4-FFF2-40B4-BE49-F238E27FC236}">
                <a16:creationId xmlns:a16="http://schemas.microsoft.com/office/drawing/2014/main" id="{3357D07B-F01D-B03B-69AC-0704263372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77659252-C85F-4A2E-A69C-B0AC8CC769CD}" type="slidenum">
              <a:rPr lang="en-US" altLang="zh-CN" sz="2000">
                <a:solidFill>
                  <a:schemeClr val="bg2"/>
                </a:solidFill>
              </a:rPr>
              <a:pPr/>
              <a:t>22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58114" name="Rectangle 2">
            <a:extLst>
              <a:ext uri="{FF2B5EF4-FFF2-40B4-BE49-F238E27FC236}">
                <a16:creationId xmlns:a16="http://schemas.microsoft.com/office/drawing/2014/main" id="{DCDE7052-30A3-4A36-883A-A6165430A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858115" name="Text Box 3">
            <a:extLst>
              <a:ext uri="{FF2B5EF4-FFF2-40B4-BE49-F238E27FC236}">
                <a16:creationId xmlns:a16="http://schemas.microsoft.com/office/drawing/2014/main" id="{3886137E-7556-4967-A1FE-1CF679047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30622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8-3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虚电路网络</a:t>
            </a:r>
          </a:p>
        </p:txBody>
      </p:sp>
      <p:sp>
        <p:nvSpPr>
          <p:cNvPr id="47109" name="Text Box 4">
            <a:extLst>
              <a:ext uri="{FF2B5EF4-FFF2-40B4-BE49-F238E27FC236}">
                <a16:creationId xmlns:a16="http://schemas.microsoft.com/office/drawing/2014/main" id="{2992D576-4716-7F6B-64F7-1349B0235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8117" name="Rectangle 5">
            <a:extLst>
              <a:ext uri="{FF2B5EF4-FFF2-40B4-BE49-F238E27FC236}">
                <a16:creationId xmlns:a16="http://schemas.microsoft.com/office/drawing/2014/main" id="{7026CED1-A4F0-4235-BC67-AF5E28549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890713"/>
            <a:ext cx="8229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虚电路网络是结合电路交换网络和数据报网络的产物，它具有两者的某些特征。</a:t>
            </a:r>
            <a:endParaRPr lang="en-US" altLang="zh-CN" sz="2800" i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47111" name="Rectangle 6">
            <a:extLst>
              <a:ext uri="{FF2B5EF4-FFF2-40B4-BE49-F238E27FC236}">
                <a16:creationId xmlns:a16="http://schemas.microsoft.com/office/drawing/2014/main" id="{8E0A582F-251B-789F-2409-1351BBD07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210050"/>
            <a:ext cx="76962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编址</a:t>
            </a:r>
            <a:br>
              <a:rPr lang="zh-CN" altLang="fr-FR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fr-FR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三个阶段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fr-FR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效率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fr-FR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延迟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广域网中电路交换技术</a:t>
            </a:r>
          </a:p>
        </p:txBody>
      </p:sp>
      <p:sp>
        <p:nvSpPr>
          <p:cNvPr id="858119" name="Text Box 7">
            <a:extLst>
              <a:ext uri="{FF2B5EF4-FFF2-40B4-BE49-F238E27FC236}">
                <a16:creationId xmlns:a16="http://schemas.microsoft.com/office/drawing/2014/main" id="{B00FFDBE-482E-4AA8-8252-0E39AAB9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733800"/>
            <a:ext cx="1962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本节主题：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1">
            <a:extLst>
              <a:ext uri="{FF2B5EF4-FFF2-40B4-BE49-F238E27FC236}">
                <a16:creationId xmlns:a16="http://schemas.microsoft.com/office/drawing/2014/main" id="{72398CAF-82FE-D109-E94D-F943BC5539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5DBCE8DD-4F07-4F2B-9F7D-1618FC5F34C8}" type="slidenum">
              <a:rPr lang="en-US" altLang="zh-CN" sz="2000">
                <a:solidFill>
                  <a:schemeClr val="bg2"/>
                </a:solidFill>
              </a:rPr>
              <a:pPr/>
              <a:t>23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9155" name="Line 2">
            <a:extLst>
              <a:ext uri="{FF2B5EF4-FFF2-40B4-BE49-F238E27FC236}">
                <a16:creationId xmlns:a16="http://schemas.microsoft.com/office/drawing/2014/main" id="{15D03E27-0D67-04D6-8D48-9750322F6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6" name="Line 3">
            <a:extLst>
              <a:ext uri="{FF2B5EF4-FFF2-40B4-BE49-F238E27FC236}">
                <a16:creationId xmlns:a16="http://schemas.microsoft.com/office/drawing/2014/main" id="{F6979DBC-219D-4855-7A87-7F8065E9D94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7" name="Text Box 4">
            <a:extLst>
              <a:ext uri="{FF2B5EF4-FFF2-40B4-BE49-F238E27FC236}">
                <a16:creationId xmlns:a16="http://schemas.microsoft.com/office/drawing/2014/main" id="{B27C9356-33C7-F304-1959-B1E48AF19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078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8.10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虚电路网络</a:t>
            </a:r>
          </a:p>
        </p:txBody>
      </p:sp>
      <p:sp>
        <p:nvSpPr>
          <p:cNvPr id="49158" name="Line 5">
            <a:extLst>
              <a:ext uri="{FF2B5EF4-FFF2-40B4-BE49-F238E27FC236}">
                <a16:creationId xmlns:a16="http://schemas.microsoft.com/office/drawing/2014/main" id="{B24CE156-F958-B792-570C-CFBB03CE40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9159" name="Picture 6">
            <a:extLst>
              <a:ext uri="{FF2B5EF4-FFF2-40B4-BE49-F238E27FC236}">
                <a16:creationId xmlns:a16="http://schemas.microsoft.com/office/drawing/2014/main" id="{E18A2224-1CB6-2028-040F-5241E7797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3" y="1812925"/>
            <a:ext cx="8262937" cy="382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1">
            <a:extLst>
              <a:ext uri="{FF2B5EF4-FFF2-40B4-BE49-F238E27FC236}">
                <a16:creationId xmlns:a16="http://schemas.microsoft.com/office/drawing/2014/main" id="{124852A2-10E5-0F7B-3775-68438D70B1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D4C541C6-5F22-4E48-A9FD-123541C82C46}" type="slidenum">
              <a:rPr lang="en-US" altLang="zh-CN" sz="2000">
                <a:solidFill>
                  <a:schemeClr val="bg2"/>
                </a:solidFill>
              </a:rPr>
              <a:pPr/>
              <a:t>24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1203" name="Line 2">
            <a:extLst>
              <a:ext uri="{FF2B5EF4-FFF2-40B4-BE49-F238E27FC236}">
                <a16:creationId xmlns:a16="http://schemas.microsoft.com/office/drawing/2014/main" id="{22D4298C-34F7-3076-78B1-57ABE7266E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4" name="Line 3">
            <a:extLst>
              <a:ext uri="{FF2B5EF4-FFF2-40B4-BE49-F238E27FC236}">
                <a16:creationId xmlns:a16="http://schemas.microsoft.com/office/drawing/2014/main" id="{28441256-872D-21D1-33A7-1FFC16257A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5" name="Text Box 4">
            <a:extLst>
              <a:ext uri="{FF2B5EF4-FFF2-40B4-BE49-F238E27FC236}">
                <a16:creationId xmlns:a16="http://schemas.microsoft.com/office/drawing/2014/main" id="{215793EC-7D54-6477-EB93-440F182BC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33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8.11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虚电路标识符</a:t>
            </a:r>
          </a:p>
        </p:txBody>
      </p:sp>
      <p:sp>
        <p:nvSpPr>
          <p:cNvPr id="51206" name="Line 5">
            <a:extLst>
              <a:ext uri="{FF2B5EF4-FFF2-40B4-BE49-F238E27FC236}">
                <a16:creationId xmlns:a16="http://schemas.microsoft.com/office/drawing/2014/main" id="{C043775F-CF96-9E13-5F44-93C673E501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1207" name="Picture 7">
            <a:extLst>
              <a:ext uri="{FF2B5EF4-FFF2-40B4-BE49-F238E27FC236}">
                <a16:creationId xmlns:a16="http://schemas.microsoft.com/office/drawing/2014/main" id="{0CD675BD-0B11-104B-D8AC-B31BD3C0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438400"/>
            <a:ext cx="7496175" cy="202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1">
            <a:extLst>
              <a:ext uri="{FF2B5EF4-FFF2-40B4-BE49-F238E27FC236}">
                <a16:creationId xmlns:a16="http://schemas.microsoft.com/office/drawing/2014/main" id="{6EE91502-1492-14BA-4371-08908E9A6B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33AC54D5-9153-48D9-831E-328111383A1A}" type="slidenum">
              <a:rPr lang="en-US" altLang="zh-CN" sz="2000">
                <a:solidFill>
                  <a:schemeClr val="bg2"/>
                </a:solidFill>
              </a:rPr>
              <a:pPr/>
              <a:t>25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3251" name="Line 2">
            <a:extLst>
              <a:ext uri="{FF2B5EF4-FFF2-40B4-BE49-F238E27FC236}">
                <a16:creationId xmlns:a16="http://schemas.microsoft.com/office/drawing/2014/main" id="{540FE574-9495-9465-9977-974B60D034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2" name="Line 3">
            <a:extLst>
              <a:ext uri="{FF2B5EF4-FFF2-40B4-BE49-F238E27FC236}">
                <a16:creationId xmlns:a16="http://schemas.microsoft.com/office/drawing/2014/main" id="{1C33C70E-3B21-D425-2792-B61C22857E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3" name="Text Box 4">
            <a:extLst>
              <a:ext uri="{FF2B5EF4-FFF2-40B4-BE49-F238E27FC236}">
                <a16:creationId xmlns:a16="http://schemas.microsoft.com/office/drawing/2014/main" id="{A718BF7A-D36B-DD6D-57F7-A9CA9FF2C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60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8.12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虚电路网络中交换机和表</a:t>
            </a:r>
          </a:p>
        </p:txBody>
      </p:sp>
      <p:sp>
        <p:nvSpPr>
          <p:cNvPr id="53254" name="Line 5">
            <a:extLst>
              <a:ext uri="{FF2B5EF4-FFF2-40B4-BE49-F238E27FC236}">
                <a16:creationId xmlns:a16="http://schemas.microsoft.com/office/drawing/2014/main" id="{347533D9-77CC-AA96-8EA3-A8A70CE9EA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3255" name="Picture 6">
            <a:extLst>
              <a:ext uri="{FF2B5EF4-FFF2-40B4-BE49-F238E27FC236}">
                <a16:creationId xmlns:a16="http://schemas.microsoft.com/office/drawing/2014/main" id="{DF4D29DF-62DE-BC82-531D-49AF6D473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96975"/>
            <a:ext cx="7404100" cy="505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1">
            <a:extLst>
              <a:ext uri="{FF2B5EF4-FFF2-40B4-BE49-F238E27FC236}">
                <a16:creationId xmlns:a16="http://schemas.microsoft.com/office/drawing/2014/main" id="{37845CDC-3B06-1A8D-0B7E-E4BED00766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6D1A7786-A1BA-4DA1-BB4B-BC2612B0C2DD}" type="slidenum">
              <a:rPr lang="en-US" altLang="zh-CN" sz="2000">
                <a:solidFill>
                  <a:schemeClr val="bg2"/>
                </a:solidFill>
              </a:rPr>
              <a:pPr/>
              <a:t>26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5299" name="Line 2">
            <a:extLst>
              <a:ext uri="{FF2B5EF4-FFF2-40B4-BE49-F238E27FC236}">
                <a16:creationId xmlns:a16="http://schemas.microsoft.com/office/drawing/2014/main" id="{DFB985A7-59E8-26B8-EA33-09B1C19F36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0" name="Line 3">
            <a:extLst>
              <a:ext uri="{FF2B5EF4-FFF2-40B4-BE49-F238E27FC236}">
                <a16:creationId xmlns:a16="http://schemas.microsoft.com/office/drawing/2014/main" id="{110287AC-1699-8BE1-088E-E73D345437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1" name="Text Box 4">
            <a:extLst>
              <a:ext uri="{FF2B5EF4-FFF2-40B4-BE49-F238E27FC236}">
                <a16:creationId xmlns:a16="http://schemas.microsoft.com/office/drawing/2014/main" id="{64D0AF77-9751-CDCB-734B-FEAE2612F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60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8.13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源端到目的端的数据传输</a:t>
            </a:r>
          </a:p>
        </p:txBody>
      </p:sp>
      <p:sp>
        <p:nvSpPr>
          <p:cNvPr id="55302" name="Line 5">
            <a:extLst>
              <a:ext uri="{FF2B5EF4-FFF2-40B4-BE49-F238E27FC236}">
                <a16:creationId xmlns:a16="http://schemas.microsoft.com/office/drawing/2014/main" id="{30AB088F-383E-AE0D-2763-99E4F90ECC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5303" name="Picture 9">
            <a:extLst>
              <a:ext uri="{FF2B5EF4-FFF2-40B4-BE49-F238E27FC236}">
                <a16:creationId xmlns:a16="http://schemas.microsoft.com/office/drawing/2014/main" id="{BABAC406-1CFE-748C-A526-E2ECC5A63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1211263"/>
            <a:ext cx="7513637" cy="5037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1">
            <a:extLst>
              <a:ext uri="{FF2B5EF4-FFF2-40B4-BE49-F238E27FC236}">
                <a16:creationId xmlns:a16="http://schemas.microsoft.com/office/drawing/2014/main" id="{4F6B93F6-CB77-CCE1-FD26-B5A9C09E8A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BAB924CF-37CE-4CA5-B051-46A10933FBC4}" type="slidenum">
              <a:rPr lang="en-US" altLang="zh-CN" sz="2000">
                <a:solidFill>
                  <a:schemeClr val="bg2"/>
                </a:solidFill>
              </a:rPr>
              <a:pPr/>
              <a:t>27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7347" name="Line 2">
            <a:extLst>
              <a:ext uri="{FF2B5EF4-FFF2-40B4-BE49-F238E27FC236}">
                <a16:creationId xmlns:a16="http://schemas.microsoft.com/office/drawing/2014/main" id="{40CC5E03-687F-6F77-2875-AD596943C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8" name="Line 3">
            <a:extLst>
              <a:ext uri="{FF2B5EF4-FFF2-40B4-BE49-F238E27FC236}">
                <a16:creationId xmlns:a16="http://schemas.microsoft.com/office/drawing/2014/main" id="{0043132E-6483-8976-D2FE-7397884658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9" name="Text Box 4">
            <a:extLst>
              <a:ext uri="{FF2B5EF4-FFF2-40B4-BE49-F238E27FC236}">
                <a16:creationId xmlns:a16="http://schemas.microsoft.com/office/drawing/2014/main" id="{C935215F-BF01-E159-6FAD-4D7CDF701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85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8.14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虚电路交换网中的连接请求</a:t>
            </a:r>
          </a:p>
        </p:txBody>
      </p:sp>
      <p:sp>
        <p:nvSpPr>
          <p:cNvPr id="57350" name="Line 5">
            <a:extLst>
              <a:ext uri="{FF2B5EF4-FFF2-40B4-BE49-F238E27FC236}">
                <a16:creationId xmlns:a16="http://schemas.microsoft.com/office/drawing/2014/main" id="{C8E40CA3-9356-1231-82C1-BB710F402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7351" name="Picture 6">
            <a:extLst>
              <a:ext uri="{FF2B5EF4-FFF2-40B4-BE49-F238E27FC236}">
                <a16:creationId xmlns:a16="http://schemas.microsoft.com/office/drawing/2014/main" id="{CCE518DD-1FFA-6B0C-DF82-3E6632DDF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47825"/>
            <a:ext cx="7696200" cy="391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1">
            <a:extLst>
              <a:ext uri="{FF2B5EF4-FFF2-40B4-BE49-F238E27FC236}">
                <a16:creationId xmlns:a16="http://schemas.microsoft.com/office/drawing/2014/main" id="{749EF1BB-F325-76B4-32A3-D6BA1A76A6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B474C09C-2FDB-416C-BCF6-E42A46B1BF0D}" type="slidenum">
              <a:rPr lang="en-US" altLang="zh-CN" sz="2000">
                <a:solidFill>
                  <a:schemeClr val="bg2"/>
                </a:solidFill>
              </a:rPr>
              <a:pPr/>
              <a:t>28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9395" name="Line 2">
            <a:extLst>
              <a:ext uri="{FF2B5EF4-FFF2-40B4-BE49-F238E27FC236}">
                <a16:creationId xmlns:a16="http://schemas.microsoft.com/office/drawing/2014/main" id="{2C5C02FC-5B95-97B2-007C-766AC68FC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396" name="Line 3">
            <a:extLst>
              <a:ext uri="{FF2B5EF4-FFF2-40B4-BE49-F238E27FC236}">
                <a16:creationId xmlns:a16="http://schemas.microsoft.com/office/drawing/2014/main" id="{88E8E031-B386-7DF3-B032-F27F854F75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397" name="Text Box 4">
            <a:extLst>
              <a:ext uri="{FF2B5EF4-FFF2-40B4-BE49-F238E27FC236}">
                <a16:creationId xmlns:a16="http://schemas.microsoft.com/office/drawing/2014/main" id="{ADB12CA8-AEC2-3F5C-8567-38D26BF4F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85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8.15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虚电路交换网中的建立确认</a:t>
            </a:r>
          </a:p>
        </p:txBody>
      </p:sp>
      <p:sp>
        <p:nvSpPr>
          <p:cNvPr id="59398" name="Line 5">
            <a:extLst>
              <a:ext uri="{FF2B5EF4-FFF2-40B4-BE49-F238E27FC236}">
                <a16:creationId xmlns:a16="http://schemas.microsoft.com/office/drawing/2014/main" id="{7F1FD820-B06B-3A49-D63D-B8186AB86A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9399" name="Picture 6">
            <a:extLst>
              <a:ext uri="{FF2B5EF4-FFF2-40B4-BE49-F238E27FC236}">
                <a16:creationId xmlns:a16="http://schemas.microsoft.com/office/drawing/2014/main" id="{1908265A-CCB2-08DF-88E4-8E5F99BC1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1776413"/>
            <a:ext cx="8034337" cy="3938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1">
            <a:extLst>
              <a:ext uri="{FF2B5EF4-FFF2-40B4-BE49-F238E27FC236}">
                <a16:creationId xmlns:a16="http://schemas.microsoft.com/office/drawing/2014/main" id="{4F07B7A8-EEB4-776F-E42D-C6E9388DD1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1FDF832A-35BF-4A64-AA37-AC197D7A0895}" type="slidenum">
              <a:rPr lang="en-US" altLang="zh-CN" sz="2000">
                <a:solidFill>
                  <a:schemeClr val="bg2"/>
                </a:solidFill>
              </a:rPr>
              <a:pPr/>
              <a:t>29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01ACDD11-FBE8-472C-9B03-E155258A9A8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23CA8C38-A182-1205-4FE9-D714278213C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45" name="Rectangle 4">
            <a:extLst>
              <a:ext uri="{FF2B5EF4-FFF2-40B4-BE49-F238E27FC236}">
                <a16:creationId xmlns:a16="http://schemas.microsoft.com/office/drawing/2014/main" id="{E59DB10A-A40D-BCDC-AD78-417AE8B8029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46" name="Rectangle 5">
            <a:extLst>
              <a:ext uri="{FF2B5EF4-FFF2-40B4-BE49-F238E27FC236}">
                <a16:creationId xmlns:a16="http://schemas.microsoft.com/office/drawing/2014/main" id="{FD459505-CB3F-5D30-9A82-0D079B5E9E9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47" name="Rectangle 6">
            <a:extLst>
              <a:ext uri="{FF2B5EF4-FFF2-40B4-BE49-F238E27FC236}">
                <a16:creationId xmlns:a16="http://schemas.microsoft.com/office/drawing/2014/main" id="{B018D469-350C-1519-BF4D-E392545CB06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48" name="Rectangle 7">
            <a:extLst>
              <a:ext uri="{FF2B5EF4-FFF2-40B4-BE49-F238E27FC236}">
                <a16:creationId xmlns:a16="http://schemas.microsoft.com/office/drawing/2014/main" id="{7CDF6BC1-BCC4-0F74-69AE-E0A6C880CBB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49" name="Rectangle 8">
            <a:extLst>
              <a:ext uri="{FF2B5EF4-FFF2-40B4-BE49-F238E27FC236}">
                <a16:creationId xmlns:a16="http://schemas.microsoft.com/office/drawing/2014/main" id="{321A4900-6F02-C9CC-01E4-C3977185392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50" name="Line 9">
            <a:extLst>
              <a:ext uri="{FF2B5EF4-FFF2-40B4-BE49-F238E27FC236}">
                <a16:creationId xmlns:a16="http://schemas.microsoft.com/office/drawing/2014/main" id="{2F047828-8F1F-89F4-C4A4-A9B4B1691A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209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1" name="Line 10">
            <a:extLst>
              <a:ext uri="{FF2B5EF4-FFF2-40B4-BE49-F238E27FC236}">
                <a16:creationId xmlns:a16="http://schemas.microsoft.com/office/drawing/2014/main" id="{B85F469A-2302-5EE6-58CC-87BCBB8AC1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410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2" name="Rectangle 11">
            <a:extLst>
              <a:ext uri="{FF2B5EF4-FFF2-40B4-BE49-F238E27FC236}">
                <a16:creationId xmlns:a16="http://schemas.microsoft.com/office/drawing/2014/main" id="{25ED046F-95EB-7A86-870D-6E35884B6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941638"/>
            <a:ext cx="8077200" cy="15700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在虚电路交换中，属于相同源端和目的端的所有分组都按同一路径传送；但如果资源按需分配，分组达到目的端可能有不同延迟。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61453" name="Group 12">
            <a:extLst>
              <a:ext uri="{FF2B5EF4-FFF2-40B4-BE49-F238E27FC236}">
                <a16:creationId xmlns:a16="http://schemas.microsoft.com/office/drawing/2014/main" id="{562FEB0B-5BD4-F364-C178-F0A99C14289D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501775"/>
            <a:ext cx="1143000" cy="588963"/>
            <a:chOff x="1200" y="1234"/>
            <a:chExt cx="720" cy="371"/>
          </a:xfrm>
        </p:grpSpPr>
        <p:pic>
          <p:nvPicPr>
            <p:cNvPr id="61454" name="Picture 13">
              <a:extLst>
                <a:ext uri="{FF2B5EF4-FFF2-40B4-BE49-F238E27FC236}">
                  <a16:creationId xmlns:a16="http://schemas.microsoft.com/office/drawing/2014/main" id="{7C9EC772-78FE-A679-B458-9684592401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1455" name="Text Box 14">
              <a:extLst>
                <a:ext uri="{FF2B5EF4-FFF2-40B4-BE49-F238E27FC236}">
                  <a16:creationId xmlns:a16="http://schemas.microsoft.com/office/drawing/2014/main" id="{70E5B370-8E3F-C0DC-2847-0F4C844A89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1">
            <a:extLst>
              <a:ext uri="{FF2B5EF4-FFF2-40B4-BE49-F238E27FC236}">
                <a16:creationId xmlns:a16="http://schemas.microsoft.com/office/drawing/2014/main" id="{3F591A2F-4AC1-57A6-BE5C-02CE9A9625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9F8782A0-67A0-47EA-A449-CCBAC5DD915D}" type="slidenum">
              <a:rPr lang="en-US" altLang="zh-CN" sz="2000">
                <a:solidFill>
                  <a:schemeClr val="bg2"/>
                </a:solidFill>
              </a:rPr>
              <a:pPr/>
              <a:t>30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63491" name="Line 2">
            <a:extLst>
              <a:ext uri="{FF2B5EF4-FFF2-40B4-BE49-F238E27FC236}">
                <a16:creationId xmlns:a16="http://schemas.microsoft.com/office/drawing/2014/main" id="{BB62451A-190D-004C-F251-CF2BB83190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2" name="Line 3">
            <a:extLst>
              <a:ext uri="{FF2B5EF4-FFF2-40B4-BE49-F238E27FC236}">
                <a16:creationId xmlns:a16="http://schemas.microsoft.com/office/drawing/2014/main" id="{1A54DC19-7A14-6434-98D7-FA3488ABE0A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3" name="Text Box 4">
            <a:extLst>
              <a:ext uri="{FF2B5EF4-FFF2-40B4-BE49-F238E27FC236}">
                <a16:creationId xmlns:a16="http://schemas.microsoft.com/office/drawing/2014/main" id="{642A381D-486C-5E53-3B17-9650E54B3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58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8.16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虚电路网络延迟</a:t>
            </a:r>
          </a:p>
        </p:txBody>
      </p:sp>
      <p:sp>
        <p:nvSpPr>
          <p:cNvPr id="63494" name="Line 5">
            <a:extLst>
              <a:ext uri="{FF2B5EF4-FFF2-40B4-BE49-F238E27FC236}">
                <a16:creationId xmlns:a16="http://schemas.microsoft.com/office/drawing/2014/main" id="{E08F2480-6EAC-3F43-9873-13C9CC9ACE1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3495" name="Picture 6">
            <a:extLst>
              <a:ext uri="{FF2B5EF4-FFF2-40B4-BE49-F238E27FC236}">
                <a16:creationId xmlns:a16="http://schemas.microsoft.com/office/drawing/2014/main" id="{B89F74F5-C119-BD75-C7EC-EFBD70152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1473200"/>
            <a:ext cx="8729662" cy="431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1">
            <a:extLst>
              <a:ext uri="{FF2B5EF4-FFF2-40B4-BE49-F238E27FC236}">
                <a16:creationId xmlns:a16="http://schemas.microsoft.com/office/drawing/2014/main" id="{445988CF-0090-E27D-C3F4-6F69061E3E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A9532427-C927-4D4A-9BFD-0C55FD53778A}" type="slidenum">
              <a:rPr lang="en-US" altLang="zh-CN" sz="2000">
                <a:solidFill>
                  <a:schemeClr val="bg2"/>
                </a:solidFill>
              </a:rPr>
              <a:pPr/>
              <a:t>31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8C7CE8D6-C344-9461-AD14-4827FF4F7E5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F1DC5483-5959-4068-0C85-089EDCD3236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541" name="Rectangle 4">
            <a:extLst>
              <a:ext uri="{FF2B5EF4-FFF2-40B4-BE49-F238E27FC236}">
                <a16:creationId xmlns:a16="http://schemas.microsoft.com/office/drawing/2014/main" id="{8152DE20-5A7E-CF19-E63D-A847DEBD644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542" name="Rectangle 5">
            <a:extLst>
              <a:ext uri="{FF2B5EF4-FFF2-40B4-BE49-F238E27FC236}">
                <a16:creationId xmlns:a16="http://schemas.microsoft.com/office/drawing/2014/main" id="{B34C53EB-1072-63B2-D673-3A06BB45F93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543" name="Rectangle 6">
            <a:extLst>
              <a:ext uri="{FF2B5EF4-FFF2-40B4-BE49-F238E27FC236}">
                <a16:creationId xmlns:a16="http://schemas.microsoft.com/office/drawing/2014/main" id="{E2823E06-41F3-A113-8E73-120C1987A4A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544" name="Rectangle 7">
            <a:extLst>
              <a:ext uri="{FF2B5EF4-FFF2-40B4-BE49-F238E27FC236}">
                <a16:creationId xmlns:a16="http://schemas.microsoft.com/office/drawing/2014/main" id="{E26323F4-C19F-6724-264E-363614F7110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545" name="Rectangle 8">
            <a:extLst>
              <a:ext uri="{FF2B5EF4-FFF2-40B4-BE49-F238E27FC236}">
                <a16:creationId xmlns:a16="http://schemas.microsoft.com/office/drawing/2014/main" id="{F5BEC5B9-3389-C1DB-58F7-21C070D68C6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546" name="Line 9">
            <a:extLst>
              <a:ext uri="{FF2B5EF4-FFF2-40B4-BE49-F238E27FC236}">
                <a16:creationId xmlns:a16="http://schemas.microsoft.com/office/drawing/2014/main" id="{8DEAD55C-9009-33B1-2259-315881E9D0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362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7" name="Line 10">
            <a:extLst>
              <a:ext uri="{FF2B5EF4-FFF2-40B4-BE49-F238E27FC236}">
                <a16:creationId xmlns:a16="http://schemas.microsoft.com/office/drawing/2014/main" id="{84C6B53C-97A9-3CCA-3CF1-80C0E07663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648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8" name="Rectangle 11">
            <a:extLst>
              <a:ext uri="{FF2B5EF4-FFF2-40B4-BE49-F238E27FC236}">
                <a16:creationId xmlns:a16="http://schemas.microsoft.com/office/drawing/2014/main" id="{F5D577F8-F4FD-E6F4-E36B-6A8E7C23B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95600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在交换广域网中，数据链路层通常采用虚电路技术实现。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65549" name="Group 12">
            <a:extLst>
              <a:ext uri="{FF2B5EF4-FFF2-40B4-BE49-F238E27FC236}">
                <a16:creationId xmlns:a16="http://schemas.microsoft.com/office/drawing/2014/main" id="{E741705C-CE32-2354-70D8-91B4AAAE2B91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654175"/>
            <a:ext cx="1143000" cy="588963"/>
            <a:chOff x="1200" y="1234"/>
            <a:chExt cx="720" cy="371"/>
          </a:xfrm>
        </p:grpSpPr>
        <p:pic>
          <p:nvPicPr>
            <p:cNvPr id="65550" name="Picture 13">
              <a:extLst>
                <a:ext uri="{FF2B5EF4-FFF2-40B4-BE49-F238E27FC236}">
                  <a16:creationId xmlns:a16="http://schemas.microsoft.com/office/drawing/2014/main" id="{49E9EFE7-625A-93B7-B29E-74A4745386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5551" name="Text Box 14">
              <a:extLst>
                <a:ext uri="{FF2B5EF4-FFF2-40B4-BE49-F238E27FC236}">
                  <a16:creationId xmlns:a16="http://schemas.microsoft.com/office/drawing/2014/main" id="{1E6AEBA4-DC4F-17B3-6404-75FFB38A26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1">
            <a:extLst>
              <a:ext uri="{FF2B5EF4-FFF2-40B4-BE49-F238E27FC236}">
                <a16:creationId xmlns:a16="http://schemas.microsoft.com/office/drawing/2014/main" id="{772112EA-864A-A4B6-9DF9-6D7E187E94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3486545C-C0F6-46DC-88C0-05089216E88E}" type="slidenum">
              <a:rPr lang="en-US" altLang="zh-CN" sz="2000">
                <a:solidFill>
                  <a:schemeClr val="bg2"/>
                </a:solidFill>
              </a:rPr>
              <a:pPr/>
              <a:t>32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59138" name="Rectangle 2">
            <a:extLst>
              <a:ext uri="{FF2B5EF4-FFF2-40B4-BE49-F238E27FC236}">
                <a16:creationId xmlns:a16="http://schemas.microsoft.com/office/drawing/2014/main" id="{29B649EB-2A0A-4E22-9CCF-36DE70B44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859139" name="Text Box 3">
            <a:extLst>
              <a:ext uri="{FF2B5EF4-FFF2-40B4-BE49-F238E27FC236}">
                <a16:creationId xmlns:a16="http://schemas.microsoft.com/office/drawing/2014/main" id="{52655D16-8477-4D03-822D-10A20D20F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30622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8-4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交换机结构</a:t>
            </a:r>
          </a:p>
        </p:txBody>
      </p:sp>
      <p:sp>
        <p:nvSpPr>
          <p:cNvPr id="67589" name="Text Box 4">
            <a:extLst>
              <a:ext uri="{FF2B5EF4-FFF2-40B4-BE49-F238E27FC236}">
                <a16:creationId xmlns:a16="http://schemas.microsoft.com/office/drawing/2014/main" id="{7EEC0508-A90E-5D34-5558-8BD250248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9141" name="Rectangle 5">
            <a:extLst>
              <a:ext uri="{FF2B5EF4-FFF2-40B4-BE49-F238E27FC236}">
                <a16:creationId xmlns:a16="http://schemas.microsoft.com/office/drawing/2014/main" id="{5ECE2B8E-6142-488C-BEF7-DA4864AF3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814513"/>
            <a:ext cx="8229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在电路交换网和分组交换网中，我们使用交换机。本节讨论每种类型网络所用的交换机结构。</a:t>
            </a:r>
            <a:endParaRPr lang="en-US" altLang="zh-CN" sz="2800" i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67591" name="Rectangle 6">
            <a:extLst>
              <a:ext uri="{FF2B5EF4-FFF2-40B4-BE49-F238E27FC236}">
                <a16:creationId xmlns:a16="http://schemas.microsoft.com/office/drawing/2014/main" id="{BA7852D3-0139-D461-D5C8-C9D8D7FAB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908550"/>
            <a:ext cx="7696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电路交换机的结构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fr-FR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分组交换机的结构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9143" name="Text Box 7">
            <a:extLst>
              <a:ext uri="{FF2B5EF4-FFF2-40B4-BE49-F238E27FC236}">
                <a16:creationId xmlns:a16="http://schemas.microsoft.com/office/drawing/2014/main" id="{8DAC0EB6-08A2-42AC-8BD6-8A10157FC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419600"/>
            <a:ext cx="1962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本节主题：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1">
            <a:extLst>
              <a:ext uri="{FF2B5EF4-FFF2-40B4-BE49-F238E27FC236}">
                <a16:creationId xmlns:a16="http://schemas.microsoft.com/office/drawing/2014/main" id="{11F33031-C7ED-9371-E231-82FD5CB076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E282DDFA-A0A5-4CB9-AFFF-8EC0734DDD73}" type="slidenum">
              <a:rPr lang="en-US" altLang="zh-CN" sz="2000">
                <a:solidFill>
                  <a:schemeClr val="bg2"/>
                </a:solidFill>
              </a:rPr>
              <a:pPr/>
              <a:t>33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69635" name="Line 2">
            <a:extLst>
              <a:ext uri="{FF2B5EF4-FFF2-40B4-BE49-F238E27FC236}">
                <a16:creationId xmlns:a16="http://schemas.microsoft.com/office/drawing/2014/main" id="{7DAAE236-7160-908C-FF5D-90150670B4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36" name="Line 3">
            <a:extLst>
              <a:ext uri="{FF2B5EF4-FFF2-40B4-BE49-F238E27FC236}">
                <a16:creationId xmlns:a16="http://schemas.microsoft.com/office/drawing/2014/main" id="{91F06DE3-5A47-8DC6-F89C-5A178353D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37" name="Text Box 4">
            <a:extLst>
              <a:ext uri="{FF2B5EF4-FFF2-40B4-BE49-F238E27FC236}">
                <a16:creationId xmlns:a16="http://schemas.microsoft.com/office/drawing/2014/main" id="{4BE58C1B-D25A-9DA5-6254-CBA1936AF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85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8.17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输出的纵横制交换机</a:t>
            </a:r>
          </a:p>
        </p:txBody>
      </p:sp>
      <p:sp>
        <p:nvSpPr>
          <p:cNvPr id="69638" name="Line 5">
            <a:extLst>
              <a:ext uri="{FF2B5EF4-FFF2-40B4-BE49-F238E27FC236}">
                <a16:creationId xmlns:a16="http://schemas.microsoft.com/office/drawing/2014/main" id="{F272FB4E-9A90-7B6C-831E-1383305DD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9639" name="Picture 6">
            <a:extLst>
              <a:ext uri="{FF2B5EF4-FFF2-40B4-BE49-F238E27FC236}">
                <a16:creationId xmlns:a16="http://schemas.microsoft.com/office/drawing/2014/main" id="{FA96E3EE-1289-BC7B-7217-A660D5FB0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00" y="1471613"/>
            <a:ext cx="7797800" cy="4471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1">
            <a:extLst>
              <a:ext uri="{FF2B5EF4-FFF2-40B4-BE49-F238E27FC236}">
                <a16:creationId xmlns:a16="http://schemas.microsoft.com/office/drawing/2014/main" id="{1F1861DC-4391-FDC3-D118-752B0D3CC1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9BF7AB2D-6923-49E4-90C5-9DC5CF298264}" type="slidenum">
              <a:rPr lang="en-US" altLang="zh-CN" sz="2000">
                <a:solidFill>
                  <a:schemeClr val="bg2"/>
                </a:solidFill>
              </a:rPr>
              <a:pPr/>
              <a:t>34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1683" name="Line 2">
            <a:extLst>
              <a:ext uri="{FF2B5EF4-FFF2-40B4-BE49-F238E27FC236}">
                <a16:creationId xmlns:a16="http://schemas.microsoft.com/office/drawing/2014/main" id="{0DB9F807-F634-CDD1-978D-3D5577C7AE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4" name="Line 3">
            <a:extLst>
              <a:ext uri="{FF2B5EF4-FFF2-40B4-BE49-F238E27FC236}">
                <a16:creationId xmlns:a16="http://schemas.microsoft.com/office/drawing/2014/main" id="{6DEB069D-405B-09D9-612B-8191CA79C1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5" name="Text Box 4">
            <a:extLst>
              <a:ext uri="{FF2B5EF4-FFF2-40B4-BE49-F238E27FC236}">
                <a16:creationId xmlns:a16="http://schemas.microsoft.com/office/drawing/2014/main" id="{F1C499AE-A01F-249F-7F07-A09913815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078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8.18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多级交换机</a:t>
            </a:r>
          </a:p>
        </p:txBody>
      </p:sp>
      <p:sp>
        <p:nvSpPr>
          <p:cNvPr id="71686" name="Line 5">
            <a:extLst>
              <a:ext uri="{FF2B5EF4-FFF2-40B4-BE49-F238E27FC236}">
                <a16:creationId xmlns:a16="http://schemas.microsoft.com/office/drawing/2014/main" id="{7E915E3D-92D3-3513-744B-E148809FD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1687" name="Picture 6">
            <a:extLst>
              <a:ext uri="{FF2B5EF4-FFF2-40B4-BE49-F238E27FC236}">
                <a16:creationId xmlns:a16="http://schemas.microsoft.com/office/drawing/2014/main" id="{F1473205-9D1C-7F65-4C7A-B69A5A6C4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2019300"/>
            <a:ext cx="8601075" cy="339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1">
            <a:extLst>
              <a:ext uri="{FF2B5EF4-FFF2-40B4-BE49-F238E27FC236}">
                <a16:creationId xmlns:a16="http://schemas.microsoft.com/office/drawing/2014/main" id="{4F5A297E-B84A-DBAE-F22F-02E3040273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BC6ACAEC-AF56-4DAE-8F0C-AB4AA02BF476}" type="slidenum">
              <a:rPr lang="en-US" altLang="zh-CN" sz="2000">
                <a:solidFill>
                  <a:schemeClr val="bg2"/>
                </a:solidFill>
              </a:rPr>
              <a:pPr/>
              <a:t>35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F18B49DA-70C0-C797-9AC3-A60835C7AD6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CCBDD94C-988E-E7BF-1806-045DB900DA5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733" name="Rectangle 4">
            <a:extLst>
              <a:ext uri="{FF2B5EF4-FFF2-40B4-BE49-F238E27FC236}">
                <a16:creationId xmlns:a16="http://schemas.microsoft.com/office/drawing/2014/main" id="{1D08C671-A76A-1526-D9FA-DED11B97107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734" name="Rectangle 5">
            <a:extLst>
              <a:ext uri="{FF2B5EF4-FFF2-40B4-BE49-F238E27FC236}">
                <a16:creationId xmlns:a16="http://schemas.microsoft.com/office/drawing/2014/main" id="{BC3C8B14-1949-DD54-45FD-0CF46F5A958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735" name="Rectangle 6">
            <a:extLst>
              <a:ext uri="{FF2B5EF4-FFF2-40B4-BE49-F238E27FC236}">
                <a16:creationId xmlns:a16="http://schemas.microsoft.com/office/drawing/2014/main" id="{747C1186-6D9A-1DCF-883A-959FB5DE7CE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736" name="Rectangle 7">
            <a:extLst>
              <a:ext uri="{FF2B5EF4-FFF2-40B4-BE49-F238E27FC236}">
                <a16:creationId xmlns:a16="http://schemas.microsoft.com/office/drawing/2014/main" id="{615ADCF8-6B79-CF54-CD05-0982D4E0735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737" name="Rectangle 8">
            <a:extLst>
              <a:ext uri="{FF2B5EF4-FFF2-40B4-BE49-F238E27FC236}">
                <a16:creationId xmlns:a16="http://schemas.microsoft.com/office/drawing/2014/main" id="{CD3D5182-802B-F92F-F3AB-B0A57DD8DE1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738" name="Line 9">
            <a:extLst>
              <a:ext uri="{FF2B5EF4-FFF2-40B4-BE49-F238E27FC236}">
                <a16:creationId xmlns:a16="http://schemas.microsoft.com/office/drawing/2014/main" id="{B93D5D44-B3FF-A775-423E-4A10E273E6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362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9" name="Line 10">
            <a:extLst>
              <a:ext uri="{FF2B5EF4-FFF2-40B4-BE49-F238E27FC236}">
                <a16:creationId xmlns:a16="http://schemas.microsoft.com/office/drawing/2014/main" id="{EABC7C26-43A3-ABC7-6929-247EE239562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029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40" name="Rectangle 11">
            <a:extLst>
              <a:ext uri="{FF2B5EF4-FFF2-40B4-BE49-F238E27FC236}">
                <a16:creationId xmlns:a16="http://schemas.microsoft.com/office/drawing/2014/main" id="{85548FA7-25E1-1A13-F2B4-DD53DF6AE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65438"/>
            <a:ext cx="8077200" cy="1554162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在一个三级交换机中，总的交叉点个数是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2kN + k(N/n)</a:t>
            </a:r>
            <a:r>
              <a:rPr lang="en-US" altLang="zh-CN" baseline="300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  <a:p>
            <a:pPr algn="ctr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它比单级交换机的交叉点个数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(N</a:t>
            </a:r>
            <a:r>
              <a:rPr lang="en-US" altLang="zh-CN" baseline="30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小了许多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3741" name="Group 13">
            <a:extLst>
              <a:ext uri="{FF2B5EF4-FFF2-40B4-BE49-F238E27FC236}">
                <a16:creationId xmlns:a16="http://schemas.microsoft.com/office/drawing/2014/main" id="{BBBCB5AF-D11D-1C8D-676B-FE9550042938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730375"/>
            <a:ext cx="1143000" cy="588963"/>
            <a:chOff x="1200" y="1234"/>
            <a:chExt cx="720" cy="371"/>
          </a:xfrm>
        </p:grpSpPr>
        <p:pic>
          <p:nvPicPr>
            <p:cNvPr id="73742" name="Picture 14">
              <a:extLst>
                <a:ext uri="{FF2B5EF4-FFF2-40B4-BE49-F238E27FC236}">
                  <a16:creationId xmlns:a16="http://schemas.microsoft.com/office/drawing/2014/main" id="{182ABFD0-C233-8E8F-5E1B-AEB3CCE28F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3743" name="Text Box 15">
              <a:extLst>
                <a:ext uri="{FF2B5EF4-FFF2-40B4-BE49-F238E27FC236}">
                  <a16:creationId xmlns:a16="http://schemas.microsoft.com/office/drawing/2014/main" id="{49D943E4-B33F-A2AE-9572-E2895ABE0E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1">
            <a:extLst>
              <a:ext uri="{FF2B5EF4-FFF2-40B4-BE49-F238E27FC236}">
                <a16:creationId xmlns:a16="http://schemas.microsoft.com/office/drawing/2014/main" id="{3B46295A-C0E6-7F60-7825-4238941255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AE19AD64-E871-4B74-B8CD-0AC1B8A26FF5}" type="slidenum">
              <a:rPr lang="en-US" altLang="zh-CN" sz="2000">
                <a:solidFill>
                  <a:schemeClr val="bg2"/>
                </a:solidFill>
              </a:rPr>
              <a:pPr/>
              <a:t>36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392DC2C2-DA4D-FB4E-0124-725CCBDF26B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25BD01DD-182C-E57D-C2CE-A8C26F52658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1" name="Rectangle 4">
            <a:extLst>
              <a:ext uri="{FF2B5EF4-FFF2-40B4-BE49-F238E27FC236}">
                <a16:creationId xmlns:a16="http://schemas.microsoft.com/office/drawing/2014/main" id="{0741B541-EF02-4B27-BC03-0925B1CCF62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2" name="Rectangle 5">
            <a:extLst>
              <a:ext uri="{FF2B5EF4-FFF2-40B4-BE49-F238E27FC236}">
                <a16:creationId xmlns:a16="http://schemas.microsoft.com/office/drawing/2014/main" id="{727CDE58-8DC2-02D6-DE7C-489329933C9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3" name="Rectangle 6">
            <a:extLst>
              <a:ext uri="{FF2B5EF4-FFF2-40B4-BE49-F238E27FC236}">
                <a16:creationId xmlns:a16="http://schemas.microsoft.com/office/drawing/2014/main" id="{EC2C40DE-EE0F-5C2C-4B37-AB9FCB08DD5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4" name="Rectangle 7">
            <a:extLst>
              <a:ext uri="{FF2B5EF4-FFF2-40B4-BE49-F238E27FC236}">
                <a16:creationId xmlns:a16="http://schemas.microsoft.com/office/drawing/2014/main" id="{A83629D7-053C-55C9-B0F2-FE4E7B6F4E0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5" name="Rectangle 8">
            <a:extLst>
              <a:ext uri="{FF2B5EF4-FFF2-40B4-BE49-F238E27FC236}">
                <a16:creationId xmlns:a16="http://schemas.microsoft.com/office/drawing/2014/main" id="{E6BCCFC1-9E24-0886-9D96-410613B1CC2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6" name="Rectangle 9">
            <a:extLst>
              <a:ext uri="{FF2B5EF4-FFF2-40B4-BE49-F238E27FC236}">
                <a16:creationId xmlns:a16="http://schemas.microsoft.com/office/drawing/2014/main" id="{CDC03374-D716-4CBA-99A0-26DCF94F1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95400"/>
            <a:ext cx="8686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设计一个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200 × 200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交换机，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(N = 200)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其中 </a:t>
            </a:r>
            <a:b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k = 4 and n = 20.</a:t>
            </a:r>
          </a:p>
        </p:txBody>
      </p:sp>
      <p:sp>
        <p:nvSpPr>
          <p:cNvPr id="75787" name="Rectangle 10">
            <a:extLst>
              <a:ext uri="{FF2B5EF4-FFF2-40B4-BE49-F238E27FC236}">
                <a16:creationId xmlns:a16="http://schemas.microsoft.com/office/drawing/2014/main" id="{6109DDB2-F508-A2C2-9D75-E64C5FC6F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513013"/>
            <a:ext cx="8686800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</a:p>
          <a:p>
            <a:pPr algn="just"/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在第一级有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N/n = 10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20 × 4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纵横交换机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第二级有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4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4× 4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纵横交换机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在第三级有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10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4 × 20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纵横交换机。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总的交叉点个数是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2kN + k(N/n)</a:t>
            </a:r>
            <a:r>
              <a:rPr lang="en-US" altLang="zh-CN" sz="2800" i="1" baseline="30000">
                <a:latin typeface="Times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2000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。 它是单级纵横交换机交叉点个数的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(200 × 200 = 40,000)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百分之五。</a:t>
            </a:r>
          </a:p>
        </p:txBody>
      </p:sp>
      <p:sp>
        <p:nvSpPr>
          <p:cNvPr id="75788" name="Text Box 11">
            <a:extLst>
              <a:ext uri="{FF2B5EF4-FFF2-40B4-BE49-F238E27FC236}">
                <a16:creationId xmlns:a16="http://schemas.microsoft.com/office/drawing/2014/main" id="{A19C5EAA-EBF5-8D6F-5F99-3C68F6781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4588" y="0"/>
            <a:ext cx="22844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8.3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1">
            <a:extLst>
              <a:ext uri="{FF2B5EF4-FFF2-40B4-BE49-F238E27FC236}">
                <a16:creationId xmlns:a16="http://schemas.microsoft.com/office/drawing/2014/main" id="{9A1C29C1-28F9-E055-4C11-D9A2879295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77671EA4-BBB7-483B-BF96-DF5EEF0D1985}" type="slidenum">
              <a:rPr lang="en-US" altLang="zh-CN" sz="2000">
                <a:solidFill>
                  <a:schemeClr val="bg2"/>
                </a:solidFill>
              </a:rPr>
              <a:pPr/>
              <a:t>37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98416B18-6260-4FF1-AD6F-185432F3F0D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77BEC2A1-21C3-9F57-3A06-6216C740AD8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7829" name="Rectangle 4">
            <a:extLst>
              <a:ext uri="{FF2B5EF4-FFF2-40B4-BE49-F238E27FC236}">
                <a16:creationId xmlns:a16="http://schemas.microsoft.com/office/drawing/2014/main" id="{0DBCFBAC-31F9-6189-4B78-A31A28890D3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7830" name="Rectangle 5">
            <a:extLst>
              <a:ext uri="{FF2B5EF4-FFF2-40B4-BE49-F238E27FC236}">
                <a16:creationId xmlns:a16="http://schemas.microsoft.com/office/drawing/2014/main" id="{8B398BB7-9DAD-482A-ABB2-FE8EEADF0A7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7831" name="Rectangle 6">
            <a:extLst>
              <a:ext uri="{FF2B5EF4-FFF2-40B4-BE49-F238E27FC236}">
                <a16:creationId xmlns:a16="http://schemas.microsoft.com/office/drawing/2014/main" id="{A6E4379F-D4D1-6B3A-3C0F-4A2457B3747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7832" name="Rectangle 7">
            <a:extLst>
              <a:ext uri="{FF2B5EF4-FFF2-40B4-BE49-F238E27FC236}">
                <a16:creationId xmlns:a16="http://schemas.microsoft.com/office/drawing/2014/main" id="{59DE90A6-D1CE-143D-C2AA-629EBB6EF3F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7833" name="Rectangle 8">
            <a:extLst>
              <a:ext uri="{FF2B5EF4-FFF2-40B4-BE49-F238E27FC236}">
                <a16:creationId xmlns:a16="http://schemas.microsoft.com/office/drawing/2014/main" id="{90DE0261-B72D-20E1-36AD-924E650245C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7834" name="Line 9">
            <a:extLst>
              <a:ext uri="{FF2B5EF4-FFF2-40B4-BE49-F238E27FC236}">
                <a16:creationId xmlns:a16="http://schemas.microsoft.com/office/drawing/2014/main" id="{5E276C99-B4A0-7096-5241-20C0FEAC82C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2286000"/>
            <a:ext cx="7934325" cy="1588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5" name="Line 10">
            <a:extLst>
              <a:ext uri="{FF2B5EF4-FFF2-40B4-BE49-F238E27FC236}">
                <a16:creationId xmlns:a16="http://schemas.microsoft.com/office/drawing/2014/main" id="{AB96F334-0D3B-901C-8928-1C0196167A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4572000"/>
            <a:ext cx="7934325" cy="1588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6" name="Rectangle 11">
            <a:extLst>
              <a:ext uri="{FF2B5EF4-FFF2-40B4-BE49-F238E27FC236}">
                <a16:creationId xmlns:a16="http://schemas.microsoft.com/office/drawing/2014/main" id="{5A70A8E5-448F-4407-845F-752AF7F66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444750"/>
            <a:ext cx="7696200" cy="204152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根据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Clos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准则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= (N/2)</a:t>
            </a:r>
            <a:r>
              <a:rPr lang="en-US" altLang="zh-CN" baseline="30000">
                <a:latin typeface="Times New Roman" panose="02020603050405020304" pitchFamily="18" charset="0"/>
                <a:ea typeface="宋体" panose="02010600030101010101" pitchFamily="2" charset="-122"/>
              </a:rPr>
              <a:t>1/2</a:t>
            </a:r>
          </a:p>
          <a:p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 k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&gt; 2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– 1</a:t>
            </a:r>
          </a:p>
          <a:p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总的交叉点个数 ≥ </a:t>
            </a:r>
            <a:r>
              <a:rPr lang="en-US" altLang="zh-CN" sz="28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4N [(2N)</a:t>
            </a:r>
            <a:r>
              <a:rPr lang="en-US" altLang="zh-CN" sz="2800" baseline="300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1/2</a:t>
            </a:r>
            <a:r>
              <a:rPr lang="en-US" altLang="zh-CN" sz="28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– 1]</a:t>
            </a:r>
          </a:p>
        </p:txBody>
      </p:sp>
      <p:grpSp>
        <p:nvGrpSpPr>
          <p:cNvPr id="77837" name="Group 12">
            <a:extLst>
              <a:ext uri="{FF2B5EF4-FFF2-40B4-BE49-F238E27FC236}">
                <a16:creationId xmlns:a16="http://schemas.microsoft.com/office/drawing/2014/main" id="{2FBFC008-6432-A9F0-5486-65E8D792DDDF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654175"/>
            <a:ext cx="1143000" cy="588963"/>
            <a:chOff x="1200" y="1234"/>
            <a:chExt cx="720" cy="371"/>
          </a:xfrm>
        </p:grpSpPr>
        <p:pic>
          <p:nvPicPr>
            <p:cNvPr id="77838" name="Picture 13">
              <a:extLst>
                <a:ext uri="{FF2B5EF4-FFF2-40B4-BE49-F238E27FC236}">
                  <a16:creationId xmlns:a16="http://schemas.microsoft.com/office/drawing/2014/main" id="{2E425B38-3ABD-0E4D-FCBE-84633779FA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7839" name="Text Box 14">
              <a:extLst>
                <a:ext uri="{FF2B5EF4-FFF2-40B4-BE49-F238E27FC236}">
                  <a16:creationId xmlns:a16="http://schemas.microsoft.com/office/drawing/2014/main" id="{C6DA34FB-B8EA-7DC9-BE2C-85E7E91518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1">
            <a:extLst>
              <a:ext uri="{FF2B5EF4-FFF2-40B4-BE49-F238E27FC236}">
                <a16:creationId xmlns:a16="http://schemas.microsoft.com/office/drawing/2014/main" id="{68A876C5-04C4-FC56-C213-BA49A636D9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C23563A6-A76C-466E-89A3-C5E5BF59252A}" type="slidenum">
              <a:rPr lang="en-US" altLang="zh-CN" sz="2000">
                <a:solidFill>
                  <a:schemeClr val="bg2"/>
                </a:solidFill>
              </a:rPr>
              <a:pPr/>
              <a:t>38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88E04319-E66B-65FD-9BE5-7360C3E44D8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E09DD37A-6464-80C7-D770-95DCCE934CF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9877" name="Rectangle 4">
            <a:extLst>
              <a:ext uri="{FF2B5EF4-FFF2-40B4-BE49-F238E27FC236}">
                <a16:creationId xmlns:a16="http://schemas.microsoft.com/office/drawing/2014/main" id="{F184788F-3555-374D-0AE8-FA48AC6C8C5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9878" name="Rectangle 5">
            <a:extLst>
              <a:ext uri="{FF2B5EF4-FFF2-40B4-BE49-F238E27FC236}">
                <a16:creationId xmlns:a16="http://schemas.microsoft.com/office/drawing/2014/main" id="{26E8A60A-CD5F-EBC3-2A76-1E975AFF222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9879" name="Rectangle 6">
            <a:extLst>
              <a:ext uri="{FF2B5EF4-FFF2-40B4-BE49-F238E27FC236}">
                <a16:creationId xmlns:a16="http://schemas.microsoft.com/office/drawing/2014/main" id="{5741D3C0-3534-AC32-0433-55060898631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9880" name="Rectangle 7">
            <a:extLst>
              <a:ext uri="{FF2B5EF4-FFF2-40B4-BE49-F238E27FC236}">
                <a16:creationId xmlns:a16="http://schemas.microsoft.com/office/drawing/2014/main" id="{2D354B18-592E-3FA9-59E1-58631F607C4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9881" name="Rectangle 8">
            <a:extLst>
              <a:ext uri="{FF2B5EF4-FFF2-40B4-BE49-F238E27FC236}">
                <a16:creationId xmlns:a16="http://schemas.microsoft.com/office/drawing/2014/main" id="{4B285FBF-E8BA-A674-EF61-11911F3FFD7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9882" name="Rectangle 9">
            <a:extLst>
              <a:ext uri="{FF2B5EF4-FFF2-40B4-BE49-F238E27FC236}">
                <a16:creationId xmlns:a16="http://schemas.microsoft.com/office/drawing/2014/main" id="{E419FDD8-B8CE-8ED8-7D67-51317B65E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Clos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准则和最小交叉点个数重新设计前面三级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200 × 200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交换机。</a:t>
            </a:r>
          </a:p>
        </p:txBody>
      </p:sp>
      <p:sp>
        <p:nvSpPr>
          <p:cNvPr id="79883" name="Rectangle 10">
            <a:extLst>
              <a:ext uri="{FF2B5EF4-FFF2-40B4-BE49-F238E27FC236}">
                <a16:creationId xmlns:a16="http://schemas.microsoft.com/office/drawing/2014/main" id="{FD0A1B23-C63B-D384-9829-4FCD2ECE7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819400"/>
            <a:ext cx="8686800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</a:p>
          <a:p>
            <a:pPr algn="just"/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设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n = (200/2)</a:t>
            </a:r>
            <a:r>
              <a:rPr lang="en-US" altLang="zh-CN" sz="2800" i="1" baseline="30000">
                <a:latin typeface="Times" panose="02020603050405020304" pitchFamily="18" charset="0"/>
                <a:ea typeface="宋体" panose="02010600030101010101" pitchFamily="2" charset="-122"/>
              </a:rPr>
              <a:t>1/2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即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n = 10.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计算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k = 2n − 1 = 19.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在第一级有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200/10=20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10 × 19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交叉点的纵横交换机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第二级有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19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10 × 10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交叉点的纵横交换机。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第三级有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20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19 × 10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交叉点的纵横交换机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总的交叉点个数是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20(10 × 19) + 19(10 × 10) + 20(19 ×10) = </a:t>
            </a:r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9500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79884" name="Text Box 11">
            <a:extLst>
              <a:ext uri="{FF2B5EF4-FFF2-40B4-BE49-F238E27FC236}">
                <a16:creationId xmlns:a16="http://schemas.microsoft.com/office/drawing/2014/main" id="{7FF404FE-C075-92C4-56B3-054880074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4588" y="0"/>
            <a:ext cx="22844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8.4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1">
            <a:extLst>
              <a:ext uri="{FF2B5EF4-FFF2-40B4-BE49-F238E27FC236}">
                <a16:creationId xmlns:a16="http://schemas.microsoft.com/office/drawing/2014/main" id="{A57EB38B-9B48-247C-AA5E-90B5DA31A1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12CF261C-4813-4436-9AA6-9C881ADC2751}" type="slidenum">
              <a:rPr lang="en-US" altLang="zh-CN" sz="2000">
                <a:solidFill>
                  <a:schemeClr val="bg2"/>
                </a:solidFill>
              </a:rPr>
              <a:pPr/>
              <a:t>39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1923" name="Line 2">
            <a:extLst>
              <a:ext uri="{FF2B5EF4-FFF2-40B4-BE49-F238E27FC236}">
                <a16:creationId xmlns:a16="http://schemas.microsoft.com/office/drawing/2014/main" id="{902AF719-C150-836F-FA91-8F8372FB59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4" name="Line 3">
            <a:extLst>
              <a:ext uri="{FF2B5EF4-FFF2-40B4-BE49-F238E27FC236}">
                <a16:creationId xmlns:a16="http://schemas.microsoft.com/office/drawing/2014/main" id="{1DB2CEA5-DA48-54FF-B072-D428B7CC68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5" name="Text Box 4">
            <a:extLst>
              <a:ext uri="{FF2B5EF4-FFF2-40B4-BE49-F238E27FC236}">
                <a16:creationId xmlns:a16="http://schemas.microsoft.com/office/drawing/2014/main" id="{8C069035-21FC-6DB7-249E-A0B32E7AE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824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8.19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时隙互换</a:t>
            </a:r>
          </a:p>
        </p:txBody>
      </p:sp>
      <p:sp>
        <p:nvSpPr>
          <p:cNvPr id="81926" name="Line 5">
            <a:extLst>
              <a:ext uri="{FF2B5EF4-FFF2-40B4-BE49-F238E27FC236}">
                <a16:creationId xmlns:a16="http://schemas.microsoft.com/office/drawing/2014/main" id="{725CD750-FD00-5D6A-9772-D54FB4BE93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1927" name="Picture 6">
            <a:extLst>
              <a:ext uri="{FF2B5EF4-FFF2-40B4-BE49-F238E27FC236}">
                <a16:creationId xmlns:a16="http://schemas.microsoft.com/office/drawing/2014/main" id="{6ED80F6F-87DD-B712-A9E9-08861255C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003425"/>
            <a:ext cx="7705725" cy="310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1">
            <a:extLst>
              <a:ext uri="{FF2B5EF4-FFF2-40B4-BE49-F238E27FC236}">
                <a16:creationId xmlns:a16="http://schemas.microsoft.com/office/drawing/2014/main" id="{DCB147E0-4CAA-192B-1352-E0E26B57A9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B22ECF94-1277-4D0A-ABDA-2B4548DFA3C9}" type="slidenum">
              <a:rPr lang="en-US" altLang="zh-CN" sz="2000">
                <a:solidFill>
                  <a:schemeClr val="bg2"/>
                </a:solidFill>
              </a:rPr>
              <a:pPr/>
              <a:t>40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3971" name="Line 2">
            <a:extLst>
              <a:ext uri="{FF2B5EF4-FFF2-40B4-BE49-F238E27FC236}">
                <a16:creationId xmlns:a16="http://schemas.microsoft.com/office/drawing/2014/main" id="{3278ABA7-F3F2-2E9B-BA9E-CC1C5CD432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2" name="Line 3">
            <a:extLst>
              <a:ext uri="{FF2B5EF4-FFF2-40B4-BE49-F238E27FC236}">
                <a16:creationId xmlns:a16="http://schemas.microsoft.com/office/drawing/2014/main" id="{C7E6CBCF-8D0D-6D48-7AB2-887B1BAD6A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3" name="Text Box 4">
            <a:extLst>
              <a:ext uri="{FF2B5EF4-FFF2-40B4-BE49-F238E27FC236}">
                <a16:creationId xmlns:a16="http://schemas.microsoft.com/office/drawing/2014/main" id="{0503ED1A-52DE-695D-A633-4DE4509E8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262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8.20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时间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空间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时间交换机</a:t>
            </a:r>
          </a:p>
        </p:txBody>
      </p:sp>
      <p:sp>
        <p:nvSpPr>
          <p:cNvPr id="83974" name="Line 5">
            <a:extLst>
              <a:ext uri="{FF2B5EF4-FFF2-40B4-BE49-F238E27FC236}">
                <a16:creationId xmlns:a16="http://schemas.microsoft.com/office/drawing/2014/main" id="{AD3532C9-B8C6-30BA-D2E8-8E161CB264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3975" name="Picture 6">
            <a:extLst>
              <a:ext uri="{FF2B5EF4-FFF2-40B4-BE49-F238E27FC236}">
                <a16:creationId xmlns:a16="http://schemas.microsoft.com/office/drawing/2014/main" id="{F36356E2-F9D3-8A6F-4C1C-96AF3B281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50" y="1327150"/>
            <a:ext cx="8299450" cy="469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1">
            <a:extLst>
              <a:ext uri="{FF2B5EF4-FFF2-40B4-BE49-F238E27FC236}">
                <a16:creationId xmlns:a16="http://schemas.microsoft.com/office/drawing/2014/main" id="{4E234EA0-DAEB-6DA8-3474-8587169A68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26B635C9-1995-4EC2-96B2-15A1E2207667}" type="slidenum">
              <a:rPr lang="en-US" altLang="zh-CN" sz="2000">
                <a:solidFill>
                  <a:schemeClr val="bg2"/>
                </a:solidFill>
              </a:rPr>
              <a:pPr/>
              <a:t>41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6019" name="Line 2">
            <a:extLst>
              <a:ext uri="{FF2B5EF4-FFF2-40B4-BE49-F238E27FC236}">
                <a16:creationId xmlns:a16="http://schemas.microsoft.com/office/drawing/2014/main" id="{1FC1CE92-822F-46A0-1A71-A775A7FF49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20" name="Line 3">
            <a:extLst>
              <a:ext uri="{FF2B5EF4-FFF2-40B4-BE49-F238E27FC236}">
                <a16:creationId xmlns:a16="http://schemas.microsoft.com/office/drawing/2014/main" id="{828F5D0A-ED22-F98E-C72F-18E81B5283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21" name="Text Box 4">
            <a:extLst>
              <a:ext uri="{FF2B5EF4-FFF2-40B4-BE49-F238E27FC236}">
                <a16:creationId xmlns:a16="http://schemas.microsoft.com/office/drawing/2014/main" id="{B5AE046A-76B9-201A-1234-E79375769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094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8.21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分组交换机组成部分</a:t>
            </a:r>
          </a:p>
        </p:txBody>
      </p:sp>
      <p:sp>
        <p:nvSpPr>
          <p:cNvPr id="86022" name="Line 5">
            <a:extLst>
              <a:ext uri="{FF2B5EF4-FFF2-40B4-BE49-F238E27FC236}">
                <a16:creationId xmlns:a16="http://schemas.microsoft.com/office/drawing/2014/main" id="{0B03C6E2-6273-F8A4-1661-CC69FFAD768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6023" name="Picture 6">
            <a:extLst>
              <a:ext uri="{FF2B5EF4-FFF2-40B4-BE49-F238E27FC236}">
                <a16:creationId xmlns:a16="http://schemas.microsoft.com/office/drawing/2014/main" id="{30A50477-17D6-3A0D-9B4B-9BF82D1A7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649413"/>
            <a:ext cx="8208962" cy="3684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1">
            <a:extLst>
              <a:ext uri="{FF2B5EF4-FFF2-40B4-BE49-F238E27FC236}">
                <a16:creationId xmlns:a16="http://schemas.microsoft.com/office/drawing/2014/main" id="{8F664A4C-DEC9-D806-E82A-8DC7248764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62AA39EA-8C5B-42F6-AF5A-729DBE225650}" type="slidenum">
              <a:rPr lang="en-US" altLang="zh-CN" sz="2000">
                <a:solidFill>
                  <a:schemeClr val="bg2"/>
                </a:solidFill>
              </a:rPr>
              <a:pPr/>
              <a:t>42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8067" name="Line 2">
            <a:extLst>
              <a:ext uri="{FF2B5EF4-FFF2-40B4-BE49-F238E27FC236}">
                <a16:creationId xmlns:a16="http://schemas.microsoft.com/office/drawing/2014/main" id="{F7B2BDE3-C9FE-EEB2-3FAA-A1D310F684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68" name="Line 3">
            <a:extLst>
              <a:ext uri="{FF2B5EF4-FFF2-40B4-BE49-F238E27FC236}">
                <a16:creationId xmlns:a16="http://schemas.microsoft.com/office/drawing/2014/main" id="{86E2A33F-404C-8F1A-73CB-EA1F4A43A5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69" name="Text Box 4">
            <a:extLst>
              <a:ext uri="{FF2B5EF4-FFF2-40B4-BE49-F238E27FC236}">
                <a16:creationId xmlns:a16="http://schemas.microsoft.com/office/drawing/2014/main" id="{BC09D58E-E453-2531-9CF7-FF869717E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824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8.22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输入端口</a:t>
            </a:r>
          </a:p>
        </p:txBody>
      </p:sp>
      <p:sp>
        <p:nvSpPr>
          <p:cNvPr id="88070" name="Line 5">
            <a:extLst>
              <a:ext uri="{FF2B5EF4-FFF2-40B4-BE49-F238E27FC236}">
                <a16:creationId xmlns:a16="http://schemas.microsoft.com/office/drawing/2014/main" id="{9B13A787-8169-654E-FB2A-FDD5EEB9F2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8071" name="Picture 6">
            <a:extLst>
              <a:ext uri="{FF2B5EF4-FFF2-40B4-BE49-F238E27FC236}">
                <a16:creationId xmlns:a16="http://schemas.microsoft.com/office/drawing/2014/main" id="{2EDA36FD-76B6-5BF4-258F-199A51D83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8" y="2657475"/>
            <a:ext cx="7504112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1">
            <a:extLst>
              <a:ext uri="{FF2B5EF4-FFF2-40B4-BE49-F238E27FC236}">
                <a16:creationId xmlns:a16="http://schemas.microsoft.com/office/drawing/2014/main" id="{8865C656-637A-2CC2-7510-D27E816790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2A34283C-FD2D-4DF3-B491-7D0CCBFBE524}" type="slidenum">
              <a:rPr lang="en-US" altLang="zh-CN" sz="2000">
                <a:solidFill>
                  <a:schemeClr val="bg2"/>
                </a:solidFill>
              </a:rPr>
              <a:pPr/>
              <a:t>43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90115" name="Line 2">
            <a:extLst>
              <a:ext uri="{FF2B5EF4-FFF2-40B4-BE49-F238E27FC236}">
                <a16:creationId xmlns:a16="http://schemas.microsoft.com/office/drawing/2014/main" id="{07FCD98A-7217-FDB1-3CB0-997E0A025D5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16" name="Line 3">
            <a:extLst>
              <a:ext uri="{FF2B5EF4-FFF2-40B4-BE49-F238E27FC236}">
                <a16:creationId xmlns:a16="http://schemas.microsoft.com/office/drawing/2014/main" id="{7A8240DC-8814-FEF0-FEE2-FEE0F6E0EB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17" name="Text Box 4">
            <a:extLst>
              <a:ext uri="{FF2B5EF4-FFF2-40B4-BE49-F238E27FC236}">
                <a16:creationId xmlns:a16="http://schemas.microsoft.com/office/drawing/2014/main" id="{C4B94131-BFBD-F793-AF19-752174F7B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824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8.23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输出端口</a:t>
            </a:r>
          </a:p>
        </p:txBody>
      </p:sp>
      <p:sp>
        <p:nvSpPr>
          <p:cNvPr id="90118" name="Line 5">
            <a:extLst>
              <a:ext uri="{FF2B5EF4-FFF2-40B4-BE49-F238E27FC236}">
                <a16:creationId xmlns:a16="http://schemas.microsoft.com/office/drawing/2014/main" id="{F5A2AEB4-C613-3F36-5183-C6B79C1138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0119" name="Picture 6">
            <a:extLst>
              <a:ext uri="{FF2B5EF4-FFF2-40B4-BE49-F238E27FC236}">
                <a16:creationId xmlns:a16="http://schemas.microsoft.com/office/drawing/2014/main" id="{86C17D8A-5BD3-FA49-D3DD-786D483CF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3" y="2505075"/>
            <a:ext cx="7659687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1">
            <a:extLst>
              <a:ext uri="{FF2B5EF4-FFF2-40B4-BE49-F238E27FC236}">
                <a16:creationId xmlns:a16="http://schemas.microsoft.com/office/drawing/2014/main" id="{C6B9B33D-B7DA-27DD-EAC7-77729D072E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98C7DD48-2A9C-4973-BCFA-FEA6A8B6192A}" type="slidenum">
              <a:rPr lang="en-US" altLang="zh-CN" sz="2000">
                <a:solidFill>
                  <a:schemeClr val="bg2"/>
                </a:solidFill>
              </a:rPr>
              <a:pPr/>
              <a:t>44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92163" name="Line 2">
            <a:extLst>
              <a:ext uri="{FF2B5EF4-FFF2-40B4-BE49-F238E27FC236}">
                <a16:creationId xmlns:a16="http://schemas.microsoft.com/office/drawing/2014/main" id="{2E5C0045-9A89-5E80-94BA-25636B1D8A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64" name="Line 3">
            <a:extLst>
              <a:ext uri="{FF2B5EF4-FFF2-40B4-BE49-F238E27FC236}">
                <a16:creationId xmlns:a16="http://schemas.microsoft.com/office/drawing/2014/main" id="{F2B4D491-C4C5-28C6-6688-3900A54859E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65" name="Text Box 4">
            <a:extLst>
              <a:ext uri="{FF2B5EF4-FFF2-40B4-BE49-F238E27FC236}">
                <a16:creationId xmlns:a16="http://schemas.microsoft.com/office/drawing/2014/main" id="{497EBEC4-8C2B-0888-A4DE-F0EE10FA9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47186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8.24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Banyan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交换机</a:t>
            </a:r>
          </a:p>
        </p:txBody>
      </p:sp>
      <p:sp>
        <p:nvSpPr>
          <p:cNvPr id="92166" name="Line 5">
            <a:extLst>
              <a:ext uri="{FF2B5EF4-FFF2-40B4-BE49-F238E27FC236}">
                <a16:creationId xmlns:a16="http://schemas.microsoft.com/office/drawing/2014/main" id="{704B6FDE-16EB-EEB5-5808-0DF0DD095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2167" name="Picture 6">
            <a:extLst>
              <a:ext uri="{FF2B5EF4-FFF2-40B4-BE49-F238E27FC236}">
                <a16:creationId xmlns:a16="http://schemas.microsoft.com/office/drawing/2014/main" id="{6AC490A6-893A-730B-F17C-CC03BA749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8" y="1371600"/>
            <a:ext cx="6462712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灯片编号占位符 1">
            <a:extLst>
              <a:ext uri="{FF2B5EF4-FFF2-40B4-BE49-F238E27FC236}">
                <a16:creationId xmlns:a16="http://schemas.microsoft.com/office/drawing/2014/main" id="{6691BA63-5460-68D8-2791-EECC16DF34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8FB188E9-14F3-46FB-A56B-3DC650EA0D6D}" type="slidenum">
              <a:rPr lang="en-US" altLang="zh-CN" sz="2000">
                <a:solidFill>
                  <a:schemeClr val="bg2"/>
                </a:solidFill>
              </a:rPr>
              <a:pPr/>
              <a:t>45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94211" name="Line 2">
            <a:extLst>
              <a:ext uri="{FF2B5EF4-FFF2-40B4-BE49-F238E27FC236}">
                <a16:creationId xmlns:a16="http://schemas.microsoft.com/office/drawing/2014/main" id="{CE2820F7-C8A4-27E2-89B3-9BFB5C4B5E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2" name="Line 3">
            <a:extLst>
              <a:ext uri="{FF2B5EF4-FFF2-40B4-BE49-F238E27FC236}">
                <a16:creationId xmlns:a16="http://schemas.microsoft.com/office/drawing/2014/main" id="{F4424A8A-6F3A-DCFA-A58C-8B2310A8B5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3" name="Text Box 4">
            <a:extLst>
              <a:ext uri="{FF2B5EF4-FFF2-40B4-BE49-F238E27FC236}">
                <a16:creationId xmlns:a16="http://schemas.microsoft.com/office/drawing/2014/main" id="{54954AA7-8197-F596-4735-ADC33D911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405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8.25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Banyan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交换机路由实例</a:t>
            </a:r>
          </a:p>
        </p:txBody>
      </p:sp>
      <p:sp>
        <p:nvSpPr>
          <p:cNvPr id="94214" name="Line 5">
            <a:extLst>
              <a:ext uri="{FF2B5EF4-FFF2-40B4-BE49-F238E27FC236}">
                <a16:creationId xmlns:a16="http://schemas.microsoft.com/office/drawing/2014/main" id="{D194EAD4-13BE-2DEE-32EA-640A8CC010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4215" name="Picture 6">
            <a:extLst>
              <a:ext uri="{FF2B5EF4-FFF2-40B4-BE49-F238E27FC236}">
                <a16:creationId xmlns:a16="http://schemas.microsoft.com/office/drawing/2014/main" id="{8E5EC3B0-2EB8-32D7-1AFB-AF82F53C8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68513"/>
            <a:ext cx="8510588" cy="3341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1">
            <a:extLst>
              <a:ext uri="{FF2B5EF4-FFF2-40B4-BE49-F238E27FC236}">
                <a16:creationId xmlns:a16="http://schemas.microsoft.com/office/drawing/2014/main" id="{D0E1FEA1-1404-F33E-44D9-16C680E89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8.</a:t>
            </a:r>
            <a:fld id="{651E88FA-B53E-478E-9CA0-E48EA65530C5}" type="slidenum">
              <a:rPr lang="en-US" altLang="zh-CN" sz="2000">
                <a:solidFill>
                  <a:schemeClr val="bg2"/>
                </a:solidFill>
              </a:rPr>
              <a:pPr/>
              <a:t>46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96259" name="Line 2">
            <a:extLst>
              <a:ext uri="{FF2B5EF4-FFF2-40B4-BE49-F238E27FC236}">
                <a16:creationId xmlns:a16="http://schemas.microsoft.com/office/drawing/2014/main" id="{FB7C32DA-D0CE-36F4-D2B2-1E260899D8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0" name="Line 3">
            <a:extLst>
              <a:ext uri="{FF2B5EF4-FFF2-40B4-BE49-F238E27FC236}">
                <a16:creationId xmlns:a16="http://schemas.microsoft.com/office/drawing/2014/main" id="{A0934F3B-A04B-86BB-336E-CCAE9A479E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1" name="Text Box 4">
            <a:extLst>
              <a:ext uri="{FF2B5EF4-FFF2-40B4-BE49-F238E27FC236}">
                <a16:creationId xmlns:a16="http://schemas.microsoft.com/office/drawing/2014/main" id="{E451B7FD-B767-233F-1A2C-D30EE34C7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262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8.26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Batcher-banyan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交换机</a:t>
            </a:r>
          </a:p>
        </p:txBody>
      </p:sp>
      <p:sp>
        <p:nvSpPr>
          <p:cNvPr id="96262" name="Line 5">
            <a:extLst>
              <a:ext uri="{FF2B5EF4-FFF2-40B4-BE49-F238E27FC236}">
                <a16:creationId xmlns:a16="http://schemas.microsoft.com/office/drawing/2014/main" id="{B1AE32C8-C8EF-7683-0561-628E48E83B6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6263" name="Picture 6">
            <a:extLst>
              <a:ext uri="{FF2B5EF4-FFF2-40B4-BE49-F238E27FC236}">
                <a16:creationId xmlns:a16="http://schemas.microsoft.com/office/drawing/2014/main" id="{8D12CA11-4D77-CCDC-AC82-E5F84061C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1957388"/>
            <a:ext cx="8172450" cy="314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2785</TotalTime>
  <Words>1120</Words>
  <Application>Microsoft Office PowerPoint</Application>
  <PresentationFormat>全屏显示(4:3)</PresentationFormat>
  <Paragraphs>184</Paragraphs>
  <Slides>46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4" baseType="lpstr">
      <vt:lpstr>Arial</vt:lpstr>
      <vt:lpstr>Tahoma</vt:lpstr>
      <vt:lpstr>Wingdings</vt:lpstr>
      <vt:lpstr>Times New Roman</vt:lpstr>
      <vt:lpstr>宋体</vt:lpstr>
      <vt:lpstr>McGrawHill-Italic</vt:lpstr>
      <vt:lpstr>Times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浩嘉 申</cp:lastModifiedBy>
  <cp:revision>184</cp:revision>
  <dcterms:created xsi:type="dcterms:W3CDTF">2000-01-15T04:50:39Z</dcterms:created>
  <dcterms:modified xsi:type="dcterms:W3CDTF">2026-06-02T07:12:00Z</dcterms:modified>
</cp:coreProperties>
</file>