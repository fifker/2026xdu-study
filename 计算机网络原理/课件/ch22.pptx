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138"/>
  </p:notesMasterIdLst>
  <p:sldIdLst>
    <p:sldId id="915" r:id="rId2"/>
    <p:sldId id="535" r:id="rId3"/>
    <p:sldId id="837" r:id="rId4"/>
    <p:sldId id="834" r:id="rId5"/>
    <p:sldId id="838" r:id="rId6"/>
    <p:sldId id="839" r:id="rId7"/>
    <p:sldId id="840" r:id="rId8"/>
    <p:sldId id="841" r:id="rId9"/>
    <p:sldId id="884" r:id="rId10"/>
    <p:sldId id="902" r:id="rId11"/>
    <p:sldId id="900" r:id="rId12"/>
    <p:sldId id="903" r:id="rId13"/>
    <p:sldId id="904" r:id="rId14"/>
    <p:sldId id="905" r:id="rId15"/>
    <p:sldId id="843" r:id="rId16"/>
    <p:sldId id="844" r:id="rId17"/>
    <p:sldId id="906" r:id="rId18"/>
    <p:sldId id="912" r:id="rId19"/>
    <p:sldId id="845" r:id="rId20"/>
    <p:sldId id="846" r:id="rId21"/>
    <p:sldId id="907" r:id="rId22"/>
    <p:sldId id="913" r:id="rId23"/>
    <p:sldId id="914" r:id="rId24"/>
    <p:sldId id="847" r:id="rId25"/>
    <p:sldId id="962" r:id="rId26"/>
    <p:sldId id="916" r:id="rId27"/>
    <p:sldId id="917" r:id="rId28"/>
    <p:sldId id="918" r:id="rId29"/>
    <p:sldId id="919" r:id="rId30"/>
    <p:sldId id="920" r:id="rId31"/>
    <p:sldId id="921" r:id="rId32"/>
    <p:sldId id="922" r:id="rId33"/>
    <p:sldId id="923" r:id="rId34"/>
    <p:sldId id="924" r:id="rId35"/>
    <p:sldId id="925" r:id="rId36"/>
    <p:sldId id="926" r:id="rId37"/>
    <p:sldId id="942" r:id="rId38"/>
    <p:sldId id="943" r:id="rId39"/>
    <p:sldId id="944" r:id="rId40"/>
    <p:sldId id="945" r:id="rId41"/>
    <p:sldId id="946" r:id="rId42"/>
    <p:sldId id="947" r:id="rId43"/>
    <p:sldId id="948" r:id="rId44"/>
    <p:sldId id="949" r:id="rId45"/>
    <p:sldId id="950" r:id="rId46"/>
    <p:sldId id="951" r:id="rId47"/>
    <p:sldId id="952" r:id="rId48"/>
    <p:sldId id="953" r:id="rId49"/>
    <p:sldId id="954" r:id="rId50"/>
    <p:sldId id="955" r:id="rId51"/>
    <p:sldId id="956" r:id="rId52"/>
    <p:sldId id="957" r:id="rId53"/>
    <p:sldId id="958" r:id="rId54"/>
    <p:sldId id="959" r:id="rId55"/>
    <p:sldId id="960" r:id="rId56"/>
    <p:sldId id="961" r:id="rId57"/>
    <p:sldId id="835" r:id="rId58"/>
    <p:sldId id="927" r:id="rId59"/>
    <p:sldId id="848" r:id="rId60"/>
    <p:sldId id="928" r:id="rId61"/>
    <p:sldId id="929" r:id="rId62"/>
    <p:sldId id="849" r:id="rId63"/>
    <p:sldId id="930" r:id="rId64"/>
    <p:sldId id="931" r:id="rId65"/>
    <p:sldId id="932" r:id="rId66"/>
    <p:sldId id="933" r:id="rId67"/>
    <p:sldId id="850" r:id="rId68"/>
    <p:sldId id="851" r:id="rId69"/>
    <p:sldId id="908" r:id="rId70"/>
    <p:sldId id="852" r:id="rId71"/>
    <p:sldId id="853" r:id="rId72"/>
    <p:sldId id="854" r:id="rId73"/>
    <p:sldId id="855" r:id="rId74"/>
    <p:sldId id="937" r:id="rId75"/>
    <p:sldId id="964" r:id="rId76"/>
    <p:sldId id="965" r:id="rId77"/>
    <p:sldId id="968" r:id="rId78"/>
    <p:sldId id="966" r:id="rId79"/>
    <p:sldId id="967" r:id="rId80"/>
    <p:sldId id="934" r:id="rId81"/>
    <p:sldId id="935" r:id="rId82"/>
    <p:sldId id="856" r:id="rId83"/>
    <p:sldId id="857" r:id="rId84"/>
    <p:sldId id="858" r:id="rId85"/>
    <p:sldId id="859" r:id="rId86"/>
    <p:sldId id="901" r:id="rId87"/>
    <p:sldId id="938" r:id="rId88"/>
    <p:sldId id="969" r:id="rId89"/>
    <p:sldId id="970" r:id="rId90"/>
    <p:sldId id="973" r:id="rId91"/>
    <p:sldId id="971" r:id="rId92"/>
    <p:sldId id="972" r:id="rId93"/>
    <p:sldId id="860" r:id="rId94"/>
    <p:sldId id="861" r:id="rId95"/>
    <p:sldId id="862" r:id="rId96"/>
    <p:sldId id="863" r:id="rId97"/>
    <p:sldId id="864" r:id="rId98"/>
    <p:sldId id="865" r:id="rId99"/>
    <p:sldId id="939" r:id="rId100"/>
    <p:sldId id="940" r:id="rId101"/>
    <p:sldId id="866" r:id="rId102"/>
    <p:sldId id="867" r:id="rId103"/>
    <p:sldId id="868" r:id="rId104"/>
    <p:sldId id="836" r:id="rId105"/>
    <p:sldId id="869" r:id="rId106"/>
    <p:sldId id="885" r:id="rId107"/>
    <p:sldId id="870" r:id="rId108"/>
    <p:sldId id="886" r:id="rId109"/>
    <p:sldId id="871" r:id="rId110"/>
    <p:sldId id="887" r:id="rId111"/>
    <p:sldId id="888" r:id="rId112"/>
    <p:sldId id="872" r:id="rId113"/>
    <p:sldId id="909" r:id="rId114"/>
    <p:sldId id="873" r:id="rId115"/>
    <p:sldId id="889" r:id="rId116"/>
    <p:sldId id="874" r:id="rId117"/>
    <p:sldId id="890" r:id="rId118"/>
    <p:sldId id="875" r:id="rId119"/>
    <p:sldId id="891" r:id="rId120"/>
    <p:sldId id="892" r:id="rId121"/>
    <p:sldId id="893" r:id="rId122"/>
    <p:sldId id="876" r:id="rId123"/>
    <p:sldId id="877" r:id="rId124"/>
    <p:sldId id="878" r:id="rId125"/>
    <p:sldId id="894" r:id="rId126"/>
    <p:sldId id="879" r:id="rId127"/>
    <p:sldId id="895" r:id="rId128"/>
    <p:sldId id="880" r:id="rId129"/>
    <p:sldId id="881" r:id="rId130"/>
    <p:sldId id="896" r:id="rId131"/>
    <p:sldId id="897" r:id="rId132"/>
    <p:sldId id="898" r:id="rId133"/>
    <p:sldId id="899" r:id="rId134"/>
    <p:sldId id="910" r:id="rId135"/>
    <p:sldId id="882" r:id="rId136"/>
    <p:sldId id="883" r:id="rId137"/>
  </p:sldIdLst>
  <p:sldSz cx="9144000" cy="6858000" type="screen4x3"/>
  <p:notesSz cx="6858000" cy="9144000"/>
  <p:defaultTextStyle>
    <a:defPPr>
      <a:defRPr lang="en-US"/>
    </a:defPPr>
    <a:lvl1pPr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5pPr>
    <a:lvl6pPr marL="2286000" algn="l" defTabSz="914400" rtl="0" eaLnBrk="1" latinLnBrk="0" hangingPunct="1">
      <a:defRPr sz="3200" b="1" kern="1200" baseline="-18000">
        <a:solidFill>
          <a:schemeClr val="tx1"/>
        </a:solidFill>
        <a:latin typeface="Arial" panose="020B0604020202020204" pitchFamily="34" charset="0"/>
        <a:ea typeface="+mn-ea"/>
        <a:cs typeface="+mn-cs"/>
      </a:defRPr>
    </a:lvl6pPr>
    <a:lvl7pPr marL="2743200" algn="l" defTabSz="914400" rtl="0" eaLnBrk="1" latinLnBrk="0" hangingPunct="1">
      <a:defRPr sz="3200" b="1" kern="1200" baseline="-18000">
        <a:solidFill>
          <a:schemeClr val="tx1"/>
        </a:solidFill>
        <a:latin typeface="Arial" panose="020B0604020202020204" pitchFamily="34" charset="0"/>
        <a:ea typeface="+mn-ea"/>
        <a:cs typeface="+mn-cs"/>
      </a:defRPr>
    </a:lvl7pPr>
    <a:lvl8pPr marL="3200400" algn="l" defTabSz="914400" rtl="0" eaLnBrk="1" latinLnBrk="0" hangingPunct="1">
      <a:defRPr sz="3200" b="1" kern="1200" baseline="-18000">
        <a:solidFill>
          <a:schemeClr val="tx1"/>
        </a:solidFill>
        <a:latin typeface="Arial" panose="020B0604020202020204" pitchFamily="34" charset="0"/>
        <a:ea typeface="+mn-ea"/>
        <a:cs typeface="+mn-cs"/>
      </a:defRPr>
    </a:lvl8pPr>
    <a:lvl9pPr marL="3657600" algn="l" defTabSz="914400" rtl="0" eaLnBrk="1" latinLnBrk="0" hangingPunct="1">
      <a:defRPr sz="3200" b="1" kern="1200" baseline="-180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208">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786" y="-216"/>
      </p:cViewPr>
      <p:guideLst>
        <p:guide orient="horz" pos="2208"/>
        <p:guide pos="2856"/>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EEA147F-A45A-E21D-C3A9-DB2A892A37D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baseline="0">
                <a:latin typeface="Times New Roman" pitchFamily="18" charset="0"/>
              </a:defRPr>
            </a:lvl1pPr>
          </a:lstStyle>
          <a:p>
            <a:pPr>
              <a:defRPr/>
            </a:pPr>
            <a:endParaRPr lang="en-US" altLang="zh-CN"/>
          </a:p>
        </p:txBody>
      </p:sp>
      <p:sp>
        <p:nvSpPr>
          <p:cNvPr id="3075" name="Rectangle 3">
            <a:extLst>
              <a:ext uri="{FF2B5EF4-FFF2-40B4-BE49-F238E27FC236}">
                <a16:creationId xmlns:a16="http://schemas.microsoft.com/office/drawing/2014/main" id="{A04C0D08-F016-946F-B577-0AA77F8344B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baseline="0">
                <a:latin typeface="Times New Roman" pitchFamily="18" charset="0"/>
              </a:defRPr>
            </a:lvl1pPr>
          </a:lstStyle>
          <a:p>
            <a:pPr>
              <a:defRPr/>
            </a:pPr>
            <a:endParaRPr lang="en-US" altLang="zh-CN"/>
          </a:p>
        </p:txBody>
      </p:sp>
      <p:sp>
        <p:nvSpPr>
          <p:cNvPr id="144388" name="Rectangle 4">
            <a:extLst>
              <a:ext uri="{FF2B5EF4-FFF2-40B4-BE49-F238E27FC236}">
                <a16:creationId xmlns:a16="http://schemas.microsoft.com/office/drawing/2014/main" id="{C8FF723D-AE07-1D71-9410-1E85B7199396}"/>
              </a:ext>
            </a:extLst>
          </p:cNvPr>
          <p:cNvSpPr>
            <a:spLocks noGrp="1" noRo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69E2BB05-A4C9-3787-5E76-89C584488F5E}"/>
              </a:ext>
            </a:extLst>
          </p:cNvPr>
          <p:cNvSpPr>
            <a:spLocks noGrp="1" noRot="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a:extLst>
              <a:ext uri="{FF2B5EF4-FFF2-40B4-BE49-F238E27FC236}">
                <a16:creationId xmlns:a16="http://schemas.microsoft.com/office/drawing/2014/main" id="{FA18F79E-70B9-F654-2483-6E632478B5B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baseline="0">
                <a:latin typeface="Times New Roman" pitchFamily="18" charset="0"/>
              </a:defRPr>
            </a:lvl1pPr>
          </a:lstStyle>
          <a:p>
            <a:pPr>
              <a:defRPr/>
            </a:pPr>
            <a:endParaRPr lang="en-US" altLang="zh-CN"/>
          </a:p>
        </p:txBody>
      </p:sp>
      <p:sp>
        <p:nvSpPr>
          <p:cNvPr id="3079" name="Rectangle 7">
            <a:extLst>
              <a:ext uri="{FF2B5EF4-FFF2-40B4-BE49-F238E27FC236}">
                <a16:creationId xmlns:a16="http://schemas.microsoft.com/office/drawing/2014/main" id="{36A181C4-26EB-C2AB-E3A1-7C17AD960B8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baseline="0">
                <a:latin typeface="Times New Roman" panose="02020603050405020304" pitchFamily="18" charset="0"/>
              </a:defRPr>
            </a:lvl1pPr>
          </a:lstStyle>
          <a:p>
            <a:fld id="{881DFB6E-D0F8-470E-878B-23F34C8B2E30}"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a:extLst>
              <a:ext uri="{FF2B5EF4-FFF2-40B4-BE49-F238E27FC236}">
                <a16:creationId xmlns:a16="http://schemas.microsoft.com/office/drawing/2014/main" id="{7ADDD093-B8BD-5CE9-44DD-FFCB1DDFC55A}"/>
              </a:ext>
            </a:extLst>
          </p:cNvPr>
          <p:cNvSpPr>
            <a:spLocks noGrp="1" noRot="1" noChangeAspect="1" noTextEdit="1"/>
          </p:cNvSpPr>
          <p:nvPr>
            <p:ph type="sldImg"/>
          </p:nvPr>
        </p:nvSpPr>
        <p:spPr>
          <a:ln>
            <a:solidFill>
              <a:srgbClr val="000000"/>
            </a:solidFill>
            <a:miter lim="800000"/>
            <a:headEnd/>
            <a:tailEnd/>
          </a:ln>
        </p:spPr>
      </p:sp>
      <p:sp>
        <p:nvSpPr>
          <p:cNvPr id="145411" name="备注占位符 2">
            <a:extLst>
              <a:ext uri="{FF2B5EF4-FFF2-40B4-BE49-F238E27FC236}">
                <a16:creationId xmlns:a16="http://schemas.microsoft.com/office/drawing/2014/main" id="{4E670B86-A331-9E71-E599-730D0AB59E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45412" name="灯片编号占位符 3">
            <a:extLst>
              <a:ext uri="{FF2B5EF4-FFF2-40B4-BE49-F238E27FC236}">
                <a16:creationId xmlns:a16="http://schemas.microsoft.com/office/drawing/2014/main" id="{91434757-E9AA-1CF5-163C-3794AFE9685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01F0C4B-010B-47AD-B206-09565BE7BE2A}" type="slidenum">
              <a:rPr lang="zh-CN" altLang="en-US" sz="1200" b="0" baseline="0"/>
              <a:pPr/>
              <a:t>25</a:t>
            </a:fld>
            <a:endParaRPr lang="zh-CN" altLang="en-US" sz="1200" b="0" baseline="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a:extLst>
              <a:ext uri="{FF2B5EF4-FFF2-40B4-BE49-F238E27FC236}">
                <a16:creationId xmlns:a16="http://schemas.microsoft.com/office/drawing/2014/main" id="{78C47D8F-93F9-E115-5B4F-4406C1EDCBA4}"/>
              </a:ext>
            </a:extLst>
          </p:cNvPr>
          <p:cNvSpPr>
            <a:spLocks noGrp="1" noRot="1" noChangeAspect="1" noTextEdit="1"/>
          </p:cNvSpPr>
          <p:nvPr>
            <p:ph type="sldImg"/>
          </p:nvPr>
        </p:nvSpPr>
        <p:spPr>
          <a:ln>
            <a:solidFill>
              <a:srgbClr val="000000"/>
            </a:solidFill>
            <a:miter lim="800000"/>
            <a:headEnd/>
            <a:tailEnd/>
          </a:ln>
        </p:spPr>
      </p:sp>
      <p:sp>
        <p:nvSpPr>
          <p:cNvPr id="146435" name="备注占位符 2">
            <a:extLst>
              <a:ext uri="{FF2B5EF4-FFF2-40B4-BE49-F238E27FC236}">
                <a16:creationId xmlns:a16="http://schemas.microsoft.com/office/drawing/2014/main" id="{CF158848-78F1-603B-00F1-84C9E83F36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46436" name="灯片编号占位符 3">
            <a:extLst>
              <a:ext uri="{FF2B5EF4-FFF2-40B4-BE49-F238E27FC236}">
                <a16:creationId xmlns:a16="http://schemas.microsoft.com/office/drawing/2014/main" id="{ED8B7BD4-C4BE-D20F-D149-8EC46C0D15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A9C79DE-AD41-4679-AAF4-ECCD9D0556A6}" type="slidenum">
              <a:rPr lang="zh-CN" altLang="en-US" sz="1200" b="0" baseline="0"/>
              <a:pPr/>
              <a:t>26</a:t>
            </a:fld>
            <a:endParaRPr lang="zh-CN" altLang="en-US" sz="1200" b="0" baseline="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521DE82F-0315-718D-A039-B74D82C5C44A}"/>
              </a:ext>
            </a:extLst>
          </p:cNvPr>
          <p:cNvSpPr>
            <a:spLocks noGrp="1" noRot="1" noChangeAspect="1" noTextEdit="1"/>
          </p:cNvSpPr>
          <p:nvPr>
            <p:ph type="sldImg"/>
          </p:nvPr>
        </p:nvSpPr>
        <p:spPr>
          <a:ln>
            <a:solidFill>
              <a:srgbClr val="000000"/>
            </a:solidFill>
            <a:miter lim="800000"/>
            <a:headEnd/>
            <a:tailEnd/>
          </a:ln>
        </p:spPr>
      </p:sp>
      <p:sp>
        <p:nvSpPr>
          <p:cNvPr id="147459" name="备注占位符 2">
            <a:extLst>
              <a:ext uri="{FF2B5EF4-FFF2-40B4-BE49-F238E27FC236}">
                <a16:creationId xmlns:a16="http://schemas.microsoft.com/office/drawing/2014/main" id="{B47A1120-DE35-B539-C51D-E7506B945C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47460" name="灯片编号占位符 3">
            <a:extLst>
              <a:ext uri="{FF2B5EF4-FFF2-40B4-BE49-F238E27FC236}">
                <a16:creationId xmlns:a16="http://schemas.microsoft.com/office/drawing/2014/main" id="{761EB108-17CB-B847-8D31-FAAA98B31B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2F73EE9-362C-43D3-BCBE-8FFDC1D168EC}" type="slidenum">
              <a:rPr lang="zh-CN" altLang="en-US" sz="1200" b="0" baseline="0"/>
              <a:pPr/>
              <a:t>27</a:t>
            </a:fld>
            <a:endParaRPr lang="zh-CN" altLang="en-US" sz="1200" b="0" baseline="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a:extLst>
              <a:ext uri="{FF2B5EF4-FFF2-40B4-BE49-F238E27FC236}">
                <a16:creationId xmlns:a16="http://schemas.microsoft.com/office/drawing/2014/main" id="{4823F95C-4BAD-F1C0-CA29-E605095E3076}"/>
              </a:ext>
            </a:extLst>
          </p:cNvPr>
          <p:cNvSpPr>
            <a:spLocks noGrp="1" noRot="1" noChangeAspect="1" noTextEdit="1"/>
          </p:cNvSpPr>
          <p:nvPr>
            <p:ph type="sldImg"/>
          </p:nvPr>
        </p:nvSpPr>
        <p:spPr>
          <a:ln>
            <a:solidFill>
              <a:srgbClr val="000000"/>
            </a:solidFill>
            <a:miter lim="800000"/>
            <a:headEnd/>
            <a:tailEnd/>
          </a:ln>
        </p:spPr>
      </p:sp>
      <p:sp>
        <p:nvSpPr>
          <p:cNvPr id="148483" name="备注占位符 2">
            <a:extLst>
              <a:ext uri="{FF2B5EF4-FFF2-40B4-BE49-F238E27FC236}">
                <a16:creationId xmlns:a16="http://schemas.microsoft.com/office/drawing/2014/main" id="{DAE0C86A-5697-32FA-1828-22EF55F631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48484" name="灯片编号占位符 3">
            <a:extLst>
              <a:ext uri="{FF2B5EF4-FFF2-40B4-BE49-F238E27FC236}">
                <a16:creationId xmlns:a16="http://schemas.microsoft.com/office/drawing/2014/main" id="{8D9C096B-3590-C525-66DA-74BC5379F5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B0A464D-8293-485B-9DB5-40B24E243CE6}" type="slidenum">
              <a:rPr lang="zh-CN" altLang="en-US" sz="1200" b="0" baseline="0"/>
              <a:pPr/>
              <a:t>28</a:t>
            </a:fld>
            <a:endParaRPr lang="zh-CN" altLang="en-US" sz="1200" b="0" baseline="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a:extLst>
              <a:ext uri="{FF2B5EF4-FFF2-40B4-BE49-F238E27FC236}">
                <a16:creationId xmlns:a16="http://schemas.microsoft.com/office/drawing/2014/main" id="{C0D2EE43-2D3D-14A4-700F-1D16D65F39FD}"/>
              </a:ext>
            </a:extLst>
          </p:cNvPr>
          <p:cNvSpPr>
            <a:spLocks noGrp="1" noRot="1" noChangeAspect="1" noTextEdit="1"/>
          </p:cNvSpPr>
          <p:nvPr>
            <p:ph type="sldImg"/>
          </p:nvPr>
        </p:nvSpPr>
        <p:spPr>
          <a:ln>
            <a:solidFill>
              <a:srgbClr val="000000"/>
            </a:solidFill>
            <a:miter lim="800000"/>
            <a:headEnd/>
            <a:tailEnd/>
          </a:ln>
        </p:spPr>
      </p:sp>
      <p:sp>
        <p:nvSpPr>
          <p:cNvPr id="149507" name="备注占位符 2">
            <a:extLst>
              <a:ext uri="{FF2B5EF4-FFF2-40B4-BE49-F238E27FC236}">
                <a16:creationId xmlns:a16="http://schemas.microsoft.com/office/drawing/2014/main" id="{CE52A3FF-C7D7-C757-C6A7-00B9F7A92D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49508" name="灯片编号占位符 3">
            <a:extLst>
              <a:ext uri="{FF2B5EF4-FFF2-40B4-BE49-F238E27FC236}">
                <a16:creationId xmlns:a16="http://schemas.microsoft.com/office/drawing/2014/main" id="{8E66EF36-8487-00FD-3ED6-783D6ED63A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7C12F6D-7AEB-4287-AD7A-9F32C5BF9DA0}" type="slidenum">
              <a:rPr lang="zh-CN" altLang="en-US" sz="1200" b="0" baseline="0"/>
              <a:pPr/>
              <a:t>29</a:t>
            </a:fld>
            <a:endParaRPr lang="zh-CN" altLang="en-US" sz="1200" b="0" baseline="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a:extLst>
              <a:ext uri="{FF2B5EF4-FFF2-40B4-BE49-F238E27FC236}">
                <a16:creationId xmlns:a16="http://schemas.microsoft.com/office/drawing/2014/main" id="{D728C6FB-ADC7-B054-FBB5-1854705C590A}"/>
              </a:ext>
            </a:extLst>
          </p:cNvPr>
          <p:cNvSpPr>
            <a:spLocks noGrp="1" noRot="1" noChangeAspect="1" noTextEdit="1"/>
          </p:cNvSpPr>
          <p:nvPr>
            <p:ph type="sldImg"/>
          </p:nvPr>
        </p:nvSpPr>
        <p:spPr>
          <a:ln>
            <a:solidFill>
              <a:srgbClr val="000000"/>
            </a:solidFill>
            <a:miter lim="800000"/>
            <a:headEnd/>
            <a:tailEnd/>
          </a:ln>
        </p:spPr>
      </p:sp>
      <p:sp>
        <p:nvSpPr>
          <p:cNvPr id="150531" name="备注占位符 2">
            <a:extLst>
              <a:ext uri="{FF2B5EF4-FFF2-40B4-BE49-F238E27FC236}">
                <a16:creationId xmlns:a16="http://schemas.microsoft.com/office/drawing/2014/main" id="{8886113B-B666-42E5-1B72-8041B9B6E27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0532" name="灯片编号占位符 3">
            <a:extLst>
              <a:ext uri="{FF2B5EF4-FFF2-40B4-BE49-F238E27FC236}">
                <a16:creationId xmlns:a16="http://schemas.microsoft.com/office/drawing/2014/main" id="{1198271B-743A-1F16-67DC-A827DAEFAD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3B5E46B-E9E2-4EB3-AEF1-3D672C486D9A}" type="slidenum">
              <a:rPr lang="zh-CN" altLang="en-US" sz="1200" b="0" baseline="0"/>
              <a:pPr/>
              <a:t>30</a:t>
            </a:fld>
            <a:endParaRPr lang="zh-CN" altLang="en-US" sz="1200" b="0" baseline="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a:extLst>
              <a:ext uri="{FF2B5EF4-FFF2-40B4-BE49-F238E27FC236}">
                <a16:creationId xmlns:a16="http://schemas.microsoft.com/office/drawing/2014/main" id="{0DA19757-1666-23E0-B77F-31FF4F96E5ED}"/>
              </a:ext>
            </a:extLst>
          </p:cNvPr>
          <p:cNvSpPr>
            <a:spLocks noGrp="1" noRot="1" noChangeAspect="1" noTextEdit="1"/>
          </p:cNvSpPr>
          <p:nvPr>
            <p:ph type="sldImg"/>
          </p:nvPr>
        </p:nvSpPr>
        <p:spPr>
          <a:ln>
            <a:solidFill>
              <a:srgbClr val="000000"/>
            </a:solidFill>
            <a:miter lim="800000"/>
            <a:headEnd/>
            <a:tailEnd/>
          </a:ln>
        </p:spPr>
      </p:sp>
      <p:sp>
        <p:nvSpPr>
          <p:cNvPr id="151555" name="备注占位符 2">
            <a:extLst>
              <a:ext uri="{FF2B5EF4-FFF2-40B4-BE49-F238E27FC236}">
                <a16:creationId xmlns:a16="http://schemas.microsoft.com/office/drawing/2014/main" id="{30371A32-235E-4A5E-D02D-AEF341709E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1556" name="灯片编号占位符 3">
            <a:extLst>
              <a:ext uri="{FF2B5EF4-FFF2-40B4-BE49-F238E27FC236}">
                <a16:creationId xmlns:a16="http://schemas.microsoft.com/office/drawing/2014/main" id="{93C60F8B-98B7-5E87-E507-4D5C1AA9C6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EB3E04F-5EDE-4428-9E85-99275B0E96E1}" type="slidenum">
              <a:rPr lang="zh-CN" altLang="en-US" sz="1200" b="0" baseline="0"/>
              <a:pPr/>
              <a:t>31</a:t>
            </a:fld>
            <a:endParaRPr lang="zh-CN" altLang="en-US" sz="1200" b="0" baseline="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a:extLst>
              <a:ext uri="{FF2B5EF4-FFF2-40B4-BE49-F238E27FC236}">
                <a16:creationId xmlns:a16="http://schemas.microsoft.com/office/drawing/2014/main" id="{941FDFD9-5C79-A7E0-38D0-2CCFE5ED5C19}"/>
              </a:ext>
            </a:extLst>
          </p:cNvPr>
          <p:cNvSpPr>
            <a:spLocks noGrp="1" noRot="1" noChangeAspect="1" noTextEdit="1"/>
          </p:cNvSpPr>
          <p:nvPr>
            <p:ph type="sldImg"/>
          </p:nvPr>
        </p:nvSpPr>
        <p:spPr>
          <a:ln>
            <a:solidFill>
              <a:srgbClr val="000000"/>
            </a:solidFill>
            <a:miter lim="800000"/>
            <a:headEnd/>
            <a:tailEnd/>
          </a:ln>
        </p:spPr>
      </p:sp>
      <p:sp>
        <p:nvSpPr>
          <p:cNvPr id="152579" name="备注占位符 2">
            <a:extLst>
              <a:ext uri="{FF2B5EF4-FFF2-40B4-BE49-F238E27FC236}">
                <a16:creationId xmlns:a16="http://schemas.microsoft.com/office/drawing/2014/main" id="{C540A33E-7DA7-111A-0BAB-D74F885EC2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2580" name="灯片编号占位符 3">
            <a:extLst>
              <a:ext uri="{FF2B5EF4-FFF2-40B4-BE49-F238E27FC236}">
                <a16:creationId xmlns:a16="http://schemas.microsoft.com/office/drawing/2014/main" id="{39AA590F-8893-408F-1F63-29709047DD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2341D46-4A9F-44C0-8E38-CDA26192F0A5}" type="slidenum">
              <a:rPr lang="zh-CN" altLang="en-US" sz="1200" b="0" baseline="0"/>
              <a:pPr/>
              <a:t>32</a:t>
            </a:fld>
            <a:endParaRPr lang="zh-CN" altLang="en-US" sz="1200" b="0" baseline="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a:extLst>
              <a:ext uri="{FF2B5EF4-FFF2-40B4-BE49-F238E27FC236}">
                <a16:creationId xmlns:a16="http://schemas.microsoft.com/office/drawing/2014/main" id="{C4240214-B3C7-88B9-8A2E-CBC52D2FE99A}"/>
              </a:ext>
            </a:extLst>
          </p:cNvPr>
          <p:cNvSpPr>
            <a:spLocks noGrp="1" noRot="1" noChangeAspect="1" noTextEdit="1"/>
          </p:cNvSpPr>
          <p:nvPr>
            <p:ph type="sldImg"/>
          </p:nvPr>
        </p:nvSpPr>
        <p:spPr>
          <a:ln>
            <a:solidFill>
              <a:srgbClr val="000000"/>
            </a:solidFill>
            <a:miter lim="800000"/>
            <a:headEnd/>
            <a:tailEnd/>
          </a:ln>
        </p:spPr>
      </p:sp>
      <p:sp>
        <p:nvSpPr>
          <p:cNvPr id="153603" name="备注占位符 2">
            <a:extLst>
              <a:ext uri="{FF2B5EF4-FFF2-40B4-BE49-F238E27FC236}">
                <a16:creationId xmlns:a16="http://schemas.microsoft.com/office/drawing/2014/main" id="{5646ECA7-1804-FCEA-6E7C-AF1803C682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3604" name="灯片编号占位符 3">
            <a:extLst>
              <a:ext uri="{FF2B5EF4-FFF2-40B4-BE49-F238E27FC236}">
                <a16:creationId xmlns:a16="http://schemas.microsoft.com/office/drawing/2014/main" id="{E320CE31-20B9-0026-0912-E8C830FB1D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5BCA34B-389C-4F90-BEAB-C47C4B709A95}" type="slidenum">
              <a:rPr lang="zh-CN" altLang="en-US" sz="1200" b="0" baseline="0"/>
              <a:pPr/>
              <a:t>33</a:t>
            </a:fld>
            <a:endParaRPr lang="zh-CN" altLang="en-US" sz="1200" b="0" baseline="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a:extLst>
              <a:ext uri="{FF2B5EF4-FFF2-40B4-BE49-F238E27FC236}">
                <a16:creationId xmlns:a16="http://schemas.microsoft.com/office/drawing/2014/main" id="{1E7EACC8-4BF9-11D8-EE2D-B1BF593DC00F}"/>
              </a:ext>
            </a:extLst>
          </p:cNvPr>
          <p:cNvSpPr>
            <a:spLocks noGrp="1" noRot="1" noChangeAspect="1" noTextEdit="1"/>
          </p:cNvSpPr>
          <p:nvPr>
            <p:ph type="sldImg"/>
          </p:nvPr>
        </p:nvSpPr>
        <p:spPr>
          <a:ln>
            <a:solidFill>
              <a:srgbClr val="000000"/>
            </a:solidFill>
            <a:miter lim="800000"/>
            <a:headEnd/>
            <a:tailEnd/>
          </a:ln>
        </p:spPr>
      </p:sp>
      <p:sp>
        <p:nvSpPr>
          <p:cNvPr id="154627" name="备注占位符 2">
            <a:extLst>
              <a:ext uri="{FF2B5EF4-FFF2-40B4-BE49-F238E27FC236}">
                <a16:creationId xmlns:a16="http://schemas.microsoft.com/office/drawing/2014/main" id="{D40FDEC6-CF42-2067-BE0B-73BA80CC65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4628" name="灯片编号占位符 3">
            <a:extLst>
              <a:ext uri="{FF2B5EF4-FFF2-40B4-BE49-F238E27FC236}">
                <a16:creationId xmlns:a16="http://schemas.microsoft.com/office/drawing/2014/main" id="{3019AEF8-49D6-34D4-2C17-D9DB36BAE9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0C7AAB7-B6DC-411E-8A03-6FB6B9EA0C74}" type="slidenum">
              <a:rPr lang="zh-CN" altLang="en-US" sz="1200" b="0" baseline="0"/>
              <a:pPr/>
              <a:t>34</a:t>
            </a:fld>
            <a:endParaRPr lang="zh-CN" altLang="en-US" sz="1200" b="0" baseline="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a:extLst>
              <a:ext uri="{FF2B5EF4-FFF2-40B4-BE49-F238E27FC236}">
                <a16:creationId xmlns:a16="http://schemas.microsoft.com/office/drawing/2014/main" id="{106587CA-EFF0-35CE-0A29-3AA0740971DB}"/>
              </a:ext>
            </a:extLst>
          </p:cNvPr>
          <p:cNvSpPr>
            <a:spLocks noGrp="1" noRot="1" noChangeAspect="1" noTextEdit="1"/>
          </p:cNvSpPr>
          <p:nvPr>
            <p:ph type="sldImg"/>
          </p:nvPr>
        </p:nvSpPr>
        <p:spPr>
          <a:ln>
            <a:solidFill>
              <a:srgbClr val="000000"/>
            </a:solidFill>
            <a:miter lim="800000"/>
            <a:headEnd/>
            <a:tailEnd/>
          </a:ln>
        </p:spPr>
      </p:sp>
      <p:sp>
        <p:nvSpPr>
          <p:cNvPr id="155651" name="备注占位符 2">
            <a:extLst>
              <a:ext uri="{FF2B5EF4-FFF2-40B4-BE49-F238E27FC236}">
                <a16:creationId xmlns:a16="http://schemas.microsoft.com/office/drawing/2014/main" id="{2E111903-CDDC-C06F-5242-CD551156CD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5652" name="灯片编号占位符 3">
            <a:extLst>
              <a:ext uri="{FF2B5EF4-FFF2-40B4-BE49-F238E27FC236}">
                <a16:creationId xmlns:a16="http://schemas.microsoft.com/office/drawing/2014/main" id="{B5533B54-E9B9-5A41-1EBA-49D04BDF1C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6192200-29D6-4920-B99D-3BDAC5DA02D8}" type="slidenum">
              <a:rPr lang="zh-CN" altLang="en-US" sz="1200" b="0" baseline="0"/>
              <a:pPr/>
              <a:t>35</a:t>
            </a:fld>
            <a:endParaRPr lang="zh-CN" altLang="en-US" sz="1200" b="0" baseline="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a:extLst>
              <a:ext uri="{FF2B5EF4-FFF2-40B4-BE49-F238E27FC236}">
                <a16:creationId xmlns:a16="http://schemas.microsoft.com/office/drawing/2014/main" id="{5A7004C7-41E0-9A93-9802-2600801476FB}"/>
              </a:ext>
            </a:extLst>
          </p:cNvPr>
          <p:cNvSpPr>
            <a:spLocks noGrp="1" noRot="1" noChangeAspect="1" noTextEdit="1"/>
          </p:cNvSpPr>
          <p:nvPr>
            <p:ph type="sldImg"/>
          </p:nvPr>
        </p:nvSpPr>
        <p:spPr>
          <a:ln>
            <a:solidFill>
              <a:srgbClr val="000000"/>
            </a:solidFill>
            <a:miter lim="800000"/>
            <a:headEnd/>
            <a:tailEnd/>
          </a:ln>
        </p:spPr>
      </p:sp>
      <p:sp>
        <p:nvSpPr>
          <p:cNvPr id="156675" name="备注占位符 2">
            <a:extLst>
              <a:ext uri="{FF2B5EF4-FFF2-40B4-BE49-F238E27FC236}">
                <a16:creationId xmlns:a16="http://schemas.microsoft.com/office/drawing/2014/main" id="{2F8FF64C-6995-B6FD-1FF2-A5D26304C1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6676" name="灯片编号占位符 3">
            <a:extLst>
              <a:ext uri="{FF2B5EF4-FFF2-40B4-BE49-F238E27FC236}">
                <a16:creationId xmlns:a16="http://schemas.microsoft.com/office/drawing/2014/main" id="{10E24429-5DA3-A3CB-554F-53733BF3FA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DE85608-411B-434B-A03C-523DE7076EBC}" type="slidenum">
              <a:rPr lang="zh-CN" altLang="en-US" sz="1200" b="0" baseline="0"/>
              <a:pPr/>
              <a:t>36</a:t>
            </a:fld>
            <a:endParaRPr lang="zh-CN" altLang="en-US" sz="1200" b="0" baseline="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a:extLst>
              <a:ext uri="{FF2B5EF4-FFF2-40B4-BE49-F238E27FC236}">
                <a16:creationId xmlns:a16="http://schemas.microsoft.com/office/drawing/2014/main" id="{6AF5FE44-1C44-40A8-00E1-85FFC4B93BDC}"/>
              </a:ext>
            </a:extLst>
          </p:cNvPr>
          <p:cNvSpPr>
            <a:spLocks noGrp="1" noRot="1" noChangeAspect="1" noTextEdit="1"/>
          </p:cNvSpPr>
          <p:nvPr>
            <p:ph type="sldImg"/>
          </p:nvPr>
        </p:nvSpPr>
        <p:spPr>
          <a:ln>
            <a:solidFill>
              <a:srgbClr val="000000"/>
            </a:solidFill>
            <a:miter lim="800000"/>
            <a:headEnd/>
            <a:tailEnd/>
          </a:ln>
        </p:spPr>
      </p:sp>
      <p:sp>
        <p:nvSpPr>
          <p:cNvPr id="157699" name="备注占位符 2">
            <a:extLst>
              <a:ext uri="{FF2B5EF4-FFF2-40B4-BE49-F238E27FC236}">
                <a16:creationId xmlns:a16="http://schemas.microsoft.com/office/drawing/2014/main" id="{7ABE4B6C-366B-A220-098C-FB7F1B8C0C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7700" name="灯片编号占位符 3">
            <a:extLst>
              <a:ext uri="{FF2B5EF4-FFF2-40B4-BE49-F238E27FC236}">
                <a16:creationId xmlns:a16="http://schemas.microsoft.com/office/drawing/2014/main" id="{F06063C5-4AF0-0D7B-6387-4C9014F73C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F119E84-D576-47AC-BC7C-1B31C37779A4}" type="slidenum">
              <a:rPr lang="zh-CN" altLang="en-US" sz="1200" b="0" baseline="0"/>
              <a:pPr/>
              <a:t>58</a:t>
            </a:fld>
            <a:endParaRPr lang="zh-CN" altLang="en-US" sz="1200" b="0" baseline="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a:extLst>
              <a:ext uri="{FF2B5EF4-FFF2-40B4-BE49-F238E27FC236}">
                <a16:creationId xmlns:a16="http://schemas.microsoft.com/office/drawing/2014/main" id="{1336A7D3-DED1-5853-C6EF-C694E42A054F}"/>
              </a:ext>
            </a:extLst>
          </p:cNvPr>
          <p:cNvSpPr>
            <a:spLocks noGrp="1" noRot="1" noChangeAspect="1" noTextEdit="1"/>
          </p:cNvSpPr>
          <p:nvPr>
            <p:ph type="sldImg"/>
          </p:nvPr>
        </p:nvSpPr>
        <p:spPr>
          <a:ln>
            <a:solidFill>
              <a:srgbClr val="000000"/>
            </a:solidFill>
            <a:miter lim="800000"/>
            <a:headEnd/>
            <a:tailEnd/>
          </a:ln>
        </p:spPr>
      </p:sp>
      <p:sp>
        <p:nvSpPr>
          <p:cNvPr id="158723" name="备注占位符 2">
            <a:extLst>
              <a:ext uri="{FF2B5EF4-FFF2-40B4-BE49-F238E27FC236}">
                <a16:creationId xmlns:a16="http://schemas.microsoft.com/office/drawing/2014/main" id="{3FC0B7DF-E7D4-89A8-0D89-CCD8D30448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8724" name="灯片编号占位符 3">
            <a:extLst>
              <a:ext uri="{FF2B5EF4-FFF2-40B4-BE49-F238E27FC236}">
                <a16:creationId xmlns:a16="http://schemas.microsoft.com/office/drawing/2014/main" id="{6F249B9E-DF3B-AF1D-A466-2FD3E9DDE4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077AA95-178C-4DCA-820A-9E1716ABCEA0}" type="slidenum">
              <a:rPr lang="zh-CN" altLang="en-US" sz="1200" b="0" baseline="0"/>
              <a:pPr/>
              <a:t>60</a:t>
            </a:fld>
            <a:endParaRPr lang="zh-CN" altLang="en-US" sz="1200" b="0" baseline="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a:extLst>
              <a:ext uri="{FF2B5EF4-FFF2-40B4-BE49-F238E27FC236}">
                <a16:creationId xmlns:a16="http://schemas.microsoft.com/office/drawing/2014/main" id="{22715D35-244E-D217-C307-CD1CA435F3FB}"/>
              </a:ext>
            </a:extLst>
          </p:cNvPr>
          <p:cNvSpPr>
            <a:spLocks noGrp="1" noRot="1" noChangeAspect="1" noTextEdit="1"/>
          </p:cNvSpPr>
          <p:nvPr>
            <p:ph type="sldImg"/>
          </p:nvPr>
        </p:nvSpPr>
        <p:spPr>
          <a:ln>
            <a:solidFill>
              <a:srgbClr val="000000"/>
            </a:solidFill>
            <a:miter lim="800000"/>
            <a:headEnd/>
            <a:tailEnd/>
          </a:ln>
        </p:spPr>
      </p:sp>
      <p:sp>
        <p:nvSpPr>
          <p:cNvPr id="159747" name="备注占位符 2">
            <a:extLst>
              <a:ext uri="{FF2B5EF4-FFF2-40B4-BE49-F238E27FC236}">
                <a16:creationId xmlns:a16="http://schemas.microsoft.com/office/drawing/2014/main" id="{00495264-65FC-7F05-5382-8DF6D6F2DA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59748" name="灯片编号占位符 3">
            <a:extLst>
              <a:ext uri="{FF2B5EF4-FFF2-40B4-BE49-F238E27FC236}">
                <a16:creationId xmlns:a16="http://schemas.microsoft.com/office/drawing/2014/main" id="{1305A315-FF6F-2654-5195-8095E88A9F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68F3BFE-817D-4949-AD34-971D9BC1E3E5}" type="slidenum">
              <a:rPr lang="zh-CN" altLang="en-US" sz="1200" b="0" baseline="0"/>
              <a:pPr/>
              <a:t>61</a:t>
            </a:fld>
            <a:endParaRPr lang="zh-CN" altLang="en-US" sz="1200" b="0" baseline="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a:extLst>
              <a:ext uri="{FF2B5EF4-FFF2-40B4-BE49-F238E27FC236}">
                <a16:creationId xmlns:a16="http://schemas.microsoft.com/office/drawing/2014/main" id="{EF5C5666-6620-4B2A-42A7-3449016CFCC6}"/>
              </a:ext>
            </a:extLst>
          </p:cNvPr>
          <p:cNvSpPr>
            <a:spLocks noGrp="1" noRot="1" noChangeAspect="1" noTextEdit="1"/>
          </p:cNvSpPr>
          <p:nvPr>
            <p:ph type="sldImg"/>
          </p:nvPr>
        </p:nvSpPr>
        <p:spPr>
          <a:ln>
            <a:solidFill>
              <a:srgbClr val="000000"/>
            </a:solidFill>
            <a:miter lim="800000"/>
            <a:headEnd/>
            <a:tailEnd/>
          </a:ln>
        </p:spPr>
      </p:sp>
      <p:sp>
        <p:nvSpPr>
          <p:cNvPr id="160771" name="备注占位符 2">
            <a:extLst>
              <a:ext uri="{FF2B5EF4-FFF2-40B4-BE49-F238E27FC236}">
                <a16:creationId xmlns:a16="http://schemas.microsoft.com/office/drawing/2014/main" id="{AE2737D0-119E-BCEF-44E0-B47F9FED9D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0772" name="灯片编号占位符 3">
            <a:extLst>
              <a:ext uri="{FF2B5EF4-FFF2-40B4-BE49-F238E27FC236}">
                <a16:creationId xmlns:a16="http://schemas.microsoft.com/office/drawing/2014/main" id="{55B03B5F-36AF-15F3-1AE4-1054E60D0B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5232927-BD0F-479D-BDEE-B352905F8436}" type="slidenum">
              <a:rPr lang="zh-CN" altLang="en-US" sz="1200" b="0" baseline="0"/>
              <a:pPr/>
              <a:t>63</a:t>
            </a:fld>
            <a:endParaRPr lang="zh-CN" altLang="en-US" sz="1200" b="0" baseline="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a:extLst>
              <a:ext uri="{FF2B5EF4-FFF2-40B4-BE49-F238E27FC236}">
                <a16:creationId xmlns:a16="http://schemas.microsoft.com/office/drawing/2014/main" id="{B553FF51-F3DD-DDA2-A0F2-011329181364}"/>
              </a:ext>
            </a:extLst>
          </p:cNvPr>
          <p:cNvSpPr>
            <a:spLocks noGrp="1" noRot="1" noChangeAspect="1" noTextEdit="1"/>
          </p:cNvSpPr>
          <p:nvPr>
            <p:ph type="sldImg"/>
          </p:nvPr>
        </p:nvSpPr>
        <p:spPr>
          <a:ln>
            <a:solidFill>
              <a:srgbClr val="000000"/>
            </a:solidFill>
            <a:miter lim="800000"/>
            <a:headEnd/>
            <a:tailEnd/>
          </a:ln>
        </p:spPr>
      </p:sp>
      <p:sp>
        <p:nvSpPr>
          <p:cNvPr id="161795" name="备注占位符 2">
            <a:extLst>
              <a:ext uri="{FF2B5EF4-FFF2-40B4-BE49-F238E27FC236}">
                <a16:creationId xmlns:a16="http://schemas.microsoft.com/office/drawing/2014/main" id="{8305D456-80F8-2B70-D0F7-12B06AB6F3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1796" name="灯片编号占位符 3">
            <a:extLst>
              <a:ext uri="{FF2B5EF4-FFF2-40B4-BE49-F238E27FC236}">
                <a16:creationId xmlns:a16="http://schemas.microsoft.com/office/drawing/2014/main" id="{F2672D05-011C-3533-88C8-3455A70FC7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69598B0-8346-4F33-8FA1-FDBAE287D477}" type="slidenum">
              <a:rPr lang="zh-CN" altLang="en-US" sz="1200" b="0" baseline="0"/>
              <a:pPr/>
              <a:t>64</a:t>
            </a:fld>
            <a:endParaRPr lang="zh-CN" altLang="en-US" sz="1200" b="0" baseline="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a:extLst>
              <a:ext uri="{FF2B5EF4-FFF2-40B4-BE49-F238E27FC236}">
                <a16:creationId xmlns:a16="http://schemas.microsoft.com/office/drawing/2014/main" id="{52AB873E-B58A-998E-A390-48D63B311DFB}"/>
              </a:ext>
            </a:extLst>
          </p:cNvPr>
          <p:cNvSpPr>
            <a:spLocks noGrp="1" noRot="1" noChangeAspect="1" noTextEdit="1"/>
          </p:cNvSpPr>
          <p:nvPr>
            <p:ph type="sldImg"/>
          </p:nvPr>
        </p:nvSpPr>
        <p:spPr>
          <a:ln>
            <a:solidFill>
              <a:srgbClr val="000000"/>
            </a:solidFill>
            <a:miter lim="800000"/>
            <a:headEnd/>
            <a:tailEnd/>
          </a:ln>
        </p:spPr>
      </p:sp>
      <p:sp>
        <p:nvSpPr>
          <p:cNvPr id="162819" name="备注占位符 2">
            <a:extLst>
              <a:ext uri="{FF2B5EF4-FFF2-40B4-BE49-F238E27FC236}">
                <a16:creationId xmlns:a16="http://schemas.microsoft.com/office/drawing/2014/main" id="{121B36AA-A22A-1CBD-B2C7-FEE7E03804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2820" name="灯片编号占位符 3">
            <a:extLst>
              <a:ext uri="{FF2B5EF4-FFF2-40B4-BE49-F238E27FC236}">
                <a16:creationId xmlns:a16="http://schemas.microsoft.com/office/drawing/2014/main" id="{44930938-DB7A-3F23-A538-CBD7136A85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3EE6A59-B3B4-491E-8775-98CD791E425A}" type="slidenum">
              <a:rPr lang="zh-CN" altLang="en-US" sz="1200" b="0" baseline="0"/>
              <a:pPr/>
              <a:t>65</a:t>
            </a:fld>
            <a:endParaRPr lang="zh-CN" altLang="en-US" sz="1200" b="0" baseline="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a:extLst>
              <a:ext uri="{FF2B5EF4-FFF2-40B4-BE49-F238E27FC236}">
                <a16:creationId xmlns:a16="http://schemas.microsoft.com/office/drawing/2014/main" id="{06229D9C-8D25-12B6-3F8F-014EC2D83236}"/>
              </a:ext>
            </a:extLst>
          </p:cNvPr>
          <p:cNvSpPr>
            <a:spLocks noGrp="1" noRot="1" noChangeAspect="1" noTextEdit="1"/>
          </p:cNvSpPr>
          <p:nvPr>
            <p:ph type="sldImg"/>
          </p:nvPr>
        </p:nvSpPr>
        <p:spPr>
          <a:ln>
            <a:solidFill>
              <a:srgbClr val="000000"/>
            </a:solidFill>
            <a:miter lim="800000"/>
            <a:headEnd/>
            <a:tailEnd/>
          </a:ln>
        </p:spPr>
      </p:sp>
      <p:sp>
        <p:nvSpPr>
          <p:cNvPr id="163843" name="备注占位符 2">
            <a:extLst>
              <a:ext uri="{FF2B5EF4-FFF2-40B4-BE49-F238E27FC236}">
                <a16:creationId xmlns:a16="http://schemas.microsoft.com/office/drawing/2014/main" id="{48DD9E9E-B959-38C0-CFB5-D2419DBDC1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3844" name="灯片编号占位符 3">
            <a:extLst>
              <a:ext uri="{FF2B5EF4-FFF2-40B4-BE49-F238E27FC236}">
                <a16:creationId xmlns:a16="http://schemas.microsoft.com/office/drawing/2014/main" id="{D53BC54B-FE35-B998-CF67-C7A15CAADA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6967260-D6F3-40B9-AD97-670DCB108844}" type="slidenum">
              <a:rPr lang="zh-CN" altLang="en-US" sz="1200" b="0" baseline="0"/>
              <a:pPr/>
              <a:t>66</a:t>
            </a:fld>
            <a:endParaRPr lang="zh-CN" altLang="en-US" sz="1200" b="0" baseline="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D3083094-B1D1-2C08-2ECD-C0A03F82FBF4}"/>
              </a:ext>
            </a:extLst>
          </p:cNvPr>
          <p:cNvSpPr>
            <a:spLocks noGrp="1" noRot="1" noChangeAspect="1" noTextEdit="1"/>
          </p:cNvSpPr>
          <p:nvPr>
            <p:ph type="sldImg"/>
          </p:nvPr>
        </p:nvSpPr>
        <p:spPr>
          <a:ln>
            <a:solidFill>
              <a:srgbClr val="000000"/>
            </a:solidFill>
            <a:miter lim="800000"/>
            <a:headEnd/>
            <a:tailEnd/>
          </a:ln>
        </p:spPr>
      </p:sp>
      <p:sp>
        <p:nvSpPr>
          <p:cNvPr id="164867" name="备注占位符 2">
            <a:extLst>
              <a:ext uri="{FF2B5EF4-FFF2-40B4-BE49-F238E27FC236}">
                <a16:creationId xmlns:a16="http://schemas.microsoft.com/office/drawing/2014/main" id="{7EC637DD-29F2-643B-BE98-F939113CA6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4868" name="灯片编号占位符 3">
            <a:extLst>
              <a:ext uri="{FF2B5EF4-FFF2-40B4-BE49-F238E27FC236}">
                <a16:creationId xmlns:a16="http://schemas.microsoft.com/office/drawing/2014/main" id="{09C3074D-24FB-6F74-0049-A2CCD6F74A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903336F-5880-4578-B4E0-220FC97257E8}" type="slidenum">
              <a:rPr lang="zh-CN" altLang="en-US" sz="1200" b="0" baseline="0"/>
              <a:pPr/>
              <a:t>74</a:t>
            </a:fld>
            <a:endParaRPr lang="zh-CN" altLang="en-US" sz="1200" b="0" baseline="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a:extLst>
              <a:ext uri="{FF2B5EF4-FFF2-40B4-BE49-F238E27FC236}">
                <a16:creationId xmlns:a16="http://schemas.microsoft.com/office/drawing/2014/main" id="{3BF4D82A-0FCA-7AB6-462B-99FAFBEF1C34}"/>
              </a:ext>
            </a:extLst>
          </p:cNvPr>
          <p:cNvSpPr>
            <a:spLocks noGrp="1" noRot="1" noChangeAspect="1" noTextEdit="1"/>
          </p:cNvSpPr>
          <p:nvPr>
            <p:ph type="sldImg"/>
          </p:nvPr>
        </p:nvSpPr>
        <p:spPr>
          <a:ln>
            <a:solidFill>
              <a:srgbClr val="000000"/>
            </a:solidFill>
            <a:miter lim="800000"/>
            <a:headEnd/>
            <a:tailEnd/>
          </a:ln>
        </p:spPr>
      </p:sp>
      <p:sp>
        <p:nvSpPr>
          <p:cNvPr id="165891" name="备注占位符 2">
            <a:extLst>
              <a:ext uri="{FF2B5EF4-FFF2-40B4-BE49-F238E27FC236}">
                <a16:creationId xmlns:a16="http://schemas.microsoft.com/office/drawing/2014/main" id="{A454276D-8439-EA5F-F3CE-E1F208D035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5892" name="灯片编号占位符 3">
            <a:extLst>
              <a:ext uri="{FF2B5EF4-FFF2-40B4-BE49-F238E27FC236}">
                <a16:creationId xmlns:a16="http://schemas.microsoft.com/office/drawing/2014/main" id="{E62F72FA-F7CC-6B24-5749-9352C7D1C6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2641FBD0-50AB-4BF8-B945-FD8FAAFFC251}" type="slidenum">
              <a:rPr lang="zh-CN" altLang="en-US" sz="1200" b="0" baseline="0"/>
              <a:pPr/>
              <a:t>80</a:t>
            </a:fld>
            <a:endParaRPr lang="zh-CN" altLang="en-US" sz="1200" b="0" baseline="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a:extLst>
              <a:ext uri="{FF2B5EF4-FFF2-40B4-BE49-F238E27FC236}">
                <a16:creationId xmlns:a16="http://schemas.microsoft.com/office/drawing/2014/main" id="{3CEAC53F-5504-6862-0892-FC80DFD6B9FE}"/>
              </a:ext>
            </a:extLst>
          </p:cNvPr>
          <p:cNvSpPr>
            <a:spLocks noGrp="1" noRot="1" noChangeAspect="1" noTextEdit="1"/>
          </p:cNvSpPr>
          <p:nvPr>
            <p:ph type="sldImg"/>
          </p:nvPr>
        </p:nvSpPr>
        <p:spPr>
          <a:ln>
            <a:solidFill>
              <a:srgbClr val="000000"/>
            </a:solidFill>
            <a:miter lim="800000"/>
            <a:headEnd/>
            <a:tailEnd/>
          </a:ln>
        </p:spPr>
      </p:sp>
      <p:sp>
        <p:nvSpPr>
          <p:cNvPr id="166915" name="备注占位符 2">
            <a:extLst>
              <a:ext uri="{FF2B5EF4-FFF2-40B4-BE49-F238E27FC236}">
                <a16:creationId xmlns:a16="http://schemas.microsoft.com/office/drawing/2014/main" id="{2720000E-2A51-C596-EEBC-18C313E12E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6916" name="灯片编号占位符 3">
            <a:extLst>
              <a:ext uri="{FF2B5EF4-FFF2-40B4-BE49-F238E27FC236}">
                <a16:creationId xmlns:a16="http://schemas.microsoft.com/office/drawing/2014/main" id="{D29DD38B-30BE-E8E6-972E-938113D0AD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1363E55-4EB1-43E1-B7E7-6B998B8F17A4}" type="slidenum">
              <a:rPr lang="zh-CN" altLang="en-US" sz="1200" b="0" baseline="0"/>
              <a:pPr/>
              <a:t>81</a:t>
            </a:fld>
            <a:endParaRPr lang="zh-CN" altLang="en-US" sz="1200" b="0" baseline="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a:extLst>
              <a:ext uri="{FF2B5EF4-FFF2-40B4-BE49-F238E27FC236}">
                <a16:creationId xmlns:a16="http://schemas.microsoft.com/office/drawing/2014/main" id="{B493A3A4-CAD8-B4E8-CBCF-93246531DB2B}"/>
              </a:ext>
            </a:extLst>
          </p:cNvPr>
          <p:cNvSpPr>
            <a:spLocks noGrp="1" noRot="1" noChangeAspect="1" noTextEdit="1"/>
          </p:cNvSpPr>
          <p:nvPr>
            <p:ph type="sldImg"/>
          </p:nvPr>
        </p:nvSpPr>
        <p:spPr>
          <a:ln>
            <a:solidFill>
              <a:srgbClr val="000000"/>
            </a:solidFill>
            <a:miter lim="800000"/>
            <a:headEnd/>
            <a:tailEnd/>
          </a:ln>
        </p:spPr>
      </p:sp>
      <p:sp>
        <p:nvSpPr>
          <p:cNvPr id="167939" name="备注占位符 2">
            <a:extLst>
              <a:ext uri="{FF2B5EF4-FFF2-40B4-BE49-F238E27FC236}">
                <a16:creationId xmlns:a16="http://schemas.microsoft.com/office/drawing/2014/main" id="{7BD094D4-DE4E-2258-C41C-F2963D046D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7940" name="灯片编号占位符 3">
            <a:extLst>
              <a:ext uri="{FF2B5EF4-FFF2-40B4-BE49-F238E27FC236}">
                <a16:creationId xmlns:a16="http://schemas.microsoft.com/office/drawing/2014/main" id="{5BA26D31-14B7-1ABD-940F-5606B5E95B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75894DD-996A-405A-BDD1-411250BCAE5B}" type="slidenum">
              <a:rPr lang="zh-CN" altLang="en-US" sz="1200" b="0" baseline="0"/>
              <a:pPr/>
              <a:t>87</a:t>
            </a:fld>
            <a:endParaRPr lang="zh-CN" altLang="en-US" sz="1200" b="0" baseline="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a:extLst>
              <a:ext uri="{FF2B5EF4-FFF2-40B4-BE49-F238E27FC236}">
                <a16:creationId xmlns:a16="http://schemas.microsoft.com/office/drawing/2014/main" id="{7E22D5B0-3AB5-F168-12D8-1E29AF9C70A3}"/>
              </a:ext>
            </a:extLst>
          </p:cNvPr>
          <p:cNvSpPr>
            <a:spLocks noGrp="1" noRot="1" noChangeAspect="1" noTextEdit="1"/>
          </p:cNvSpPr>
          <p:nvPr>
            <p:ph type="sldImg"/>
          </p:nvPr>
        </p:nvSpPr>
        <p:spPr>
          <a:ln>
            <a:solidFill>
              <a:srgbClr val="000000"/>
            </a:solidFill>
            <a:miter lim="800000"/>
            <a:headEnd/>
            <a:tailEnd/>
          </a:ln>
        </p:spPr>
      </p:sp>
      <p:sp>
        <p:nvSpPr>
          <p:cNvPr id="168963" name="备注占位符 2">
            <a:extLst>
              <a:ext uri="{FF2B5EF4-FFF2-40B4-BE49-F238E27FC236}">
                <a16:creationId xmlns:a16="http://schemas.microsoft.com/office/drawing/2014/main" id="{FCF4FA86-C58A-65DE-B82B-E0CE8BF7F9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8964" name="灯片编号占位符 3">
            <a:extLst>
              <a:ext uri="{FF2B5EF4-FFF2-40B4-BE49-F238E27FC236}">
                <a16:creationId xmlns:a16="http://schemas.microsoft.com/office/drawing/2014/main" id="{114EF9CB-5216-EAA7-9816-8584829F3D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8140C12-44AA-4391-97A8-53293D132820}" type="slidenum">
              <a:rPr lang="zh-CN" altLang="en-US" sz="1200" b="0" baseline="0"/>
              <a:pPr/>
              <a:t>99</a:t>
            </a:fld>
            <a:endParaRPr lang="zh-CN" altLang="en-US" sz="1200" b="0" baseline="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a:extLst>
              <a:ext uri="{FF2B5EF4-FFF2-40B4-BE49-F238E27FC236}">
                <a16:creationId xmlns:a16="http://schemas.microsoft.com/office/drawing/2014/main" id="{8D9D5DB8-025D-6A7F-BD65-B61C4A9C4F75}"/>
              </a:ext>
            </a:extLst>
          </p:cNvPr>
          <p:cNvSpPr>
            <a:spLocks noGrp="1" noRot="1" noChangeAspect="1" noTextEdit="1"/>
          </p:cNvSpPr>
          <p:nvPr>
            <p:ph type="sldImg"/>
          </p:nvPr>
        </p:nvSpPr>
        <p:spPr>
          <a:ln>
            <a:solidFill>
              <a:srgbClr val="000000"/>
            </a:solidFill>
            <a:miter lim="800000"/>
            <a:headEnd/>
            <a:tailEnd/>
          </a:ln>
        </p:spPr>
      </p:sp>
      <p:sp>
        <p:nvSpPr>
          <p:cNvPr id="169987" name="备注占位符 2">
            <a:extLst>
              <a:ext uri="{FF2B5EF4-FFF2-40B4-BE49-F238E27FC236}">
                <a16:creationId xmlns:a16="http://schemas.microsoft.com/office/drawing/2014/main" id="{30DB2C8A-A17A-C0A8-3125-9F66B5876F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zh-CN" altLang="en-US"/>
          </a:p>
        </p:txBody>
      </p:sp>
      <p:sp>
        <p:nvSpPr>
          <p:cNvPr id="169988" name="灯片编号占位符 3">
            <a:extLst>
              <a:ext uri="{FF2B5EF4-FFF2-40B4-BE49-F238E27FC236}">
                <a16:creationId xmlns:a16="http://schemas.microsoft.com/office/drawing/2014/main" id="{7FF2FBEC-2AED-ABE4-F11C-BA0D6FB058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3139092-2347-4D2E-80B3-9B5CFFFAD9BA}" type="slidenum">
              <a:rPr lang="zh-CN" altLang="en-US" sz="1200" b="0" baseline="0"/>
              <a:pPr/>
              <a:t>100</a:t>
            </a:fld>
            <a:endParaRPr lang="zh-CN" altLang="en-US" sz="1200" b="0" baseline="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4AD88C2-A4AD-EF87-B672-F543D77BB611}"/>
              </a:ext>
            </a:extLst>
          </p:cNvPr>
          <p:cNvGrpSpPr>
            <a:grpSpLocks/>
          </p:cNvGrpSpPr>
          <p:nvPr/>
        </p:nvGrpSpPr>
        <p:grpSpPr bwMode="auto">
          <a:xfrm>
            <a:off x="0" y="2438400"/>
            <a:ext cx="9009063" cy="1052513"/>
            <a:chOff x="0" y="0"/>
            <a:chExt cx="5675" cy="663"/>
          </a:xfrm>
        </p:grpSpPr>
        <p:grpSp>
          <p:nvGrpSpPr>
            <p:cNvPr id="3" name="Group 3">
              <a:extLst>
                <a:ext uri="{FF2B5EF4-FFF2-40B4-BE49-F238E27FC236}">
                  <a16:creationId xmlns:a16="http://schemas.microsoft.com/office/drawing/2014/main" id="{2C5A32EE-80FE-C0B8-AFA2-3411F5FD4C07}"/>
                </a:ext>
              </a:extLst>
            </p:cNvPr>
            <p:cNvGrpSpPr>
              <a:grpSpLocks/>
            </p:cNvGrpSpPr>
            <p:nvPr/>
          </p:nvGrpSpPr>
          <p:grpSpPr bwMode="auto">
            <a:xfrm>
              <a:off x="183" y="68"/>
              <a:ext cx="449" cy="299"/>
              <a:chOff x="0" y="0"/>
              <a:chExt cx="624" cy="432"/>
            </a:xfrm>
          </p:grpSpPr>
          <p:sp>
            <p:nvSpPr>
              <p:cNvPr id="10" name="Rectangle 4">
                <a:extLst>
                  <a:ext uri="{FF2B5EF4-FFF2-40B4-BE49-F238E27FC236}">
                    <a16:creationId xmlns:a16="http://schemas.microsoft.com/office/drawing/2014/main" id="{A0FD6E2D-9E7A-55BC-DDCE-1AC427288FB2}"/>
                  </a:ext>
                </a:extLst>
              </p:cNvPr>
              <p:cNvSpPr>
                <a:spLocks noChangeArrowheads="1"/>
              </p:cNvSpPr>
              <p:nvPr/>
            </p:nvSpPr>
            <p:spPr bwMode="auto">
              <a:xfrm>
                <a:off x="0" y="0"/>
                <a:ext cx="384" cy="432"/>
              </a:xfrm>
              <a:prstGeom prst="rect">
                <a:avLst/>
              </a:prstGeom>
              <a:solidFill>
                <a:schemeClr val="folHlink"/>
              </a:solidFill>
              <a:ln w="9525">
                <a:noFill/>
                <a:miter lim="800000"/>
                <a:headEnd/>
                <a:tailEnd/>
              </a:ln>
              <a:effectLst/>
            </p:spPr>
            <p:txBody>
              <a:bodyPr wrap="none" anchor="ctr"/>
              <a:lstStyle/>
              <a:p>
                <a:pPr>
                  <a:defRPr/>
                </a:pPr>
                <a:endParaRPr lang="zh-CN" altLang="en-US">
                  <a:ea typeface="宋体" pitchFamily="2" charset="-122"/>
                </a:endParaRPr>
              </a:p>
            </p:txBody>
          </p:sp>
          <p:sp>
            <p:nvSpPr>
              <p:cNvPr id="11" name="Rectangle 5">
                <a:extLst>
                  <a:ext uri="{FF2B5EF4-FFF2-40B4-BE49-F238E27FC236}">
                    <a16:creationId xmlns:a16="http://schemas.microsoft.com/office/drawing/2014/main" id="{BE0AE1EB-6A48-A1D7-1675-E3DED3625D0E}"/>
                  </a:ext>
                </a:extLst>
              </p:cNvPr>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ea typeface="宋体" pitchFamily="2" charset="-122"/>
                </a:endParaRPr>
              </a:p>
            </p:txBody>
          </p:sp>
        </p:grpSp>
        <p:grpSp>
          <p:nvGrpSpPr>
            <p:cNvPr id="4" name="Group 6">
              <a:extLst>
                <a:ext uri="{FF2B5EF4-FFF2-40B4-BE49-F238E27FC236}">
                  <a16:creationId xmlns:a16="http://schemas.microsoft.com/office/drawing/2014/main" id="{51F4E937-7BAD-1D56-600A-B8F106161565}"/>
                </a:ext>
              </a:extLst>
            </p:cNvPr>
            <p:cNvGrpSpPr>
              <a:grpSpLocks/>
            </p:cNvGrpSpPr>
            <p:nvPr/>
          </p:nvGrpSpPr>
          <p:grpSpPr bwMode="auto">
            <a:xfrm>
              <a:off x="261" y="334"/>
              <a:ext cx="466" cy="299"/>
              <a:chOff x="0" y="0"/>
              <a:chExt cx="672" cy="432"/>
            </a:xfrm>
          </p:grpSpPr>
          <p:sp>
            <p:nvSpPr>
              <p:cNvPr id="8" name="Rectangle 7">
                <a:extLst>
                  <a:ext uri="{FF2B5EF4-FFF2-40B4-BE49-F238E27FC236}">
                    <a16:creationId xmlns:a16="http://schemas.microsoft.com/office/drawing/2014/main" id="{15650F34-F1E4-A894-C1AF-67F7C657C39B}"/>
                  </a:ext>
                </a:extLst>
              </p:cNvPr>
              <p:cNvSpPr>
                <a:spLocks noChangeArrowheads="1"/>
              </p:cNvSpPr>
              <p:nvPr/>
            </p:nvSpPr>
            <p:spPr bwMode="auto">
              <a:xfrm>
                <a:off x="0" y="0"/>
                <a:ext cx="384" cy="432"/>
              </a:xfrm>
              <a:prstGeom prst="rect">
                <a:avLst/>
              </a:prstGeom>
              <a:solidFill>
                <a:schemeClr val="accent2"/>
              </a:solidFill>
              <a:ln w="9525">
                <a:noFill/>
                <a:miter lim="800000"/>
                <a:headEnd/>
                <a:tailEnd/>
              </a:ln>
              <a:effectLst/>
            </p:spPr>
            <p:txBody>
              <a:bodyPr wrap="none" anchor="ctr"/>
              <a:lstStyle/>
              <a:p>
                <a:pPr>
                  <a:defRPr/>
                </a:pPr>
                <a:endParaRPr lang="zh-CN" altLang="en-US">
                  <a:ea typeface="宋体" pitchFamily="2" charset="-122"/>
                </a:endParaRPr>
              </a:p>
            </p:txBody>
          </p:sp>
          <p:sp>
            <p:nvSpPr>
              <p:cNvPr id="9" name="Rectangle 8">
                <a:extLst>
                  <a:ext uri="{FF2B5EF4-FFF2-40B4-BE49-F238E27FC236}">
                    <a16:creationId xmlns:a16="http://schemas.microsoft.com/office/drawing/2014/main" id="{5AA2B80C-DDA8-0510-9C58-DFADB3507954}"/>
                  </a:ext>
                </a:extLst>
              </p:cNvPr>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ea typeface="宋体" pitchFamily="2" charset="-122"/>
                </a:endParaRPr>
              </a:p>
            </p:txBody>
          </p:sp>
        </p:grpSp>
        <p:sp>
          <p:nvSpPr>
            <p:cNvPr id="5" name="Rectangle 9">
              <a:extLst>
                <a:ext uri="{FF2B5EF4-FFF2-40B4-BE49-F238E27FC236}">
                  <a16:creationId xmlns:a16="http://schemas.microsoft.com/office/drawing/2014/main" id="{C49E1AC5-8FCD-A192-C1A1-DD7716F34348}"/>
                </a:ext>
              </a:extLst>
            </p:cNvPr>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ea typeface="宋体" pitchFamily="2" charset="-122"/>
              </a:endParaRPr>
            </a:p>
          </p:txBody>
        </p:sp>
        <p:sp>
          <p:nvSpPr>
            <p:cNvPr id="6" name="Rectangle 10">
              <a:extLst>
                <a:ext uri="{FF2B5EF4-FFF2-40B4-BE49-F238E27FC236}">
                  <a16:creationId xmlns:a16="http://schemas.microsoft.com/office/drawing/2014/main" id="{F5B61108-B21D-82DF-E327-DA3728CBE6EE}"/>
                </a:ext>
              </a:extLst>
            </p:cNvPr>
            <p:cNvSpPr>
              <a:spLocks noChangeArrowheads="1"/>
            </p:cNvSpPr>
            <p:nvPr/>
          </p:nvSpPr>
          <p:spPr bwMode="auto">
            <a:xfrm>
              <a:off x="400" y="0"/>
              <a:ext cx="20" cy="663"/>
            </a:xfrm>
            <a:prstGeom prst="rect">
              <a:avLst/>
            </a:prstGeom>
            <a:solidFill>
              <a:schemeClr val="bg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Rectangle 11">
              <a:extLst>
                <a:ext uri="{FF2B5EF4-FFF2-40B4-BE49-F238E27FC236}">
                  <a16:creationId xmlns:a16="http://schemas.microsoft.com/office/drawing/2014/main" id="{31918295-5F4E-560A-75D0-D8263AE1F7EF}"/>
                </a:ext>
              </a:extLst>
            </p:cNvPr>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ea typeface="宋体" pitchFamily="2" charset="-122"/>
              </a:endParaRPr>
            </a:p>
          </p:txBody>
        </p:sp>
      </p:grpSp>
      <p:sp>
        <p:nvSpPr>
          <p:cNvPr id="12" name="Text Box 17">
            <a:extLst>
              <a:ext uri="{FF2B5EF4-FFF2-40B4-BE49-F238E27FC236}">
                <a16:creationId xmlns:a16="http://schemas.microsoft.com/office/drawing/2014/main" id="{BFDBAE70-41DB-5477-FF9B-B1A42CB38C2D}"/>
              </a:ext>
            </a:extLst>
          </p:cNvPr>
          <p:cNvSpPr txBox="1">
            <a:spLocks noChangeArrowheads="1"/>
          </p:cNvSpPr>
          <p:nvPr userDrawn="1"/>
        </p:nvSpPr>
        <p:spPr bwMode="auto">
          <a:xfrm>
            <a:off x="0" y="6553200"/>
            <a:ext cx="2209800" cy="304800"/>
          </a:xfrm>
          <a:prstGeom prst="rect">
            <a:avLst/>
          </a:prstGeom>
          <a:noFill/>
          <a:ln w="9525">
            <a:noFill/>
            <a:miter lim="800000"/>
            <a:headEnd/>
            <a:tailEnd/>
          </a:ln>
          <a:effectLst/>
        </p:spPr>
        <p:txBody>
          <a:bodyPr>
            <a:spAutoFit/>
          </a:bodyPr>
          <a:lstStyle/>
          <a:p>
            <a:pPr eaLnBrk="1" hangingPunct="1">
              <a:spcBef>
                <a:spcPct val="50000"/>
              </a:spcBef>
              <a:defRPr/>
            </a:pPr>
            <a:r>
              <a:rPr lang="en-US" altLang="zh-CN" sz="1400" b="0" baseline="0">
                <a:latin typeface="McGrawHill-Italic" pitchFamily="2" charset="0"/>
                <a:ea typeface="宋体" pitchFamily="2" charset="-122"/>
              </a:rPr>
              <a:t>McGraw-Hill</a:t>
            </a:r>
            <a:endParaRPr lang="en-US" altLang="zh-CN" sz="2400" b="0" baseline="0">
              <a:latin typeface="Times New Roman" pitchFamily="18" charset="0"/>
              <a:ea typeface="宋体" pitchFamily="2" charset="-122"/>
            </a:endParaRPr>
          </a:p>
        </p:txBody>
      </p:sp>
      <p:sp>
        <p:nvSpPr>
          <p:cNvPr id="13" name="Text Box 18">
            <a:extLst>
              <a:ext uri="{FF2B5EF4-FFF2-40B4-BE49-F238E27FC236}">
                <a16:creationId xmlns:a16="http://schemas.microsoft.com/office/drawing/2014/main" id="{F380FD96-5BCF-5883-CF0D-D2FCC0DB961F}"/>
              </a:ext>
            </a:extLst>
          </p:cNvPr>
          <p:cNvSpPr txBox="1">
            <a:spLocks noChangeArrowheads="1"/>
          </p:cNvSpPr>
          <p:nvPr userDrawn="1"/>
        </p:nvSpPr>
        <p:spPr bwMode="auto">
          <a:xfrm>
            <a:off x="4572000" y="6553200"/>
            <a:ext cx="4572000" cy="304800"/>
          </a:xfrm>
          <a:prstGeom prst="rect">
            <a:avLst/>
          </a:prstGeom>
          <a:noFill/>
          <a:ln w="9525">
            <a:noFill/>
            <a:miter lim="800000"/>
            <a:headEnd/>
            <a:tailEnd/>
          </a:ln>
          <a:effectLst/>
        </p:spPr>
        <p:txBody>
          <a:bodyPr>
            <a:spAutoFit/>
          </a:bodyPr>
          <a:lstStyle/>
          <a:p>
            <a:pPr algn="r" eaLnBrk="1" hangingPunct="1">
              <a:spcBef>
                <a:spcPct val="50000"/>
              </a:spcBef>
              <a:buFontTx/>
              <a:buChar char="©"/>
              <a:defRPr/>
            </a:pPr>
            <a:r>
              <a:rPr lang="en-US" altLang="zh-CN" sz="1400" b="0" baseline="0">
                <a:latin typeface="McGrawHill-Italic" pitchFamily="2" charset="0"/>
                <a:ea typeface="宋体" pitchFamily="2" charset="-122"/>
              </a:rPr>
              <a:t>The McGraw-Hill Companies, Inc., 2000</a:t>
            </a:r>
            <a:endParaRPr lang="en-US" altLang="zh-CN" sz="2400" b="0" baseline="0">
              <a:latin typeface="Times New Roman" pitchFamily="18" charset="0"/>
              <a:ea typeface="宋体" pitchFamily="2" charset="-122"/>
            </a:endParaRPr>
          </a:p>
        </p:txBody>
      </p:sp>
      <p:sp>
        <p:nvSpPr>
          <p:cNvPr id="2060" name="Rectangle 12"/>
          <p:cNvSpPr>
            <a:spLocks noGrp="1" noChangeArrowheads="1"/>
          </p:cNvSpPr>
          <p:nvPr>
            <p:ph type="ctrTitle"/>
          </p:nvPr>
        </p:nvSpPr>
        <p:spPr bwMode="auto">
          <a:xfrm>
            <a:off x="990600" y="1676400"/>
            <a:ext cx="77724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ltLang="zh-CN"/>
              <a:t>Click to edit Master title style</a:t>
            </a:r>
          </a:p>
        </p:txBody>
      </p:sp>
      <p:sp>
        <p:nvSpPr>
          <p:cNvPr id="2061"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ltLang="zh-CN"/>
              <a:t>Click to edit Master subtitle style</a:t>
            </a:r>
          </a:p>
        </p:txBody>
      </p:sp>
      <p:sp>
        <p:nvSpPr>
          <p:cNvPr id="14" name="Rectangle 14">
            <a:extLst>
              <a:ext uri="{FF2B5EF4-FFF2-40B4-BE49-F238E27FC236}">
                <a16:creationId xmlns:a16="http://schemas.microsoft.com/office/drawing/2014/main" id="{2F981519-37F6-8F7B-FD94-AB1DD5A747B0}"/>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ea typeface="宋体" pitchFamily="2" charset="-122"/>
              </a:defRPr>
            </a:lvl1pPr>
          </a:lstStyle>
          <a:p>
            <a:pPr>
              <a:defRPr/>
            </a:pPr>
            <a:endParaRPr lang="en-US" altLang="zh-CN"/>
          </a:p>
        </p:txBody>
      </p:sp>
      <p:sp>
        <p:nvSpPr>
          <p:cNvPr id="15" name="Rectangle 15">
            <a:extLst>
              <a:ext uri="{FF2B5EF4-FFF2-40B4-BE49-F238E27FC236}">
                <a16:creationId xmlns:a16="http://schemas.microsoft.com/office/drawing/2014/main" id="{BF1FA38D-9ADF-60C3-BBBF-4D47B9BFEEF4}"/>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ea typeface="宋体" pitchFamily="2" charset="-122"/>
              </a:defRPr>
            </a:lvl1pPr>
          </a:lstStyle>
          <a:p>
            <a:pPr>
              <a:defRPr/>
            </a:pPr>
            <a:endParaRPr lang="en-US" altLang="zh-CN"/>
          </a:p>
        </p:txBody>
      </p:sp>
      <p:sp>
        <p:nvSpPr>
          <p:cNvPr id="16" name="Rectangle 16">
            <a:extLst>
              <a:ext uri="{FF2B5EF4-FFF2-40B4-BE49-F238E27FC236}">
                <a16:creationId xmlns:a16="http://schemas.microsoft.com/office/drawing/2014/main" id="{20528AE3-B7A0-52C7-37DA-043FCC3BC203}"/>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B07DA43E-EE99-4BB3-ABAC-B7853C193A09}" type="slidenum">
              <a:rPr lang="en-US" altLang="zh-CN"/>
              <a:pPr/>
              <a:t>‹#›</a:t>
            </a:fld>
            <a:endParaRPr lang="en-US" altLang="zh-CN"/>
          </a:p>
        </p:txBody>
      </p:sp>
    </p:spTree>
    <p:extLst>
      <p:ext uri="{BB962C8B-B14F-4D97-AF65-F5344CB8AC3E}">
        <p14:creationId xmlns:p14="http://schemas.microsoft.com/office/powerpoint/2010/main" val="226193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CFB4CEA7-0882-6C3C-68C8-6D15F0637E06}"/>
              </a:ext>
            </a:extLst>
          </p:cNvPr>
          <p:cNvSpPr>
            <a:spLocks noGrp="1" noChangeArrowheads="1"/>
          </p:cNvSpPr>
          <p:nvPr>
            <p:ph type="sldNum" sz="quarter" idx="10"/>
          </p:nvPr>
        </p:nvSpPr>
        <p:spPr>
          <a:ln/>
        </p:spPr>
        <p:txBody>
          <a:bodyPr/>
          <a:lstStyle>
            <a:lvl1pPr>
              <a:defRPr/>
            </a:lvl1pPr>
          </a:lstStyle>
          <a:p>
            <a:r>
              <a:rPr lang="en-US" altLang="zh-CN"/>
              <a:t>22.</a:t>
            </a:r>
            <a:fld id="{2E7F8129-5764-4ABB-90DB-15512DEB5241}" type="slidenum">
              <a:rPr lang="en-US" altLang="zh-CN"/>
              <a:pPr/>
              <a:t>‹#›</a:t>
            </a:fld>
            <a:endParaRPr lang="en-US" altLang="zh-CN"/>
          </a:p>
        </p:txBody>
      </p:sp>
    </p:spTree>
    <p:extLst>
      <p:ext uri="{BB962C8B-B14F-4D97-AF65-F5344CB8AC3E}">
        <p14:creationId xmlns:p14="http://schemas.microsoft.com/office/powerpoint/2010/main" val="216884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a:extLst>
              <a:ext uri="{FF2B5EF4-FFF2-40B4-BE49-F238E27FC236}">
                <a16:creationId xmlns:a16="http://schemas.microsoft.com/office/drawing/2014/main" id="{4970C6CA-7D83-BBB9-7F50-2B07AF9BCF78}"/>
              </a:ext>
            </a:extLst>
          </p:cNvPr>
          <p:cNvSpPr>
            <a:spLocks noGrp="1" noChangeArrowheads="1"/>
          </p:cNvSpPr>
          <p:nvPr>
            <p:ph type="sldNum" sz="quarter" idx="10"/>
          </p:nvPr>
        </p:nvSpPr>
        <p:spPr>
          <a:ln/>
        </p:spPr>
        <p:txBody>
          <a:bodyPr/>
          <a:lstStyle>
            <a:lvl1pPr>
              <a:defRPr/>
            </a:lvl1pPr>
          </a:lstStyle>
          <a:p>
            <a:r>
              <a:rPr lang="en-US" altLang="zh-CN"/>
              <a:t>22.</a:t>
            </a:r>
            <a:fld id="{9EF11D13-125D-42C0-8BA9-E58B4F1F60AF}" type="slidenum">
              <a:rPr lang="en-US" altLang="zh-CN"/>
              <a:pPr/>
              <a:t>‹#›</a:t>
            </a:fld>
            <a:endParaRPr lang="en-US" altLang="zh-CN"/>
          </a:p>
        </p:txBody>
      </p:sp>
    </p:spTree>
    <p:extLst>
      <p:ext uri="{BB962C8B-B14F-4D97-AF65-F5344CB8AC3E}">
        <p14:creationId xmlns:p14="http://schemas.microsoft.com/office/powerpoint/2010/main" val="3853870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16:creationId xmlns:a16="http://schemas.microsoft.com/office/drawing/2014/main" id="{DFECEF67-433C-71D1-D728-E252E4F06C60}"/>
              </a:ext>
            </a:extLst>
          </p:cNvPr>
          <p:cNvSpPr>
            <a:spLocks noGrp="1" noChangeArrowheads="1"/>
          </p:cNvSpPr>
          <p:nvPr>
            <p:ph type="sldNum" sz="quarter" idx="10"/>
          </p:nvPr>
        </p:nvSpPr>
        <p:spPr>
          <a:ln/>
        </p:spPr>
        <p:txBody>
          <a:bodyPr/>
          <a:lstStyle>
            <a:lvl1pPr>
              <a:defRPr/>
            </a:lvl1pPr>
          </a:lstStyle>
          <a:p>
            <a:r>
              <a:rPr lang="en-US" altLang="zh-CN"/>
              <a:t>22.</a:t>
            </a:r>
            <a:fld id="{FEEB4988-9F1D-40D6-9E44-B0E45CD22F5B}" type="slidenum">
              <a:rPr lang="en-US" altLang="zh-CN"/>
              <a:pPr/>
              <a:t>‹#›</a:t>
            </a:fld>
            <a:endParaRPr lang="en-US" altLang="zh-CN"/>
          </a:p>
        </p:txBody>
      </p:sp>
    </p:spTree>
    <p:extLst>
      <p:ext uri="{BB962C8B-B14F-4D97-AF65-F5344CB8AC3E}">
        <p14:creationId xmlns:p14="http://schemas.microsoft.com/office/powerpoint/2010/main" val="671059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a:extLst>
              <a:ext uri="{FF2B5EF4-FFF2-40B4-BE49-F238E27FC236}">
                <a16:creationId xmlns:a16="http://schemas.microsoft.com/office/drawing/2014/main" id="{7D27FBA8-7DE4-AB38-E0E0-810B0B784B23}"/>
              </a:ext>
            </a:extLst>
          </p:cNvPr>
          <p:cNvSpPr>
            <a:spLocks noGrp="1" noChangeArrowheads="1"/>
          </p:cNvSpPr>
          <p:nvPr>
            <p:ph type="sldNum" sz="quarter" idx="10"/>
          </p:nvPr>
        </p:nvSpPr>
        <p:spPr>
          <a:ln/>
        </p:spPr>
        <p:txBody>
          <a:bodyPr/>
          <a:lstStyle>
            <a:lvl1pPr>
              <a:defRPr/>
            </a:lvl1pPr>
          </a:lstStyle>
          <a:p>
            <a:r>
              <a:rPr lang="en-US" altLang="zh-CN"/>
              <a:t>22.</a:t>
            </a:r>
            <a:fld id="{073B1BED-1D8E-4E3A-8AB7-7651FDF49965}" type="slidenum">
              <a:rPr lang="en-US" altLang="zh-CN"/>
              <a:pPr/>
              <a:t>‹#›</a:t>
            </a:fld>
            <a:endParaRPr lang="en-US" altLang="zh-CN"/>
          </a:p>
        </p:txBody>
      </p:sp>
    </p:spTree>
    <p:extLst>
      <p:ext uri="{BB962C8B-B14F-4D97-AF65-F5344CB8AC3E}">
        <p14:creationId xmlns:p14="http://schemas.microsoft.com/office/powerpoint/2010/main" val="4283426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41566DA1-66BC-2CD5-D4F3-E67E03D7C637}"/>
              </a:ext>
            </a:extLst>
          </p:cNvPr>
          <p:cNvSpPr>
            <a:spLocks noGrp="1" noChangeArrowheads="1"/>
          </p:cNvSpPr>
          <p:nvPr>
            <p:ph type="sldNum" sz="quarter" idx="10"/>
          </p:nvPr>
        </p:nvSpPr>
        <p:spPr>
          <a:ln/>
        </p:spPr>
        <p:txBody>
          <a:bodyPr/>
          <a:lstStyle>
            <a:lvl1pPr>
              <a:defRPr/>
            </a:lvl1pPr>
          </a:lstStyle>
          <a:p>
            <a:r>
              <a:rPr lang="en-US" altLang="zh-CN"/>
              <a:t>22.</a:t>
            </a:r>
            <a:fld id="{380D5F72-E959-4394-9B53-8E0BE32104CC}" type="slidenum">
              <a:rPr lang="en-US" altLang="zh-CN"/>
              <a:pPr/>
              <a:t>‹#›</a:t>
            </a:fld>
            <a:endParaRPr lang="en-US" altLang="zh-CN"/>
          </a:p>
        </p:txBody>
      </p:sp>
    </p:spTree>
    <p:extLst>
      <p:ext uri="{BB962C8B-B14F-4D97-AF65-F5344CB8AC3E}">
        <p14:creationId xmlns:p14="http://schemas.microsoft.com/office/powerpoint/2010/main" val="25675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6F53AF8-336D-B993-F186-D6C3F5A4DE2C}"/>
              </a:ext>
            </a:extLst>
          </p:cNvPr>
          <p:cNvSpPr>
            <a:spLocks noGrp="1" noChangeArrowheads="1"/>
          </p:cNvSpPr>
          <p:nvPr>
            <p:ph type="sldNum" sz="quarter" idx="10"/>
          </p:nvPr>
        </p:nvSpPr>
        <p:spPr>
          <a:ln/>
        </p:spPr>
        <p:txBody>
          <a:bodyPr/>
          <a:lstStyle>
            <a:lvl1pPr>
              <a:defRPr/>
            </a:lvl1pPr>
          </a:lstStyle>
          <a:p>
            <a:r>
              <a:rPr lang="en-US" altLang="zh-CN"/>
              <a:t>22.</a:t>
            </a:r>
            <a:fld id="{9A6917D7-F1E6-4DD8-AA95-C471266ECF09}" type="slidenum">
              <a:rPr lang="en-US" altLang="zh-CN"/>
              <a:pPr/>
              <a:t>‹#›</a:t>
            </a:fld>
            <a:endParaRPr lang="en-US" altLang="zh-CN"/>
          </a:p>
        </p:txBody>
      </p:sp>
    </p:spTree>
    <p:extLst>
      <p:ext uri="{BB962C8B-B14F-4D97-AF65-F5344CB8AC3E}">
        <p14:creationId xmlns:p14="http://schemas.microsoft.com/office/powerpoint/2010/main" val="2393999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D32FA083-609B-19B6-E44F-82A5789E6F85}"/>
              </a:ext>
            </a:extLst>
          </p:cNvPr>
          <p:cNvSpPr>
            <a:spLocks noGrp="1" noChangeArrowheads="1"/>
          </p:cNvSpPr>
          <p:nvPr>
            <p:ph type="sldNum" sz="quarter" idx="10"/>
          </p:nvPr>
        </p:nvSpPr>
        <p:spPr>
          <a:ln/>
        </p:spPr>
        <p:txBody>
          <a:bodyPr/>
          <a:lstStyle>
            <a:lvl1pPr>
              <a:defRPr/>
            </a:lvl1pPr>
          </a:lstStyle>
          <a:p>
            <a:r>
              <a:rPr lang="en-US" altLang="zh-CN"/>
              <a:t>22.</a:t>
            </a:r>
            <a:fld id="{45387B79-F7E3-4638-990E-4FF17FEFBB44}" type="slidenum">
              <a:rPr lang="en-US" altLang="zh-CN"/>
              <a:pPr/>
              <a:t>‹#›</a:t>
            </a:fld>
            <a:endParaRPr lang="en-US" altLang="zh-CN"/>
          </a:p>
        </p:txBody>
      </p:sp>
    </p:spTree>
    <p:extLst>
      <p:ext uri="{BB962C8B-B14F-4D97-AF65-F5344CB8AC3E}">
        <p14:creationId xmlns:p14="http://schemas.microsoft.com/office/powerpoint/2010/main" val="3886006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A830DE56-355D-811D-3AA9-FD79F933EDA3}"/>
              </a:ext>
            </a:extLst>
          </p:cNvPr>
          <p:cNvSpPr>
            <a:spLocks noGrp="1" noChangeArrowheads="1"/>
          </p:cNvSpPr>
          <p:nvPr>
            <p:ph type="sldNum" sz="quarter" idx="10"/>
          </p:nvPr>
        </p:nvSpPr>
        <p:spPr>
          <a:ln/>
        </p:spPr>
        <p:txBody>
          <a:bodyPr/>
          <a:lstStyle>
            <a:lvl1pPr>
              <a:defRPr/>
            </a:lvl1pPr>
          </a:lstStyle>
          <a:p>
            <a:r>
              <a:rPr lang="en-US" altLang="zh-CN"/>
              <a:t>22.</a:t>
            </a:r>
            <a:fld id="{AF3C7CB9-2C52-43AE-8B56-C870D3D0E044}" type="slidenum">
              <a:rPr lang="en-US" altLang="zh-CN"/>
              <a:pPr/>
              <a:t>‹#›</a:t>
            </a:fld>
            <a:endParaRPr lang="en-US" altLang="zh-CN"/>
          </a:p>
        </p:txBody>
      </p:sp>
    </p:spTree>
    <p:extLst>
      <p:ext uri="{BB962C8B-B14F-4D97-AF65-F5344CB8AC3E}">
        <p14:creationId xmlns:p14="http://schemas.microsoft.com/office/powerpoint/2010/main" val="75080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7C06D5F7-8B82-F5E4-5141-20E3E6388EA2}"/>
              </a:ext>
            </a:extLst>
          </p:cNvPr>
          <p:cNvSpPr>
            <a:spLocks noGrp="1" noChangeArrowheads="1"/>
          </p:cNvSpPr>
          <p:nvPr>
            <p:ph type="sldNum" sz="quarter" idx="10"/>
          </p:nvPr>
        </p:nvSpPr>
        <p:spPr>
          <a:ln/>
        </p:spPr>
        <p:txBody>
          <a:bodyPr/>
          <a:lstStyle>
            <a:lvl1pPr>
              <a:defRPr/>
            </a:lvl1pPr>
          </a:lstStyle>
          <a:p>
            <a:r>
              <a:rPr lang="en-US" altLang="zh-CN"/>
              <a:t>22.</a:t>
            </a:r>
            <a:fld id="{C2886836-00D5-4656-9AFA-9FDD965BFFA0}" type="slidenum">
              <a:rPr lang="en-US" altLang="zh-CN"/>
              <a:pPr/>
              <a:t>‹#›</a:t>
            </a:fld>
            <a:endParaRPr lang="en-US" altLang="zh-CN"/>
          </a:p>
        </p:txBody>
      </p:sp>
    </p:spTree>
    <p:extLst>
      <p:ext uri="{BB962C8B-B14F-4D97-AF65-F5344CB8AC3E}">
        <p14:creationId xmlns:p14="http://schemas.microsoft.com/office/powerpoint/2010/main" val="3330396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BF7EA269-9720-FD35-A718-21A2E39D1E64}"/>
              </a:ext>
            </a:extLst>
          </p:cNvPr>
          <p:cNvSpPr>
            <a:spLocks noGrp="1" noChangeArrowheads="1"/>
          </p:cNvSpPr>
          <p:nvPr>
            <p:ph type="sldNum" sz="quarter" idx="10"/>
          </p:nvPr>
        </p:nvSpPr>
        <p:spPr>
          <a:ln/>
        </p:spPr>
        <p:txBody>
          <a:bodyPr/>
          <a:lstStyle>
            <a:lvl1pPr>
              <a:defRPr/>
            </a:lvl1pPr>
          </a:lstStyle>
          <a:p>
            <a:r>
              <a:rPr lang="en-US" altLang="zh-CN"/>
              <a:t>22.</a:t>
            </a:r>
            <a:fld id="{10D0074C-FA77-46F1-9653-842D74F287FB}" type="slidenum">
              <a:rPr lang="en-US" altLang="zh-CN"/>
              <a:pPr/>
              <a:t>‹#›</a:t>
            </a:fld>
            <a:endParaRPr lang="en-US" altLang="zh-CN"/>
          </a:p>
        </p:txBody>
      </p:sp>
    </p:spTree>
    <p:extLst>
      <p:ext uri="{BB962C8B-B14F-4D97-AF65-F5344CB8AC3E}">
        <p14:creationId xmlns:p14="http://schemas.microsoft.com/office/powerpoint/2010/main" val="1581981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2">
            <a:extLst>
              <a:ext uri="{FF2B5EF4-FFF2-40B4-BE49-F238E27FC236}">
                <a16:creationId xmlns:a16="http://schemas.microsoft.com/office/drawing/2014/main" id="{22A7F1F0-A2A5-BD6A-B46C-14CE8D26CE4D}"/>
              </a:ext>
            </a:extLst>
          </p:cNvPr>
          <p:cNvSpPr>
            <a:spLocks noGrp="1" noChangeArrowheads="1"/>
          </p:cNvSpPr>
          <p:nvPr>
            <p:ph type="sldNum" sz="quarter" idx="10"/>
          </p:nvPr>
        </p:nvSpPr>
        <p:spPr>
          <a:ln/>
        </p:spPr>
        <p:txBody>
          <a:bodyPr/>
          <a:lstStyle>
            <a:lvl1pPr>
              <a:defRPr/>
            </a:lvl1pPr>
          </a:lstStyle>
          <a:p>
            <a:r>
              <a:rPr lang="en-US" altLang="zh-CN"/>
              <a:t>22.</a:t>
            </a:r>
            <a:fld id="{F425EF9B-9B48-4F86-BD3B-86B45A26BB5C}" type="slidenum">
              <a:rPr lang="en-US" altLang="zh-CN"/>
              <a:pPr/>
              <a:t>‹#›</a:t>
            </a:fld>
            <a:endParaRPr lang="en-US" altLang="zh-CN"/>
          </a:p>
        </p:txBody>
      </p:sp>
    </p:spTree>
    <p:extLst>
      <p:ext uri="{BB962C8B-B14F-4D97-AF65-F5344CB8AC3E}">
        <p14:creationId xmlns:p14="http://schemas.microsoft.com/office/powerpoint/2010/main" val="1884127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301625" y="1905000"/>
            <a:ext cx="8540750" cy="4194175"/>
          </a:xfrm>
          <a:prstGeom prst="rect">
            <a:avLst/>
          </a:prstGeom>
        </p:spPr>
        <p:txBody>
          <a:bodyPr/>
          <a:lstStyle/>
          <a:p>
            <a:pPr lvl="0"/>
            <a:endParaRPr lang="zh-CN" altLang="en-US" noProof="0"/>
          </a:p>
        </p:txBody>
      </p:sp>
      <p:sp>
        <p:nvSpPr>
          <p:cNvPr id="4" name="Rectangle 4">
            <a:extLst>
              <a:ext uri="{FF2B5EF4-FFF2-40B4-BE49-F238E27FC236}">
                <a16:creationId xmlns:a16="http://schemas.microsoft.com/office/drawing/2014/main" id="{92053051-B272-6D15-7EEF-8E2EA3693657}"/>
              </a:ext>
            </a:extLst>
          </p:cNvPr>
          <p:cNvSpPr>
            <a:spLocks noGrp="1" noChangeArrowheads="1"/>
          </p:cNvSpPr>
          <p:nvPr>
            <p:ph type="dt" sz="half" idx="10"/>
          </p:nvPr>
        </p:nvSpPr>
        <p:spPr>
          <a:xfrm>
            <a:off x="301625" y="6245225"/>
            <a:ext cx="2289175" cy="476250"/>
          </a:xfrm>
          <a:prstGeom prst="rect">
            <a:avLst/>
          </a:prstGeom>
        </p:spPr>
        <p:txBody>
          <a:bodyPr vert="horz" wrap="square" lIns="91440" tIns="45720" rIns="91440" bIns="45720" numCol="1" anchor="t" anchorCtr="0" compatLnSpc="1">
            <a:prstTxWarp prst="textNoShape">
              <a:avLst/>
            </a:prstTxWarp>
          </a:bodyPr>
          <a:lstStyle>
            <a:lvl1pPr>
              <a:defRPr smtClean="0">
                <a:ea typeface="宋体" pitchFamily="2" charset="-122"/>
              </a:defRPr>
            </a:lvl1pPr>
          </a:lstStyle>
          <a:p>
            <a:pPr>
              <a:defRPr/>
            </a:pPr>
            <a:endParaRPr lang="en-US" altLang="zh-CN"/>
          </a:p>
        </p:txBody>
      </p:sp>
      <p:sp>
        <p:nvSpPr>
          <p:cNvPr id="5" name="Rectangle 5">
            <a:extLst>
              <a:ext uri="{FF2B5EF4-FFF2-40B4-BE49-F238E27FC236}">
                <a16:creationId xmlns:a16="http://schemas.microsoft.com/office/drawing/2014/main" id="{0BD4F3CD-38FD-7235-3AC7-A49F6C82E609}"/>
              </a:ext>
            </a:extLst>
          </p:cNvPr>
          <p:cNvSpPr>
            <a:spLocks noGrp="1" noChangeArrowheads="1"/>
          </p:cNvSpPr>
          <p:nvPr>
            <p:ph type="ftr" sz="quarter" idx="11"/>
          </p:nvPr>
        </p:nvSpPr>
        <p:spPr>
          <a:xfrm>
            <a:off x="3124200" y="6245225"/>
            <a:ext cx="2895600" cy="476250"/>
          </a:xfrm>
          <a:prstGeom prst="rect">
            <a:avLst/>
          </a:prstGeom>
        </p:spPr>
        <p:txBody>
          <a:bodyPr vert="horz" wrap="square" lIns="91440" tIns="45720" rIns="91440" bIns="45720" numCol="1" anchor="t" anchorCtr="0" compatLnSpc="1">
            <a:prstTxWarp prst="textNoShape">
              <a:avLst/>
            </a:prstTxWarp>
          </a:bodyPr>
          <a:lstStyle>
            <a:lvl1pPr>
              <a:defRPr smtClean="0">
                <a:ea typeface="宋体" pitchFamily="2" charset="-122"/>
              </a:defRPr>
            </a:lvl1pPr>
          </a:lstStyle>
          <a:p>
            <a:pPr>
              <a:defRPr/>
            </a:pPr>
            <a:endParaRPr lang="en-US" altLang="zh-CN"/>
          </a:p>
        </p:txBody>
      </p:sp>
      <p:sp>
        <p:nvSpPr>
          <p:cNvPr id="6" name="Rectangle 6">
            <a:extLst>
              <a:ext uri="{FF2B5EF4-FFF2-40B4-BE49-F238E27FC236}">
                <a16:creationId xmlns:a16="http://schemas.microsoft.com/office/drawing/2014/main" id="{D54A5C97-9217-04E1-0C9A-AA61C736EB70}"/>
              </a:ext>
            </a:extLst>
          </p:cNvPr>
          <p:cNvSpPr>
            <a:spLocks noGrp="1" noChangeArrowheads="1"/>
          </p:cNvSpPr>
          <p:nvPr>
            <p:ph type="sldNum" sz="quarter" idx="12"/>
          </p:nvPr>
        </p:nvSpPr>
        <p:spPr/>
        <p:txBody>
          <a:bodyPr/>
          <a:lstStyle>
            <a:lvl1pPr>
              <a:defRPr/>
            </a:lvl1pPr>
          </a:lstStyle>
          <a:p>
            <a:fld id="{68FF8B1A-5B4C-456E-B73B-715B68AA5BF2}" type="slidenum">
              <a:rPr lang="en-US" altLang="zh-CN"/>
              <a:pPr/>
              <a:t>‹#›</a:t>
            </a:fld>
            <a:endParaRPr lang="en-US" altLang="zh-CN"/>
          </a:p>
        </p:txBody>
      </p:sp>
    </p:spTree>
    <p:extLst>
      <p:ext uri="{BB962C8B-B14F-4D97-AF65-F5344CB8AC3E}">
        <p14:creationId xmlns:p14="http://schemas.microsoft.com/office/powerpoint/2010/main" val="1641073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371600"/>
            <a:ext cx="4013200" cy="46863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2800" y="1371600"/>
            <a:ext cx="4013200" cy="46863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A421272-DE4C-D829-FC48-884ECA7C80D5}"/>
              </a:ext>
            </a:extLst>
          </p:cNvPr>
          <p:cNvSpPr>
            <a:spLocks noGrp="1" noChangeArrowheads="1"/>
          </p:cNvSpPr>
          <p:nvPr>
            <p:ph type="dt" sz="half" idx="10"/>
          </p:nvPr>
        </p:nvSpPr>
        <p:spPr>
          <a:xfrm>
            <a:off x="431800" y="6229350"/>
            <a:ext cx="19050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endParaRPr lang="en-GB" altLang="zh-CN"/>
          </a:p>
        </p:txBody>
      </p:sp>
      <p:sp>
        <p:nvSpPr>
          <p:cNvPr id="6" name="Rectangle 5">
            <a:extLst>
              <a:ext uri="{FF2B5EF4-FFF2-40B4-BE49-F238E27FC236}">
                <a16:creationId xmlns:a16="http://schemas.microsoft.com/office/drawing/2014/main" id="{5DE76831-5F41-91D5-B019-283B1DF2CE02}"/>
              </a:ext>
            </a:extLst>
          </p:cNvPr>
          <p:cNvSpPr>
            <a:spLocks noGrp="1" noChangeArrowheads="1"/>
          </p:cNvSpPr>
          <p:nvPr>
            <p:ph type="ftr" sz="quarter" idx="11"/>
          </p:nvPr>
        </p:nvSpPr>
        <p:spPr>
          <a:xfrm>
            <a:off x="3124200" y="6229350"/>
            <a:ext cx="28956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endParaRPr lang="en-GB" altLang="zh-CN"/>
          </a:p>
        </p:txBody>
      </p:sp>
      <p:sp>
        <p:nvSpPr>
          <p:cNvPr id="7" name="Rectangle 6">
            <a:extLst>
              <a:ext uri="{FF2B5EF4-FFF2-40B4-BE49-F238E27FC236}">
                <a16:creationId xmlns:a16="http://schemas.microsoft.com/office/drawing/2014/main" id="{E4E02869-528C-3CF3-554F-BDA0B6E0AFA7}"/>
              </a:ext>
            </a:extLst>
          </p:cNvPr>
          <p:cNvSpPr>
            <a:spLocks noGrp="1" noChangeArrowheads="1"/>
          </p:cNvSpPr>
          <p:nvPr>
            <p:ph type="sldNum" sz="quarter" idx="12"/>
          </p:nvPr>
        </p:nvSpPr>
        <p:spPr/>
        <p:txBody>
          <a:bodyPr/>
          <a:lstStyle>
            <a:lvl1pPr>
              <a:defRPr/>
            </a:lvl1pPr>
          </a:lstStyle>
          <a:p>
            <a:fld id="{159FA9D2-9F3C-4F05-9649-5FCD69F35705}" type="slidenum">
              <a:rPr lang="en-GB" altLang="zh-CN"/>
              <a:pPr/>
              <a:t>‹#›</a:t>
            </a:fld>
            <a:endParaRPr lang="en-GB" altLang="zh-CN"/>
          </a:p>
        </p:txBody>
      </p:sp>
    </p:spTree>
    <p:extLst>
      <p:ext uri="{BB962C8B-B14F-4D97-AF65-F5344CB8AC3E}">
        <p14:creationId xmlns:p14="http://schemas.microsoft.com/office/powerpoint/2010/main" val="2414755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91C6982-9105-C90A-D360-DE9DBC76ED40}"/>
              </a:ext>
            </a:extLst>
          </p:cNvPr>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2000" baseline="0">
                <a:solidFill>
                  <a:schemeClr val="bg2"/>
                </a:solidFill>
                <a:ea typeface="宋体" panose="02010600030101010101" pitchFamily="2" charset="-122"/>
              </a:defRPr>
            </a:lvl1pPr>
          </a:lstStyle>
          <a:p>
            <a:r>
              <a:rPr lang="en-US" altLang="zh-CN"/>
              <a:t>22.</a:t>
            </a:r>
            <a:fld id="{F3143BED-4696-4E70-AC73-D2690C0E067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32"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3" r:id="rId13"/>
    <p:sldLayoutId id="2147483734" r:id="rId14"/>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2">
            <a:extLst>
              <a:ext uri="{FF2B5EF4-FFF2-40B4-BE49-F238E27FC236}">
                <a16:creationId xmlns:a16="http://schemas.microsoft.com/office/drawing/2014/main" id="{03BD54C1-1E17-DD6A-3AE4-2BE598FE31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EDD004F7-1E12-4523-99F4-7281550775AB}" type="slidenum">
              <a:rPr lang="en-US" altLang="zh-CN" sz="2000" baseline="0">
                <a:solidFill>
                  <a:schemeClr val="bg2"/>
                </a:solidFill>
              </a:rPr>
              <a:pPr/>
              <a:t>1</a:t>
            </a:fld>
            <a:endParaRPr lang="en-US" altLang="zh-CN" sz="2000" baseline="0">
              <a:solidFill>
                <a:schemeClr val="bg2"/>
              </a:solidFill>
            </a:endParaRPr>
          </a:p>
        </p:txBody>
      </p:sp>
      <p:pic>
        <p:nvPicPr>
          <p:cNvPr id="12291" name="Picture 2" descr="Forouzan4e07_banner">
            <a:extLst>
              <a:ext uri="{FF2B5EF4-FFF2-40B4-BE49-F238E27FC236}">
                <a16:creationId xmlns:a16="http://schemas.microsoft.com/office/drawing/2014/main" id="{E025F778-2932-1EC4-57EA-276C6BA4F1FC}"/>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3">
            <a:extLst>
              <a:ext uri="{FF2B5EF4-FFF2-40B4-BE49-F238E27FC236}">
                <a16:creationId xmlns:a16="http://schemas.microsoft.com/office/drawing/2014/main" id="{C6C11761-B201-3249-9E83-2C878705B4D9}"/>
              </a:ext>
            </a:extLst>
          </p:cNvPr>
          <p:cNvSpPr>
            <a:spLocks noChangeArrowheads="1"/>
          </p:cNvSpPr>
          <p:nvPr/>
        </p:nvSpPr>
        <p:spPr bwMode="auto">
          <a:xfrm>
            <a:off x="1143000" y="2514600"/>
            <a:ext cx="6858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4400" baseline="0">
                <a:solidFill>
                  <a:schemeClr val="tx2"/>
                </a:solidFill>
                <a:ea typeface="宋体" panose="02010600030101010101" pitchFamily="2" charset="-122"/>
              </a:rPr>
              <a:t>第22章</a:t>
            </a:r>
          </a:p>
          <a:p>
            <a:pPr algn="ctr"/>
            <a:endParaRPr lang="en-US" altLang="zh-CN" sz="2000" baseline="0">
              <a:solidFill>
                <a:schemeClr val="tx2"/>
              </a:solidFill>
              <a:ea typeface="宋体" panose="02010600030101010101" pitchFamily="2" charset="-122"/>
            </a:endParaRPr>
          </a:p>
          <a:p>
            <a:pPr algn="ctr"/>
            <a:r>
              <a:rPr lang="zh-CN" altLang="en-US" sz="4400" baseline="0">
                <a:ea typeface="宋体" panose="02010600030101010101" pitchFamily="2" charset="-122"/>
              </a:rPr>
              <a:t>   传递、转发和路由选择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灯片编号占位符 1">
            <a:extLst>
              <a:ext uri="{FF2B5EF4-FFF2-40B4-BE49-F238E27FC236}">
                <a16:creationId xmlns:a16="http://schemas.microsoft.com/office/drawing/2014/main" id="{3B19D397-681C-4091-65A1-E46A345B94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CF758949-2BC2-46B1-81FA-6B7EC12C07AE}" type="slidenum">
              <a:rPr lang="en-US" altLang="zh-CN" sz="2000" baseline="0">
                <a:solidFill>
                  <a:schemeClr val="bg2"/>
                </a:solidFill>
              </a:rPr>
              <a:pPr/>
              <a:t>2</a:t>
            </a:fld>
            <a:endParaRPr lang="en-US" altLang="zh-CN" sz="2000" baseline="0">
              <a:solidFill>
                <a:schemeClr val="bg2"/>
              </a:solidFill>
            </a:endParaRPr>
          </a:p>
        </p:txBody>
      </p:sp>
      <p:sp>
        <p:nvSpPr>
          <p:cNvPr id="5122" name="Rectangle 2">
            <a:extLst>
              <a:ext uri="{FF2B5EF4-FFF2-40B4-BE49-F238E27FC236}">
                <a16:creationId xmlns:a16="http://schemas.microsoft.com/office/drawing/2014/main" id="{3FD90743-EB25-FEA3-7195-945CE8FC650D}"/>
              </a:ext>
            </a:extLst>
          </p:cNvPr>
          <p:cNvSpPr>
            <a:spLocks noChangeArrowheads="1"/>
          </p:cNvSpPr>
          <p:nvPr/>
        </p:nvSpPr>
        <p:spPr bwMode="auto">
          <a:xfrm>
            <a:off x="0" y="0"/>
            <a:ext cx="9144000" cy="1371600"/>
          </a:xfrm>
          <a:prstGeom prst="rect">
            <a:avLst/>
          </a:prstGeom>
          <a:solidFill>
            <a:srgbClr val="33CCFF"/>
          </a:solidFill>
          <a:ln w="9525" cmpd="sng">
            <a:solidFill>
              <a:schemeClr val="tx1"/>
            </a:solidFill>
            <a:miter lim="800000"/>
            <a:headEnd/>
            <a:tailEnd/>
          </a:ln>
          <a:effectLst/>
        </p:spPr>
        <p:txBody>
          <a:bodyPr wrap="none" anchor="ctr"/>
          <a:lstStyle/>
          <a:p>
            <a:pPr algn="ctr">
              <a:defRPr/>
            </a:pPr>
            <a:endParaRPr lang="zh-CN" altLang="zh-CN" baseline="0">
              <a:effectLst>
                <a:outerShdw blurRad="38100" dist="38100" dir="2700000" algn="tl">
                  <a:srgbClr val="FFFFFF"/>
                </a:outerShdw>
              </a:effectLst>
              <a:latin typeface="Times New Roman" pitchFamily="18" charset="0"/>
              <a:ea typeface="宋体" pitchFamily="2" charset="-122"/>
            </a:endParaRPr>
          </a:p>
        </p:txBody>
      </p:sp>
      <p:sp>
        <p:nvSpPr>
          <p:cNvPr id="5123" name="Text Box 3">
            <a:extLst>
              <a:ext uri="{FF2B5EF4-FFF2-40B4-BE49-F238E27FC236}">
                <a16:creationId xmlns:a16="http://schemas.microsoft.com/office/drawing/2014/main" id="{28ADFE21-0AD9-0171-4DF4-E7DFC1BFAF03}"/>
              </a:ext>
            </a:extLst>
          </p:cNvPr>
          <p:cNvSpPr txBox="1">
            <a:spLocks noChangeArrowheads="1"/>
          </p:cNvSpPr>
          <p:nvPr/>
        </p:nvSpPr>
        <p:spPr bwMode="auto">
          <a:xfrm>
            <a:off x="228600" y="406400"/>
            <a:ext cx="2044700" cy="579438"/>
          </a:xfrm>
          <a:prstGeom prst="rect">
            <a:avLst/>
          </a:prstGeom>
          <a:noFill/>
          <a:ln w="9525">
            <a:noFill/>
            <a:miter lim="800000"/>
            <a:headEnd/>
            <a:tailEnd/>
          </a:ln>
          <a:effectLst/>
        </p:spPr>
        <p:txBody>
          <a:bodyPr wrap="none">
            <a:spAutoFit/>
          </a:bodyPr>
          <a:lstStyle/>
          <a:p>
            <a:pPr>
              <a:defRPr/>
            </a:pPr>
            <a:r>
              <a:rPr lang="zh-CN" altLang="en-US" baseline="0">
                <a:effectLst>
                  <a:outerShdw blurRad="38100" dist="38100" dir="2700000" algn="tl">
                    <a:srgbClr val="C0C0C0"/>
                  </a:outerShdw>
                </a:effectLst>
                <a:latin typeface="Times" pitchFamily="2" charset="0"/>
                <a:ea typeface="宋体" pitchFamily="2" charset="-122"/>
              </a:rPr>
              <a:t>22-1   传递</a:t>
            </a:r>
          </a:p>
        </p:txBody>
      </p:sp>
      <p:sp>
        <p:nvSpPr>
          <p:cNvPr id="13317" name="Text Box 4">
            <a:extLst>
              <a:ext uri="{FF2B5EF4-FFF2-40B4-BE49-F238E27FC236}">
                <a16:creationId xmlns:a16="http://schemas.microsoft.com/office/drawing/2014/main" id="{98615F78-D3DB-9269-7E0E-F2E30C65C22F}"/>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zh-CN" sz="1800" baseline="0">
              <a:latin typeface="Times New Roman" panose="02020603050405020304" pitchFamily="18" charset="0"/>
              <a:ea typeface="宋体" panose="02010600030101010101" pitchFamily="2" charset="-122"/>
            </a:endParaRPr>
          </a:p>
        </p:txBody>
      </p:sp>
      <p:sp>
        <p:nvSpPr>
          <p:cNvPr id="5125" name="Rectangle 5">
            <a:extLst>
              <a:ext uri="{FF2B5EF4-FFF2-40B4-BE49-F238E27FC236}">
                <a16:creationId xmlns:a16="http://schemas.microsoft.com/office/drawing/2014/main" id="{55319418-2B96-7194-EA7F-2526BEA78D53}"/>
              </a:ext>
            </a:extLst>
          </p:cNvPr>
          <p:cNvSpPr>
            <a:spLocks noChangeArrowheads="1"/>
          </p:cNvSpPr>
          <p:nvPr/>
        </p:nvSpPr>
        <p:spPr bwMode="auto">
          <a:xfrm>
            <a:off x="152400" y="1738313"/>
            <a:ext cx="8229600" cy="944562"/>
          </a:xfrm>
          <a:prstGeom prst="rect">
            <a:avLst/>
          </a:prstGeom>
          <a:noFill/>
          <a:ln w="9525">
            <a:noFill/>
            <a:miter lim="800000"/>
            <a:headEnd/>
            <a:tailEnd/>
          </a:ln>
          <a:effectLst/>
        </p:spPr>
        <p:txBody>
          <a:bodyPr anchor="ctr">
            <a:spAutoFit/>
          </a:bodyPr>
          <a:lstStyle/>
          <a:p>
            <a:pPr algn="just" eaLnBrk="1" hangingPunct="1">
              <a:defRPr/>
            </a:pPr>
            <a:r>
              <a:rPr lang="zh-CN" altLang="en-US" sz="2800" i="1" baseline="0">
                <a:effectLst>
                  <a:outerShdw blurRad="38100" dist="38100" dir="2700000" algn="tl">
                    <a:srgbClr val="C0C0C0"/>
                  </a:outerShdw>
                </a:effectLst>
                <a:latin typeface="Times New Roman" pitchFamily="18" charset="0"/>
                <a:ea typeface="宋体" pitchFamily="2" charset="-122"/>
              </a:rPr>
              <a:t>网络层负责用底层物理网络处理分组，我们定义这种处理为分组的传递。</a:t>
            </a:r>
          </a:p>
        </p:txBody>
      </p:sp>
      <p:sp>
        <p:nvSpPr>
          <p:cNvPr id="13319" name="Rectangle 6">
            <a:extLst>
              <a:ext uri="{FF2B5EF4-FFF2-40B4-BE49-F238E27FC236}">
                <a16:creationId xmlns:a16="http://schemas.microsoft.com/office/drawing/2014/main" id="{FC3D89C5-AF47-773B-9882-FF4B743D0714}"/>
              </a:ext>
            </a:extLst>
          </p:cNvPr>
          <p:cNvSpPr>
            <a:spLocks noChangeArrowheads="1"/>
          </p:cNvSpPr>
          <p:nvPr/>
        </p:nvSpPr>
        <p:spPr bwMode="auto">
          <a:xfrm>
            <a:off x="304800" y="504825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直接传递和间接传递</a:t>
            </a:r>
          </a:p>
        </p:txBody>
      </p:sp>
      <p:sp>
        <p:nvSpPr>
          <p:cNvPr id="5127" name="Text Box 7">
            <a:extLst>
              <a:ext uri="{FF2B5EF4-FFF2-40B4-BE49-F238E27FC236}">
                <a16:creationId xmlns:a16="http://schemas.microsoft.com/office/drawing/2014/main" id="{EA94A89D-D40D-61C8-8A5B-60AED4B8168B}"/>
              </a:ext>
            </a:extLst>
          </p:cNvPr>
          <p:cNvSpPr txBox="1">
            <a:spLocks noChangeArrowheads="1"/>
          </p:cNvSpPr>
          <p:nvPr/>
        </p:nvSpPr>
        <p:spPr bwMode="auto">
          <a:xfrm>
            <a:off x="381000" y="4572000"/>
            <a:ext cx="3703638" cy="517525"/>
          </a:xfrm>
          <a:prstGeom prst="rect">
            <a:avLst/>
          </a:prstGeom>
          <a:noFill/>
          <a:ln w="9525">
            <a:noFill/>
            <a:miter lim="800000"/>
            <a:headEnd/>
            <a:tailEnd/>
          </a:ln>
          <a:effectLst/>
        </p:spPr>
        <p:txBody>
          <a:bodyPr>
            <a:spAutoFit/>
          </a:bodyPr>
          <a:lstStyle/>
          <a:p>
            <a:pPr>
              <a:defRPr/>
            </a:pPr>
            <a:r>
              <a:rPr lang="zh-CN" altLang="en-US" sz="2800" i="1" u="sng" baseline="0">
                <a:solidFill>
                  <a:schemeClr val="hlink"/>
                </a:solidFill>
                <a:effectLst>
                  <a:outerShdw blurRad="38100" dist="38100" dir="2700000" algn="tl">
                    <a:srgbClr val="C0C0C0"/>
                  </a:outerShdw>
                </a:effectLst>
                <a:latin typeface="Times New Roman" pitchFamily="18" charset="0"/>
                <a:ea typeface="宋体" pitchFamily="2" charset="-122"/>
              </a:rPr>
              <a:t>本节讨论：</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1">
            <a:extLst>
              <a:ext uri="{FF2B5EF4-FFF2-40B4-BE49-F238E27FC236}">
                <a16:creationId xmlns:a16="http://schemas.microsoft.com/office/drawing/2014/main" id="{16E40252-7678-2715-7BE3-CED5B37AA0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D576A303-2E84-480B-BD5F-A9AE7EFCCE22}" type="slidenum">
              <a:rPr lang="en-US" altLang="zh-CN" sz="2000" baseline="0">
                <a:solidFill>
                  <a:schemeClr val="bg2"/>
                </a:solidFill>
              </a:rPr>
              <a:pPr/>
              <a:t>3</a:t>
            </a:fld>
            <a:endParaRPr lang="en-US" altLang="zh-CN" sz="2000" baseline="0">
              <a:solidFill>
                <a:schemeClr val="bg2"/>
              </a:solidFill>
            </a:endParaRPr>
          </a:p>
        </p:txBody>
      </p:sp>
      <p:sp>
        <p:nvSpPr>
          <p:cNvPr id="14339" name="Line 2">
            <a:extLst>
              <a:ext uri="{FF2B5EF4-FFF2-40B4-BE49-F238E27FC236}">
                <a16:creationId xmlns:a16="http://schemas.microsoft.com/office/drawing/2014/main" id="{03AEEBFD-E477-2F9E-2FF7-ABC8AAC3446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0" name="Line 3">
            <a:extLst>
              <a:ext uri="{FF2B5EF4-FFF2-40B4-BE49-F238E27FC236}">
                <a16:creationId xmlns:a16="http://schemas.microsoft.com/office/drawing/2014/main" id="{A3455A75-6D50-A688-60FB-91EE9A5C68BE}"/>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1" name="Text Box 4">
            <a:extLst>
              <a:ext uri="{FF2B5EF4-FFF2-40B4-BE49-F238E27FC236}">
                <a16:creationId xmlns:a16="http://schemas.microsoft.com/office/drawing/2014/main" id="{8D5C10FF-A0EE-A6BB-46F2-6EB9209A4A06}"/>
              </a:ext>
            </a:extLst>
          </p:cNvPr>
          <p:cNvSpPr txBox="1">
            <a:spLocks noChangeArrowheads="1"/>
          </p:cNvSpPr>
          <p:nvPr/>
        </p:nvSpPr>
        <p:spPr bwMode="auto">
          <a:xfrm>
            <a:off x="304800" y="381000"/>
            <a:ext cx="353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  </a:t>
            </a:r>
            <a:r>
              <a:rPr lang="zh-CN" altLang="en-US" sz="2000" i="1" baseline="0">
                <a:latin typeface="Times New Roman" panose="02020603050405020304" pitchFamily="18" charset="0"/>
                <a:ea typeface="宋体" panose="02010600030101010101" pitchFamily="2" charset="-122"/>
              </a:rPr>
              <a:t>直接传递和间接传递</a:t>
            </a:r>
          </a:p>
        </p:txBody>
      </p:sp>
      <p:sp>
        <p:nvSpPr>
          <p:cNvPr id="14342" name="Line 5">
            <a:extLst>
              <a:ext uri="{FF2B5EF4-FFF2-40B4-BE49-F238E27FC236}">
                <a16:creationId xmlns:a16="http://schemas.microsoft.com/office/drawing/2014/main" id="{EEEDB75D-28F0-A52F-3526-94EB772FAF3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343" name="Picture 6">
            <a:extLst>
              <a:ext uri="{FF2B5EF4-FFF2-40B4-BE49-F238E27FC236}">
                <a16:creationId xmlns:a16="http://schemas.microsoft.com/office/drawing/2014/main" id="{CECFE58E-643A-011B-F7E1-B0C2DFD0CE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38" y="1812925"/>
            <a:ext cx="8564562"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灯片编号占位符 1">
            <a:extLst>
              <a:ext uri="{FF2B5EF4-FFF2-40B4-BE49-F238E27FC236}">
                <a16:creationId xmlns:a16="http://schemas.microsoft.com/office/drawing/2014/main" id="{F6E9A50F-2FD7-BEDA-71BC-6E4EEA4CDEB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DDA43E35-8A29-4C7E-B97E-B636081E3A32}" type="slidenum">
              <a:rPr lang="en-US" altLang="zh-CN" sz="2000" baseline="0">
                <a:solidFill>
                  <a:schemeClr val="bg2"/>
                </a:solidFill>
              </a:rPr>
              <a:pPr/>
              <a:t>4</a:t>
            </a:fld>
            <a:endParaRPr lang="en-US" altLang="zh-CN" sz="2000" baseline="0">
              <a:solidFill>
                <a:schemeClr val="bg2"/>
              </a:solidFill>
            </a:endParaRPr>
          </a:p>
        </p:txBody>
      </p:sp>
      <p:sp>
        <p:nvSpPr>
          <p:cNvPr id="7170" name="Rectangle 2">
            <a:extLst>
              <a:ext uri="{FF2B5EF4-FFF2-40B4-BE49-F238E27FC236}">
                <a16:creationId xmlns:a16="http://schemas.microsoft.com/office/drawing/2014/main" id="{73B6AAD0-306D-5558-2071-5B536BAAEEDE}"/>
              </a:ext>
            </a:extLst>
          </p:cNvPr>
          <p:cNvSpPr>
            <a:spLocks noChangeArrowheads="1"/>
          </p:cNvSpPr>
          <p:nvPr/>
        </p:nvSpPr>
        <p:spPr bwMode="auto">
          <a:xfrm>
            <a:off x="0" y="0"/>
            <a:ext cx="9144000" cy="1371600"/>
          </a:xfrm>
          <a:prstGeom prst="rect">
            <a:avLst/>
          </a:prstGeom>
          <a:solidFill>
            <a:srgbClr val="33CCFF"/>
          </a:solidFill>
          <a:ln w="9525" cmpd="sng">
            <a:solidFill>
              <a:schemeClr val="tx1"/>
            </a:solidFill>
            <a:miter lim="800000"/>
            <a:headEnd/>
            <a:tailEnd/>
          </a:ln>
          <a:effectLst/>
        </p:spPr>
        <p:txBody>
          <a:bodyPr wrap="none" anchor="ctr"/>
          <a:lstStyle/>
          <a:p>
            <a:pPr algn="ctr">
              <a:defRPr/>
            </a:pPr>
            <a:endParaRPr lang="zh-CN" altLang="zh-CN" baseline="0">
              <a:effectLst>
                <a:outerShdw blurRad="38100" dist="38100" dir="2700000" algn="tl">
                  <a:srgbClr val="FFFFFF"/>
                </a:outerShdw>
              </a:effectLst>
              <a:latin typeface="Times New Roman" pitchFamily="18" charset="0"/>
              <a:ea typeface="宋体" pitchFamily="2" charset="-122"/>
            </a:endParaRPr>
          </a:p>
        </p:txBody>
      </p:sp>
      <p:sp>
        <p:nvSpPr>
          <p:cNvPr id="7171" name="Text Box 3">
            <a:extLst>
              <a:ext uri="{FF2B5EF4-FFF2-40B4-BE49-F238E27FC236}">
                <a16:creationId xmlns:a16="http://schemas.microsoft.com/office/drawing/2014/main" id="{03ED139E-E642-8802-2A29-088F390FD901}"/>
              </a:ext>
            </a:extLst>
          </p:cNvPr>
          <p:cNvSpPr txBox="1">
            <a:spLocks noChangeArrowheads="1"/>
          </p:cNvSpPr>
          <p:nvPr/>
        </p:nvSpPr>
        <p:spPr bwMode="auto">
          <a:xfrm>
            <a:off x="228600" y="406400"/>
            <a:ext cx="2044700" cy="579438"/>
          </a:xfrm>
          <a:prstGeom prst="rect">
            <a:avLst/>
          </a:prstGeom>
          <a:noFill/>
          <a:ln w="9525">
            <a:noFill/>
            <a:miter lim="800000"/>
            <a:headEnd/>
            <a:tailEnd/>
          </a:ln>
          <a:effectLst/>
        </p:spPr>
        <p:txBody>
          <a:bodyPr wrap="none">
            <a:spAutoFit/>
          </a:bodyPr>
          <a:lstStyle/>
          <a:p>
            <a:pPr>
              <a:defRPr/>
            </a:pPr>
            <a:r>
              <a:rPr lang="zh-CN" altLang="en-US" baseline="0">
                <a:effectLst>
                  <a:outerShdw blurRad="38100" dist="38100" dir="2700000" algn="tl">
                    <a:srgbClr val="C0C0C0"/>
                  </a:outerShdw>
                </a:effectLst>
                <a:latin typeface="Times" pitchFamily="2" charset="0"/>
              </a:rPr>
              <a:t>22-2   </a:t>
            </a:r>
            <a:r>
              <a:rPr lang="zh-CN" altLang="en-US" baseline="0">
                <a:effectLst>
                  <a:outerShdw blurRad="38100" dist="38100" dir="2700000" algn="tl">
                    <a:srgbClr val="C0C0C0"/>
                  </a:outerShdw>
                </a:effectLst>
                <a:latin typeface="Times" pitchFamily="2" charset="0"/>
                <a:ea typeface="宋体" pitchFamily="2" charset="-122"/>
              </a:rPr>
              <a:t>转发</a:t>
            </a:r>
          </a:p>
        </p:txBody>
      </p:sp>
      <p:sp>
        <p:nvSpPr>
          <p:cNvPr id="15365" name="Text Box 4">
            <a:extLst>
              <a:ext uri="{FF2B5EF4-FFF2-40B4-BE49-F238E27FC236}">
                <a16:creationId xmlns:a16="http://schemas.microsoft.com/office/drawing/2014/main" id="{64F5F60B-8375-50ED-EC73-9E05857E4040}"/>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zh-CN" sz="1800" baseline="0">
              <a:latin typeface="Times New Roman" panose="02020603050405020304" pitchFamily="18" charset="0"/>
              <a:ea typeface="宋体" panose="02010600030101010101" pitchFamily="2" charset="-122"/>
            </a:endParaRPr>
          </a:p>
        </p:txBody>
      </p:sp>
      <p:sp>
        <p:nvSpPr>
          <p:cNvPr id="7173" name="Rectangle 5">
            <a:extLst>
              <a:ext uri="{FF2B5EF4-FFF2-40B4-BE49-F238E27FC236}">
                <a16:creationId xmlns:a16="http://schemas.microsoft.com/office/drawing/2014/main" id="{4761515B-09AE-7696-6597-27CAA8C060E2}"/>
              </a:ext>
            </a:extLst>
          </p:cNvPr>
          <p:cNvSpPr>
            <a:spLocks noChangeArrowheads="1"/>
          </p:cNvSpPr>
          <p:nvPr/>
        </p:nvSpPr>
        <p:spPr bwMode="auto">
          <a:xfrm>
            <a:off x="304800" y="1952625"/>
            <a:ext cx="8229600" cy="1797050"/>
          </a:xfrm>
          <a:prstGeom prst="rect">
            <a:avLst/>
          </a:prstGeom>
          <a:noFill/>
          <a:ln w="9525">
            <a:noFill/>
            <a:miter lim="800000"/>
            <a:headEnd/>
            <a:tailEnd/>
          </a:ln>
          <a:effectLst/>
        </p:spPr>
        <p:txBody>
          <a:bodyPr anchor="ctr">
            <a:spAutoFit/>
          </a:bodyPr>
          <a:lstStyle/>
          <a:p>
            <a:pPr algn="just" eaLnBrk="1" hangingPunct="1">
              <a:defRPr/>
            </a:pPr>
            <a:r>
              <a:rPr lang="zh-CN" altLang="en-US" sz="2800" i="1" baseline="0">
                <a:effectLst>
                  <a:outerShdw blurRad="38100" dist="38100" dir="2700000" algn="tl">
                    <a:srgbClr val="C0C0C0"/>
                  </a:outerShdw>
                </a:effectLst>
                <a:latin typeface="Times New Roman" pitchFamily="18" charset="0"/>
                <a:ea typeface="宋体" pitchFamily="2" charset="-122"/>
              </a:rPr>
              <a:t>转发是指将分组路由到它的目的端。转发要求主机或路由器有一个路由表。当主机有分组要发送时，或是路由器已收到一个分组要转发时，就要查找路由表以便求得到达最终目的端的路由。</a:t>
            </a:r>
          </a:p>
        </p:txBody>
      </p:sp>
      <p:sp>
        <p:nvSpPr>
          <p:cNvPr id="15367" name="Rectangle 6">
            <a:extLst>
              <a:ext uri="{FF2B5EF4-FFF2-40B4-BE49-F238E27FC236}">
                <a16:creationId xmlns:a16="http://schemas.microsoft.com/office/drawing/2014/main" id="{EC8455C8-F668-1FDA-AD9C-2FAC4F44373C}"/>
              </a:ext>
            </a:extLst>
          </p:cNvPr>
          <p:cNvSpPr>
            <a:spLocks noChangeArrowheads="1"/>
          </p:cNvSpPr>
          <p:nvPr/>
        </p:nvSpPr>
        <p:spPr bwMode="auto">
          <a:xfrm>
            <a:off x="304800" y="4908550"/>
            <a:ext cx="67056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转发技术</a:t>
            </a:r>
            <a:br>
              <a:rPr lang="fr-FR" altLang="en-US" sz="2400" baseline="0">
                <a:solidFill>
                  <a:srgbClr val="0033CC"/>
                </a:solidFill>
                <a:latin typeface="Times New Roman" panose="02020603050405020304" pitchFamily="18" charset="0"/>
              </a:rPr>
            </a:br>
            <a:r>
              <a:rPr lang="zh-CN" altLang="en-US" sz="2400" baseline="0">
                <a:solidFill>
                  <a:srgbClr val="0033CC"/>
                </a:solidFill>
                <a:latin typeface="Times New Roman" panose="02020603050405020304" pitchFamily="18" charset="0"/>
                <a:ea typeface="宋体" panose="02010600030101010101" pitchFamily="2" charset="-122"/>
              </a:rPr>
              <a:t>转发过程</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路由表</a:t>
            </a:r>
          </a:p>
        </p:txBody>
      </p:sp>
      <p:sp>
        <p:nvSpPr>
          <p:cNvPr id="7175" name="Text Box 7">
            <a:extLst>
              <a:ext uri="{FF2B5EF4-FFF2-40B4-BE49-F238E27FC236}">
                <a16:creationId xmlns:a16="http://schemas.microsoft.com/office/drawing/2014/main" id="{3A52BDDF-E507-6BAF-3189-EC820468000A}"/>
              </a:ext>
            </a:extLst>
          </p:cNvPr>
          <p:cNvSpPr txBox="1">
            <a:spLocks noChangeArrowheads="1"/>
          </p:cNvSpPr>
          <p:nvPr/>
        </p:nvSpPr>
        <p:spPr bwMode="auto">
          <a:xfrm>
            <a:off x="457200" y="4419600"/>
            <a:ext cx="1960563" cy="517525"/>
          </a:xfrm>
          <a:prstGeom prst="rect">
            <a:avLst/>
          </a:prstGeom>
          <a:noFill/>
          <a:ln w="9525">
            <a:noFill/>
            <a:miter lim="800000"/>
            <a:headEnd/>
            <a:tailEnd/>
          </a:ln>
          <a:effectLst/>
        </p:spPr>
        <p:txBody>
          <a:bodyPr wrap="none">
            <a:spAutoFit/>
          </a:bodyPr>
          <a:lstStyle/>
          <a:p>
            <a:pPr>
              <a:defRPr/>
            </a:pPr>
            <a:r>
              <a:rPr lang="zh-CN" altLang="en-US" sz="2800" i="1" u="sng" baseline="0">
                <a:solidFill>
                  <a:schemeClr val="hlink"/>
                </a:solidFill>
                <a:effectLst>
                  <a:outerShdw blurRad="38100" dist="38100" dir="2700000" algn="tl">
                    <a:srgbClr val="C0C0C0"/>
                  </a:outerShdw>
                </a:effectLst>
                <a:latin typeface="Times New Roman" pitchFamily="18" charset="0"/>
                <a:ea typeface="宋体" pitchFamily="2" charset="-122"/>
              </a:rPr>
              <a:t>本节讨论：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a:extLst>
              <a:ext uri="{FF2B5EF4-FFF2-40B4-BE49-F238E27FC236}">
                <a16:creationId xmlns:a16="http://schemas.microsoft.com/office/drawing/2014/main" id="{EDA2BAEC-0B18-87AD-6474-F91C336403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7A0BA2B8-25B4-48D7-BC5F-6BB986776B1E}" type="slidenum">
              <a:rPr lang="en-US" altLang="zh-CN" sz="2000" baseline="0">
                <a:solidFill>
                  <a:schemeClr val="bg2"/>
                </a:solidFill>
              </a:rPr>
              <a:pPr/>
              <a:t>5</a:t>
            </a:fld>
            <a:endParaRPr lang="en-US" altLang="zh-CN" sz="2000" baseline="0">
              <a:solidFill>
                <a:schemeClr val="bg2"/>
              </a:solidFill>
            </a:endParaRPr>
          </a:p>
        </p:txBody>
      </p:sp>
      <p:sp>
        <p:nvSpPr>
          <p:cNvPr id="16387" name="Line 2">
            <a:extLst>
              <a:ext uri="{FF2B5EF4-FFF2-40B4-BE49-F238E27FC236}">
                <a16:creationId xmlns:a16="http://schemas.microsoft.com/office/drawing/2014/main" id="{BFC68278-BEDA-144E-FB07-7217378B455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8" name="Line 3">
            <a:extLst>
              <a:ext uri="{FF2B5EF4-FFF2-40B4-BE49-F238E27FC236}">
                <a16:creationId xmlns:a16="http://schemas.microsoft.com/office/drawing/2014/main" id="{60D65F01-A714-377E-76C5-0B6E4E364C2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9" name="Text Box 4">
            <a:extLst>
              <a:ext uri="{FF2B5EF4-FFF2-40B4-BE49-F238E27FC236}">
                <a16:creationId xmlns:a16="http://schemas.microsoft.com/office/drawing/2014/main" id="{D9253F85-D8A1-84E8-1693-A0F89F54E5F6}"/>
              </a:ext>
            </a:extLst>
          </p:cNvPr>
          <p:cNvSpPr txBox="1">
            <a:spLocks noChangeArrowheads="1"/>
          </p:cNvSpPr>
          <p:nvPr/>
        </p:nvSpPr>
        <p:spPr bwMode="auto">
          <a:xfrm>
            <a:off x="304800" y="381000"/>
            <a:ext cx="378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  </a:t>
            </a:r>
            <a:r>
              <a:rPr lang="zh-CN" altLang="en-US" sz="2000" i="1" baseline="0">
                <a:latin typeface="Times New Roman" panose="02020603050405020304" pitchFamily="18" charset="0"/>
                <a:ea typeface="宋体" panose="02010600030101010101" pitchFamily="2" charset="-122"/>
              </a:rPr>
              <a:t>路由方法与下一跳方法</a:t>
            </a:r>
          </a:p>
        </p:txBody>
      </p:sp>
      <p:sp>
        <p:nvSpPr>
          <p:cNvPr id="16390" name="Line 5">
            <a:extLst>
              <a:ext uri="{FF2B5EF4-FFF2-40B4-BE49-F238E27FC236}">
                <a16:creationId xmlns:a16="http://schemas.microsoft.com/office/drawing/2014/main" id="{03844CB3-0088-9AE2-2520-25A8606805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6391" name="Picture 6">
            <a:extLst>
              <a:ext uri="{FF2B5EF4-FFF2-40B4-BE49-F238E27FC236}">
                <a16:creationId xmlns:a16="http://schemas.microsoft.com/office/drawing/2014/main" id="{C5A1A543-F912-5E8B-129D-944D44AD4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3" y="1524000"/>
            <a:ext cx="755967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a:extLst>
              <a:ext uri="{FF2B5EF4-FFF2-40B4-BE49-F238E27FC236}">
                <a16:creationId xmlns:a16="http://schemas.microsoft.com/office/drawing/2014/main" id="{CAB58A7A-383A-27FD-C2A8-65B64FB73F0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245978A-29C7-4871-9D53-BFBFA39A844D}" type="slidenum">
              <a:rPr lang="en-US" altLang="zh-CN" sz="2000" baseline="0">
                <a:solidFill>
                  <a:schemeClr val="bg2"/>
                </a:solidFill>
              </a:rPr>
              <a:pPr/>
              <a:t>6</a:t>
            </a:fld>
            <a:endParaRPr lang="en-US" altLang="zh-CN" sz="2000" baseline="0">
              <a:solidFill>
                <a:schemeClr val="bg2"/>
              </a:solidFill>
            </a:endParaRPr>
          </a:p>
        </p:txBody>
      </p:sp>
      <p:sp>
        <p:nvSpPr>
          <p:cNvPr id="17411" name="Line 2">
            <a:extLst>
              <a:ext uri="{FF2B5EF4-FFF2-40B4-BE49-F238E27FC236}">
                <a16:creationId xmlns:a16="http://schemas.microsoft.com/office/drawing/2014/main" id="{ACA2DE60-567D-FE1F-2881-6BD327E6068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2" name="Line 3">
            <a:extLst>
              <a:ext uri="{FF2B5EF4-FFF2-40B4-BE49-F238E27FC236}">
                <a16:creationId xmlns:a16="http://schemas.microsoft.com/office/drawing/2014/main" id="{83184746-A27A-1ED0-6FF7-480262F2CA8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3" name="Text Box 4">
            <a:extLst>
              <a:ext uri="{FF2B5EF4-FFF2-40B4-BE49-F238E27FC236}">
                <a16:creationId xmlns:a16="http://schemas.microsoft.com/office/drawing/2014/main" id="{E7ABE163-6D34-AD47-3AF3-2D5F72323E95}"/>
              </a:ext>
            </a:extLst>
          </p:cNvPr>
          <p:cNvSpPr txBox="1">
            <a:spLocks noChangeArrowheads="1"/>
          </p:cNvSpPr>
          <p:nvPr/>
        </p:nvSpPr>
        <p:spPr bwMode="auto">
          <a:xfrm>
            <a:off x="304800" y="381000"/>
            <a:ext cx="455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  </a:t>
            </a:r>
            <a:r>
              <a:rPr lang="zh-CN" altLang="en-US" sz="2000" i="1" baseline="0">
                <a:latin typeface="Times New Roman" panose="02020603050405020304" pitchFamily="18" charset="0"/>
                <a:ea typeface="宋体" panose="02010600030101010101" pitchFamily="2" charset="-122"/>
              </a:rPr>
              <a:t>特定主机方法与特定网络方法</a:t>
            </a:r>
          </a:p>
        </p:txBody>
      </p:sp>
      <p:sp>
        <p:nvSpPr>
          <p:cNvPr id="17414" name="Line 5">
            <a:extLst>
              <a:ext uri="{FF2B5EF4-FFF2-40B4-BE49-F238E27FC236}">
                <a16:creationId xmlns:a16="http://schemas.microsoft.com/office/drawing/2014/main" id="{64B6E749-0CAE-44BD-1DCF-E2DB287A753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7415" name="Picture 6">
            <a:extLst>
              <a:ext uri="{FF2B5EF4-FFF2-40B4-BE49-F238E27FC236}">
                <a16:creationId xmlns:a16="http://schemas.microsoft.com/office/drawing/2014/main" id="{93159F6E-E525-0267-3FE6-8F5A0CA8D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1882775"/>
            <a:ext cx="8620125"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1">
            <a:extLst>
              <a:ext uri="{FF2B5EF4-FFF2-40B4-BE49-F238E27FC236}">
                <a16:creationId xmlns:a16="http://schemas.microsoft.com/office/drawing/2014/main" id="{EF486976-885C-BCE5-C23D-4F54C1827EF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D3B18F40-2212-48F1-8075-D5672844C103}" type="slidenum">
              <a:rPr lang="en-US" altLang="zh-CN" sz="2000" baseline="0">
                <a:solidFill>
                  <a:schemeClr val="bg2"/>
                </a:solidFill>
              </a:rPr>
              <a:pPr/>
              <a:t>7</a:t>
            </a:fld>
            <a:endParaRPr lang="en-US" altLang="zh-CN" sz="2000" baseline="0">
              <a:solidFill>
                <a:schemeClr val="bg2"/>
              </a:solidFill>
            </a:endParaRPr>
          </a:p>
        </p:txBody>
      </p:sp>
      <p:sp>
        <p:nvSpPr>
          <p:cNvPr id="18435" name="Line 2">
            <a:extLst>
              <a:ext uri="{FF2B5EF4-FFF2-40B4-BE49-F238E27FC236}">
                <a16:creationId xmlns:a16="http://schemas.microsoft.com/office/drawing/2014/main" id="{3CE54EFF-3C3B-6910-4CD9-E5E3835E418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6" name="Line 3">
            <a:extLst>
              <a:ext uri="{FF2B5EF4-FFF2-40B4-BE49-F238E27FC236}">
                <a16:creationId xmlns:a16="http://schemas.microsoft.com/office/drawing/2014/main" id="{8A86B1B0-CFD6-C912-BB7E-EFE13A22678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7" name="Text Box 4">
            <a:extLst>
              <a:ext uri="{FF2B5EF4-FFF2-40B4-BE49-F238E27FC236}">
                <a16:creationId xmlns:a16="http://schemas.microsoft.com/office/drawing/2014/main" id="{8171B2FB-347A-9F66-440B-87BE5C95CC53}"/>
              </a:ext>
            </a:extLst>
          </p:cNvPr>
          <p:cNvSpPr txBox="1">
            <a:spLocks noChangeArrowheads="1"/>
          </p:cNvSpPr>
          <p:nvPr/>
        </p:nvSpPr>
        <p:spPr bwMode="auto">
          <a:xfrm>
            <a:off x="304800" y="381000"/>
            <a:ext cx="226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  </a:t>
            </a:r>
            <a:r>
              <a:rPr lang="zh-CN" altLang="en-US" sz="2000" i="1" baseline="0">
                <a:latin typeface="Times New Roman" panose="02020603050405020304" pitchFamily="18" charset="0"/>
                <a:ea typeface="宋体" panose="02010600030101010101" pitchFamily="2" charset="-122"/>
              </a:rPr>
              <a:t>默认方法</a:t>
            </a:r>
          </a:p>
        </p:txBody>
      </p:sp>
      <p:sp>
        <p:nvSpPr>
          <p:cNvPr id="18438" name="Line 5">
            <a:extLst>
              <a:ext uri="{FF2B5EF4-FFF2-40B4-BE49-F238E27FC236}">
                <a16:creationId xmlns:a16="http://schemas.microsoft.com/office/drawing/2014/main" id="{6D47ABBE-133B-530D-5A6E-E1A34D9DB17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8439" name="Picture 6">
            <a:extLst>
              <a:ext uri="{FF2B5EF4-FFF2-40B4-BE49-F238E27FC236}">
                <a16:creationId xmlns:a16="http://schemas.microsoft.com/office/drawing/2014/main" id="{E993C9FB-85DF-AF33-5913-0641FD663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688" y="1295400"/>
            <a:ext cx="6462712"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a:extLst>
              <a:ext uri="{FF2B5EF4-FFF2-40B4-BE49-F238E27FC236}">
                <a16:creationId xmlns:a16="http://schemas.microsoft.com/office/drawing/2014/main" id="{6A27A382-C61E-52B8-5184-A6F44D0C8E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FF1A1E55-2161-4D02-B204-9A76B6A78181}" type="slidenum">
              <a:rPr lang="en-US" altLang="zh-CN" sz="2000" baseline="0">
                <a:solidFill>
                  <a:schemeClr val="bg2"/>
                </a:solidFill>
              </a:rPr>
              <a:pPr/>
              <a:t>8</a:t>
            </a:fld>
            <a:endParaRPr lang="en-US" altLang="zh-CN" sz="2000" baseline="0">
              <a:solidFill>
                <a:schemeClr val="bg2"/>
              </a:solidFill>
            </a:endParaRPr>
          </a:p>
        </p:txBody>
      </p:sp>
      <p:sp>
        <p:nvSpPr>
          <p:cNvPr id="19459" name="Line 2">
            <a:extLst>
              <a:ext uri="{FF2B5EF4-FFF2-40B4-BE49-F238E27FC236}">
                <a16:creationId xmlns:a16="http://schemas.microsoft.com/office/drawing/2014/main" id="{41100E92-0C31-EF3C-3892-DC52949CAAFB}"/>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0" name="Line 3">
            <a:extLst>
              <a:ext uri="{FF2B5EF4-FFF2-40B4-BE49-F238E27FC236}">
                <a16:creationId xmlns:a16="http://schemas.microsoft.com/office/drawing/2014/main" id="{CD351CD9-CC3F-44B6-A293-5FAF3D5B644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1" name="Text Box 4">
            <a:extLst>
              <a:ext uri="{FF2B5EF4-FFF2-40B4-BE49-F238E27FC236}">
                <a16:creationId xmlns:a16="http://schemas.microsoft.com/office/drawing/2014/main" id="{65C095FE-EC73-030A-EC87-68BFAF769F8F}"/>
              </a:ext>
            </a:extLst>
          </p:cNvPr>
          <p:cNvSpPr txBox="1">
            <a:spLocks noChangeArrowheads="1"/>
          </p:cNvSpPr>
          <p:nvPr/>
        </p:nvSpPr>
        <p:spPr bwMode="auto">
          <a:xfrm>
            <a:off x="304800" y="381000"/>
            <a:ext cx="404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22.5  </a:t>
            </a:r>
            <a:r>
              <a:rPr lang="zh-CN" altLang="en-US" sz="2000" i="1" baseline="0">
                <a:latin typeface="Times New Roman" panose="02020603050405020304" pitchFamily="18" charset="0"/>
                <a:ea typeface="宋体" panose="02010600030101010101" pitchFamily="2" charset="-122"/>
              </a:rPr>
              <a:t>无类地址简化的转发模块</a:t>
            </a:r>
          </a:p>
        </p:txBody>
      </p:sp>
      <p:sp>
        <p:nvSpPr>
          <p:cNvPr id="19462" name="Line 5">
            <a:extLst>
              <a:ext uri="{FF2B5EF4-FFF2-40B4-BE49-F238E27FC236}">
                <a16:creationId xmlns:a16="http://schemas.microsoft.com/office/drawing/2014/main" id="{39E5D742-C84C-0B14-1F0F-5C365BE9DDD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9463" name="Picture 6">
            <a:extLst>
              <a:ext uri="{FF2B5EF4-FFF2-40B4-BE49-F238E27FC236}">
                <a16:creationId xmlns:a16="http://schemas.microsoft.com/office/drawing/2014/main" id="{8E51099A-34BE-5531-69B7-957C1A5D3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 y="2239963"/>
            <a:ext cx="8902700"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a:extLst>
              <a:ext uri="{FF2B5EF4-FFF2-40B4-BE49-F238E27FC236}">
                <a16:creationId xmlns:a16="http://schemas.microsoft.com/office/drawing/2014/main" id="{E95A3368-7387-5741-9A69-95B7FD95A5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A0053540-E936-4038-98C5-81C77A651E0D}" type="slidenum">
              <a:rPr lang="en-US" altLang="zh-CN" sz="2000" baseline="0">
                <a:solidFill>
                  <a:schemeClr val="bg2"/>
                </a:solidFill>
              </a:rPr>
              <a:pPr/>
              <a:t>9</a:t>
            </a:fld>
            <a:endParaRPr lang="en-US" altLang="zh-CN" sz="2000" baseline="0">
              <a:solidFill>
                <a:schemeClr val="bg2"/>
              </a:solidFill>
            </a:endParaRPr>
          </a:p>
        </p:txBody>
      </p:sp>
      <p:sp>
        <p:nvSpPr>
          <p:cNvPr id="20483" name="Rectangle 2">
            <a:extLst>
              <a:ext uri="{FF2B5EF4-FFF2-40B4-BE49-F238E27FC236}">
                <a16:creationId xmlns:a16="http://schemas.microsoft.com/office/drawing/2014/main" id="{F9DD4AAD-57B5-3C19-3129-DC2341336DC8}"/>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84" name="Rectangle 3">
            <a:extLst>
              <a:ext uri="{FF2B5EF4-FFF2-40B4-BE49-F238E27FC236}">
                <a16:creationId xmlns:a16="http://schemas.microsoft.com/office/drawing/2014/main" id="{EA332885-10CC-20C0-F54C-1403F073D2F9}"/>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85" name="Rectangle 4">
            <a:extLst>
              <a:ext uri="{FF2B5EF4-FFF2-40B4-BE49-F238E27FC236}">
                <a16:creationId xmlns:a16="http://schemas.microsoft.com/office/drawing/2014/main" id="{60BB6D36-C630-3BB0-CBBB-1152AEBF166B}"/>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86" name="Rectangle 5">
            <a:extLst>
              <a:ext uri="{FF2B5EF4-FFF2-40B4-BE49-F238E27FC236}">
                <a16:creationId xmlns:a16="http://schemas.microsoft.com/office/drawing/2014/main" id="{B4BB017C-C594-0BBC-6358-57B0C02FB04B}"/>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87" name="Rectangle 6">
            <a:extLst>
              <a:ext uri="{FF2B5EF4-FFF2-40B4-BE49-F238E27FC236}">
                <a16:creationId xmlns:a16="http://schemas.microsoft.com/office/drawing/2014/main" id="{9F6ED53D-C7A1-8974-4E3D-EF7AD8B34E3D}"/>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88" name="Rectangle 7">
            <a:extLst>
              <a:ext uri="{FF2B5EF4-FFF2-40B4-BE49-F238E27FC236}">
                <a16:creationId xmlns:a16="http://schemas.microsoft.com/office/drawing/2014/main" id="{02319B95-63B6-57FC-8D3F-27EB5AAB1BD7}"/>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89" name="Rectangle 8">
            <a:extLst>
              <a:ext uri="{FF2B5EF4-FFF2-40B4-BE49-F238E27FC236}">
                <a16:creationId xmlns:a16="http://schemas.microsoft.com/office/drawing/2014/main" id="{68B88313-CBF7-8AB0-A278-01F82198BDF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0490" name="Line 9">
            <a:extLst>
              <a:ext uri="{FF2B5EF4-FFF2-40B4-BE49-F238E27FC236}">
                <a16:creationId xmlns:a16="http://schemas.microsoft.com/office/drawing/2014/main" id="{C6C6FA4B-25E6-71CA-9785-37AA960A9183}"/>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1" name="Line 10">
            <a:extLst>
              <a:ext uri="{FF2B5EF4-FFF2-40B4-BE49-F238E27FC236}">
                <a16:creationId xmlns:a16="http://schemas.microsoft.com/office/drawing/2014/main" id="{2C649849-B9B3-1C27-920C-18798859AA10}"/>
              </a:ext>
            </a:extLst>
          </p:cNvPr>
          <p:cNvSpPr>
            <a:spLocks noChangeShapeType="1"/>
          </p:cNvSpPr>
          <p:nvPr/>
        </p:nvSpPr>
        <p:spPr bwMode="auto">
          <a:xfrm>
            <a:off x="457200" y="3429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2" name="Rectangle 11">
            <a:extLst>
              <a:ext uri="{FF2B5EF4-FFF2-40B4-BE49-F238E27FC236}">
                <a16:creationId xmlns:a16="http://schemas.microsoft.com/office/drawing/2014/main" id="{739F6774-BFCC-2363-A09F-F2DA7EA2223F}"/>
              </a:ext>
            </a:extLst>
          </p:cNvPr>
          <p:cNvSpPr>
            <a:spLocks noChangeArrowheads="1"/>
          </p:cNvSpPr>
          <p:nvPr/>
        </p:nvSpPr>
        <p:spPr bwMode="auto">
          <a:xfrm>
            <a:off x="533400" y="2819400"/>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baseline="0">
                <a:ea typeface="宋体" panose="02010600030101010101" pitchFamily="2" charset="-122"/>
              </a:rPr>
              <a:t>在无类寻址中，一个路由表至少要有4列</a:t>
            </a:r>
          </a:p>
        </p:txBody>
      </p:sp>
      <p:grpSp>
        <p:nvGrpSpPr>
          <p:cNvPr id="20493" name="Group 12">
            <a:extLst>
              <a:ext uri="{FF2B5EF4-FFF2-40B4-BE49-F238E27FC236}">
                <a16:creationId xmlns:a16="http://schemas.microsoft.com/office/drawing/2014/main" id="{96647051-88D6-0098-0CD0-1652840F0D77}"/>
              </a:ext>
            </a:extLst>
          </p:cNvPr>
          <p:cNvGrpSpPr>
            <a:grpSpLocks/>
          </p:cNvGrpSpPr>
          <p:nvPr/>
        </p:nvGrpSpPr>
        <p:grpSpPr bwMode="auto">
          <a:xfrm>
            <a:off x="457200" y="1981200"/>
            <a:ext cx="1143000" cy="566738"/>
            <a:chOff x="0" y="0"/>
            <a:chExt cx="720" cy="357"/>
          </a:xfrm>
        </p:grpSpPr>
        <p:pic>
          <p:nvPicPr>
            <p:cNvPr id="20494" name="Picture 13">
              <a:extLst>
                <a:ext uri="{FF2B5EF4-FFF2-40B4-BE49-F238E27FC236}">
                  <a16:creationId xmlns:a16="http://schemas.microsoft.com/office/drawing/2014/main" id="{46C714A5-75E1-51D8-CF7F-C6B145AE6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5" name="Text Box 14">
              <a:extLst>
                <a:ext uri="{FF2B5EF4-FFF2-40B4-BE49-F238E27FC236}">
                  <a16:creationId xmlns:a16="http://schemas.microsoft.com/office/drawing/2014/main" id="{BA24AC41-02B4-BD40-5400-E33C1FBAF77C}"/>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a:extLst>
              <a:ext uri="{FF2B5EF4-FFF2-40B4-BE49-F238E27FC236}">
                <a16:creationId xmlns:a16="http://schemas.microsoft.com/office/drawing/2014/main" id="{8E4DF70B-8FF5-A4B3-9A70-FDA737AB16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24439CE-274B-4A67-9A9E-841D72822A32}" type="slidenum">
              <a:rPr lang="en-US" altLang="zh-CN" sz="2000" baseline="0">
                <a:solidFill>
                  <a:schemeClr val="bg2"/>
                </a:solidFill>
              </a:rPr>
              <a:pPr/>
              <a:t>10</a:t>
            </a:fld>
            <a:endParaRPr lang="en-US" altLang="zh-CN" sz="2000" baseline="0">
              <a:solidFill>
                <a:schemeClr val="bg2"/>
              </a:solidFill>
            </a:endParaRPr>
          </a:p>
        </p:txBody>
      </p:sp>
      <p:sp>
        <p:nvSpPr>
          <p:cNvPr id="21507" name="Rectangle 2">
            <a:extLst>
              <a:ext uri="{FF2B5EF4-FFF2-40B4-BE49-F238E27FC236}">
                <a16:creationId xmlns:a16="http://schemas.microsoft.com/office/drawing/2014/main" id="{5CFF593B-B05F-AB3D-6050-C041E77D1E0F}"/>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08" name="Rectangle 3">
            <a:extLst>
              <a:ext uri="{FF2B5EF4-FFF2-40B4-BE49-F238E27FC236}">
                <a16:creationId xmlns:a16="http://schemas.microsoft.com/office/drawing/2014/main" id="{772354E1-A044-A953-C081-61FD317159C9}"/>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09" name="Rectangle 4">
            <a:extLst>
              <a:ext uri="{FF2B5EF4-FFF2-40B4-BE49-F238E27FC236}">
                <a16:creationId xmlns:a16="http://schemas.microsoft.com/office/drawing/2014/main" id="{A9DBFE1D-99B4-507B-1E53-2958D605424F}"/>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10" name="Rectangle 5">
            <a:extLst>
              <a:ext uri="{FF2B5EF4-FFF2-40B4-BE49-F238E27FC236}">
                <a16:creationId xmlns:a16="http://schemas.microsoft.com/office/drawing/2014/main" id="{F0129F07-CDF5-F9B0-0851-C581C7E361E6}"/>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11" name="Rectangle 6">
            <a:extLst>
              <a:ext uri="{FF2B5EF4-FFF2-40B4-BE49-F238E27FC236}">
                <a16:creationId xmlns:a16="http://schemas.microsoft.com/office/drawing/2014/main" id="{28E6E51D-C38E-2045-11C7-A6E558802630}"/>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12" name="Rectangle 7">
            <a:extLst>
              <a:ext uri="{FF2B5EF4-FFF2-40B4-BE49-F238E27FC236}">
                <a16:creationId xmlns:a16="http://schemas.microsoft.com/office/drawing/2014/main" id="{7BD20FEF-7158-89C0-3AF4-316C3F77DC95}"/>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13" name="Rectangle 8">
            <a:extLst>
              <a:ext uri="{FF2B5EF4-FFF2-40B4-BE49-F238E27FC236}">
                <a16:creationId xmlns:a16="http://schemas.microsoft.com/office/drawing/2014/main" id="{6D07C070-D7B2-6799-E6F2-152599C8F2F8}"/>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1514" name="Rectangle 9">
            <a:extLst>
              <a:ext uri="{FF2B5EF4-FFF2-40B4-BE49-F238E27FC236}">
                <a16:creationId xmlns:a16="http://schemas.microsoft.com/office/drawing/2014/main" id="{2223C0C2-EAF2-398F-AE51-98A013D83D57}"/>
              </a:ext>
            </a:extLst>
          </p:cNvPr>
          <p:cNvSpPr>
            <a:spLocks noChangeArrowheads="1"/>
          </p:cNvSpPr>
          <p:nvPr/>
        </p:nvSpPr>
        <p:spPr bwMode="auto">
          <a:xfrm>
            <a:off x="228600" y="914400"/>
            <a:ext cx="8686800"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例 22.1   </a:t>
            </a:r>
            <a:r>
              <a:rPr lang="zh-CN" altLang="en-US" sz="2800" i="1" baseline="0">
                <a:latin typeface="Times New Roman" panose="02020603050405020304" pitchFamily="18" charset="0"/>
                <a:ea typeface="宋体" panose="02010600030101010101" pitchFamily="2" charset="-122"/>
              </a:rPr>
              <a:t>利用下图的网络配置，给出R1的路由表</a:t>
            </a:r>
          </a:p>
        </p:txBody>
      </p:sp>
      <p:pic>
        <p:nvPicPr>
          <p:cNvPr id="21515" name="Picture 6">
            <a:extLst>
              <a:ext uri="{FF2B5EF4-FFF2-40B4-BE49-F238E27FC236}">
                <a16:creationId xmlns:a16="http://schemas.microsoft.com/office/drawing/2014/main" id="{36884C04-785B-C358-7CD3-340D4C846B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33550"/>
            <a:ext cx="7843838"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a:extLst>
              <a:ext uri="{FF2B5EF4-FFF2-40B4-BE49-F238E27FC236}">
                <a16:creationId xmlns:a16="http://schemas.microsoft.com/office/drawing/2014/main" id="{A6FE1F93-0B50-301A-105B-DBA902F526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AD2DF54B-EBDF-4360-843F-010B744099E8}" type="slidenum">
              <a:rPr lang="en-US" altLang="zh-CN" sz="2000" baseline="0">
                <a:solidFill>
                  <a:schemeClr val="bg2"/>
                </a:solidFill>
              </a:rPr>
              <a:pPr/>
              <a:t>11</a:t>
            </a:fld>
            <a:endParaRPr lang="en-US" altLang="zh-CN" sz="2000" baseline="0">
              <a:solidFill>
                <a:schemeClr val="bg2"/>
              </a:solidFill>
            </a:endParaRPr>
          </a:p>
        </p:txBody>
      </p:sp>
      <p:sp>
        <p:nvSpPr>
          <p:cNvPr id="22531" name="Text Box 2">
            <a:extLst>
              <a:ext uri="{FF2B5EF4-FFF2-40B4-BE49-F238E27FC236}">
                <a16:creationId xmlns:a16="http://schemas.microsoft.com/office/drawing/2014/main" id="{B0FCF8BD-2505-BA85-2A87-8DDE3A36D2DD}"/>
              </a:ext>
            </a:extLst>
          </p:cNvPr>
          <p:cNvSpPr txBox="1">
            <a:spLocks noChangeArrowheads="1"/>
          </p:cNvSpPr>
          <p:nvPr/>
        </p:nvSpPr>
        <p:spPr bwMode="auto">
          <a:xfrm>
            <a:off x="609600" y="1524000"/>
            <a:ext cx="434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2400" baseline="0">
                <a:solidFill>
                  <a:schemeClr val="folHlink"/>
                </a:solidFill>
                <a:latin typeface="Times New Roman" panose="02020603050405020304" pitchFamily="18" charset="0"/>
                <a:ea typeface="宋体" panose="02010600030101010101" pitchFamily="2" charset="-122"/>
              </a:rPr>
              <a:t>表 22.1  </a:t>
            </a:r>
            <a:r>
              <a:rPr lang="zh-CN" altLang="en-US" sz="2000" i="1" baseline="0">
                <a:latin typeface="Times New Roman" panose="02020603050405020304" pitchFamily="18" charset="0"/>
                <a:ea typeface="宋体" panose="02010600030101010101" pitchFamily="2" charset="-122"/>
              </a:rPr>
              <a:t>图 22.6中路由器R1的路由表</a:t>
            </a:r>
          </a:p>
        </p:txBody>
      </p:sp>
      <p:pic>
        <p:nvPicPr>
          <p:cNvPr id="22532" name="Picture 3">
            <a:extLst>
              <a:ext uri="{FF2B5EF4-FFF2-40B4-BE49-F238E27FC236}">
                <a16:creationId xmlns:a16="http://schemas.microsoft.com/office/drawing/2014/main" id="{F6F5F872-B822-6314-BE5F-70B0EA79E5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025" y="1952625"/>
            <a:ext cx="82359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a:extLst>
              <a:ext uri="{FF2B5EF4-FFF2-40B4-BE49-F238E27FC236}">
                <a16:creationId xmlns:a16="http://schemas.microsoft.com/office/drawing/2014/main" id="{563FD72F-D503-406A-4031-BAAD5AEF694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66373833-1421-4A46-9660-720AA24F4234}" type="slidenum">
              <a:rPr lang="en-US" altLang="zh-CN" sz="2000" baseline="0">
                <a:solidFill>
                  <a:schemeClr val="bg2"/>
                </a:solidFill>
              </a:rPr>
              <a:pPr/>
              <a:t>12</a:t>
            </a:fld>
            <a:endParaRPr lang="en-US" altLang="zh-CN" sz="2000" baseline="0">
              <a:solidFill>
                <a:schemeClr val="bg2"/>
              </a:solidFill>
            </a:endParaRPr>
          </a:p>
        </p:txBody>
      </p:sp>
      <p:sp>
        <p:nvSpPr>
          <p:cNvPr id="23555" name="Rectangle 2">
            <a:extLst>
              <a:ext uri="{FF2B5EF4-FFF2-40B4-BE49-F238E27FC236}">
                <a16:creationId xmlns:a16="http://schemas.microsoft.com/office/drawing/2014/main" id="{349A8AB6-5E4A-F34E-D904-8342870B4545}"/>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56" name="Rectangle 3">
            <a:extLst>
              <a:ext uri="{FF2B5EF4-FFF2-40B4-BE49-F238E27FC236}">
                <a16:creationId xmlns:a16="http://schemas.microsoft.com/office/drawing/2014/main" id="{0E930EC0-B5A6-91FA-BE25-76ACDBE415A4}"/>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57" name="Rectangle 4">
            <a:extLst>
              <a:ext uri="{FF2B5EF4-FFF2-40B4-BE49-F238E27FC236}">
                <a16:creationId xmlns:a16="http://schemas.microsoft.com/office/drawing/2014/main" id="{B427A27E-DFF0-9210-B55D-FF5F3E1DFA27}"/>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58" name="Rectangle 5">
            <a:extLst>
              <a:ext uri="{FF2B5EF4-FFF2-40B4-BE49-F238E27FC236}">
                <a16:creationId xmlns:a16="http://schemas.microsoft.com/office/drawing/2014/main" id="{28F0AEE6-5278-884A-8443-BFB1E2C38AB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59" name="Rectangle 6">
            <a:extLst>
              <a:ext uri="{FF2B5EF4-FFF2-40B4-BE49-F238E27FC236}">
                <a16:creationId xmlns:a16="http://schemas.microsoft.com/office/drawing/2014/main" id="{BAEE2C4B-CEDA-A4F9-1D31-853DA1E70BC6}"/>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60" name="Rectangle 7">
            <a:extLst>
              <a:ext uri="{FF2B5EF4-FFF2-40B4-BE49-F238E27FC236}">
                <a16:creationId xmlns:a16="http://schemas.microsoft.com/office/drawing/2014/main" id="{EE1DC1B9-51AC-82D1-EA7F-5A0A22904FE5}"/>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61" name="Rectangle 8">
            <a:extLst>
              <a:ext uri="{FF2B5EF4-FFF2-40B4-BE49-F238E27FC236}">
                <a16:creationId xmlns:a16="http://schemas.microsoft.com/office/drawing/2014/main" id="{33F280D0-0B4C-ABE4-767D-B1B7B148785F}"/>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3562" name="Rectangle 9">
            <a:extLst>
              <a:ext uri="{FF2B5EF4-FFF2-40B4-BE49-F238E27FC236}">
                <a16:creationId xmlns:a16="http://schemas.microsoft.com/office/drawing/2014/main" id="{7AF0A2CB-4241-50A0-61B3-4EACC3CF184C}"/>
              </a:ext>
            </a:extLst>
          </p:cNvPr>
          <p:cNvSpPr>
            <a:spLocks noChangeArrowheads="1"/>
          </p:cNvSpPr>
          <p:nvPr/>
        </p:nvSpPr>
        <p:spPr bwMode="auto">
          <a:xfrm>
            <a:off x="228600" y="1143000"/>
            <a:ext cx="8686800" cy="954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如果上图中的一个目的地址为180.70.65.140的分组到达路由器R1，说明其转发过程。</a:t>
            </a:r>
          </a:p>
        </p:txBody>
      </p:sp>
      <p:sp>
        <p:nvSpPr>
          <p:cNvPr id="23563" name="Text Box 10">
            <a:extLst>
              <a:ext uri="{FF2B5EF4-FFF2-40B4-BE49-F238E27FC236}">
                <a16:creationId xmlns:a16="http://schemas.microsoft.com/office/drawing/2014/main" id="{CD30869A-C76F-C1DB-BD90-F6DB94352920}"/>
              </a:ext>
            </a:extLst>
          </p:cNvPr>
          <p:cNvSpPr txBox="1">
            <a:spLocks noChangeArrowheads="1"/>
          </p:cNvSpPr>
          <p:nvPr/>
        </p:nvSpPr>
        <p:spPr bwMode="auto">
          <a:xfrm>
            <a:off x="1143000" y="0"/>
            <a:ext cx="1401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22.2</a:t>
            </a:r>
          </a:p>
        </p:txBody>
      </p:sp>
      <p:sp>
        <p:nvSpPr>
          <p:cNvPr id="23564" name="Rectangle 11">
            <a:extLst>
              <a:ext uri="{FF2B5EF4-FFF2-40B4-BE49-F238E27FC236}">
                <a16:creationId xmlns:a16="http://schemas.microsoft.com/office/drawing/2014/main" id="{C5AE502B-A06B-D760-BF06-6EB74CEFC03A}"/>
              </a:ext>
            </a:extLst>
          </p:cNvPr>
          <p:cNvSpPr>
            <a:spLocks noChangeArrowheads="1"/>
          </p:cNvSpPr>
          <p:nvPr/>
        </p:nvSpPr>
        <p:spPr bwMode="auto">
          <a:xfrm>
            <a:off x="152400" y="2057400"/>
            <a:ext cx="8839200" cy="3505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solidFill>
                  <a:schemeClr val="hlink"/>
                </a:solidFill>
                <a:latin typeface="Times New Roman" panose="02020603050405020304" pitchFamily="18" charset="0"/>
                <a:ea typeface="宋体" panose="02010600030101010101" pitchFamily="2" charset="-122"/>
              </a:rPr>
              <a:t>解：</a:t>
            </a:r>
          </a:p>
          <a:p>
            <a:pPr algn="just"/>
            <a:r>
              <a:rPr lang="zh-CN" altLang="en-US" sz="2800" i="1" baseline="0">
                <a:latin typeface="Times New Roman" panose="02020603050405020304" pitchFamily="18" charset="0"/>
                <a:ea typeface="宋体" panose="02010600030101010101" pitchFamily="2" charset="-122"/>
              </a:rPr>
              <a:t>路由器执行下列步骤：</a:t>
            </a:r>
          </a:p>
          <a:p>
            <a:r>
              <a:rPr lang="zh-CN" altLang="en-US" sz="2800" i="1" baseline="0">
                <a:solidFill>
                  <a:schemeClr val="hlink"/>
                </a:solidFill>
                <a:latin typeface="Times New Roman" panose="02020603050405020304" pitchFamily="18" charset="0"/>
                <a:ea typeface="宋体" panose="02010600030101010101" pitchFamily="2" charset="-122"/>
              </a:rPr>
              <a:t>1</a:t>
            </a:r>
            <a:r>
              <a:rPr lang="zh-CN" altLang="en-US" sz="2800" i="1" baseline="0">
                <a:latin typeface="Times New Roman" panose="02020603050405020304" pitchFamily="18" charset="0"/>
                <a:ea typeface="宋体" panose="02010600030101010101" pitchFamily="2" charset="-122"/>
              </a:rPr>
              <a:t>. 第一个掩码 （/26） 作用于这个目的地址，其结果是180.70.65.128，它与对应的网络地址不匹配；</a:t>
            </a:r>
          </a:p>
          <a:p>
            <a:r>
              <a:rPr lang="zh-CN" altLang="en-US" sz="2800" i="1" baseline="0">
                <a:solidFill>
                  <a:schemeClr val="hlink"/>
                </a:solidFill>
                <a:latin typeface="Times New Roman" panose="02020603050405020304" pitchFamily="18" charset="0"/>
                <a:ea typeface="宋体" panose="02010600030101010101" pitchFamily="2" charset="-122"/>
              </a:rPr>
              <a:t>2.</a:t>
            </a:r>
            <a:r>
              <a:rPr lang="zh-CN" altLang="en-US" sz="2800" i="1" baseline="0">
                <a:latin typeface="Times New Roman" panose="02020603050405020304" pitchFamily="18" charset="0"/>
                <a:ea typeface="宋体" panose="02010600030101010101" pitchFamily="2" charset="-122"/>
              </a:rPr>
              <a:t> 第二个掩码（/25）作用于这个目的地址，其结果是180.70.65.128，它与对应的网络地址匹配。将下一跳地址（nex-hop address）和接口号m0传送到ARP做进一步处理。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82436563-C814-7D8A-1479-97C3D46D5A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C7EF7991-E444-4722-8A63-2A586B13AD1C}" type="slidenum">
              <a:rPr lang="en-US" altLang="zh-CN" sz="2000" baseline="0">
                <a:solidFill>
                  <a:schemeClr val="bg2"/>
                </a:solidFill>
              </a:rPr>
              <a:pPr/>
              <a:t>13</a:t>
            </a:fld>
            <a:endParaRPr lang="en-US" altLang="zh-CN" sz="2000" baseline="0">
              <a:solidFill>
                <a:schemeClr val="bg2"/>
              </a:solidFill>
            </a:endParaRPr>
          </a:p>
        </p:txBody>
      </p:sp>
      <p:sp>
        <p:nvSpPr>
          <p:cNvPr id="24579" name="Rectangle 2">
            <a:extLst>
              <a:ext uri="{FF2B5EF4-FFF2-40B4-BE49-F238E27FC236}">
                <a16:creationId xmlns:a16="http://schemas.microsoft.com/office/drawing/2014/main" id="{D3AD882E-93E0-C055-3E0F-70FA74A70D6F}"/>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0" name="Rectangle 3">
            <a:extLst>
              <a:ext uri="{FF2B5EF4-FFF2-40B4-BE49-F238E27FC236}">
                <a16:creationId xmlns:a16="http://schemas.microsoft.com/office/drawing/2014/main" id="{3F3612F2-C3F8-55FC-91F8-CC6953134D13}"/>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1" name="Rectangle 4">
            <a:extLst>
              <a:ext uri="{FF2B5EF4-FFF2-40B4-BE49-F238E27FC236}">
                <a16:creationId xmlns:a16="http://schemas.microsoft.com/office/drawing/2014/main" id="{DE3C2E87-824E-9479-956A-450D329D5C1E}"/>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2" name="Rectangle 5">
            <a:extLst>
              <a:ext uri="{FF2B5EF4-FFF2-40B4-BE49-F238E27FC236}">
                <a16:creationId xmlns:a16="http://schemas.microsoft.com/office/drawing/2014/main" id="{EC60AE0A-93DF-DF71-03CF-C9DEABE1AC09}"/>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3" name="Rectangle 6">
            <a:extLst>
              <a:ext uri="{FF2B5EF4-FFF2-40B4-BE49-F238E27FC236}">
                <a16:creationId xmlns:a16="http://schemas.microsoft.com/office/drawing/2014/main" id="{93BB2A3F-FA60-F6F6-59CB-CC3C7DEC6E8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4" name="Rectangle 7">
            <a:extLst>
              <a:ext uri="{FF2B5EF4-FFF2-40B4-BE49-F238E27FC236}">
                <a16:creationId xmlns:a16="http://schemas.microsoft.com/office/drawing/2014/main" id="{2896D986-F3A4-CB6D-BC8C-3C895CD1E5B5}"/>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5" name="Rectangle 8">
            <a:extLst>
              <a:ext uri="{FF2B5EF4-FFF2-40B4-BE49-F238E27FC236}">
                <a16:creationId xmlns:a16="http://schemas.microsoft.com/office/drawing/2014/main" id="{BEA865CF-94F7-FD17-F506-1328408D70AC}"/>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4586" name="Rectangle 9">
            <a:extLst>
              <a:ext uri="{FF2B5EF4-FFF2-40B4-BE49-F238E27FC236}">
                <a16:creationId xmlns:a16="http://schemas.microsoft.com/office/drawing/2014/main" id="{61C05085-EF04-6C37-A4B7-3356259381FB}"/>
              </a:ext>
            </a:extLst>
          </p:cNvPr>
          <p:cNvSpPr>
            <a:spLocks noChangeArrowheads="1"/>
          </p:cNvSpPr>
          <p:nvPr/>
        </p:nvSpPr>
        <p:spPr bwMode="auto">
          <a:xfrm>
            <a:off x="228600" y="1143000"/>
            <a:ext cx="8686800" cy="954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如果上图中的一个目的地址为 210.4.22.35的分组到达路由器R1，说明其转发过程。</a:t>
            </a:r>
          </a:p>
        </p:txBody>
      </p:sp>
      <p:sp>
        <p:nvSpPr>
          <p:cNvPr id="24587" name="Text Box 10">
            <a:extLst>
              <a:ext uri="{FF2B5EF4-FFF2-40B4-BE49-F238E27FC236}">
                <a16:creationId xmlns:a16="http://schemas.microsoft.com/office/drawing/2014/main" id="{F99002B1-7E61-4454-0476-CA5467674DDC}"/>
              </a:ext>
            </a:extLst>
          </p:cNvPr>
          <p:cNvSpPr txBox="1">
            <a:spLocks noChangeArrowheads="1"/>
          </p:cNvSpPr>
          <p:nvPr/>
        </p:nvSpPr>
        <p:spPr bwMode="auto">
          <a:xfrm>
            <a:off x="1143000" y="0"/>
            <a:ext cx="1401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22.3</a:t>
            </a:r>
          </a:p>
        </p:txBody>
      </p:sp>
      <p:sp>
        <p:nvSpPr>
          <p:cNvPr id="24588" name="Rectangle 11">
            <a:extLst>
              <a:ext uri="{FF2B5EF4-FFF2-40B4-BE49-F238E27FC236}">
                <a16:creationId xmlns:a16="http://schemas.microsoft.com/office/drawing/2014/main" id="{380597FA-8CFC-81EE-B9F4-210C0E08956F}"/>
              </a:ext>
            </a:extLst>
          </p:cNvPr>
          <p:cNvSpPr>
            <a:spLocks noChangeArrowheads="1"/>
          </p:cNvSpPr>
          <p:nvPr/>
        </p:nvSpPr>
        <p:spPr bwMode="auto">
          <a:xfrm>
            <a:off x="228600" y="2133600"/>
            <a:ext cx="8686800" cy="2652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solidFill>
                  <a:schemeClr val="hlink"/>
                </a:solidFill>
                <a:latin typeface="Times New Roman" panose="02020603050405020304" pitchFamily="18" charset="0"/>
                <a:ea typeface="宋体" panose="02010600030101010101" pitchFamily="2" charset="-122"/>
              </a:rPr>
              <a:t>解：</a:t>
            </a:r>
          </a:p>
          <a:p>
            <a:pPr algn="just"/>
            <a:r>
              <a:rPr lang="zh-CN" altLang="en-US" sz="2800" i="1" baseline="0">
                <a:latin typeface="Times New Roman" panose="02020603050405020304" pitchFamily="18" charset="0"/>
                <a:ea typeface="宋体" panose="02010600030101010101" pitchFamily="2" charset="-122"/>
              </a:rPr>
              <a:t>路由器执行下列步骤：</a:t>
            </a:r>
          </a:p>
          <a:p>
            <a:r>
              <a:rPr lang="zh-CN" altLang="en-US" sz="2800" i="1" baseline="0">
                <a:solidFill>
                  <a:schemeClr val="hlink"/>
                </a:solidFill>
                <a:latin typeface="Times New Roman" panose="02020603050405020304" pitchFamily="18" charset="0"/>
                <a:ea typeface="宋体" panose="02010600030101010101" pitchFamily="2" charset="-122"/>
              </a:rPr>
              <a:t>1.</a:t>
            </a:r>
            <a:r>
              <a:rPr lang="zh-CN" altLang="en-US" sz="2800" i="1" baseline="0">
                <a:latin typeface="Times New Roman" panose="02020603050405020304" pitchFamily="18" charset="0"/>
                <a:ea typeface="宋体" panose="02010600030101010101" pitchFamily="2" charset="-122"/>
              </a:rPr>
              <a:t> 第一个掩码（/26）作用于这个目的地址，其结果是210.4.22.0，它与对应的网络地址不匹配（第一行）</a:t>
            </a:r>
          </a:p>
          <a:p>
            <a:r>
              <a:rPr lang="zh-CN" altLang="en-US" sz="2800" i="1" baseline="0">
                <a:solidFill>
                  <a:schemeClr val="hlink"/>
                </a:solidFill>
                <a:latin typeface="Times New Roman" panose="02020603050405020304" pitchFamily="18" charset="0"/>
                <a:ea typeface="宋体" panose="02010600030101010101" pitchFamily="2" charset="-122"/>
              </a:rPr>
              <a:t>2.</a:t>
            </a:r>
            <a:r>
              <a:rPr lang="zh-CN" altLang="en-US" sz="2800" i="1" baseline="0">
                <a:latin typeface="Times New Roman" panose="02020603050405020304" pitchFamily="18" charset="0"/>
                <a:ea typeface="宋体" panose="02010600030101010101" pitchFamily="2" charset="-122"/>
              </a:rPr>
              <a:t> 第二个掩码（/25）作用于这个目的地址，其结果是210.4.22.0，它与对应的网络地址不匹配（第二行）</a:t>
            </a:r>
          </a:p>
        </p:txBody>
      </p:sp>
      <p:sp>
        <p:nvSpPr>
          <p:cNvPr id="24589" name="Rectangle 10">
            <a:extLst>
              <a:ext uri="{FF2B5EF4-FFF2-40B4-BE49-F238E27FC236}">
                <a16:creationId xmlns:a16="http://schemas.microsoft.com/office/drawing/2014/main" id="{8665E704-6648-CD7D-636A-E4C3CD17843F}"/>
              </a:ext>
            </a:extLst>
          </p:cNvPr>
          <p:cNvSpPr>
            <a:spLocks noChangeArrowheads="1"/>
          </p:cNvSpPr>
          <p:nvPr/>
        </p:nvSpPr>
        <p:spPr bwMode="auto">
          <a:xfrm>
            <a:off x="228600" y="4800600"/>
            <a:ext cx="8686800" cy="1371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3.</a:t>
            </a:r>
            <a:r>
              <a:rPr lang="zh-CN" altLang="en-US" sz="2800" i="1" baseline="0">
                <a:latin typeface="Times New Roman" panose="02020603050405020304" pitchFamily="18" charset="0"/>
                <a:ea typeface="宋体" panose="02010600030101010101" pitchFamily="2" charset="-122"/>
              </a:rPr>
              <a:t> 第三个掩码（/24）作用于这个目的地址，其结果是201.4.22.0，它与对应的网络地址匹配。分组的目的地址和接口号m3传送到ARP。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C79DEE7A-464D-69FB-A168-CBB169B9D6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A6E6A28F-2068-4AA1-A4AB-F1FCBA43A56C}" type="slidenum">
              <a:rPr lang="en-US" altLang="zh-CN" sz="2000" baseline="0">
                <a:solidFill>
                  <a:schemeClr val="bg2"/>
                </a:solidFill>
              </a:rPr>
              <a:pPr/>
              <a:t>14</a:t>
            </a:fld>
            <a:endParaRPr lang="en-US" altLang="zh-CN" sz="2000" baseline="0">
              <a:solidFill>
                <a:schemeClr val="bg2"/>
              </a:solidFill>
            </a:endParaRPr>
          </a:p>
        </p:txBody>
      </p:sp>
      <p:sp>
        <p:nvSpPr>
          <p:cNvPr id="25603" name="Rectangle 2">
            <a:extLst>
              <a:ext uri="{FF2B5EF4-FFF2-40B4-BE49-F238E27FC236}">
                <a16:creationId xmlns:a16="http://schemas.microsoft.com/office/drawing/2014/main" id="{570FA585-A1AB-E828-74EE-B9B82AD433E8}"/>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04" name="Rectangle 3">
            <a:extLst>
              <a:ext uri="{FF2B5EF4-FFF2-40B4-BE49-F238E27FC236}">
                <a16:creationId xmlns:a16="http://schemas.microsoft.com/office/drawing/2014/main" id="{44C19609-5FCF-9746-431C-BCDCF3F48898}"/>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05" name="Rectangle 4">
            <a:extLst>
              <a:ext uri="{FF2B5EF4-FFF2-40B4-BE49-F238E27FC236}">
                <a16:creationId xmlns:a16="http://schemas.microsoft.com/office/drawing/2014/main" id="{BE928BCE-D088-250B-DCD9-D644AC564DB5}"/>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06" name="Rectangle 5">
            <a:extLst>
              <a:ext uri="{FF2B5EF4-FFF2-40B4-BE49-F238E27FC236}">
                <a16:creationId xmlns:a16="http://schemas.microsoft.com/office/drawing/2014/main" id="{E3F18684-8477-1ECC-E605-CDD9E88CE692}"/>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07" name="Rectangle 6">
            <a:extLst>
              <a:ext uri="{FF2B5EF4-FFF2-40B4-BE49-F238E27FC236}">
                <a16:creationId xmlns:a16="http://schemas.microsoft.com/office/drawing/2014/main" id="{AA66E715-B57B-7B7F-760C-3984FFC4DFFA}"/>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08" name="Rectangle 7">
            <a:extLst>
              <a:ext uri="{FF2B5EF4-FFF2-40B4-BE49-F238E27FC236}">
                <a16:creationId xmlns:a16="http://schemas.microsoft.com/office/drawing/2014/main" id="{E3674B02-10D7-9362-1046-9F3C725915B2}"/>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09" name="Rectangle 8">
            <a:extLst>
              <a:ext uri="{FF2B5EF4-FFF2-40B4-BE49-F238E27FC236}">
                <a16:creationId xmlns:a16="http://schemas.microsoft.com/office/drawing/2014/main" id="{1519BBAD-7705-1C53-5FF0-1A7108E6B9D0}"/>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5610" name="Rectangle 9">
            <a:extLst>
              <a:ext uri="{FF2B5EF4-FFF2-40B4-BE49-F238E27FC236}">
                <a16:creationId xmlns:a16="http://schemas.microsoft.com/office/drawing/2014/main" id="{538E8EA1-13A7-6C39-083F-5D430A18DA92}"/>
              </a:ext>
            </a:extLst>
          </p:cNvPr>
          <p:cNvSpPr>
            <a:spLocks noChangeArrowheads="1"/>
          </p:cNvSpPr>
          <p:nvPr/>
        </p:nvSpPr>
        <p:spPr bwMode="auto">
          <a:xfrm>
            <a:off x="228600" y="1143000"/>
            <a:ext cx="8686800" cy="954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如果上图中的一个目的地址为 18.24.32.78的分组到达路由器R1，说明其转发过程。</a:t>
            </a:r>
          </a:p>
        </p:txBody>
      </p:sp>
      <p:sp>
        <p:nvSpPr>
          <p:cNvPr id="25611" name="Text Box 10">
            <a:extLst>
              <a:ext uri="{FF2B5EF4-FFF2-40B4-BE49-F238E27FC236}">
                <a16:creationId xmlns:a16="http://schemas.microsoft.com/office/drawing/2014/main" id="{4F5ED71A-F2CA-4D69-2E61-C3BC5E7DDF7A}"/>
              </a:ext>
            </a:extLst>
          </p:cNvPr>
          <p:cNvSpPr txBox="1">
            <a:spLocks noChangeArrowheads="1"/>
          </p:cNvSpPr>
          <p:nvPr/>
        </p:nvSpPr>
        <p:spPr bwMode="auto">
          <a:xfrm>
            <a:off x="1143000" y="0"/>
            <a:ext cx="1401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22.4</a:t>
            </a:r>
          </a:p>
        </p:txBody>
      </p:sp>
      <p:sp>
        <p:nvSpPr>
          <p:cNvPr id="25612" name="Rectangle 11">
            <a:extLst>
              <a:ext uri="{FF2B5EF4-FFF2-40B4-BE49-F238E27FC236}">
                <a16:creationId xmlns:a16="http://schemas.microsoft.com/office/drawing/2014/main" id="{77379DAC-44A1-8937-376A-B6773C23E5CB}"/>
              </a:ext>
            </a:extLst>
          </p:cNvPr>
          <p:cNvSpPr>
            <a:spLocks noChangeArrowheads="1"/>
          </p:cNvSpPr>
          <p:nvPr/>
        </p:nvSpPr>
        <p:spPr bwMode="auto">
          <a:xfrm>
            <a:off x="228600" y="2438400"/>
            <a:ext cx="8686800" cy="2225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solidFill>
                  <a:schemeClr val="hlink"/>
                </a:solidFill>
                <a:latin typeface="Times New Roman" panose="02020603050405020304" pitchFamily="18" charset="0"/>
                <a:ea typeface="宋体" panose="02010600030101010101" pitchFamily="2" charset="-122"/>
              </a:rPr>
              <a:t>解：</a:t>
            </a:r>
          </a:p>
          <a:p>
            <a:pPr algn="just"/>
            <a:r>
              <a:rPr lang="zh-CN" altLang="en-US" sz="2800" i="1" baseline="0">
                <a:latin typeface="Times New Roman" panose="02020603050405020304" pitchFamily="18" charset="0"/>
                <a:ea typeface="宋体" panose="02010600030101010101" pitchFamily="2" charset="-122"/>
              </a:rPr>
              <a:t>这时所有掩码作用于这个目的地址都与网络地址不匹配。当它到达表的尾部时，模块将下一跳地址180.70.65.200和接口号m2传送到ARP。这就是需要通过路由器转发到因特网某处的输出包。</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1">
            <a:extLst>
              <a:ext uri="{FF2B5EF4-FFF2-40B4-BE49-F238E27FC236}">
                <a16:creationId xmlns:a16="http://schemas.microsoft.com/office/drawing/2014/main" id="{B7B289DD-AD3B-BB19-D53D-B24B28B606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A6B0B728-B7CA-46ED-AD12-28AC6F8F1FD7}" type="slidenum">
              <a:rPr lang="en-US" altLang="zh-CN" sz="2000" baseline="0">
                <a:solidFill>
                  <a:schemeClr val="bg2"/>
                </a:solidFill>
              </a:rPr>
              <a:pPr/>
              <a:t>15</a:t>
            </a:fld>
            <a:endParaRPr lang="en-US" altLang="zh-CN" sz="2000" baseline="0">
              <a:solidFill>
                <a:schemeClr val="bg2"/>
              </a:solidFill>
            </a:endParaRPr>
          </a:p>
        </p:txBody>
      </p:sp>
      <p:sp>
        <p:nvSpPr>
          <p:cNvPr id="26627" name="Line 2">
            <a:extLst>
              <a:ext uri="{FF2B5EF4-FFF2-40B4-BE49-F238E27FC236}">
                <a16:creationId xmlns:a16="http://schemas.microsoft.com/office/drawing/2014/main" id="{6DD53FD1-EA2C-8FCE-DF8A-A39741C4D337}"/>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28" name="Line 3">
            <a:extLst>
              <a:ext uri="{FF2B5EF4-FFF2-40B4-BE49-F238E27FC236}">
                <a16:creationId xmlns:a16="http://schemas.microsoft.com/office/drawing/2014/main" id="{329258F5-0CD4-CCAF-630F-B61B3E72CB7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29" name="Text Box 4">
            <a:extLst>
              <a:ext uri="{FF2B5EF4-FFF2-40B4-BE49-F238E27FC236}">
                <a16:creationId xmlns:a16="http://schemas.microsoft.com/office/drawing/2014/main" id="{F3339AF5-72BB-0963-4859-7F49495C11DE}"/>
              </a:ext>
            </a:extLst>
          </p:cNvPr>
          <p:cNvSpPr txBox="1">
            <a:spLocks noChangeArrowheads="1"/>
          </p:cNvSpPr>
          <p:nvPr/>
        </p:nvSpPr>
        <p:spPr bwMode="auto">
          <a:xfrm>
            <a:off x="304800" y="381000"/>
            <a:ext cx="226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22.7  </a:t>
            </a:r>
            <a:r>
              <a:rPr lang="zh-CN" altLang="en-US" sz="2000" i="1" baseline="0">
                <a:latin typeface="Times New Roman" panose="02020603050405020304" pitchFamily="18" charset="0"/>
                <a:ea typeface="宋体" panose="02010600030101010101" pitchFamily="2" charset="-122"/>
              </a:rPr>
              <a:t>地址聚合</a:t>
            </a:r>
          </a:p>
        </p:txBody>
      </p:sp>
      <p:sp>
        <p:nvSpPr>
          <p:cNvPr id="26630" name="Line 5">
            <a:extLst>
              <a:ext uri="{FF2B5EF4-FFF2-40B4-BE49-F238E27FC236}">
                <a16:creationId xmlns:a16="http://schemas.microsoft.com/office/drawing/2014/main" id="{173D0EA6-B5D8-59CD-A743-0E9CCCFCDDF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6631" name="Picture 6">
            <a:extLst>
              <a:ext uri="{FF2B5EF4-FFF2-40B4-BE49-F238E27FC236}">
                <a16:creationId xmlns:a16="http://schemas.microsoft.com/office/drawing/2014/main" id="{1426088B-4612-E56F-CD3D-2F7CCA670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1255713"/>
            <a:ext cx="7815262" cy="468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29CB4BCE-51B1-1E2A-6A2C-76B9DA3994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F7D4F76B-E367-4202-9EBE-C09FBAE2373C}" type="slidenum">
              <a:rPr lang="en-US" altLang="zh-CN" sz="2000" baseline="0">
                <a:solidFill>
                  <a:schemeClr val="bg2"/>
                </a:solidFill>
              </a:rPr>
              <a:pPr/>
              <a:t>16</a:t>
            </a:fld>
            <a:endParaRPr lang="en-US" altLang="zh-CN" sz="2000" baseline="0">
              <a:solidFill>
                <a:schemeClr val="bg2"/>
              </a:solidFill>
            </a:endParaRPr>
          </a:p>
        </p:txBody>
      </p:sp>
      <p:sp>
        <p:nvSpPr>
          <p:cNvPr id="27651" name="Line 2">
            <a:extLst>
              <a:ext uri="{FF2B5EF4-FFF2-40B4-BE49-F238E27FC236}">
                <a16:creationId xmlns:a16="http://schemas.microsoft.com/office/drawing/2014/main" id="{9BB2FEC9-522E-3227-0444-11B0BF145343}"/>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2" name="Line 3">
            <a:extLst>
              <a:ext uri="{FF2B5EF4-FFF2-40B4-BE49-F238E27FC236}">
                <a16:creationId xmlns:a16="http://schemas.microsoft.com/office/drawing/2014/main" id="{8697E9AF-F238-45FF-D168-C52CC4762FA0}"/>
              </a:ext>
            </a:extLst>
          </p:cNvPr>
          <p:cNvSpPr>
            <a:spLocks noChangeShapeType="1"/>
          </p:cNvSpPr>
          <p:nvPr/>
        </p:nvSpPr>
        <p:spPr bwMode="auto">
          <a:xfrm>
            <a:off x="152400" y="609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3" name="Text Box 4">
            <a:extLst>
              <a:ext uri="{FF2B5EF4-FFF2-40B4-BE49-F238E27FC236}">
                <a16:creationId xmlns:a16="http://schemas.microsoft.com/office/drawing/2014/main" id="{3CD5CC66-01AA-42C6-C925-9B448E345A24}"/>
              </a:ext>
            </a:extLst>
          </p:cNvPr>
          <p:cNvSpPr txBox="1">
            <a:spLocks noChangeArrowheads="1"/>
          </p:cNvSpPr>
          <p:nvPr/>
        </p:nvSpPr>
        <p:spPr bwMode="auto">
          <a:xfrm>
            <a:off x="304800" y="152400"/>
            <a:ext cx="277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22.8  </a:t>
            </a:r>
            <a:r>
              <a:rPr lang="zh-CN" altLang="en-US" sz="2000" i="1" baseline="0">
                <a:latin typeface="Times New Roman" panose="02020603050405020304" pitchFamily="18" charset="0"/>
                <a:ea typeface="宋体" panose="02010600030101010101" pitchFamily="2" charset="-122"/>
              </a:rPr>
              <a:t>最长掩码匹配</a:t>
            </a:r>
          </a:p>
        </p:txBody>
      </p:sp>
      <p:sp>
        <p:nvSpPr>
          <p:cNvPr id="27654" name="Line 5">
            <a:extLst>
              <a:ext uri="{FF2B5EF4-FFF2-40B4-BE49-F238E27FC236}">
                <a16:creationId xmlns:a16="http://schemas.microsoft.com/office/drawing/2014/main" id="{7B8F4C17-CA16-1A8E-60B4-866516E2468B}"/>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7655" name="Picture 6">
            <a:extLst>
              <a:ext uri="{FF2B5EF4-FFF2-40B4-BE49-F238E27FC236}">
                <a16:creationId xmlns:a16="http://schemas.microsoft.com/office/drawing/2014/main" id="{F8734B83-35F7-784B-F4C1-7C1FA948E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838200"/>
            <a:ext cx="6472237" cy="518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a:extLst>
              <a:ext uri="{FF2B5EF4-FFF2-40B4-BE49-F238E27FC236}">
                <a16:creationId xmlns:a16="http://schemas.microsoft.com/office/drawing/2014/main" id="{3A678925-EB5D-E3B6-3D1D-44E509A9F38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27A5177C-7DDC-411F-A23C-5EEE8A8913BB}" type="slidenum">
              <a:rPr lang="en-US" altLang="zh-CN" sz="2000" baseline="0">
                <a:solidFill>
                  <a:schemeClr val="bg2"/>
                </a:solidFill>
              </a:rPr>
              <a:pPr/>
              <a:t>17</a:t>
            </a:fld>
            <a:endParaRPr lang="en-US" altLang="zh-CN" sz="2000" baseline="0">
              <a:solidFill>
                <a:schemeClr val="bg2"/>
              </a:solidFill>
            </a:endParaRPr>
          </a:p>
        </p:txBody>
      </p:sp>
      <p:sp>
        <p:nvSpPr>
          <p:cNvPr id="28675" name="Rectangle 2">
            <a:extLst>
              <a:ext uri="{FF2B5EF4-FFF2-40B4-BE49-F238E27FC236}">
                <a16:creationId xmlns:a16="http://schemas.microsoft.com/office/drawing/2014/main" id="{DED61A8E-F39F-0EC2-EC4C-D08A8F14A27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76" name="Rectangle 3">
            <a:extLst>
              <a:ext uri="{FF2B5EF4-FFF2-40B4-BE49-F238E27FC236}">
                <a16:creationId xmlns:a16="http://schemas.microsoft.com/office/drawing/2014/main" id="{F61F43D4-BD1C-106B-9FE6-5AB74FB0E920}"/>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77" name="Rectangle 4">
            <a:extLst>
              <a:ext uri="{FF2B5EF4-FFF2-40B4-BE49-F238E27FC236}">
                <a16:creationId xmlns:a16="http://schemas.microsoft.com/office/drawing/2014/main" id="{D8090D45-6CF3-D1D1-2BB4-3170BEAEA071}"/>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78" name="Rectangle 5">
            <a:extLst>
              <a:ext uri="{FF2B5EF4-FFF2-40B4-BE49-F238E27FC236}">
                <a16:creationId xmlns:a16="http://schemas.microsoft.com/office/drawing/2014/main" id="{E32A1C59-5A76-2592-0D9D-D9E18759DCCF}"/>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79" name="Rectangle 6">
            <a:extLst>
              <a:ext uri="{FF2B5EF4-FFF2-40B4-BE49-F238E27FC236}">
                <a16:creationId xmlns:a16="http://schemas.microsoft.com/office/drawing/2014/main" id="{0971AA37-A326-2589-7516-4EFF5AC354E0}"/>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80" name="Rectangle 7">
            <a:extLst>
              <a:ext uri="{FF2B5EF4-FFF2-40B4-BE49-F238E27FC236}">
                <a16:creationId xmlns:a16="http://schemas.microsoft.com/office/drawing/2014/main" id="{E441A602-DD06-DD56-2F69-EFEFC7908AD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81" name="Rectangle 8">
            <a:extLst>
              <a:ext uri="{FF2B5EF4-FFF2-40B4-BE49-F238E27FC236}">
                <a16:creationId xmlns:a16="http://schemas.microsoft.com/office/drawing/2014/main" id="{3CA91FCE-13B3-C076-CBF9-2D1EB28B55B7}"/>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8682" name="Rectangle 9">
            <a:extLst>
              <a:ext uri="{FF2B5EF4-FFF2-40B4-BE49-F238E27FC236}">
                <a16:creationId xmlns:a16="http://schemas.microsoft.com/office/drawing/2014/main" id="{1ED93F71-9A83-3EB2-BC16-573E44D10647}"/>
              </a:ext>
            </a:extLst>
          </p:cNvPr>
          <p:cNvSpPr>
            <a:spLocks noChangeArrowheads="1"/>
          </p:cNvSpPr>
          <p:nvPr/>
        </p:nvSpPr>
        <p:spPr bwMode="auto">
          <a:xfrm>
            <a:off x="152400" y="838200"/>
            <a:ext cx="8686800" cy="2651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作为分层路由选择（hierarchical routing）,让我们考虑图 22.9.区域 ISP被授予以地址120.14.64.0开始的16384个地址。区域 ISP决定将这个块划分为4个子块，每块4096个地址。其中的3个子块分别指派给3个本地 ISP，而第2子块保留作将来使用。注意：由于原始块的掩码是/18，因此每块的掩码是/20.</a:t>
            </a:r>
          </a:p>
        </p:txBody>
      </p:sp>
      <p:sp>
        <p:nvSpPr>
          <p:cNvPr id="28683" name="Text Box 10">
            <a:extLst>
              <a:ext uri="{FF2B5EF4-FFF2-40B4-BE49-F238E27FC236}">
                <a16:creationId xmlns:a16="http://schemas.microsoft.com/office/drawing/2014/main" id="{0DF2A770-6C95-D0EF-05EE-59331FCE7E5F}"/>
              </a:ext>
            </a:extLst>
          </p:cNvPr>
          <p:cNvSpPr txBox="1">
            <a:spLocks noChangeArrowheads="1"/>
          </p:cNvSpPr>
          <p:nvPr/>
        </p:nvSpPr>
        <p:spPr bwMode="auto">
          <a:xfrm>
            <a:off x="1143000" y="0"/>
            <a:ext cx="1401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22.5</a:t>
            </a:r>
          </a:p>
        </p:txBody>
      </p:sp>
      <p:sp>
        <p:nvSpPr>
          <p:cNvPr id="28684" name="Rectangle 11">
            <a:extLst>
              <a:ext uri="{FF2B5EF4-FFF2-40B4-BE49-F238E27FC236}">
                <a16:creationId xmlns:a16="http://schemas.microsoft.com/office/drawing/2014/main" id="{0851401D-7E30-A1F2-00EB-E39E28532B82}"/>
              </a:ext>
            </a:extLst>
          </p:cNvPr>
          <p:cNvSpPr>
            <a:spLocks noChangeArrowheads="1"/>
          </p:cNvSpPr>
          <p:nvPr/>
        </p:nvSpPr>
        <p:spPr bwMode="auto">
          <a:xfrm>
            <a:off x="152400" y="4572000"/>
            <a:ext cx="8686800" cy="1798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第一个本地ISP将已指派给它的子块划分成8个较小的子块，每一个指派给一个小的 ISP。每个小的ISP对128个家庭（H001到H128）提供服务，每个家庭使用4个地址。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a:extLst>
              <a:ext uri="{FF2B5EF4-FFF2-40B4-BE49-F238E27FC236}">
                <a16:creationId xmlns:a16="http://schemas.microsoft.com/office/drawing/2014/main" id="{EE6602E9-995F-7056-9B79-BEB31663D8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0FEEC7EE-ED04-4D85-B745-F43759766D21}" type="slidenum">
              <a:rPr lang="en-US" altLang="zh-CN" sz="2000" baseline="0">
                <a:solidFill>
                  <a:schemeClr val="bg2"/>
                </a:solidFill>
              </a:rPr>
              <a:pPr/>
              <a:t>18</a:t>
            </a:fld>
            <a:endParaRPr lang="en-US" altLang="zh-CN" sz="2000" baseline="0">
              <a:solidFill>
                <a:schemeClr val="bg2"/>
              </a:solidFill>
            </a:endParaRPr>
          </a:p>
        </p:txBody>
      </p:sp>
      <p:sp>
        <p:nvSpPr>
          <p:cNvPr id="29699" name="Rectangle 2">
            <a:extLst>
              <a:ext uri="{FF2B5EF4-FFF2-40B4-BE49-F238E27FC236}">
                <a16:creationId xmlns:a16="http://schemas.microsoft.com/office/drawing/2014/main" id="{411086EA-FE40-02AC-C434-D135B4BDB79D}"/>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0" name="Rectangle 3">
            <a:extLst>
              <a:ext uri="{FF2B5EF4-FFF2-40B4-BE49-F238E27FC236}">
                <a16:creationId xmlns:a16="http://schemas.microsoft.com/office/drawing/2014/main" id="{3FA47C9A-9361-9E86-106F-5730B10247CF}"/>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1" name="Rectangle 4">
            <a:extLst>
              <a:ext uri="{FF2B5EF4-FFF2-40B4-BE49-F238E27FC236}">
                <a16:creationId xmlns:a16="http://schemas.microsoft.com/office/drawing/2014/main" id="{5A7F0FD1-8B87-BE3A-D275-39B9F4DB3554}"/>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2" name="Rectangle 5">
            <a:extLst>
              <a:ext uri="{FF2B5EF4-FFF2-40B4-BE49-F238E27FC236}">
                <a16:creationId xmlns:a16="http://schemas.microsoft.com/office/drawing/2014/main" id="{17F01B07-AF31-A65A-D4D6-222C116B87D3}"/>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3" name="Rectangle 6">
            <a:extLst>
              <a:ext uri="{FF2B5EF4-FFF2-40B4-BE49-F238E27FC236}">
                <a16:creationId xmlns:a16="http://schemas.microsoft.com/office/drawing/2014/main" id="{F9852E41-F0FD-DF75-7AF4-CD5C19AA37CF}"/>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4" name="Rectangle 7">
            <a:extLst>
              <a:ext uri="{FF2B5EF4-FFF2-40B4-BE49-F238E27FC236}">
                <a16:creationId xmlns:a16="http://schemas.microsoft.com/office/drawing/2014/main" id="{DE39EA19-4AC1-B143-BD28-000B0673B8D1}"/>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5" name="Rectangle 8">
            <a:extLst>
              <a:ext uri="{FF2B5EF4-FFF2-40B4-BE49-F238E27FC236}">
                <a16:creationId xmlns:a16="http://schemas.microsoft.com/office/drawing/2014/main" id="{654ACE4F-52DC-D0A2-0CAC-9E4BD50AEEBD}"/>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29706" name="Rectangle 9">
            <a:extLst>
              <a:ext uri="{FF2B5EF4-FFF2-40B4-BE49-F238E27FC236}">
                <a16:creationId xmlns:a16="http://schemas.microsoft.com/office/drawing/2014/main" id="{2ECB5AE7-5338-47DB-2D3C-6585105629EF}"/>
              </a:ext>
            </a:extLst>
          </p:cNvPr>
          <p:cNvSpPr>
            <a:spLocks noChangeArrowheads="1"/>
          </p:cNvSpPr>
          <p:nvPr/>
        </p:nvSpPr>
        <p:spPr bwMode="auto">
          <a:xfrm>
            <a:off x="228600" y="914400"/>
            <a:ext cx="8686800" cy="944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第二个本地ISP将它的块划分成4个子块，并将地址指派给4个大型的组织机构（LOrg01到LOrg04）。</a:t>
            </a:r>
          </a:p>
        </p:txBody>
      </p:sp>
      <p:sp>
        <p:nvSpPr>
          <p:cNvPr id="29707" name="Text Box 10">
            <a:extLst>
              <a:ext uri="{FF2B5EF4-FFF2-40B4-BE49-F238E27FC236}">
                <a16:creationId xmlns:a16="http://schemas.microsoft.com/office/drawing/2014/main" id="{C6E04726-80E0-6063-829A-A2044BC6AB51}"/>
              </a:ext>
            </a:extLst>
          </p:cNvPr>
          <p:cNvSpPr txBox="1">
            <a:spLocks noChangeArrowheads="1"/>
          </p:cNvSpPr>
          <p:nvPr/>
        </p:nvSpPr>
        <p:spPr bwMode="auto">
          <a:xfrm>
            <a:off x="1143000" y="0"/>
            <a:ext cx="217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22.5 (续)</a:t>
            </a:r>
          </a:p>
        </p:txBody>
      </p:sp>
      <p:sp>
        <p:nvSpPr>
          <p:cNvPr id="29708" name="Rectangle 11">
            <a:extLst>
              <a:ext uri="{FF2B5EF4-FFF2-40B4-BE49-F238E27FC236}">
                <a16:creationId xmlns:a16="http://schemas.microsoft.com/office/drawing/2014/main" id="{261F596D-925E-443D-C749-A87FAA165F77}"/>
              </a:ext>
            </a:extLst>
          </p:cNvPr>
          <p:cNvSpPr>
            <a:spLocks noChangeArrowheads="1"/>
          </p:cNvSpPr>
          <p:nvPr/>
        </p:nvSpPr>
        <p:spPr bwMode="auto">
          <a:xfrm>
            <a:off x="152400" y="4343400"/>
            <a:ext cx="8686800" cy="1371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solidFill>
                  <a:schemeClr val="folHlink"/>
                </a:solidFill>
                <a:latin typeface="Times New Roman" panose="02020603050405020304" pitchFamily="18" charset="0"/>
                <a:ea typeface="宋体" panose="02010600030101010101" pitchFamily="2" charset="-122"/>
              </a:rPr>
              <a:t>在这种配置中，存在层次结构。在因特网上的所有路由器将带有目的地址从120.13.64.0到120.14.127.255的分组发送到区域ISP。</a:t>
            </a:r>
          </a:p>
        </p:txBody>
      </p:sp>
      <p:sp>
        <p:nvSpPr>
          <p:cNvPr id="29709" name="Rectangle 12">
            <a:extLst>
              <a:ext uri="{FF2B5EF4-FFF2-40B4-BE49-F238E27FC236}">
                <a16:creationId xmlns:a16="http://schemas.microsoft.com/office/drawing/2014/main" id="{43ED7BA2-FB1F-4462-064C-C7C03EB6F078}"/>
              </a:ext>
            </a:extLst>
          </p:cNvPr>
          <p:cNvSpPr>
            <a:spLocks noChangeArrowheads="1"/>
          </p:cNvSpPr>
          <p:nvPr/>
        </p:nvSpPr>
        <p:spPr bwMode="auto">
          <a:xfrm>
            <a:off x="152400" y="2438400"/>
            <a:ext cx="8686800" cy="1371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第三个本地ISP将它的块划分成16个子块，并将每个子块指派给一个小型的组织机构（SOrg01到SOrg16），每一个小型的组织机构有256个地址，掩码是/24。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C2B8F5BE-E449-D187-25E9-F0B62499CC6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0FA4BEB-BB41-4075-B6F5-1D6257878577}" type="slidenum">
              <a:rPr lang="en-US" altLang="zh-CN" sz="2000" baseline="0">
                <a:solidFill>
                  <a:schemeClr val="bg2"/>
                </a:solidFill>
              </a:rPr>
              <a:pPr/>
              <a:t>19</a:t>
            </a:fld>
            <a:endParaRPr lang="en-US" altLang="zh-CN" sz="2000" baseline="0">
              <a:solidFill>
                <a:schemeClr val="bg2"/>
              </a:solidFill>
            </a:endParaRPr>
          </a:p>
        </p:txBody>
      </p:sp>
      <p:sp>
        <p:nvSpPr>
          <p:cNvPr id="30723" name="Line 2">
            <a:extLst>
              <a:ext uri="{FF2B5EF4-FFF2-40B4-BE49-F238E27FC236}">
                <a16:creationId xmlns:a16="http://schemas.microsoft.com/office/drawing/2014/main" id="{5951AA1A-7456-3AA5-6B75-0548FB4983A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4" name="Line 3">
            <a:extLst>
              <a:ext uri="{FF2B5EF4-FFF2-40B4-BE49-F238E27FC236}">
                <a16:creationId xmlns:a16="http://schemas.microsoft.com/office/drawing/2014/main" id="{E0527AE2-5D7A-33FC-5E38-8EB337AB0414}"/>
              </a:ext>
            </a:extLst>
          </p:cNvPr>
          <p:cNvSpPr>
            <a:spLocks noChangeShapeType="1"/>
          </p:cNvSpPr>
          <p:nvPr/>
        </p:nvSpPr>
        <p:spPr bwMode="auto">
          <a:xfrm>
            <a:off x="152400" y="762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5" name="Text Box 4">
            <a:extLst>
              <a:ext uri="{FF2B5EF4-FFF2-40B4-BE49-F238E27FC236}">
                <a16:creationId xmlns:a16="http://schemas.microsoft.com/office/drawing/2014/main" id="{92AECBE0-6568-B121-B3BC-8063B116914B}"/>
              </a:ext>
            </a:extLst>
          </p:cNvPr>
          <p:cNvSpPr txBox="1">
            <a:spLocks noChangeArrowheads="1"/>
          </p:cNvSpPr>
          <p:nvPr/>
        </p:nvSpPr>
        <p:spPr bwMode="auto">
          <a:xfrm>
            <a:off x="304800" y="228600"/>
            <a:ext cx="3676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22.9  </a:t>
            </a:r>
            <a:r>
              <a:rPr lang="zh-CN" altLang="en-US" sz="2000" i="1" baseline="0">
                <a:latin typeface="Times New Roman" panose="02020603050405020304" pitchFamily="18" charset="0"/>
                <a:ea typeface="宋体" panose="02010600030101010101" pitchFamily="2" charset="-122"/>
              </a:rPr>
              <a:t>ISP层次结构路由选择</a:t>
            </a:r>
          </a:p>
        </p:txBody>
      </p:sp>
      <p:sp>
        <p:nvSpPr>
          <p:cNvPr id="30726" name="Line 5">
            <a:extLst>
              <a:ext uri="{FF2B5EF4-FFF2-40B4-BE49-F238E27FC236}">
                <a16:creationId xmlns:a16="http://schemas.microsoft.com/office/drawing/2014/main" id="{9F4E5251-F13D-AD8A-DB55-1E710B7FEBA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0727" name="Picture 6">
            <a:extLst>
              <a:ext uri="{FF2B5EF4-FFF2-40B4-BE49-F238E27FC236}">
                <a16:creationId xmlns:a16="http://schemas.microsoft.com/office/drawing/2014/main" id="{F568CC9B-FD40-770B-8CAC-A7CD2456C2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8894763"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1">
            <a:extLst>
              <a:ext uri="{FF2B5EF4-FFF2-40B4-BE49-F238E27FC236}">
                <a16:creationId xmlns:a16="http://schemas.microsoft.com/office/drawing/2014/main" id="{4D79631F-D4DD-689C-DE50-3277FC0CA9B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825DF011-BA57-44B8-A369-60AFDCA72795}" type="slidenum">
              <a:rPr lang="en-US" altLang="zh-CN" sz="2000" baseline="0">
                <a:solidFill>
                  <a:schemeClr val="bg2"/>
                </a:solidFill>
              </a:rPr>
              <a:pPr/>
              <a:t>20</a:t>
            </a:fld>
            <a:endParaRPr lang="en-US" altLang="zh-CN" sz="2000" baseline="0">
              <a:solidFill>
                <a:schemeClr val="bg2"/>
              </a:solidFill>
            </a:endParaRPr>
          </a:p>
        </p:txBody>
      </p:sp>
      <p:sp>
        <p:nvSpPr>
          <p:cNvPr id="31747" name="Line 2">
            <a:extLst>
              <a:ext uri="{FF2B5EF4-FFF2-40B4-BE49-F238E27FC236}">
                <a16:creationId xmlns:a16="http://schemas.microsoft.com/office/drawing/2014/main" id="{A8902063-A78C-D5DC-0735-52AFE708C05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48" name="Line 3">
            <a:extLst>
              <a:ext uri="{FF2B5EF4-FFF2-40B4-BE49-F238E27FC236}">
                <a16:creationId xmlns:a16="http://schemas.microsoft.com/office/drawing/2014/main" id="{DD40F6E3-08A8-AA36-5057-C797ED56A59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49" name="Text Box 4">
            <a:extLst>
              <a:ext uri="{FF2B5EF4-FFF2-40B4-BE49-F238E27FC236}">
                <a16:creationId xmlns:a16="http://schemas.microsoft.com/office/drawing/2014/main" id="{73BE65F9-CA9E-5207-DEF2-A77CDF1A6799}"/>
              </a:ext>
            </a:extLst>
          </p:cNvPr>
          <p:cNvSpPr txBox="1">
            <a:spLocks noChangeArrowheads="1"/>
          </p:cNvSpPr>
          <p:nvPr/>
        </p:nvSpPr>
        <p:spPr bwMode="auto">
          <a:xfrm>
            <a:off x="304800" y="381000"/>
            <a:ext cx="3611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图22.10  </a:t>
            </a:r>
            <a:r>
              <a:rPr lang="zh-CN" altLang="en-US" sz="2000" i="1" baseline="0">
                <a:latin typeface="Times New Roman" panose="02020603050405020304" pitchFamily="18" charset="0"/>
                <a:ea typeface="宋体" panose="02010600030101010101" pitchFamily="2" charset="-122"/>
              </a:rPr>
              <a:t>路由表中常用的字段</a:t>
            </a:r>
          </a:p>
        </p:txBody>
      </p:sp>
      <p:sp>
        <p:nvSpPr>
          <p:cNvPr id="31750" name="Line 5">
            <a:extLst>
              <a:ext uri="{FF2B5EF4-FFF2-40B4-BE49-F238E27FC236}">
                <a16:creationId xmlns:a16="http://schemas.microsoft.com/office/drawing/2014/main" id="{8A1C5A3B-0328-FFC9-14BD-878180CFD3B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1751" name="Picture 6">
            <a:extLst>
              <a:ext uri="{FF2B5EF4-FFF2-40B4-BE49-F238E27FC236}">
                <a16:creationId xmlns:a16="http://schemas.microsoft.com/office/drawing/2014/main" id="{37B269ED-F5D1-6629-115D-D64601FBD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63" y="2622550"/>
            <a:ext cx="8135937"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13598B94-A035-41B5-C9DF-A967BA58D33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6D1AE02-25F9-40E0-A179-E724267AF2A5}" type="slidenum">
              <a:rPr lang="en-US" altLang="zh-CN" sz="2000" baseline="0">
                <a:solidFill>
                  <a:schemeClr val="bg2"/>
                </a:solidFill>
              </a:rPr>
              <a:pPr/>
              <a:t>21</a:t>
            </a:fld>
            <a:endParaRPr lang="en-US" altLang="zh-CN" sz="2000" baseline="0">
              <a:solidFill>
                <a:schemeClr val="bg2"/>
              </a:solidFill>
            </a:endParaRPr>
          </a:p>
        </p:txBody>
      </p:sp>
      <p:sp>
        <p:nvSpPr>
          <p:cNvPr id="32771" name="Rectangle 2">
            <a:extLst>
              <a:ext uri="{FF2B5EF4-FFF2-40B4-BE49-F238E27FC236}">
                <a16:creationId xmlns:a16="http://schemas.microsoft.com/office/drawing/2014/main" id="{F16C1D31-0D1F-1516-0C09-CED6CA1DEF28}"/>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2" name="Rectangle 3">
            <a:extLst>
              <a:ext uri="{FF2B5EF4-FFF2-40B4-BE49-F238E27FC236}">
                <a16:creationId xmlns:a16="http://schemas.microsoft.com/office/drawing/2014/main" id="{46BD08A0-970B-116C-9E59-96C3C3D830E5}"/>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3" name="Rectangle 4">
            <a:extLst>
              <a:ext uri="{FF2B5EF4-FFF2-40B4-BE49-F238E27FC236}">
                <a16:creationId xmlns:a16="http://schemas.microsoft.com/office/drawing/2014/main" id="{E8575F9B-5EE0-044F-1D01-629CBAF05FF7}"/>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4" name="Rectangle 5">
            <a:extLst>
              <a:ext uri="{FF2B5EF4-FFF2-40B4-BE49-F238E27FC236}">
                <a16:creationId xmlns:a16="http://schemas.microsoft.com/office/drawing/2014/main" id="{785693AB-9FF4-E8AE-1ADF-848B3B13AC13}"/>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5" name="Rectangle 6">
            <a:extLst>
              <a:ext uri="{FF2B5EF4-FFF2-40B4-BE49-F238E27FC236}">
                <a16:creationId xmlns:a16="http://schemas.microsoft.com/office/drawing/2014/main" id="{AEB880E3-CB44-CFD7-723E-DF7602DBFC5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6" name="Rectangle 7">
            <a:extLst>
              <a:ext uri="{FF2B5EF4-FFF2-40B4-BE49-F238E27FC236}">
                <a16:creationId xmlns:a16="http://schemas.microsoft.com/office/drawing/2014/main" id="{C7EFE1A9-3AAD-8323-7164-ABA7E7A2DEB8}"/>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7" name="Rectangle 8">
            <a:extLst>
              <a:ext uri="{FF2B5EF4-FFF2-40B4-BE49-F238E27FC236}">
                <a16:creationId xmlns:a16="http://schemas.microsoft.com/office/drawing/2014/main" id="{05AE61C3-3178-746B-78FA-F3F57FEA9CA0}"/>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2778" name="Rectangle 9">
            <a:extLst>
              <a:ext uri="{FF2B5EF4-FFF2-40B4-BE49-F238E27FC236}">
                <a16:creationId xmlns:a16="http://schemas.microsoft.com/office/drawing/2014/main" id="{8F986FFE-78C0-D520-1F58-4C87C21C8DBF}"/>
              </a:ext>
            </a:extLst>
          </p:cNvPr>
          <p:cNvSpPr>
            <a:spLocks noChangeArrowheads="1"/>
          </p:cNvSpPr>
          <p:nvPr/>
        </p:nvSpPr>
        <p:spPr bwMode="auto">
          <a:xfrm>
            <a:off x="76200" y="1143000"/>
            <a:ext cx="8915400" cy="3078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在UNIX或者LINUX 操作系统下，可用于查找路由信息和路由表内容的一个命令是netstat。下面显示了一个默认服务器的内容列表。我们在命令中使用了两个选项r和n，其中选项 r表示我们对路由表感兴趣，而选项n是查找地址的数字形式。注意：这是一个主机的路由表，而不是路由器的。尽管我们整章都在讨论路由器的路由表，实际上主机也是需要路由表的。</a:t>
            </a:r>
          </a:p>
        </p:txBody>
      </p:sp>
      <p:sp>
        <p:nvSpPr>
          <p:cNvPr id="32779" name="Text Box 10">
            <a:extLst>
              <a:ext uri="{FF2B5EF4-FFF2-40B4-BE49-F238E27FC236}">
                <a16:creationId xmlns:a16="http://schemas.microsoft.com/office/drawing/2014/main" id="{6F07ECB6-6C4E-7806-C479-884E5A6D5564}"/>
              </a:ext>
            </a:extLst>
          </p:cNvPr>
          <p:cNvSpPr txBox="1">
            <a:spLocks noChangeArrowheads="1"/>
          </p:cNvSpPr>
          <p:nvPr/>
        </p:nvSpPr>
        <p:spPr bwMode="auto">
          <a:xfrm>
            <a:off x="1143000" y="0"/>
            <a:ext cx="1401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a:extLst>
              <a:ext uri="{FF2B5EF4-FFF2-40B4-BE49-F238E27FC236}">
                <a16:creationId xmlns:a16="http://schemas.microsoft.com/office/drawing/2014/main" id="{AA7757DB-2948-3993-F847-75CC57E9901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88C7A2E7-28AC-42AA-B2ED-02075D380353}" type="slidenum">
              <a:rPr lang="en-US" altLang="zh-CN" sz="2000" baseline="0">
                <a:solidFill>
                  <a:schemeClr val="bg2"/>
                </a:solidFill>
              </a:rPr>
              <a:pPr/>
              <a:t>22</a:t>
            </a:fld>
            <a:endParaRPr lang="en-US" altLang="zh-CN" sz="2000" baseline="0">
              <a:solidFill>
                <a:schemeClr val="bg2"/>
              </a:solidFill>
            </a:endParaRPr>
          </a:p>
        </p:txBody>
      </p:sp>
      <p:sp>
        <p:nvSpPr>
          <p:cNvPr id="33795" name="Rectangle 2">
            <a:extLst>
              <a:ext uri="{FF2B5EF4-FFF2-40B4-BE49-F238E27FC236}">
                <a16:creationId xmlns:a16="http://schemas.microsoft.com/office/drawing/2014/main" id="{5004564C-B029-3CE3-B58E-6966E1A07BB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796" name="Rectangle 3">
            <a:extLst>
              <a:ext uri="{FF2B5EF4-FFF2-40B4-BE49-F238E27FC236}">
                <a16:creationId xmlns:a16="http://schemas.microsoft.com/office/drawing/2014/main" id="{975F9B44-7569-2789-E8A4-71678830219E}"/>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797" name="Rectangle 4">
            <a:extLst>
              <a:ext uri="{FF2B5EF4-FFF2-40B4-BE49-F238E27FC236}">
                <a16:creationId xmlns:a16="http://schemas.microsoft.com/office/drawing/2014/main" id="{731EF71A-C8E4-60C0-955C-85CA0C52A39F}"/>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798" name="Rectangle 5">
            <a:extLst>
              <a:ext uri="{FF2B5EF4-FFF2-40B4-BE49-F238E27FC236}">
                <a16:creationId xmlns:a16="http://schemas.microsoft.com/office/drawing/2014/main" id="{578A2783-E554-BAE9-06A1-5041219F8940}"/>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799" name="Rectangle 6">
            <a:extLst>
              <a:ext uri="{FF2B5EF4-FFF2-40B4-BE49-F238E27FC236}">
                <a16:creationId xmlns:a16="http://schemas.microsoft.com/office/drawing/2014/main" id="{C58D1BE6-E141-51F7-6348-416228567709}"/>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800" name="Rectangle 7">
            <a:extLst>
              <a:ext uri="{FF2B5EF4-FFF2-40B4-BE49-F238E27FC236}">
                <a16:creationId xmlns:a16="http://schemas.microsoft.com/office/drawing/2014/main" id="{DEFA3686-A416-D07B-C231-68E90BCEBB49}"/>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801" name="Rectangle 8">
            <a:extLst>
              <a:ext uri="{FF2B5EF4-FFF2-40B4-BE49-F238E27FC236}">
                <a16:creationId xmlns:a16="http://schemas.microsoft.com/office/drawing/2014/main" id="{15587676-514B-3085-8350-7DB5A2403305}"/>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3802" name="Text Box 9">
            <a:extLst>
              <a:ext uri="{FF2B5EF4-FFF2-40B4-BE49-F238E27FC236}">
                <a16:creationId xmlns:a16="http://schemas.microsoft.com/office/drawing/2014/main" id="{DA754115-9B5B-FCF0-6644-9822030876F9}"/>
              </a:ext>
            </a:extLst>
          </p:cNvPr>
          <p:cNvSpPr txBox="1">
            <a:spLocks noChangeArrowheads="1"/>
          </p:cNvSpPr>
          <p:nvPr/>
        </p:nvSpPr>
        <p:spPr bwMode="auto">
          <a:xfrm>
            <a:off x="1143000" y="0"/>
            <a:ext cx="217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22.6 (续)</a:t>
            </a:r>
          </a:p>
        </p:txBody>
      </p:sp>
      <p:sp>
        <p:nvSpPr>
          <p:cNvPr id="33803" name="Rectangle 10">
            <a:extLst>
              <a:ext uri="{FF2B5EF4-FFF2-40B4-BE49-F238E27FC236}">
                <a16:creationId xmlns:a16="http://schemas.microsoft.com/office/drawing/2014/main" id="{E03E1F91-0FF6-3BBC-13C3-EB7CF0A2A272}"/>
              </a:ext>
            </a:extLst>
          </p:cNvPr>
          <p:cNvSpPr>
            <a:spLocks noChangeArrowheads="1"/>
          </p:cNvSpPr>
          <p:nvPr/>
        </p:nvSpPr>
        <p:spPr bwMode="auto">
          <a:xfrm>
            <a:off x="1588" y="3352800"/>
            <a:ext cx="8991600" cy="1798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此处目的端列定义网络地址。UNIX中的网关与路由器同义，该列定义下一跳地址。值0.0.0.0表示传递是直接的。最后一行中的G表示了通过一个路由器（默认路由器）到达目的端。Iface列定义接口。</a:t>
            </a:r>
          </a:p>
        </p:txBody>
      </p:sp>
      <p:pic>
        <p:nvPicPr>
          <p:cNvPr id="33804" name="Picture 11">
            <a:extLst>
              <a:ext uri="{FF2B5EF4-FFF2-40B4-BE49-F238E27FC236}">
                <a16:creationId xmlns:a16="http://schemas.microsoft.com/office/drawing/2014/main" id="{003C035C-CA0F-AAE3-22CE-D19E726B6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 y="1219200"/>
            <a:ext cx="8585200" cy="1989138"/>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a:extLst>
              <a:ext uri="{FF2B5EF4-FFF2-40B4-BE49-F238E27FC236}">
                <a16:creationId xmlns:a16="http://schemas.microsoft.com/office/drawing/2014/main" id="{86C2CEE1-431F-069F-A48A-F4E86E95BCD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B5E3B1B1-800E-40E0-BA93-26F8D6C9E86C}" type="slidenum">
              <a:rPr lang="en-US" altLang="zh-CN" sz="2000" baseline="0">
                <a:solidFill>
                  <a:schemeClr val="bg2"/>
                </a:solidFill>
              </a:rPr>
              <a:pPr/>
              <a:t>23</a:t>
            </a:fld>
            <a:endParaRPr lang="en-US" altLang="zh-CN" sz="2000" baseline="0">
              <a:solidFill>
                <a:schemeClr val="bg2"/>
              </a:solidFill>
            </a:endParaRPr>
          </a:p>
        </p:txBody>
      </p:sp>
      <p:sp>
        <p:nvSpPr>
          <p:cNvPr id="34819" name="Rectangle 2">
            <a:extLst>
              <a:ext uri="{FF2B5EF4-FFF2-40B4-BE49-F238E27FC236}">
                <a16:creationId xmlns:a16="http://schemas.microsoft.com/office/drawing/2014/main" id="{09E64872-580E-4B14-F217-FC7E582A6D6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0" name="Rectangle 3">
            <a:extLst>
              <a:ext uri="{FF2B5EF4-FFF2-40B4-BE49-F238E27FC236}">
                <a16:creationId xmlns:a16="http://schemas.microsoft.com/office/drawing/2014/main" id="{552BFF9C-382F-BD56-0EE1-C3DE5FB14066}"/>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1" name="Rectangle 4">
            <a:extLst>
              <a:ext uri="{FF2B5EF4-FFF2-40B4-BE49-F238E27FC236}">
                <a16:creationId xmlns:a16="http://schemas.microsoft.com/office/drawing/2014/main" id="{2848AF74-E003-C408-DDEE-6094F81DC8D5}"/>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2" name="Rectangle 5">
            <a:extLst>
              <a:ext uri="{FF2B5EF4-FFF2-40B4-BE49-F238E27FC236}">
                <a16:creationId xmlns:a16="http://schemas.microsoft.com/office/drawing/2014/main" id="{AEFABD4A-DE4E-29EA-964C-6E66DD5C4877}"/>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3" name="Rectangle 6">
            <a:extLst>
              <a:ext uri="{FF2B5EF4-FFF2-40B4-BE49-F238E27FC236}">
                <a16:creationId xmlns:a16="http://schemas.microsoft.com/office/drawing/2014/main" id="{4AC6C163-6BFB-1034-5DAE-CB86F02AEDF8}"/>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4" name="Rectangle 7">
            <a:extLst>
              <a:ext uri="{FF2B5EF4-FFF2-40B4-BE49-F238E27FC236}">
                <a16:creationId xmlns:a16="http://schemas.microsoft.com/office/drawing/2014/main" id="{16A2D5ED-53DC-EFB3-CFD6-575FCCCCD30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5" name="Rectangle 8">
            <a:extLst>
              <a:ext uri="{FF2B5EF4-FFF2-40B4-BE49-F238E27FC236}">
                <a16:creationId xmlns:a16="http://schemas.microsoft.com/office/drawing/2014/main" id="{C6AFAC31-D5A5-3CAD-FD91-1246FA09FF64}"/>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34826" name="Text Box 9">
            <a:extLst>
              <a:ext uri="{FF2B5EF4-FFF2-40B4-BE49-F238E27FC236}">
                <a16:creationId xmlns:a16="http://schemas.microsoft.com/office/drawing/2014/main" id="{12D73C33-01BD-E000-2F56-05E6322CDC3D}"/>
              </a:ext>
            </a:extLst>
          </p:cNvPr>
          <p:cNvSpPr txBox="1">
            <a:spLocks noChangeArrowheads="1"/>
          </p:cNvSpPr>
          <p:nvPr/>
        </p:nvSpPr>
        <p:spPr bwMode="auto">
          <a:xfrm>
            <a:off x="1143000" y="0"/>
            <a:ext cx="217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i="1" baseline="0">
                <a:solidFill>
                  <a:schemeClr val="hlink"/>
                </a:solidFill>
                <a:latin typeface="Times New Roman" panose="02020603050405020304" pitchFamily="18" charset="0"/>
                <a:ea typeface="宋体" panose="02010600030101010101" pitchFamily="2" charset="-122"/>
              </a:rPr>
              <a:t>例 22.6 (续)</a:t>
            </a:r>
          </a:p>
        </p:txBody>
      </p:sp>
      <p:sp>
        <p:nvSpPr>
          <p:cNvPr id="34827" name="Rectangle 10">
            <a:extLst>
              <a:ext uri="{FF2B5EF4-FFF2-40B4-BE49-F238E27FC236}">
                <a16:creationId xmlns:a16="http://schemas.microsoft.com/office/drawing/2014/main" id="{4DD04530-75DB-336E-AD0A-B094CC709624}"/>
              </a:ext>
            </a:extLst>
          </p:cNvPr>
          <p:cNvSpPr>
            <a:spLocks noChangeArrowheads="1"/>
          </p:cNvSpPr>
          <p:nvPr/>
        </p:nvSpPr>
        <p:spPr bwMode="auto">
          <a:xfrm>
            <a:off x="76200" y="1295400"/>
            <a:ext cx="8915400" cy="944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sz="2800" i="1" baseline="0">
                <a:latin typeface="Times New Roman" panose="02020603050405020304" pitchFamily="18" charset="0"/>
                <a:ea typeface="宋体" panose="02010600030101010101" pitchFamily="2" charset="-122"/>
              </a:rPr>
              <a:t>通过在给定接口（etho）上使用ipconfig命令可以查找到有关服务器IP地址和物理地址更多的信息。</a:t>
            </a:r>
          </a:p>
        </p:txBody>
      </p:sp>
      <p:pic>
        <p:nvPicPr>
          <p:cNvPr id="34828" name="Picture 11">
            <a:extLst>
              <a:ext uri="{FF2B5EF4-FFF2-40B4-BE49-F238E27FC236}">
                <a16:creationId xmlns:a16="http://schemas.microsoft.com/office/drawing/2014/main" id="{50E8454B-9ECE-C6E1-1774-0C8AEEF6D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8" y="3114675"/>
            <a:ext cx="8631237" cy="130492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a:extLst>
              <a:ext uri="{FF2B5EF4-FFF2-40B4-BE49-F238E27FC236}">
                <a16:creationId xmlns:a16="http://schemas.microsoft.com/office/drawing/2014/main" id="{0579D60C-BC9B-5CF0-EEFB-FCCD80059BC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2278AAB1-D825-45A7-A0B3-019B4BD2622B}" type="slidenum">
              <a:rPr lang="en-US" altLang="zh-CN" sz="2000" baseline="0">
                <a:solidFill>
                  <a:schemeClr val="bg2"/>
                </a:solidFill>
              </a:rPr>
              <a:pPr/>
              <a:t>24</a:t>
            </a:fld>
            <a:endParaRPr lang="en-US" altLang="zh-CN" sz="2000" baseline="0">
              <a:solidFill>
                <a:schemeClr val="bg2"/>
              </a:solidFill>
            </a:endParaRPr>
          </a:p>
        </p:txBody>
      </p:sp>
      <p:sp>
        <p:nvSpPr>
          <p:cNvPr id="35843" name="Line 2">
            <a:extLst>
              <a:ext uri="{FF2B5EF4-FFF2-40B4-BE49-F238E27FC236}">
                <a16:creationId xmlns:a16="http://schemas.microsoft.com/office/drawing/2014/main" id="{F1D9B500-085D-D6F4-E55C-7DF8FD3E0ADB}"/>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4" name="Line 3">
            <a:extLst>
              <a:ext uri="{FF2B5EF4-FFF2-40B4-BE49-F238E27FC236}">
                <a16:creationId xmlns:a16="http://schemas.microsoft.com/office/drawing/2014/main" id="{2BD5F975-184D-D7B0-C2E7-CAD9C8834C7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5" name="Text Box 4">
            <a:extLst>
              <a:ext uri="{FF2B5EF4-FFF2-40B4-BE49-F238E27FC236}">
                <a16:creationId xmlns:a16="http://schemas.microsoft.com/office/drawing/2014/main" id="{56B368AC-BF64-8A31-64FB-7C870ABA1AFB}"/>
              </a:ext>
            </a:extLst>
          </p:cNvPr>
          <p:cNvSpPr txBox="1">
            <a:spLocks noChangeArrowheads="1"/>
          </p:cNvSpPr>
          <p:nvPr/>
        </p:nvSpPr>
        <p:spPr bwMode="auto">
          <a:xfrm>
            <a:off x="304800" y="381000"/>
            <a:ext cx="394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22.11  </a:t>
            </a:r>
            <a:r>
              <a:rPr lang="zh-CN" altLang="en-US" sz="2000" i="1" baseline="0">
                <a:latin typeface="Times New Roman" panose="02020603050405020304" pitchFamily="18" charset="0"/>
                <a:ea typeface="宋体" panose="02010600030101010101" pitchFamily="2" charset="-122"/>
              </a:rPr>
              <a:t>例 22.6的服务器的配置</a:t>
            </a:r>
          </a:p>
        </p:txBody>
      </p:sp>
      <p:sp>
        <p:nvSpPr>
          <p:cNvPr id="35846" name="Line 5">
            <a:extLst>
              <a:ext uri="{FF2B5EF4-FFF2-40B4-BE49-F238E27FC236}">
                <a16:creationId xmlns:a16="http://schemas.microsoft.com/office/drawing/2014/main" id="{560F0927-BE0B-7A87-79CD-EF57FEE9C3D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5847" name="Picture 6">
            <a:extLst>
              <a:ext uri="{FF2B5EF4-FFF2-40B4-BE49-F238E27FC236}">
                <a16:creationId xmlns:a16="http://schemas.microsoft.com/office/drawing/2014/main" id="{5ED1ED6D-36FD-4B8D-9F28-23B9EF034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88" y="2103438"/>
            <a:ext cx="7897812" cy="262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89AC0377-B772-5570-534F-37D8EE1C9A41}"/>
              </a:ext>
            </a:extLst>
          </p:cNvPr>
          <p:cNvSpPr>
            <a:spLocks noGrp="1" noRot="1" noChangeArrowheads="1"/>
          </p:cNvSpPr>
          <p:nvPr>
            <p:ph type="title"/>
          </p:nvPr>
        </p:nvSpPr>
        <p:spPr bwMode="auto">
          <a:xfrm>
            <a:off x="1524000" y="2590800"/>
            <a:ext cx="6400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增加：路由器路由表介绍</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AB831F4-FB4D-B919-BA41-95EC89B119E6}"/>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6.1</a:t>
            </a:r>
            <a:r>
              <a:rPr lang="zh-CN" altLang="en-US">
                <a:ea typeface="宋体" panose="02010600030101010101" pitchFamily="2" charset="-122"/>
              </a:rPr>
              <a:t>路由表</a:t>
            </a:r>
          </a:p>
        </p:txBody>
      </p:sp>
      <p:sp>
        <p:nvSpPr>
          <p:cNvPr id="37891" name="Rectangle 3">
            <a:extLst>
              <a:ext uri="{FF2B5EF4-FFF2-40B4-BE49-F238E27FC236}">
                <a16:creationId xmlns:a16="http://schemas.microsoft.com/office/drawing/2014/main" id="{0BC6D86A-68DD-EF17-3A8E-9B7B1F2E9747}"/>
              </a:ext>
            </a:extLst>
          </p:cNvPr>
          <p:cNvSpPr>
            <a:spLocks noGrp="1" noRo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None/>
            </a:pPr>
            <a:r>
              <a:rPr lang="en-US" altLang="zh-CN">
                <a:ea typeface="宋体" panose="02010600030101010101" pitchFamily="2" charset="-122"/>
              </a:rPr>
              <a:t>6.1.1</a:t>
            </a:r>
            <a:r>
              <a:rPr lang="zh-CN" altLang="en-US">
                <a:ea typeface="宋体" panose="02010600030101010101" pitchFamily="2" charset="-122"/>
              </a:rPr>
              <a:t>路由表简介</a:t>
            </a:r>
          </a:p>
          <a:p>
            <a:pPr eaLnBrk="1" hangingPunct="1">
              <a:buFont typeface="Wingdings" panose="05000000000000000000" pitchFamily="2" charset="2"/>
              <a:buNone/>
            </a:pPr>
            <a:r>
              <a:rPr lang="zh-CN" altLang="en-US">
                <a:ea typeface="宋体" panose="02010600030101010101" pitchFamily="2" charset="-122"/>
              </a:rPr>
              <a:t>		路由表是路由器中路由条目项的集合，这个路由表中包含有路由器掌握的目的网络地址以及通过此路由器可以到达这些网络的最佳路径，如某个接口或下一跳的地址，正是由于路由表的存在，路由可以依据它进行转发。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C79D25AD-CEC3-FC67-9DE3-730216DB32A8}"/>
              </a:ext>
            </a:extLst>
          </p:cNvPr>
          <p:cNvSpPr>
            <a:spLocks noGrp="1" noRot="1" noChangeArrowheads="1"/>
          </p:cNvSpPr>
          <p:nvPr>
            <p:ph type="title"/>
          </p:nvPr>
        </p:nvSpPr>
        <p:spPr bwMode="auto">
          <a:xfrm>
            <a:off x="323850" y="333375"/>
            <a:ext cx="85407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6.1.2 </a:t>
            </a:r>
            <a:r>
              <a:rPr lang="zh-CN" altLang="en-US">
                <a:ea typeface="宋体" panose="02010600030101010101" pitchFamily="2" charset="-122"/>
              </a:rPr>
              <a:t>路由表结构</a:t>
            </a:r>
          </a:p>
        </p:txBody>
      </p:sp>
      <p:sp>
        <p:nvSpPr>
          <p:cNvPr id="1028" name="Rectangle 5">
            <a:extLst>
              <a:ext uri="{FF2B5EF4-FFF2-40B4-BE49-F238E27FC236}">
                <a16:creationId xmlns:a16="http://schemas.microsoft.com/office/drawing/2014/main" id="{FE65581E-9A4F-1DFE-71A7-0819E565C96A}"/>
              </a:ext>
            </a:extLst>
          </p:cNvPr>
          <p:cNvSpPr>
            <a:spLocks noChangeArrowheads="1"/>
          </p:cNvSpPr>
          <p:nvPr/>
        </p:nvSpPr>
        <p:spPr bwMode="auto">
          <a:xfrm>
            <a:off x="0" y="1509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1026" name="Object 4">
            <a:extLst>
              <a:ext uri="{FF2B5EF4-FFF2-40B4-BE49-F238E27FC236}">
                <a16:creationId xmlns:a16="http://schemas.microsoft.com/office/drawing/2014/main" id="{96426793-489F-5A3C-7020-173638DB0581}"/>
              </a:ext>
            </a:extLst>
          </p:cNvPr>
          <p:cNvGraphicFramePr>
            <a:graphicFrameLocks noChangeAspect="1"/>
          </p:cNvGraphicFramePr>
          <p:nvPr/>
        </p:nvGraphicFramePr>
        <p:xfrm>
          <a:off x="1476375" y="1268413"/>
          <a:ext cx="6335713" cy="5443537"/>
        </p:xfrm>
        <a:graphic>
          <a:graphicData uri="http://schemas.openxmlformats.org/presentationml/2006/ole">
            <mc:AlternateContent xmlns:mc="http://schemas.openxmlformats.org/markup-compatibility/2006">
              <mc:Choice xmlns:v="urn:schemas-microsoft-com:vml" Requires="v">
                <p:oleObj name="Visio" r:id="rId3" imgW="6424863" imgH="5531719" progId="Visio.Drawing.11">
                  <p:embed/>
                </p:oleObj>
              </mc:Choice>
              <mc:Fallback>
                <p:oleObj name="Visio" r:id="rId3" imgW="6424863" imgH="5531719"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268413"/>
                        <a:ext cx="6335713" cy="544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42CE802-1CC6-9C4B-6BA1-9520DCCBF45D}"/>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1</a:t>
            </a:r>
            <a:r>
              <a:rPr lang="zh-CN" altLang="en-US">
                <a:ea typeface="宋体" panose="02010600030101010101" pitchFamily="2" charset="-122"/>
              </a:rPr>
              <a:t>．路由来源</a:t>
            </a:r>
          </a:p>
        </p:txBody>
      </p:sp>
      <p:sp>
        <p:nvSpPr>
          <p:cNvPr id="38915" name="Rectangle 3">
            <a:extLst>
              <a:ext uri="{FF2B5EF4-FFF2-40B4-BE49-F238E27FC236}">
                <a16:creationId xmlns:a16="http://schemas.microsoft.com/office/drawing/2014/main" id="{54DE7A03-7A9D-635D-54DB-AEA328D41640}"/>
              </a:ext>
            </a:extLst>
          </p:cNvPr>
          <p:cNvSpPr>
            <a:spLocks noGrp="1" noRot="1" noChangeArrowheads="1"/>
          </p:cNvSpPr>
          <p:nvPr>
            <p:ph type="body" idx="1"/>
          </p:nvPr>
        </p:nvSpPr>
        <p:spPr bwMode="auto">
          <a:xfrm>
            <a:off x="611188" y="2636838"/>
            <a:ext cx="8229600" cy="2952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路由来源表示路由条目项的产生来源，说明该路由条目项是从何而来的，在路由条目中用第一项标识。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1AC7BC8-918F-6216-142C-21FDEBF83D1A}"/>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2</a:t>
            </a:r>
            <a:r>
              <a:rPr lang="zh-CN" altLang="en-US">
                <a:ea typeface="宋体" panose="02010600030101010101" pitchFamily="2" charset="-122"/>
              </a:rPr>
              <a:t>．目标网络地址</a:t>
            </a:r>
          </a:p>
        </p:txBody>
      </p:sp>
      <p:sp>
        <p:nvSpPr>
          <p:cNvPr id="39939" name="Rectangle 3">
            <a:extLst>
              <a:ext uri="{FF2B5EF4-FFF2-40B4-BE49-F238E27FC236}">
                <a16:creationId xmlns:a16="http://schemas.microsoft.com/office/drawing/2014/main" id="{B07268C7-BF29-7EA1-8FD6-049648179722}"/>
              </a:ext>
            </a:extLst>
          </p:cNvPr>
          <p:cNvSpPr>
            <a:spLocks noGrp="1" noRot="1" noChangeArrowheads="1"/>
          </p:cNvSpPr>
          <p:nvPr>
            <p:ph type="body" idx="1"/>
          </p:nvPr>
        </p:nvSpPr>
        <p:spPr bwMode="auto">
          <a:xfrm>
            <a:off x="539750" y="2205038"/>
            <a:ext cx="8229600" cy="2549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目的地址</a:t>
            </a:r>
            <a:r>
              <a:rPr lang="en-US" altLang="zh-CN">
                <a:ea typeface="宋体" panose="02010600030101010101" pitchFamily="2" charset="-122"/>
              </a:rPr>
              <a:t>——</a:t>
            </a:r>
            <a:r>
              <a:rPr lang="zh-CN" altLang="en-US">
                <a:ea typeface="宋体" panose="02010600030101010101" pitchFamily="2" charset="-122"/>
              </a:rPr>
              <a:t>用来指明目标</a:t>
            </a:r>
            <a:r>
              <a:rPr lang="en-US" altLang="zh-CN">
                <a:ea typeface="宋体" panose="02010600030101010101" pitchFamily="2" charset="-122"/>
              </a:rPr>
              <a:t>IP</a:t>
            </a:r>
            <a:r>
              <a:rPr lang="zh-CN" altLang="en-US">
                <a:ea typeface="宋体" panose="02010600030101010101" pitchFamily="2" charset="-122"/>
              </a:rPr>
              <a:t>包的网络地址或目的网络。</a:t>
            </a:r>
          </a:p>
          <a:p>
            <a:pPr eaLnBrk="1" hangingPunct="1"/>
            <a:r>
              <a:rPr lang="zh-CN" altLang="en-US">
                <a:ea typeface="宋体" panose="02010600030101010101" pitchFamily="2" charset="-122"/>
              </a:rPr>
              <a:t>网络掩码</a:t>
            </a:r>
            <a:r>
              <a:rPr lang="en-US" altLang="zh-CN">
                <a:ea typeface="宋体" panose="02010600030101010101" pitchFamily="2" charset="-122"/>
              </a:rPr>
              <a:t>——</a:t>
            </a:r>
            <a:r>
              <a:rPr lang="zh-CN" altLang="en-US">
                <a:ea typeface="宋体" panose="02010600030101010101" pitchFamily="2" charset="-122"/>
              </a:rPr>
              <a:t>与目的地址一起来标识目的主机或路由器所在网段的地址。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B36EDB2-60FD-23ED-4149-C98804D2853F}"/>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3</a:t>
            </a:r>
            <a:r>
              <a:rPr lang="zh-CN" altLang="en-US">
                <a:ea typeface="宋体" panose="02010600030101010101" pitchFamily="2" charset="-122"/>
              </a:rPr>
              <a:t>．管理距离和代价</a:t>
            </a:r>
          </a:p>
        </p:txBody>
      </p:sp>
      <p:sp>
        <p:nvSpPr>
          <p:cNvPr id="40963" name="Rectangle 3">
            <a:extLst>
              <a:ext uri="{FF2B5EF4-FFF2-40B4-BE49-F238E27FC236}">
                <a16:creationId xmlns:a16="http://schemas.microsoft.com/office/drawing/2014/main" id="{D1B1FF0D-261E-BBD2-B1AF-5A770404962D}"/>
              </a:ext>
            </a:extLst>
          </p:cNvPr>
          <p:cNvSpPr>
            <a:spLocks noGrp="1" noRot="1" noChangeArrowheads="1"/>
          </p:cNvSpPr>
          <p:nvPr>
            <p:ph type="body" idx="1"/>
          </p:nvPr>
        </p:nvSpPr>
        <p:spPr bwMode="auto">
          <a:xfrm>
            <a:off x="611188" y="2205038"/>
            <a:ext cx="8229600" cy="28082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用来指明该条路由的可信程度以及目标网络的代价（即花费） </a:t>
            </a:r>
          </a:p>
          <a:p>
            <a:pPr eaLnBrk="1" hangingPunct="1"/>
            <a:r>
              <a:rPr lang="zh-CN" altLang="en-US">
                <a:ea typeface="宋体" panose="02010600030101010101" pitchFamily="2" charset="-122"/>
              </a:rPr>
              <a:t>管理距离是用于不同路由来源之间的比较，而代价是同一路由来源不同路径之间的比较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6F441C9-7079-191C-EBDE-C8B400A65455}"/>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常见的管理距离值 </a:t>
            </a:r>
          </a:p>
        </p:txBody>
      </p:sp>
      <p:graphicFrame>
        <p:nvGraphicFramePr>
          <p:cNvPr id="12414" name="Group 126">
            <a:extLst>
              <a:ext uri="{FF2B5EF4-FFF2-40B4-BE49-F238E27FC236}">
                <a16:creationId xmlns:a16="http://schemas.microsoft.com/office/drawing/2014/main" id="{CE3878D7-32CE-B016-C838-D68F1DE871F5}"/>
              </a:ext>
            </a:extLst>
          </p:cNvPr>
          <p:cNvGraphicFramePr>
            <a:graphicFrameLocks noGrp="1"/>
          </p:cNvGraphicFramePr>
          <p:nvPr>
            <p:ph idx="1"/>
          </p:nvPr>
        </p:nvGraphicFramePr>
        <p:xfrm>
          <a:off x="301625" y="1905000"/>
          <a:ext cx="8540750" cy="4194175"/>
        </p:xfrm>
        <a:graphic>
          <a:graphicData uri="http://schemas.openxmlformats.org/drawingml/2006/table">
            <a:tbl>
              <a:tblPr/>
              <a:tblGrid>
                <a:gridCol w="4270375">
                  <a:extLst>
                    <a:ext uri="{9D8B030D-6E8A-4147-A177-3AD203B41FA5}">
                      <a16:colId xmlns:a16="http://schemas.microsoft.com/office/drawing/2014/main" val="20000"/>
                    </a:ext>
                  </a:extLst>
                </a:gridCol>
                <a:gridCol w="4270375">
                  <a:extLst>
                    <a:ext uri="{9D8B030D-6E8A-4147-A177-3AD203B41FA5}">
                      <a16:colId xmlns:a16="http://schemas.microsoft.com/office/drawing/2014/main" val="20001"/>
                    </a:ext>
                  </a:extLst>
                </a:gridCol>
              </a:tblGrid>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路由信息源</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默认管理距离</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Connected</a:t>
                      </a: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（直接路由）</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0688">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Stztic</a:t>
                      </a: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（静态路由）</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1</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EIGRP</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90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IGRP</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100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OSPF</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110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RIP</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120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0688">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EGP</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140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外部</a:t>
                      </a: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EIGRP</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170</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910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未知</a:t>
                      </a: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a:t>
                      </a:r>
                      <a:r>
                        <a:rPr kumimoji="0"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不可信任的</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宋体" pitchFamily="2" charset="-122"/>
                          <a:ea typeface="宋体" pitchFamily="2" charset="-122"/>
                          <a:cs typeface="Times New Roman" pitchFamily="18" charset="0"/>
                        </a:rPr>
                        <a:t>255</a:t>
                      </a:r>
                      <a:endParaRPr kumimoji="0" lang="en-US" altLang="zh-CN" sz="16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96FAE594-848C-D549-F06C-6E8185931F7A}"/>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管理距离 </a:t>
            </a:r>
          </a:p>
        </p:txBody>
      </p:sp>
      <p:sp>
        <p:nvSpPr>
          <p:cNvPr id="2052" name="Rectangle 5">
            <a:extLst>
              <a:ext uri="{FF2B5EF4-FFF2-40B4-BE49-F238E27FC236}">
                <a16:creationId xmlns:a16="http://schemas.microsoft.com/office/drawing/2014/main" id="{50FC5D1D-9209-6001-E72A-38B6375071C1}"/>
              </a:ext>
            </a:extLst>
          </p:cNvPr>
          <p:cNvSpPr>
            <a:spLocks noChangeArrowheads="1"/>
          </p:cNvSpPr>
          <p:nvPr/>
        </p:nvSpPr>
        <p:spPr bwMode="auto">
          <a:xfrm>
            <a:off x="0" y="2595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2050" name="Object 4">
            <a:extLst>
              <a:ext uri="{FF2B5EF4-FFF2-40B4-BE49-F238E27FC236}">
                <a16:creationId xmlns:a16="http://schemas.microsoft.com/office/drawing/2014/main" id="{CE5A79F0-2B1D-4EC9-8EB2-3245BD7F3435}"/>
              </a:ext>
            </a:extLst>
          </p:cNvPr>
          <p:cNvGraphicFramePr>
            <a:graphicFrameLocks noChangeAspect="1"/>
          </p:cNvGraphicFramePr>
          <p:nvPr/>
        </p:nvGraphicFramePr>
        <p:xfrm>
          <a:off x="539750" y="1700213"/>
          <a:ext cx="7993063" cy="2836862"/>
        </p:xfrm>
        <a:graphic>
          <a:graphicData uri="http://schemas.openxmlformats.org/presentationml/2006/ole">
            <mc:AlternateContent xmlns:mc="http://schemas.openxmlformats.org/markup-compatibility/2006">
              <mc:Choice xmlns:v="urn:schemas-microsoft-com:vml" Requires="v">
                <p:oleObj name="Visio" r:id="rId3" imgW="8572805" imgH="3044647" progId="Visio.Drawing.11">
                  <p:embed/>
                </p:oleObj>
              </mc:Choice>
              <mc:Fallback>
                <p:oleObj name="Visio" r:id="rId3" imgW="8572805" imgH="3044647"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700213"/>
                        <a:ext cx="7993063" cy="2836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865CD4CF-2632-FF89-CA70-E7F883D80213}"/>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路由代价 </a:t>
            </a:r>
          </a:p>
        </p:txBody>
      </p:sp>
      <p:sp>
        <p:nvSpPr>
          <p:cNvPr id="3076" name="Rectangle 5">
            <a:extLst>
              <a:ext uri="{FF2B5EF4-FFF2-40B4-BE49-F238E27FC236}">
                <a16:creationId xmlns:a16="http://schemas.microsoft.com/office/drawing/2014/main" id="{D9D03C37-5C3F-23F9-BABB-950E552BCCCA}"/>
              </a:ext>
            </a:extLst>
          </p:cNvPr>
          <p:cNvSpPr>
            <a:spLocks noChangeArrowheads="1"/>
          </p:cNvSpPr>
          <p:nvPr/>
        </p:nvSpPr>
        <p:spPr bwMode="auto">
          <a:xfrm>
            <a:off x="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3074" name="Object 4">
            <a:extLst>
              <a:ext uri="{FF2B5EF4-FFF2-40B4-BE49-F238E27FC236}">
                <a16:creationId xmlns:a16="http://schemas.microsoft.com/office/drawing/2014/main" id="{ECCB6259-43D2-D30F-DDBC-05DCCED5ADB3}"/>
              </a:ext>
            </a:extLst>
          </p:cNvPr>
          <p:cNvGraphicFramePr>
            <a:graphicFrameLocks noChangeAspect="1"/>
          </p:cNvGraphicFramePr>
          <p:nvPr/>
        </p:nvGraphicFramePr>
        <p:xfrm>
          <a:off x="827088" y="1628775"/>
          <a:ext cx="7777162" cy="3378200"/>
        </p:xfrm>
        <a:graphic>
          <a:graphicData uri="http://schemas.openxmlformats.org/presentationml/2006/ole">
            <mc:AlternateContent xmlns:mc="http://schemas.openxmlformats.org/markup-compatibility/2006">
              <mc:Choice xmlns:v="urn:schemas-microsoft-com:vml" Requires="v">
                <p:oleObj name="Visio" r:id="rId3" imgW="6340642" imgH="2752023" progId="Visio.Drawing.11">
                  <p:embed/>
                </p:oleObj>
              </mc:Choice>
              <mc:Fallback>
                <p:oleObj name="Visio" r:id="rId3" imgW="6340642" imgH="2752023"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7777162" cy="337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B2D9BFB-534D-B3A5-BA20-8AF3DFDC295E}"/>
              </a:ext>
            </a:extLst>
          </p:cNvPr>
          <p:cNvSpPr>
            <a:spLocks noGrp="1" noRot="1" noChangeArrowheads="1"/>
          </p:cNvSpPr>
          <p:nvPr>
            <p:ph type="title"/>
          </p:nvPr>
        </p:nvSpPr>
        <p:spPr bwMode="auto">
          <a:xfrm>
            <a:off x="323850" y="3333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4</a:t>
            </a:r>
            <a:r>
              <a:rPr lang="zh-CN" altLang="en-US">
                <a:ea typeface="宋体" panose="02010600030101010101" pitchFamily="2" charset="-122"/>
              </a:rPr>
              <a:t>．下一跳</a:t>
            </a:r>
          </a:p>
        </p:txBody>
      </p:sp>
      <p:sp>
        <p:nvSpPr>
          <p:cNvPr id="43011" name="Rectangle 3">
            <a:extLst>
              <a:ext uri="{FF2B5EF4-FFF2-40B4-BE49-F238E27FC236}">
                <a16:creationId xmlns:a16="http://schemas.microsoft.com/office/drawing/2014/main" id="{037D552C-A442-2A04-656A-4C369D98BE66}"/>
              </a:ext>
            </a:extLst>
          </p:cNvPr>
          <p:cNvSpPr>
            <a:spLocks noGrp="1" noRot="1" noChangeArrowheads="1"/>
          </p:cNvSpPr>
          <p:nvPr>
            <p:ph type="body" idx="1"/>
          </p:nvPr>
        </p:nvSpPr>
        <p:spPr bwMode="auto">
          <a:xfrm>
            <a:off x="457200" y="1600200"/>
            <a:ext cx="82296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标明被路由的数据包将被送到的下一跳路由器的入口</a:t>
            </a:r>
            <a:r>
              <a:rPr lang="en-US" altLang="zh-CN">
                <a:ea typeface="宋体" panose="02010600030101010101" pitchFamily="2" charset="-122"/>
              </a:rPr>
              <a:t>IP</a:t>
            </a:r>
            <a:r>
              <a:rPr lang="zh-CN" altLang="en-US">
                <a:ea typeface="宋体" panose="02010600030101010101" pitchFamily="2" charset="-122"/>
              </a:rPr>
              <a:t>地址。</a:t>
            </a:r>
          </a:p>
        </p:txBody>
      </p:sp>
      <p:sp>
        <p:nvSpPr>
          <p:cNvPr id="43012" name="Rectangle 4">
            <a:extLst>
              <a:ext uri="{FF2B5EF4-FFF2-40B4-BE49-F238E27FC236}">
                <a16:creationId xmlns:a16="http://schemas.microsoft.com/office/drawing/2014/main" id="{65CFD614-B8CB-754E-C912-B229C70A7542}"/>
              </a:ext>
            </a:extLst>
          </p:cNvPr>
          <p:cNvSpPr>
            <a:spLocks noChangeArrowheads="1"/>
          </p:cNvSpPr>
          <p:nvPr/>
        </p:nvSpPr>
        <p:spPr bwMode="auto">
          <a:xfrm>
            <a:off x="385763" y="3500438"/>
            <a:ext cx="6624637"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4400">
                <a:solidFill>
                  <a:schemeClr val="tx2"/>
                </a:solidFill>
                <a:latin typeface="Tahoma" panose="020B0604030504040204" pitchFamily="34" charset="0"/>
                <a:ea typeface="宋体" panose="02010600030101010101" pitchFamily="2" charset="-122"/>
              </a:rPr>
              <a:t>5</a:t>
            </a:r>
            <a:r>
              <a:rPr lang="zh-CN" altLang="en-US" sz="4400">
                <a:solidFill>
                  <a:schemeClr val="tx2"/>
                </a:solidFill>
                <a:latin typeface="Tahoma" panose="020B0604030504040204" pitchFamily="34" charset="0"/>
                <a:ea typeface="宋体" panose="02010600030101010101" pitchFamily="2" charset="-122"/>
              </a:rPr>
              <a:t>．输出接口</a:t>
            </a:r>
          </a:p>
        </p:txBody>
      </p:sp>
      <p:sp>
        <p:nvSpPr>
          <p:cNvPr id="43013" name="Rectangle 5">
            <a:extLst>
              <a:ext uri="{FF2B5EF4-FFF2-40B4-BE49-F238E27FC236}">
                <a16:creationId xmlns:a16="http://schemas.microsoft.com/office/drawing/2014/main" id="{D68B5480-0861-B7D8-6167-0A25226B80D8}"/>
              </a:ext>
            </a:extLst>
          </p:cNvPr>
          <p:cNvSpPr>
            <a:spLocks noChangeArrowheads="1"/>
          </p:cNvSpPr>
          <p:nvPr/>
        </p:nvSpPr>
        <p:spPr bwMode="auto">
          <a:xfrm>
            <a:off x="468313" y="5084763"/>
            <a:ext cx="8135937"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spcBef>
                <a:spcPct val="20000"/>
              </a:spcBef>
              <a:buClr>
                <a:schemeClr val="hlink"/>
              </a:buClr>
              <a:buSzPct val="75000"/>
              <a:buFont typeface="Wingdings" panose="05000000000000000000" pitchFamily="2" charset="2"/>
              <a:buChar char="v"/>
            </a:pPr>
            <a:r>
              <a:rPr lang="zh-CN" altLang="en-US">
                <a:ea typeface="宋体" panose="02010600030101010101" pitchFamily="2" charset="-122"/>
              </a:rPr>
              <a:t>指明去往目标网络的数据包从本地路由器的哪个接口送出。</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a:extLst>
              <a:ext uri="{FF2B5EF4-FFF2-40B4-BE49-F238E27FC236}">
                <a16:creationId xmlns:a16="http://schemas.microsoft.com/office/drawing/2014/main" id="{04C01D7A-81EA-3911-5C51-2809E77BAD14}"/>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6.</a:t>
            </a:r>
            <a:r>
              <a:rPr lang="zh-CN" altLang="en-US">
                <a:ea typeface="宋体" panose="02010600030101010101" pitchFamily="2" charset="-122"/>
              </a:rPr>
              <a:t>路由表匹配过程和原则</a:t>
            </a:r>
          </a:p>
        </p:txBody>
      </p:sp>
      <p:sp>
        <p:nvSpPr>
          <p:cNvPr id="44035" name="Rectangle 5">
            <a:extLst>
              <a:ext uri="{FF2B5EF4-FFF2-40B4-BE49-F238E27FC236}">
                <a16:creationId xmlns:a16="http://schemas.microsoft.com/office/drawing/2014/main" id="{9CEFD5A5-FBEE-5BE8-84A2-0AC7C601B320}"/>
              </a:ext>
            </a:extLst>
          </p:cNvPr>
          <p:cNvSpPr>
            <a:spLocks noGrp="1" noRo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None/>
            </a:pPr>
            <a:r>
              <a:rPr lang="en-US" altLang="zh-CN">
                <a:ea typeface="宋体" panose="02010600030101010101" pitchFamily="2" charset="-122"/>
              </a:rPr>
              <a:t>		</a:t>
            </a:r>
            <a:r>
              <a:rPr lang="zh-CN" altLang="en-US">
                <a:ea typeface="宋体" panose="02010600030101010101" pitchFamily="2" charset="-122"/>
              </a:rPr>
              <a:t>进行匹配查找的原则就是选择具有最长</a:t>
            </a:r>
            <a:r>
              <a:rPr lang="en-US" altLang="zh-CN">
                <a:ea typeface="宋体" panose="02010600030101010101" pitchFamily="2" charset="-122"/>
              </a:rPr>
              <a:t>(</a:t>
            </a:r>
            <a:r>
              <a:rPr lang="zh-CN" altLang="en-US">
                <a:ea typeface="宋体" panose="02010600030101010101" pitchFamily="2" charset="-122"/>
              </a:rPr>
              <a:t>最精确</a:t>
            </a:r>
            <a:r>
              <a:rPr lang="en-US" altLang="zh-CN">
                <a:ea typeface="宋体" panose="02010600030101010101" pitchFamily="2" charset="-122"/>
              </a:rPr>
              <a:t>)</a:t>
            </a:r>
            <a:r>
              <a:rPr lang="zh-CN" altLang="en-US">
                <a:ea typeface="宋体" panose="02010600030101010101" pitchFamily="2" charset="-122"/>
              </a:rPr>
              <a:t>的子网掩码。这就是所谓的最长掩码匹配原则。 </a:t>
            </a:r>
          </a:p>
          <a:p>
            <a:pPr eaLnBrk="1" hangingPunct="1">
              <a:buFont typeface="Wingdings" panose="05000000000000000000" pitchFamily="2" charset="2"/>
              <a:buNone/>
            </a:pPr>
            <a:r>
              <a:rPr lang="zh-CN" altLang="en-US">
                <a:ea typeface="宋体" panose="02010600030101010101" pitchFamily="2" charset="-122"/>
              </a:rPr>
              <a:t>		只有当没有任何路由条目匹配待路由数据包时，路由才会采用最后一条路由条目</a:t>
            </a:r>
            <a:r>
              <a:rPr lang="en-US" altLang="zh-CN">
                <a:ea typeface="宋体" panose="02010600030101010101" pitchFamily="2" charset="-122"/>
              </a:rPr>
              <a:t>——</a:t>
            </a:r>
            <a:r>
              <a:rPr lang="zh-CN" altLang="en-US">
                <a:ea typeface="宋体" panose="02010600030101010101" pitchFamily="2" charset="-122"/>
              </a:rPr>
              <a:t>网络号和掩码位全为</a:t>
            </a:r>
            <a:r>
              <a:rPr lang="en-US" altLang="zh-CN">
                <a:ea typeface="宋体" panose="02010600030101010101" pitchFamily="2" charset="-122"/>
              </a:rPr>
              <a:t>0</a:t>
            </a:r>
            <a:r>
              <a:rPr lang="zh-CN" altLang="en-US">
                <a:ea typeface="宋体" panose="02010600030101010101" pitchFamily="2" charset="-122"/>
              </a:rPr>
              <a:t>的路由，该路由称缺省路由，也就是任何一个目的</a:t>
            </a:r>
            <a:r>
              <a:rPr lang="en-US" altLang="zh-CN">
                <a:ea typeface="宋体" panose="02010600030101010101" pitchFamily="2" charset="-122"/>
              </a:rPr>
              <a:t>IP</a:t>
            </a:r>
            <a:r>
              <a:rPr lang="zh-CN" altLang="en-US">
                <a:ea typeface="宋体" panose="02010600030101010101" pitchFamily="2" charset="-122"/>
              </a:rPr>
              <a:t>地址都可以匹配成功的路由。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a:extLst>
              <a:ext uri="{FF2B5EF4-FFF2-40B4-BE49-F238E27FC236}">
                <a16:creationId xmlns:a16="http://schemas.microsoft.com/office/drawing/2014/main" id="{78FE248C-5B76-0FE4-8F02-6FCABCC8CE14}"/>
              </a:ext>
            </a:extLst>
          </p:cNvPr>
          <p:cNvSpPr>
            <a:spLocks noGrp="1" noRot="1" noChangeArrowheads="1"/>
          </p:cNvSpPr>
          <p:nvPr>
            <p:ph type="title"/>
          </p:nvPr>
        </p:nvSpPr>
        <p:spPr bwMode="auto">
          <a:xfrm>
            <a:off x="1524000" y="2590800"/>
            <a:ext cx="6400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增加：通行的路由策略</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AB287FA-FED2-BB6B-06A7-CE43035F9FAD}"/>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电路交换网中的路由选择</a:t>
            </a:r>
          </a:p>
        </p:txBody>
      </p:sp>
      <p:sp>
        <p:nvSpPr>
          <p:cNvPr id="46083" name="Rectangle 3">
            <a:extLst>
              <a:ext uri="{FF2B5EF4-FFF2-40B4-BE49-F238E27FC236}">
                <a16:creationId xmlns:a16="http://schemas.microsoft.com/office/drawing/2014/main" id="{320CAB49-5B36-B731-4568-15C95115304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电路连接需要经过多个交换机的通路</a:t>
            </a:r>
          </a:p>
          <a:p>
            <a:r>
              <a:rPr lang="zh-CN" altLang="en-US">
                <a:ea typeface="宋体" panose="02010600030101010101" pitchFamily="2" charset="-122"/>
              </a:rPr>
              <a:t>需要寻找路由</a:t>
            </a:r>
          </a:p>
          <a:p>
            <a:pPr lvl="1"/>
            <a:r>
              <a:rPr lang="zh-CN" altLang="en-US">
                <a:ea typeface="宋体" panose="02010600030101010101" pitchFamily="2" charset="-122"/>
              </a:rPr>
              <a:t>效率 </a:t>
            </a:r>
            <a:r>
              <a:rPr lang="en-US" altLang="zh-CN">
                <a:ea typeface="宋体" panose="02010600030101010101" pitchFamily="2" charset="-122"/>
              </a:rPr>
              <a:t>Efficiency</a:t>
            </a:r>
          </a:p>
          <a:p>
            <a:pPr lvl="1"/>
            <a:r>
              <a:rPr lang="zh-CN" altLang="en-US">
                <a:ea typeface="宋体" panose="02010600030101010101" pitchFamily="2" charset="-122"/>
              </a:rPr>
              <a:t>弹性 </a:t>
            </a:r>
            <a:r>
              <a:rPr lang="en-US" altLang="zh-CN">
                <a:ea typeface="宋体" panose="02010600030101010101" pitchFamily="2" charset="-122"/>
              </a:rPr>
              <a:t>Resilience</a:t>
            </a:r>
          </a:p>
          <a:p>
            <a:r>
              <a:rPr lang="zh-CN" altLang="en-US">
                <a:ea typeface="宋体" panose="02010600030101010101" pitchFamily="2" charset="-122"/>
              </a:rPr>
              <a:t>静态层次路由</a:t>
            </a:r>
          </a:p>
          <a:p>
            <a:pPr lvl="1"/>
            <a:r>
              <a:rPr lang="zh-CN" altLang="en-US">
                <a:ea typeface="宋体" panose="02010600030101010101" pitchFamily="2" charset="-122"/>
              </a:rPr>
              <a:t>公用电信网中的交换机组织成树形结构</a:t>
            </a:r>
          </a:p>
          <a:p>
            <a:r>
              <a:rPr lang="zh-CN" altLang="en-US">
                <a:ea typeface="宋体" panose="02010600030101010101" pitchFamily="2" charset="-122"/>
              </a:rPr>
              <a:t>动态路由</a:t>
            </a:r>
            <a:endParaRPr lang="en-US" altLang="zh-CN">
              <a:ea typeface="宋体" panose="02010600030101010101" pitchFamily="2" charset="-122"/>
            </a:endParaRPr>
          </a:p>
          <a:p>
            <a:pPr lvl="1"/>
            <a:r>
              <a:rPr lang="zh-CN" altLang="en-US">
                <a:ea typeface="宋体" panose="02010600030101010101" pitchFamily="2" charset="-122"/>
              </a:rPr>
              <a:t>节点之间是同级关系，依据通信量允许路径的改变</a:t>
            </a:r>
          </a:p>
          <a:p>
            <a:pPr lvl="1"/>
            <a:endParaRPr lang="en-US" altLang="zh-CN">
              <a:ea typeface="宋体" panose="02010600030101010101" pitchFamily="2" charset="-122"/>
            </a:endParaRPr>
          </a:p>
        </p:txBody>
      </p:sp>
      <p:pic>
        <p:nvPicPr>
          <p:cNvPr id="4" name="Picture 4">
            <a:extLst>
              <a:ext uri="{FF2B5EF4-FFF2-40B4-BE49-F238E27FC236}">
                <a16:creationId xmlns:a16="http://schemas.microsoft.com/office/drawing/2014/main" id="{3EE048BF-40ED-3745-6396-13E71F9D4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5338" y="2060575"/>
            <a:ext cx="4314825"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BE04A95-558A-8DCD-BBD7-5F59DA3E0E5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交替路由选择</a:t>
            </a:r>
          </a:p>
        </p:txBody>
      </p:sp>
      <p:sp>
        <p:nvSpPr>
          <p:cNvPr id="47107" name="Rectangle 3">
            <a:extLst>
              <a:ext uri="{FF2B5EF4-FFF2-40B4-BE49-F238E27FC236}">
                <a16:creationId xmlns:a16="http://schemas.microsoft.com/office/drawing/2014/main" id="{9B780227-D6EE-1F59-A922-A0305EB3B5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r>
              <a:rPr lang="zh-CN" altLang="en-US">
                <a:ea typeface="宋体" panose="02010600030101010101" pitchFamily="2" charset="-122"/>
              </a:rPr>
              <a:t>固定交替路由</a:t>
            </a:r>
          </a:p>
          <a:p>
            <a:pPr lvl="1"/>
            <a:r>
              <a:rPr lang="zh-CN" altLang="en-US">
                <a:ea typeface="宋体" panose="02010600030101010101" pitchFamily="2" charset="-122"/>
              </a:rPr>
              <a:t>预先定义好两个端局之间能够使用的路由</a:t>
            </a:r>
          </a:p>
          <a:p>
            <a:pPr lvl="1"/>
            <a:r>
              <a:rPr lang="zh-CN" altLang="en-US">
                <a:ea typeface="宋体" panose="02010600030101010101" pitchFamily="2" charset="-122"/>
              </a:rPr>
              <a:t>主叫交换机选择合适的路由</a:t>
            </a:r>
          </a:p>
          <a:p>
            <a:pPr lvl="1"/>
            <a:r>
              <a:rPr lang="zh-CN" altLang="en-US">
                <a:ea typeface="宋体" panose="02010600030101010101" pitchFamily="2" charset="-122"/>
              </a:rPr>
              <a:t>路径列表按照由好到差的顺序尝试</a:t>
            </a:r>
          </a:p>
          <a:p>
            <a:pPr>
              <a:buFontTx/>
              <a:buNone/>
            </a:pPr>
            <a:r>
              <a:rPr lang="zh-CN" altLang="en-US">
                <a:ea typeface="宋体" panose="02010600030101010101" pitchFamily="2" charset="-122"/>
              </a:rPr>
              <a:t>动态交替路由</a:t>
            </a:r>
          </a:p>
          <a:p>
            <a:pPr lvl="1"/>
            <a:r>
              <a:rPr lang="zh-CN" altLang="en-US">
                <a:ea typeface="宋体" panose="02010600030101010101" pitchFamily="2" charset="-122"/>
              </a:rPr>
              <a:t>不同的时间段使用不同的预定路由序列</a:t>
            </a:r>
          </a:p>
          <a:p>
            <a:endParaRPr lang="zh-CN" altLang="en-US">
              <a:ea typeface="宋体" panose="02010600030101010101" pitchFamily="2" charset="-122"/>
            </a:endParaRPr>
          </a:p>
        </p:txBody>
      </p:sp>
      <p:pic>
        <p:nvPicPr>
          <p:cNvPr id="4" name="Picture 4">
            <a:extLst>
              <a:ext uri="{FF2B5EF4-FFF2-40B4-BE49-F238E27FC236}">
                <a16:creationId xmlns:a16="http://schemas.microsoft.com/office/drawing/2014/main" id="{20218F7A-42C6-D9FA-D914-ECBA59520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4999"/>
          <a:stretch>
            <a:fillRect/>
          </a:stretch>
        </p:blipFill>
        <p:spPr bwMode="auto">
          <a:xfrm>
            <a:off x="2946400" y="0"/>
            <a:ext cx="6197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D823EC30-E04B-1FFF-4ECE-DBABE9776F53}"/>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分组交换网中的路由</a:t>
            </a:r>
          </a:p>
        </p:txBody>
      </p:sp>
      <p:sp>
        <p:nvSpPr>
          <p:cNvPr id="8195" name="Rectangle 3">
            <a:extLst>
              <a:ext uri="{FF2B5EF4-FFF2-40B4-BE49-F238E27FC236}">
                <a16:creationId xmlns:a16="http://schemas.microsoft.com/office/drawing/2014/main" id="{9DFD16F1-29DA-E140-A154-744FEE62D439}"/>
              </a:ext>
            </a:extLst>
          </p:cNvPr>
          <p:cNvSpPr>
            <a:spLocks noGrp="1" noChangeArrowheads="1"/>
          </p:cNvSpPr>
          <p:nvPr>
            <p:ph type="body" idx="1"/>
          </p:nvPr>
        </p:nvSpPr>
        <p:spPr/>
        <p:txBody>
          <a:bodyPr/>
          <a:lstStyle/>
          <a:p>
            <a:pPr>
              <a:defRPr/>
            </a:pPr>
            <a:r>
              <a:rPr lang="zh-CN" altLang="en-US" sz="2400" dirty="0">
                <a:ea typeface="宋体" charset="-122"/>
              </a:rPr>
              <a:t>分组交换网的关键问题</a:t>
            </a:r>
            <a:endParaRPr lang="en-US" altLang="zh-CN" sz="2400" dirty="0">
              <a:ea typeface="宋体" charset="-122"/>
            </a:endParaRPr>
          </a:p>
          <a:p>
            <a:pPr>
              <a:defRPr/>
            </a:pPr>
            <a:r>
              <a:rPr lang="zh-CN" altLang="en-US" sz="2400" dirty="0">
                <a:ea typeface="宋体" charset="-122"/>
              </a:rPr>
              <a:t>特性</a:t>
            </a:r>
          </a:p>
          <a:p>
            <a:pPr lvl="1">
              <a:defRPr/>
            </a:pPr>
            <a:r>
              <a:rPr lang="en-US" altLang="zh-CN" sz="2000" dirty="0">
                <a:ea typeface="宋体" charset="-122"/>
              </a:rPr>
              <a:t>Correctness</a:t>
            </a:r>
          </a:p>
          <a:p>
            <a:pPr lvl="1">
              <a:defRPr/>
            </a:pPr>
            <a:r>
              <a:rPr lang="en-US" altLang="zh-CN" sz="2000" dirty="0">
                <a:ea typeface="宋体" charset="-122"/>
              </a:rPr>
              <a:t>Simplicity</a:t>
            </a:r>
          </a:p>
          <a:p>
            <a:pPr lvl="1">
              <a:defRPr/>
            </a:pPr>
            <a:r>
              <a:rPr lang="en-US" altLang="zh-CN" sz="2000" dirty="0">
                <a:ea typeface="宋体" charset="-122"/>
              </a:rPr>
              <a:t>Robustness</a:t>
            </a:r>
          </a:p>
          <a:p>
            <a:pPr lvl="1">
              <a:defRPr/>
            </a:pPr>
            <a:r>
              <a:rPr lang="en-US" altLang="zh-CN" sz="2000" dirty="0">
                <a:ea typeface="宋体" charset="-122"/>
              </a:rPr>
              <a:t>Stability</a:t>
            </a:r>
          </a:p>
          <a:p>
            <a:pPr lvl="1">
              <a:defRPr/>
            </a:pPr>
            <a:r>
              <a:rPr lang="en-US" altLang="zh-CN" sz="2000" dirty="0">
                <a:ea typeface="宋体" charset="-122"/>
              </a:rPr>
              <a:t>Fairness</a:t>
            </a:r>
          </a:p>
          <a:p>
            <a:pPr lvl="1">
              <a:defRPr/>
            </a:pPr>
            <a:r>
              <a:rPr lang="en-US" altLang="zh-CN" sz="2000" dirty="0">
                <a:ea typeface="宋体" charset="-122"/>
              </a:rPr>
              <a:t>Optimality</a:t>
            </a:r>
          </a:p>
          <a:p>
            <a:pPr lvl="1">
              <a:defRPr/>
            </a:pPr>
            <a:r>
              <a:rPr lang="en-US" altLang="zh-CN" sz="2000" dirty="0">
                <a:ea typeface="宋体" charset="-122"/>
              </a:rPr>
              <a:t>Efficiency</a:t>
            </a:r>
            <a:endParaRPr lang="en-US" altLang="zh-CN" dirty="0">
              <a:solidFill>
                <a:srgbClr val="9933FF"/>
              </a:solidFill>
              <a:ea typeface="宋体" charset="-122"/>
              <a:cs typeface="+mn-cs"/>
            </a:endParaRPr>
          </a:p>
          <a:p>
            <a:pPr>
              <a:defRPr/>
            </a:pPr>
            <a:r>
              <a:rPr lang="zh-CN" altLang="en-US" sz="2400" dirty="0">
                <a:ea typeface="宋体" charset="-122"/>
              </a:rPr>
              <a:t>性能评价标准</a:t>
            </a:r>
            <a:endParaRPr lang="en-US" altLang="zh-CN" sz="2400" dirty="0">
              <a:ea typeface="宋体" charset="-122"/>
            </a:endParaRPr>
          </a:p>
          <a:p>
            <a:pPr lvl="1">
              <a:defRPr/>
            </a:pPr>
            <a:r>
              <a:rPr lang="zh-CN" altLang="en-US" sz="2000" dirty="0">
                <a:ea typeface="宋体" charset="-122"/>
              </a:rPr>
              <a:t>最小跳数</a:t>
            </a:r>
            <a:endParaRPr lang="en-US" altLang="zh-CN" sz="2000" dirty="0">
              <a:ea typeface="宋体" charset="-122"/>
            </a:endParaRPr>
          </a:p>
          <a:p>
            <a:pPr lvl="1">
              <a:defRPr/>
            </a:pPr>
            <a:r>
              <a:rPr lang="zh-CN" altLang="en-US" sz="2000" dirty="0">
                <a:ea typeface="宋体" charset="-122"/>
              </a:rPr>
              <a:t>最小代价</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C102B72-1F28-AC04-3E9B-027DA6F502DD}"/>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GB">
                <a:ea typeface="宋体" panose="02010600030101010101" pitchFamily="2" charset="-122"/>
              </a:rPr>
              <a:t>分组交换网路由代价</a:t>
            </a:r>
            <a:endParaRPr lang="zh-CN" altLang="en-US">
              <a:ea typeface="宋体" panose="02010600030101010101" pitchFamily="2" charset="-122"/>
            </a:endParaRPr>
          </a:p>
        </p:txBody>
      </p:sp>
      <p:pic>
        <p:nvPicPr>
          <p:cNvPr id="49155" name="Picture 5">
            <a:extLst>
              <a:ext uri="{FF2B5EF4-FFF2-40B4-BE49-F238E27FC236}">
                <a16:creationId xmlns:a16="http://schemas.microsoft.com/office/drawing/2014/main" id="{12764438-B1B4-A182-93E4-33FA07154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6674"/>
          <a:stretch>
            <a:fillRect/>
          </a:stretch>
        </p:blipFill>
        <p:spPr bwMode="auto">
          <a:xfrm>
            <a:off x="457200" y="1371600"/>
            <a:ext cx="8077200" cy="541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0317AD4-91AD-8ACB-BC9A-07D509CACE9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判决时间和地点</a:t>
            </a:r>
          </a:p>
        </p:txBody>
      </p:sp>
      <p:sp>
        <p:nvSpPr>
          <p:cNvPr id="50179" name="Rectangle 3">
            <a:extLst>
              <a:ext uri="{FF2B5EF4-FFF2-40B4-BE49-F238E27FC236}">
                <a16:creationId xmlns:a16="http://schemas.microsoft.com/office/drawing/2014/main" id="{C237DFC0-D94E-BA79-2209-292BCCF9BF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时间</a:t>
            </a:r>
          </a:p>
          <a:p>
            <a:pPr lvl="1"/>
            <a:r>
              <a:rPr lang="zh-CN" altLang="en-US">
                <a:ea typeface="宋体" panose="02010600030101010101" pitchFamily="2" charset="-122"/>
              </a:rPr>
              <a:t>基于分组</a:t>
            </a:r>
            <a:r>
              <a:rPr lang="en-US" altLang="zh-CN">
                <a:ea typeface="宋体" panose="02010600030101010101" pitchFamily="2" charset="-122"/>
              </a:rPr>
              <a:t>(</a:t>
            </a:r>
            <a:r>
              <a:rPr lang="zh-CN" altLang="en-US">
                <a:ea typeface="宋体" panose="02010600030101010101" pitchFamily="2" charset="-122"/>
              </a:rPr>
              <a:t>数据报</a:t>
            </a:r>
            <a:r>
              <a:rPr lang="en-US" altLang="zh-CN">
                <a:ea typeface="宋体" panose="02010600030101010101" pitchFamily="2" charset="-122"/>
              </a:rPr>
              <a:t>)</a:t>
            </a:r>
            <a:r>
              <a:rPr lang="zh-CN" altLang="en-US">
                <a:ea typeface="宋体" panose="02010600030101010101" pitchFamily="2" charset="-122"/>
              </a:rPr>
              <a:t>或会话</a:t>
            </a:r>
            <a:r>
              <a:rPr lang="en-US" altLang="zh-CN">
                <a:ea typeface="宋体" panose="02010600030101010101" pitchFamily="2" charset="-122"/>
              </a:rPr>
              <a:t>(</a:t>
            </a:r>
            <a:r>
              <a:rPr lang="zh-CN" altLang="en-US">
                <a:ea typeface="宋体" panose="02010600030101010101" pitchFamily="2" charset="-122"/>
              </a:rPr>
              <a:t>虚电路</a:t>
            </a:r>
            <a:r>
              <a:rPr lang="en-US" altLang="zh-CN">
                <a:ea typeface="宋体" panose="02010600030101010101" pitchFamily="2" charset="-122"/>
              </a:rPr>
              <a:t>)</a:t>
            </a:r>
          </a:p>
          <a:p>
            <a:r>
              <a:rPr lang="zh-CN" altLang="en-US">
                <a:ea typeface="宋体" panose="02010600030101010101" pitchFamily="2" charset="-122"/>
              </a:rPr>
              <a:t>地点</a:t>
            </a:r>
          </a:p>
          <a:p>
            <a:pPr lvl="1"/>
            <a:r>
              <a:rPr lang="zh-CN" altLang="en-US">
                <a:ea typeface="宋体" panose="02010600030101010101" pitchFamily="2" charset="-122"/>
              </a:rPr>
              <a:t>分布式 </a:t>
            </a:r>
            <a:r>
              <a:rPr lang="en-US" altLang="zh-CN">
                <a:ea typeface="宋体" panose="02010600030101010101" pitchFamily="2" charset="-122"/>
              </a:rPr>
              <a:t>Distributed</a:t>
            </a:r>
          </a:p>
          <a:p>
            <a:pPr lvl="2"/>
            <a:r>
              <a:rPr lang="zh-CN" altLang="en-US">
                <a:ea typeface="宋体" panose="02010600030101010101" pitchFamily="2" charset="-122"/>
              </a:rPr>
              <a:t>每个节点</a:t>
            </a:r>
          </a:p>
          <a:p>
            <a:pPr lvl="1"/>
            <a:r>
              <a:rPr lang="zh-CN" altLang="en-US">
                <a:ea typeface="宋体" panose="02010600030101010101" pitchFamily="2" charset="-122"/>
              </a:rPr>
              <a:t>集中式 </a:t>
            </a:r>
            <a:r>
              <a:rPr lang="en-US" altLang="zh-CN">
                <a:ea typeface="宋体" panose="02010600030101010101" pitchFamily="2" charset="-122"/>
              </a:rPr>
              <a:t>Centralized</a:t>
            </a:r>
          </a:p>
          <a:p>
            <a:pPr lvl="1"/>
            <a:r>
              <a:rPr lang="zh-CN" altLang="en-US">
                <a:ea typeface="宋体" panose="02010600030101010101" pitchFamily="2" charset="-122"/>
              </a:rPr>
              <a:t>源点式  </a:t>
            </a:r>
            <a:r>
              <a:rPr lang="en-US" altLang="zh-CN">
                <a:ea typeface="宋体" panose="02010600030101010101" pitchFamily="2" charset="-122"/>
              </a:rPr>
              <a:t>Source</a:t>
            </a:r>
          </a:p>
          <a:p>
            <a:pPr lvl="1"/>
            <a:endParaRPr lang="zh-CN" altLang="en-US">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9A2A8C4-CF11-5416-304D-40A2D2688713}"/>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网络信息资源和更新定时</a:t>
            </a:r>
          </a:p>
        </p:txBody>
      </p:sp>
      <p:sp>
        <p:nvSpPr>
          <p:cNvPr id="51203" name="Rectangle 3">
            <a:extLst>
              <a:ext uri="{FF2B5EF4-FFF2-40B4-BE49-F238E27FC236}">
                <a16:creationId xmlns:a16="http://schemas.microsoft.com/office/drawing/2014/main" id="{C8E6D3B8-28C6-BCFA-8DFF-4E83D1AAB17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pPr>
            <a:r>
              <a:rPr lang="zh-CN" altLang="en-US">
                <a:ea typeface="宋体" panose="02010600030101010101" pitchFamily="2" charset="-122"/>
              </a:rPr>
              <a:t>路由策略通常基于网络状态的信息，而有些却不是</a:t>
            </a:r>
            <a:r>
              <a:rPr lang="en-US" altLang="zh-CN">
                <a:ea typeface="宋体" panose="02010600030101010101" pitchFamily="2" charset="-122"/>
              </a:rPr>
              <a:t>(</a:t>
            </a:r>
            <a:r>
              <a:rPr lang="zh-CN" altLang="en-US">
                <a:ea typeface="宋体" panose="02010600030101010101" pitchFamily="2" charset="-122"/>
              </a:rPr>
              <a:t>洪泛</a:t>
            </a:r>
            <a:r>
              <a:rPr lang="en-US" altLang="zh-CN">
                <a:ea typeface="宋体" panose="02010600030101010101" pitchFamily="2" charset="-122"/>
              </a:rPr>
              <a:t>)</a:t>
            </a:r>
          </a:p>
          <a:p>
            <a:pPr lvl="1">
              <a:lnSpc>
                <a:spcPct val="90000"/>
              </a:lnSpc>
            </a:pPr>
            <a:r>
              <a:rPr lang="zh-CN" altLang="en-US">
                <a:ea typeface="宋体" panose="02010600030101010101" pitchFamily="2" charset="-122"/>
              </a:rPr>
              <a:t>分布式路由 </a:t>
            </a:r>
            <a:r>
              <a:rPr lang="en-US" altLang="zh-CN">
                <a:ea typeface="宋体" panose="02010600030101010101" pitchFamily="2" charset="-122"/>
              </a:rPr>
              <a:t>Distributed routing</a:t>
            </a:r>
          </a:p>
          <a:p>
            <a:pPr lvl="2">
              <a:lnSpc>
                <a:spcPct val="90000"/>
              </a:lnSpc>
            </a:pPr>
            <a:r>
              <a:rPr lang="zh-CN" altLang="en-US">
                <a:ea typeface="宋体" panose="02010600030101010101" pitchFamily="2" charset="-122"/>
              </a:rPr>
              <a:t>节点使用局部信息</a:t>
            </a:r>
          </a:p>
          <a:p>
            <a:pPr lvl="2">
              <a:lnSpc>
                <a:spcPct val="90000"/>
              </a:lnSpc>
            </a:pPr>
            <a:r>
              <a:rPr lang="zh-CN" altLang="en-US">
                <a:ea typeface="宋体" panose="02010600030101010101" pitchFamily="2" charset="-122"/>
              </a:rPr>
              <a:t>可以从相邻节点获取信息</a:t>
            </a:r>
          </a:p>
          <a:p>
            <a:pPr lvl="2">
              <a:lnSpc>
                <a:spcPct val="90000"/>
              </a:lnSpc>
            </a:pPr>
            <a:r>
              <a:rPr lang="zh-CN" altLang="en-US">
                <a:ea typeface="宋体" panose="02010600030101010101" pitchFamily="2" charset="-122"/>
              </a:rPr>
              <a:t>从潜在路由上的所有节点来获取信息</a:t>
            </a:r>
          </a:p>
          <a:p>
            <a:pPr lvl="1">
              <a:lnSpc>
                <a:spcPct val="90000"/>
              </a:lnSpc>
            </a:pPr>
            <a:r>
              <a:rPr lang="zh-CN" altLang="en-US">
                <a:ea typeface="宋体" panose="02010600030101010101" pitchFamily="2" charset="-122"/>
              </a:rPr>
              <a:t>集中式路由 </a:t>
            </a:r>
            <a:r>
              <a:rPr lang="en-US" altLang="zh-CN">
                <a:ea typeface="宋体" panose="02010600030101010101" pitchFamily="2" charset="-122"/>
              </a:rPr>
              <a:t>Central routing</a:t>
            </a:r>
          </a:p>
          <a:p>
            <a:pPr lvl="2">
              <a:lnSpc>
                <a:spcPct val="90000"/>
              </a:lnSpc>
            </a:pPr>
            <a:r>
              <a:rPr lang="zh-CN" altLang="en-US">
                <a:ea typeface="宋体" panose="02010600030101010101" pitchFamily="2" charset="-122"/>
              </a:rPr>
              <a:t>从所有节点获取信息</a:t>
            </a:r>
          </a:p>
          <a:p>
            <a:pPr>
              <a:lnSpc>
                <a:spcPct val="90000"/>
              </a:lnSpc>
            </a:pPr>
            <a:r>
              <a:rPr lang="zh-CN" altLang="en-US">
                <a:ea typeface="宋体" panose="02010600030101010101" pitchFamily="2" charset="-122"/>
              </a:rPr>
              <a:t>更新时间</a:t>
            </a:r>
            <a:endParaRPr lang="en-US" altLang="zh-CN">
              <a:ea typeface="宋体" panose="02010600030101010101" pitchFamily="2" charset="-122"/>
            </a:endParaRPr>
          </a:p>
          <a:p>
            <a:pPr lvl="1">
              <a:lnSpc>
                <a:spcPct val="90000"/>
              </a:lnSpc>
            </a:pPr>
            <a:r>
              <a:rPr lang="zh-CN" altLang="en-US">
                <a:ea typeface="宋体" panose="02010600030101010101" pitchFamily="2" charset="-122"/>
              </a:rPr>
              <a:t>来自于节点的网络信息什么时候更新？</a:t>
            </a:r>
          </a:p>
          <a:p>
            <a:pPr lvl="1">
              <a:lnSpc>
                <a:spcPct val="90000"/>
              </a:lnSpc>
            </a:pPr>
            <a:r>
              <a:rPr lang="en-US" altLang="zh-CN">
                <a:ea typeface="宋体" panose="02010600030101010101" pitchFamily="2" charset="-122"/>
              </a:rPr>
              <a:t>Fixed – </a:t>
            </a:r>
            <a:r>
              <a:rPr lang="zh-CN" altLang="en-US">
                <a:ea typeface="宋体" panose="02010600030101010101" pitchFamily="2" charset="-122"/>
              </a:rPr>
              <a:t>从不更新</a:t>
            </a:r>
          </a:p>
          <a:p>
            <a:pPr lvl="1">
              <a:lnSpc>
                <a:spcPct val="90000"/>
              </a:lnSpc>
            </a:pPr>
            <a:r>
              <a:rPr lang="en-US" altLang="zh-CN">
                <a:ea typeface="宋体" panose="02010600030101010101" pitchFamily="2" charset="-122"/>
              </a:rPr>
              <a:t>Adaptive – </a:t>
            </a:r>
            <a:r>
              <a:rPr lang="zh-CN" altLang="en-US">
                <a:ea typeface="宋体" panose="02010600030101010101" pitchFamily="2" charset="-122"/>
              </a:rPr>
              <a:t>定期更新</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1E5CEF1-4DBA-297C-1E48-321AE1E1940F}"/>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路由策略</a:t>
            </a:r>
          </a:p>
        </p:txBody>
      </p:sp>
      <p:sp>
        <p:nvSpPr>
          <p:cNvPr id="52227" name="Rectangle 3">
            <a:extLst>
              <a:ext uri="{FF2B5EF4-FFF2-40B4-BE49-F238E27FC236}">
                <a16:creationId xmlns:a16="http://schemas.microsoft.com/office/drawing/2014/main" id="{F359289B-C6F9-C50B-66D2-D06C904F53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固定 </a:t>
            </a:r>
            <a:r>
              <a:rPr lang="en-US" altLang="zh-CN">
                <a:ea typeface="宋体" panose="02010600030101010101" pitchFamily="2" charset="-122"/>
              </a:rPr>
              <a:t>Fixed</a:t>
            </a:r>
          </a:p>
          <a:p>
            <a:r>
              <a:rPr lang="zh-CN" altLang="en-US">
                <a:ea typeface="宋体" panose="02010600030101010101" pitchFamily="2" charset="-122"/>
              </a:rPr>
              <a:t>洪泛 </a:t>
            </a:r>
            <a:r>
              <a:rPr lang="en-US" altLang="zh-CN">
                <a:ea typeface="宋体" panose="02010600030101010101" pitchFamily="2" charset="-122"/>
              </a:rPr>
              <a:t>Flooding</a:t>
            </a:r>
          </a:p>
          <a:p>
            <a:r>
              <a:rPr lang="zh-CN" altLang="en-US">
                <a:ea typeface="宋体" panose="02010600030101010101" pitchFamily="2" charset="-122"/>
              </a:rPr>
              <a:t>随机 </a:t>
            </a:r>
            <a:r>
              <a:rPr lang="en-US" altLang="zh-CN">
                <a:ea typeface="宋体" panose="02010600030101010101" pitchFamily="2" charset="-122"/>
              </a:rPr>
              <a:t>Random</a:t>
            </a:r>
          </a:p>
          <a:p>
            <a:r>
              <a:rPr lang="zh-CN" altLang="en-US">
                <a:ea typeface="宋体" panose="02010600030101010101" pitchFamily="2" charset="-122"/>
              </a:rPr>
              <a:t>自适应 </a:t>
            </a:r>
            <a:r>
              <a:rPr lang="en-US" altLang="zh-CN">
                <a:ea typeface="宋体" panose="02010600030101010101" pitchFamily="2" charset="-122"/>
              </a:rPr>
              <a:t>Adaptive</a:t>
            </a:r>
          </a:p>
          <a:p>
            <a:endParaRPr lang="zh-CN" altLang="en-US">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E2A6322-7FA3-45C3-B053-BD049D4478E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固定路由</a:t>
            </a:r>
          </a:p>
        </p:txBody>
      </p:sp>
      <p:sp>
        <p:nvSpPr>
          <p:cNvPr id="53251" name="Rectangle 3">
            <a:extLst>
              <a:ext uri="{FF2B5EF4-FFF2-40B4-BE49-F238E27FC236}">
                <a16:creationId xmlns:a16="http://schemas.microsoft.com/office/drawing/2014/main" id="{181E2A61-FB03-F0DB-9E05-A784EE993BA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一对节点之间有一条永久的路由</a:t>
            </a:r>
          </a:p>
          <a:p>
            <a:r>
              <a:rPr lang="zh-CN" altLang="en-US">
                <a:ea typeface="宋体" panose="02010600030101010101" pitchFamily="2" charset="-122"/>
              </a:rPr>
              <a:t>由最小代价算法计算路由 </a:t>
            </a:r>
          </a:p>
          <a:p>
            <a:r>
              <a:rPr lang="zh-CN" altLang="en-US">
                <a:ea typeface="宋体" panose="02010600030101010101" pitchFamily="2" charset="-122"/>
              </a:rPr>
              <a:t>直到网络拓扑发生变化才重新计算路由</a:t>
            </a:r>
          </a:p>
          <a:p>
            <a:endParaRPr lang="zh-CN" altLang="en-US">
              <a:ea typeface="宋体" panose="02010600030101010101" pitchFamily="2" charset="-122"/>
            </a:endParaRPr>
          </a:p>
          <a:p>
            <a:r>
              <a:rPr lang="zh-CN" altLang="en-US">
                <a:ea typeface="宋体" panose="02010600030101010101" pitchFamily="2" charset="-122"/>
              </a:rPr>
              <a:t>没必要为每一对节点保存完整的路由，知道第一路由就可以</a:t>
            </a:r>
            <a:endParaRPr lang="en-US" altLang="zh-CN">
              <a:ea typeface="宋体" panose="02010600030101010101" pitchFamily="2" charset="-122"/>
            </a:endParaRPr>
          </a:p>
          <a:p>
            <a:endParaRPr lang="zh-CN" altLang="en-US">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5AC3A2B-7864-1EA4-0B28-AC09CBA5F6C5}"/>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固定路由选择</a:t>
            </a:r>
          </a:p>
        </p:txBody>
      </p:sp>
      <p:pic>
        <p:nvPicPr>
          <p:cNvPr id="54275" name="Picture 4">
            <a:extLst>
              <a:ext uri="{FF2B5EF4-FFF2-40B4-BE49-F238E27FC236}">
                <a16:creationId xmlns:a16="http://schemas.microsoft.com/office/drawing/2014/main" id="{9F198A62-6CEE-793C-42FB-EBBF6BC26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487"/>
          <a:stretch>
            <a:fillRect/>
          </a:stretch>
        </p:blipFill>
        <p:spPr bwMode="auto">
          <a:xfrm>
            <a:off x="3965575" y="0"/>
            <a:ext cx="5178425"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5">
            <a:extLst>
              <a:ext uri="{FF2B5EF4-FFF2-40B4-BE49-F238E27FC236}">
                <a16:creationId xmlns:a16="http://schemas.microsoft.com/office/drawing/2014/main" id="{E542B3AA-70B6-8EA8-E996-6C077E7FE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6674"/>
          <a:stretch>
            <a:fillRect/>
          </a:stretch>
        </p:blipFill>
        <p:spPr bwMode="auto">
          <a:xfrm>
            <a:off x="250825" y="2492375"/>
            <a:ext cx="3178175"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E15E2EC-810B-AA91-5ED6-63C46B78831D}"/>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洪泛</a:t>
            </a:r>
          </a:p>
        </p:txBody>
      </p:sp>
      <p:sp>
        <p:nvSpPr>
          <p:cNvPr id="55299" name="Rectangle 3">
            <a:extLst>
              <a:ext uri="{FF2B5EF4-FFF2-40B4-BE49-F238E27FC236}">
                <a16:creationId xmlns:a16="http://schemas.microsoft.com/office/drawing/2014/main" id="{F54E5795-5031-2B33-A2AD-C8E5D41DC36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pPr>
            <a:r>
              <a:rPr lang="zh-CN" altLang="en-US">
                <a:ea typeface="宋体" panose="02010600030101010101" pitchFamily="2" charset="-122"/>
              </a:rPr>
              <a:t>不需要全网信息</a:t>
            </a:r>
          </a:p>
          <a:p>
            <a:pPr>
              <a:lnSpc>
                <a:spcPct val="90000"/>
              </a:lnSpc>
            </a:pPr>
            <a:r>
              <a:rPr lang="zh-CN" altLang="en-US">
                <a:ea typeface="宋体" panose="02010600030101010101" pitchFamily="2" charset="-122"/>
              </a:rPr>
              <a:t>分组由源节点发送到每个相邻的节点上</a:t>
            </a:r>
          </a:p>
          <a:p>
            <a:pPr>
              <a:lnSpc>
                <a:spcPct val="90000"/>
              </a:lnSpc>
            </a:pPr>
            <a:r>
              <a:rPr lang="zh-CN" altLang="en-US">
                <a:ea typeface="宋体" panose="02010600030101010101" pitchFamily="2" charset="-122"/>
              </a:rPr>
              <a:t>收到的分组再次传输到除分组到达时经过链路的其它链路上</a:t>
            </a:r>
          </a:p>
          <a:p>
            <a:pPr>
              <a:lnSpc>
                <a:spcPct val="90000"/>
              </a:lnSpc>
            </a:pPr>
            <a:r>
              <a:rPr lang="zh-CN" altLang="en-US">
                <a:ea typeface="宋体" panose="02010600030101010101" pitchFamily="2" charset="-122"/>
              </a:rPr>
              <a:t>最终会有许多分组到达终点</a:t>
            </a:r>
          </a:p>
          <a:p>
            <a:pPr>
              <a:lnSpc>
                <a:spcPct val="90000"/>
              </a:lnSpc>
            </a:pPr>
            <a:r>
              <a:rPr lang="zh-CN" altLang="en-US">
                <a:ea typeface="宋体" panose="02010600030101010101" pitchFamily="2" charset="-122"/>
              </a:rPr>
              <a:t>每个分组都有唯一的编号，所以终点会丢弃重复的分组</a:t>
            </a:r>
          </a:p>
          <a:p>
            <a:pPr>
              <a:lnSpc>
                <a:spcPct val="90000"/>
              </a:lnSpc>
            </a:pPr>
            <a:r>
              <a:rPr lang="zh-CN" altLang="en-US">
                <a:ea typeface="宋体" panose="02010600030101010101" pitchFamily="2" charset="-122"/>
              </a:rPr>
              <a:t>节点能够记住传输过的分组的标识，从而可以避免网络阻塞</a:t>
            </a:r>
          </a:p>
          <a:p>
            <a:pPr>
              <a:lnSpc>
                <a:spcPct val="90000"/>
              </a:lnSpc>
            </a:pPr>
            <a:r>
              <a:rPr lang="zh-CN" altLang="en-US">
                <a:ea typeface="宋体" panose="02010600030101010101" pitchFamily="2" charset="-122"/>
              </a:rPr>
              <a:t>或者设定跳数计数器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C7E55CF-E811-D54F-AC13-59158B7BEE8A}"/>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洪泛</a:t>
            </a:r>
            <a:endParaRPr lang="en-US" altLang="zh-CN">
              <a:ea typeface="宋体" panose="02010600030101010101" pitchFamily="2" charset="-122"/>
            </a:endParaRPr>
          </a:p>
        </p:txBody>
      </p:sp>
      <p:pic>
        <p:nvPicPr>
          <p:cNvPr id="56323" name="Picture 5">
            <a:extLst>
              <a:ext uri="{FF2B5EF4-FFF2-40B4-BE49-F238E27FC236}">
                <a16:creationId xmlns:a16="http://schemas.microsoft.com/office/drawing/2014/main" id="{AF381E5F-889F-B868-06E1-70F111B2E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105"/>
          <a:stretch>
            <a:fillRect/>
          </a:stretch>
        </p:blipFill>
        <p:spPr bwMode="auto">
          <a:xfrm>
            <a:off x="4179888" y="0"/>
            <a:ext cx="49641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F1DE6D6-7CD2-06B2-4DF8-33A8D8F290E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洪泛特点</a:t>
            </a:r>
            <a:endParaRPr lang="en-US" altLang="zh-CN">
              <a:ea typeface="宋体" panose="02010600030101010101" pitchFamily="2" charset="-122"/>
            </a:endParaRPr>
          </a:p>
        </p:txBody>
      </p:sp>
      <p:sp>
        <p:nvSpPr>
          <p:cNvPr id="57347" name="Rectangle 3">
            <a:extLst>
              <a:ext uri="{FF2B5EF4-FFF2-40B4-BE49-F238E27FC236}">
                <a16:creationId xmlns:a16="http://schemas.microsoft.com/office/drawing/2014/main" id="{1AEB993A-5E73-F1CF-7424-F56F1CF86BE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所有路径都尝试过</a:t>
            </a:r>
          </a:p>
          <a:p>
            <a:pPr lvl="1"/>
            <a:r>
              <a:rPr lang="zh-CN" altLang="en-US">
                <a:ea typeface="宋体" panose="02010600030101010101" pitchFamily="2" charset="-122"/>
              </a:rPr>
              <a:t>鲁棒性 </a:t>
            </a:r>
            <a:r>
              <a:rPr lang="en-US" altLang="zh-CN">
                <a:ea typeface="宋体" panose="02010600030101010101" pitchFamily="2" charset="-122"/>
              </a:rPr>
              <a:t>robust</a:t>
            </a:r>
          </a:p>
          <a:p>
            <a:r>
              <a:rPr lang="zh-CN" altLang="en-US">
                <a:ea typeface="宋体" panose="02010600030101010101" pitchFamily="2" charset="-122"/>
              </a:rPr>
              <a:t>至少有一个分组经过了最小跳数路径</a:t>
            </a:r>
          </a:p>
          <a:p>
            <a:pPr lvl="1"/>
            <a:r>
              <a:rPr lang="zh-CN" altLang="en-US">
                <a:ea typeface="宋体" panose="02010600030101010101" pitchFamily="2" charset="-122"/>
              </a:rPr>
              <a:t>能够被用来设定虚电路</a:t>
            </a:r>
          </a:p>
          <a:p>
            <a:r>
              <a:rPr lang="zh-CN" altLang="en-US">
                <a:ea typeface="宋体" panose="02010600030101010101" pitchFamily="2" charset="-122"/>
              </a:rPr>
              <a:t>所有节点都被访问过</a:t>
            </a:r>
          </a:p>
          <a:p>
            <a:pPr lvl="1"/>
            <a:r>
              <a:rPr lang="zh-CN" altLang="en-US">
                <a:ea typeface="宋体" panose="02010600030101010101" pitchFamily="2" charset="-122"/>
              </a:rPr>
              <a:t>传播信息</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9E6B020-5F33-EB75-75A7-4FF39F87D22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随机路由</a:t>
            </a:r>
          </a:p>
        </p:txBody>
      </p:sp>
      <p:sp>
        <p:nvSpPr>
          <p:cNvPr id="58371" name="Rectangle 3">
            <a:extLst>
              <a:ext uri="{FF2B5EF4-FFF2-40B4-BE49-F238E27FC236}">
                <a16:creationId xmlns:a16="http://schemas.microsoft.com/office/drawing/2014/main" id="{DF51107F-B208-F551-7625-B4793C94C20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节点选择一条路径发送分组</a:t>
            </a:r>
          </a:p>
          <a:p>
            <a:r>
              <a:rPr lang="zh-CN" altLang="en-US">
                <a:ea typeface="宋体" panose="02010600030101010101" pitchFamily="2" charset="-122"/>
              </a:rPr>
              <a:t>选择可以是随机的或者轮转方式</a:t>
            </a:r>
            <a:r>
              <a:rPr lang="en-US" altLang="zh-CN">
                <a:ea typeface="宋体" panose="02010600030101010101" pitchFamily="2" charset="-122"/>
              </a:rPr>
              <a:t>(round robin)</a:t>
            </a:r>
          </a:p>
          <a:p>
            <a:r>
              <a:rPr lang="zh-CN" altLang="en-US">
                <a:ea typeface="宋体" panose="02010600030101010101" pitchFamily="2" charset="-122"/>
              </a:rPr>
              <a:t>为链路分配一定的概率</a:t>
            </a:r>
          </a:p>
          <a:p>
            <a:endParaRPr lang="en-US" altLang="zh-CN">
              <a:ea typeface="宋体" panose="02010600030101010101" pitchFamily="2" charset="-122"/>
            </a:endParaRPr>
          </a:p>
          <a:p>
            <a:r>
              <a:rPr lang="zh-CN" altLang="en-US">
                <a:ea typeface="宋体" panose="02010600030101010101" pitchFamily="2" charset="-122"/>
              </a:rPr>
              <a:t>不需要网络信息</a:t>
            </a:r>
          </a:p>
          <a:p>
            <a:r>
              <a:rPr lang="zh-CN" altLang="en-US">
                <a:ea typeface="宋体" panose="02010600030101010101" pitchFamily="2" charset="-122"/>
              </a:rPr>
              <a:t>路径通常不是最短路径或最小代价路径</a:t>
            </a:r>
          </a:p>
          <a:p>
            <a:endParaRPr lang="zh-CN" altLang="en-US">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C98D981D-9100-886A-BBA0-55410C893D6F}"/>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自适应路由</a:t>
            </a:r>
          </a:p>
        </p:txBody>
      </p:sp>
      <p:sp>
        <p:nvSpPr>
          <p:cNvPr id="59395" name="Rectangle 3">
            <a:extLst>
              <a:ext uri="{FF2B5EF4-FFF2-40B4-BE49-F238E27FC236}">
                <a16:creationId xmlns:a16="http://schemas.microsoft.com/office/drawing/2014/main" id="{2B225C11-BBD7-4720-51C2-168E36CDBC2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几乎所有的交换网都在使用</a:t>
            </a:r>
          </a:p>
          <a:p>
            <a:r>
              <a:rPr lang="zh-CN" altLang="en-US">
                <a:ea typeface="宋体" panose="02010600030101010101" pitchFamily="2" charset="-122"/>
              </a:rPr>
              <a:t>随网络条件变化而改变路由</a:t>
            </a:r>
          </a:p>
          <a:p>
            <a:pPr lvl="1"/>
            <a:r>
              <a:rPr lang="zh-CN" altLang="en-US">
                <a:ea typeface="宋体" panose="02010600030101010101" pitchFamily="2" charset="-122"/>
              </a:rPr>
              <a:t>故障</a:t>
            </a:r>
          </a:p>
          <a:p>
            <a:pPr lvl="1"/>
            <a:r>
              <a:rPr lang="zh-CN" altLang="en-US">
                <a:ea typeface="宋体" panose="02010600030101010101" pitchFamily="2" charset="-122"/>
              </a:rPr>
              <a:t>拥塞</a:t>
            </a:r>
          </a:p>
          <a:p>
            <a:r>
              <a:rPr lang="zh-CN" altLang="en-US">
                <a:ea typeface="宋体" panose="02010600030101010101" pitchFamily="2" charset="-122"/>
              </a:rPr>
              <a:t>需要网络状态</a:t>
            </a:r>
          </a:p>
          <a:p>
            <a:r>
              <a:rPr lang="zh-CN" altLang="en-US">
                <a:ea typeface="宋体" panose="02010600030101010101" pitchFamily="2" charset="-122"/>
              </a:rPr>
              <a:t>路由判决更复杂</a:t>
            </a:r>
          </a:p>
          <a:p>
            <a:r>
              <a:rPr lang="zh-CN" altLang="en-US">
                <a:ea typeface="宋体" panose="02010600030101010101" pitchFamily="2" charset="-122"/>
              </a:rPr>
              <a:t>信息质量和额外开销之间寻求平衡</a:t>
            </a:r>
          </a:p>
          <a:p>
            <a:r>
              <a:rPr lang="zh-CN" altLang="en-US">
                <a:ea typeface="宋体" panose="02010600030101010101" pitchFamily="2" charset="-122"/>
              </a:rPr>
              <a:t>反应太快会产生震荡</a:t>
            </a:r>
          </a:p>
          <a:p>
            <a:r>
              <a:rPr lang="zh-CN" altLang="en-US">
                <a:ea typeface="宋体" panose="02010600030101010101" pitchFamily="2" charset="-122"/>
              </a:rPr>
              <a:t>反应太慢就失去效用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CD88122-B0CF-1460-807B-798E2E0B7F26}"/>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自适应路由优缺点</a:t>
            </a:r>
            <a:endParaRPr lang="en-US" altLang="zh-CN">
              <a:ea typeface="宋体" panose="02010600030101010101" pitchFamily="2" charset="-122"/>
            </a:endParaRPr>
          </a:p>
        </p:txBody>
      </p:sp>
      <p:sp>
        <p:nvSpPr>
          <p:cNvPr id="60419" name="Rectangle 3">
            <a:extLst>
              <a:ext uri="{FF2B5EF4-FFF2-40B4-BE49-F238E27FC236}">
                <a16:creationId xmlns:a16="http://schemas.microsoft.com/office/drawing/2014/main" id="{748B726F-81A1-CC1D-E2AC-D2A4A03A400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提高网络性能</a:t>
            </a:r>
          </a:p>
          <a:p>
            <a:r>
              <a:rPr lang="zh-CN" altLang="en-US">
                <a:ea typeface="宋体" panose="02010600030101010101" pitchFamily="2" charset="-122"/>
              </a:rPr>
              <a:t>有助于拥塞控制</a:t>
            </a:r>
          </a:p>
          <a:p>
            <a:pPr>
              <a:buFont typeface="Wingdings" panose="05000000000000000000" pitchFamily="2" charset="2"/>
              <a:buChar char="Ø"/>
            </a:pPr>
            <a:r>
              <a:rPr lang="zh-CN" altLang="en-US">
                <a:ea typeface="宋体" panose="02010600030101010101" pitchFamily="2" charset="-122"/>
              </a:rPr>
              <a:t>系统复杂</a:t>
            </a:r>
          </a:p>
          <a:p>
            <a:pPr lvl="1"/>
            <a:endParaRPr lang="en-US" altLang="zh-CN">
              <a:ea typeface="宋体" panose="02010600030101010101" pitchFamily="2" charset="-122"/>
            </a:endParaRPr>
          </a:p>
          <a:p>
            <a:endParaRPr lang="en-US" altLang="zh-CN">
              <a:ea typeface="宋体" panose="02010600030101010101" pitchFamily="2" charset="-122"/>
            </a:endParaRPr>
          </a:p>
          <a:p>
            <a:endParaRPr lang="en-US" altLang="zh-CN">
              <a:ea typeface="宋体" panose="02010600030101010101" pitchFamily="2" charset="-122"/>
            </a:endParaRPr>
          </a:p>
          <a:p>
            <a:endParaRPr lang="zh-CN" altLang="en-US">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DD837AA-8352-4B81-5A61-C6368A9BDE7B}"/>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自适应路由分类</a:t>
            </a:r>
          </a:p>
        </p:txBody>
      </p:sp>
      <p:sp>
        <p:nvSpPr>
          <p:cNvPr id="61443" name="Rectangle 3">
            <a:extLst>
              <a:ext uri="{FF2B5EF4-FFF2-40B4-BE49-F238E27FC236}">
                <a16:creationId xmlns:a16="http://schemas.microsoft.com/office/drawing/2014/main" id="{765A74FB-C8D7-60CE-274D-6475F8A2606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基于信息来源</a:t>
            </a:r>
          </a:p>
          <a:p>
            <a:pPr lvl="1"/>
            <a:r>
              <a:rPr lang="zh-CN" altLang="en-US">
                <a:ea typeface="宋体" panose="02010600030101010101" pitchFamily="2" charset="-122"/>
              </a:rPr>
              <a:t>本地 </a:t>
            </a:r>
            <a:r>
              <a:rPr lang="en-US" altLang="zh-CN">
                <a:ea typeface="宋体" panose="02010600030101010101" pitchFamily="2" charset="-122"/>
              </a:rPr>
              <a:t>(</a:t>
            </a:r>
            <a:r>
              <a:rPr lang="zh-CN" altLang="en-US">
                <a:ea typeface="宋体" panose="02010600030101010101" pitchFamily="2" charset="-122"/>
              </a:rPr>
              <a:t>独立的</a:t>
            </a:r>
            <a:r>
              <a:rPr lang="en-US" altLang="zh-CN">
                <a:ea typeface="宋体" panose="02010600030101010101" pitchFamily="2" charset="-122"/>
              </a:rPr>
              <a:t>)</a:t>
            </a:r>
          </a:p>
          <a:p>
            <a:pPr lvl="2"/>
            <a:r>
              <a:rPr lang="zh-CN" altLang="en-US">
                <a:ea typeface="宋体" panose="02010600030101010101" pitchFamily="2" charset="-122"/>
              </a:rPr>
              <a:t>具有最短队列的输出链路</a:t>
            </a:r>
          </a:p>
          <a:p>
            <a:pPr lvl="2"/>
            <a:r>
              <a:rPr lang="zh-CN" altLang="en-US">
                <a:ea typeface="宋体" panose="02010600030101010101" pitchFamily="2" charset="-122"/>
              </a:rPr>
              <a:t>首选方向的偏移</a:t>
            </a:r>
          </a:p>
          <a:p>
            <a:pPr lvl="2"/>
            <a:r>
              <a:rPr lang="zh-CN" altLang="en-US" sz="1800">
                <a:ea typeface="宋体" panose="02010600030101010101" pitchFamily="2" charset="-122"/>
              </a:rPr>
              <a:t>较少使用</a:t>
            </a:r>
          </a:p>
          <a:p>
            <a:pPr lvl="1"/>
            <a:r>
              <a:rPr lang="zh-CN" altLang="en-US">
                <a:ea typeface="宋体" panose="02010600030101010101" pitchFamily="2" charset="-122"/>
              </a:rPr>
              <a:t>邻节点</a:t>
            </a:r>
          </a:p>
          <a:p>
            <a:pPr lvl="1"/>
            <a:r>
              <a:rPr lang="zh-CN" altLang="en-US">
                <a:ea typeface="宋体" panose="02010600030101010101" pitchFamily="2" charset="-122"/>
              </a:rPr>
              <a:t>所有节点</a:t>
            </a:r>
          </a:p>
          <a:p>
            <a:endParaRPr lang="zh-CN" altLang="en-US">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09278281-2DD3-4A30-8FCB-828250D2C644}"/>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独立的自适应路由</a:t>
            </a:r>
          </a:p>
        </p:txBody>
      </p:sp>
      <p:pic>
        <p:nvPicPr>
          <p:cNvPr id="62467" name="Picture 5">
            <a:extLst>
              <a:ext uri="{FF2B5EF4-FFF2-40B4-BE49-F238E27FC236}">
                <a16:creationId xmlns:a16="http://schemas.microsoft.com/office/drawing/2014/main" id="{45CD3635-74E6-225F-F53F-FE1B0E09BC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6321"/>
          <a:stretch>
            <a:fillRect/>
          </a:stretch>
        </p:blipFill>
        <p:spPr bwMode="auto">
          <a:xfrm>
            <a:off x="152400" y="1576388"/>
            <a:ext cx="8763000" cy="459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ABC260A1-5668-B950-8720-7804546D9CF5}"/>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ARPANET </a:t>
            </a:r>
            <a:r>
              <a:rPr lang="zh-CN" altLang="en-US">
                <a:ea typeface="宋体" panose="02010600030101010101" pitchFamily="2" charset="-122"/>
              </a:rPr>
              <a:t>路由策略</a:t>
            </a:r>
            <a:r>
              <a:rPr lang="en-US" altLang="zh-CN">
                <a:ea typeface="宋体" panose="02010600030101010101" pitchFamily="2" charset="-122"/>
              </a:rPr>
              <a:t>(1)</a:t>
            </a:r>
          </a:p>
        </p:txBody>
      </p:sp>
      <p:sp>
        <p:nvSpPr>
          <p:cNvPr id="4100" name="Rectangle 3">
            <a:extLst>
              <a:ext uri="{FF2B5EF4-FFF2-40B4-BE49-F238E27FC236}">
                <a16:creationId xmlns:a16="http://schemas.microsoft.com/office/drawing/2014/main" id="{DA841CE1-3B74-CA96-A338-1AC18E99B7F1}"/>
              </a:ext>
            </a:extLst>
          </p:cNvPr>
          <p:cNvSpPr>
            <a:spLocks noGrp="1" noChangeArrowheads="1"/>
          </p:cNvSpPr>
          <p:nvPr>
            <p:ph type="body" sz="half"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pPr>
            <a:r>
              <a:rPr lang="zh-CN" altLang="en-US" sz="2400">
                <a:ea typeface="宋体" panose="02010600030101010101" pitchFamily="2" charset="-122"/>
              </a:rPr>
              <a:t>第一代</a:t>
            </a:r>
          </a:p>
          <a:p>
            <a:pPr lvl="1">
              <a:lnSpc>
                <a:spcPct val="90000"/>
              </a:lnSpc>
            </a:pPr>
            <a:r>
              <a:rPr lang="en-US" altLang="zh-CN">
                <a:ea typeface="宋体" panose="02010600030101010101" pitchFamily="2" charset="-122"/>
              </a:rPr>
              <a:t>1969</a:t>
            </a:r>
          </a:p>
          <a:p>
            <a:pPr lvl="1">
              <a:lnSpc>
                <a:spcPct val="90000"/>
              </a:lnSpc>
            </a:pPr>
            <a:r>
              <a:rPr lang="zh-CN" altLang="en-US" sz="2000">
                <a:ea typeface="宋体" panose="02010600030101010101" pitchFamily="2" charset="-122"/>
              </a:rPr>
              <a:t>分布式自适应</a:t>
            </a:r>
          </a:p>
          <a:p>
            <a:pPr lvl="1">
              <a:lnSpc>
                <a:spcPct val="90000"/>
              </a:lnSpc>
            </a:pPr>
            <a:r>
              <a:rPr lang="zh-CN" altLang="en-US" sz="2000">
                <a:ea typeface="宋体" panose="02010600030101010101" pitchFamily="2" charset="-122"/>
              </a:rPr>
              <a:t>利用估算时延</a:t>
            </a:r>
            <a:r>
              <a:rPr lang="en-US" altLang="zh-CN" sz="2000">
                <a:ea typeface="宋体" panose="02010600030101010101" pitchFamily="2" charset="-122"/>
              </a:rPr>
              <a:t>(</a:t>
            </a:r>
            <a:r>
              <a:rPr lang="zh-CN" altLang="en-US" sz="2000">
                <a:ea typeface="宋体" panose="02010600030101010101" pitchFamily="2" charset="-122"/>
              </a:rPr>
              <a:t>队列长度</a:t>
            </a:r>
            <a:r>
              <a:rPr lang="en-US" altLang="zh-CN" sz="2000">
                <a:ea typeface="宋体" panose="02010600030101010101" pitchFamily="2" charset="-122"/>
              </a:rPr>
              <a:t>)</a:t>
            </a:r>
            <a:r>
              <a:rPr lang="zh-CN" altLang="en-US" sz="2000">
                <a:ea typeface="宋体" panose="02010600030101010101" pitchFamily="2" charset="-122"/>
              </a:rPr>
              <a:t>作为指标</a:t>
            </a:r>
          </a:p>
          <a:p>
            <a:pPr lvl="1">
              <a:lnSpc>
                <a:spcPct val="90000"/>
              </a:lnSpc>
            </a:pPr>
            <a:r>
              <a:rPr lang="en-US" altLang="zh-CN" sz="2000">
                <a:ea typeface="宋体" panose="02010600030101010101" pitchFamily="2" charset="-122"/>
              </a:rPr>
              <a:t>Bellman-Ford algorithm</a:t>
            </a:r>
          </a:p>
          <a:p>
            <a:pPr lvl="1">
              <a:lnSpc>
                <a:spcPct val="90000"/>
              </a:lnSpc>
            </a:pPr>
            <a:r>
              <a:rPr lang="zh-CN" altLang="en-US" sz="2000">
                <a:ea typeface="宋体" panose="02010600030101010101" pitchFamily="2" charset="-122"/>
              </a:rPr>
              <a:t>相邻节点之间交换时延向量</a:t>
            </a:r>
          </a:p>
          <a:p>
            <a:pPr lvl="1">
              <a:lnSpc>
                <a:spcPct val="90000"/>
              </a:lnSpc>
            </a:pPr>
            <a:r>
              <a:rPr lang="zh-CN" altLang="en-US" sz="2000">
                <a:ea typeface="宋体" panose="02010600030101010101" pitchFamily="2" charset="-122"/>
              </a:rPr>
              <a:t>根据到达的信息更新路由表</a:t>
            </a:r>
          </a:p>
          <a:p>
            <a:pPr lvl="1">
              <a:lnSpc>
                <a:spcPct val="90000"/>
              </a:lnSpc>
            </a:pPr>
            <a:endParaRPr lang="zh-CN" altLang="en-US" sz="2000">
              <a:ea typeface="宋体" panose="02010600030101010101" pitchFamily="2" charset="-122"/>
            </a:endParaRPr>
          </a:p>
          <a:p>
            <a:pPr lvl="1">
              <a:lnSpc>
                <a:spcPct val="90000"/>
              </a:lnSpc>
              <a:buFont typeface="Wingdings" panose="05000000000000000000" pitchFamily="2" charset="2"/>
              <a:buChar char="Ø"/>
            </a:pPr>
            <a:r>
              <a:rPr lang="zh-CN" altLang="en-US" sz="2000">
                <a:ea typeface="宋体" panose="02010600030101010101" pitchFamily="2" charset="-122"/>
              </a:rPr>
              <a:t>不考虑线路速率，只考虑队列长度</a:t>
            </a:r>
          </a:p>
          <a:p>
            <a:pPr lvl="1">
              <a:lnSpc>
                <a:spcPct val="90000"/>
              </a:lnSpc>
              <a:buFont typeface="Wingdings" panose="05000000000000000000" pitchFamily="2" charset="2"/>
              <a:buChar char="Ø"/>
            </a:pPr>
            <a:r>
              <a:rPr lang="zh-CN" altLang="en-US" sz="2000">
                <a:ea typeface="宋体" panose="02010600030101010101" pitchFamily="2" charset="-122"/>
              </a:rPr>
              <a:t>队列长度并不一定能很好的代表时延</a:t>
            </a:r>
          </a:p>
          <a:p>
            <a:pPr lvl="1">
              <a:lnSpc>
                <a:spcPct val="90000"/>
              </a:lnSpc>
              <a:buFont typeface="Wingdings" panose="05000000000000000000" pitchFamily="2" charset="2"/>
              <a:buChar char="Ø"/>
            </a:pPr>
            <a:r>
              <a:rPr lang="zh-CN" altLang="en-US" sz="2000">
                <a:ea typeface="宋体" panose="02010600030101010101" pitchFamily="2" charset="-122"/>
              </a:rPr>
              <a:t>对拥塞反应迟缓</a:t>
            </a:r>
          </a:p>
          <a:p>
            <a:pPr>
              <a:lnSpc>
                <a:spcPct val="90000"/>
              </a:lnSpc>
            </a:pPr>
            <a:endParaRPr lang="zh-CN" altLang="en-US" sz="2400">
              <a:ea typeface="宋体" panose="02010600030101010101" pitchFamily="2" charset="-122"/>
            </a:endParaRPr>
          </a:p>
        </p:txBody>
      </p:sp>
      <p:graphicFrame>
        <p:nvGraphicFramePr>
          <p:cNvPr id="4098" name="Object 1024">
            <a:extLst>
              <a:ext uri="{FF2B5EF4-FFF2-40B4-BE49-F238E27FC236}">
                <a16:creationId xmlns:a16="http://schemas.microsoft.com/office/drawing/2014/main" id="{B4075497-A8AF-54F7-A83B-D962E36B203A}"/>
              </a:ext>
            </a:extLst>
          </p:cNvPr>
          <p:cNvGraphicFramePr>
            <a:graphicFrameLocks noChangeAspect="1"/>
          </p:cNvGraphicFramePr>
          <p:nvPr>
            <p:ph sz="half" idx="2"/>
          </p:nvPr>
        </p:nvGraphicFramePr>
        <p:xfrm>
          <a:off x="4427538" y="1628775"/>
          <a:ext cx="4392612" cy="2160588"/>
        </p:xfrm>
        <a:graphic>
          <a:graphicData uri="http://schemas.openxmlformats.org/presentationml/2006/ole">
            <mc:AlternateContent xmlns:mc="http://schemas.openxmlformats.org/markup-compatibility/2006">
              <mc:Choice xmlns:v="urn:schemas-microsoft-com:vml" Requires="v">
                <p:oleObj name="Equation" r:id="rId2" imgW="2514600" imgH="1244600" progId="Equation.DSMT4">
                  <p:embed/>
                </p:oleObj>
              </mc:Choice>
              <mc:Fallback>
                <p:oleObj name="Equation" r:id="rId2" imgW="2514600" imgH="1244600" progId="Equation.DSMT4">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1628775"/>
                        <a:ext cx="4392612" cy="216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1" name="AutoShape 7">
            <a:extLst>
              <a:ext uri="{FF2B5EF4-FFF2-40B4-BE49-F238E27FC236}">
                <a16:creationId xmlns:a16="http://schemas.microsoft.com/office/drawing/2014/main" id="{3965A4D5-ACF4-247E-C5E2-C1543A9E2C72}"/>
              </a:ext>
            </a:extLst>
          </p:cNvPr>
          <p:cNvSpPr>
            <a:spLocks noChangeArrowheads="1"/>
          </p:cNvSpPr>
          <p:nvPr/>
        </p:nvSpPr>
        <p:spPr bwMode="auto">
          <a:xfrm>
            <a:off x="4643438" y="3789363"/>
            <a:ext cx="1223962" cy="719137"/>
          </a:xfrm>
          <a:prstGeom prst="wedgeRoundRectCallout">
            <a:avLst>
              <a:gd name="adj1" fmla="val 22375"/>
              <a:gd name="adj2" fmla="val -130796"/>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1400">
                <a:ea typeface="宋体" panose="02010600030101010101" pitchFamily="2" charset="-122"/>
              </a:rPr>
              <a:t>当前节点</a:t>
            </a:r>
            <a:r>
              <a:rPr lang="en-US" altLang="zh-CN" sz="1400">
                <a:ea typeface="宋体" panose="02010600030101010101" pitchFamily="2" charset="-122"/>
              </a:rPr>
              <a:t>k</a:t>
            </a:r>
            <a:r>
              <a:rPr lang="zh-CN" altLang="en-US" sz="1400">
                <a:ea typeface="宋体" panose="02010600030101010101" pitchFamily="2" charset="-122"/>
              </a:rPr>
              <a:t>到邻节点</a:t>
            </a:r>
            <a:r>
              <a:rPr lang="en-US" altLang="zh-CN" sz="1400">
                <a:ea typeface="宋体" panose="02010600030101010101" pitchFamily="2" charset="-122"/>
              </a:rPr>
              <a:t>i</a:t>
            </a:r>
            <a:r>
              <a:rPr lang="zh-CN" altLang="en-US" sz="1400">
                <a:ea typeface="宋体" panose="02010600030101010101" pitchFamily="2" charset="-122"/>
              </a:rPr>
              <a:t>的时延估值</a:t>
            </a:r>
          </a:p>
        </p:txBody>
      </p:sp>
      <p:sp>
        <p:nvSpPr>
          <p:cNvPr id="4102" name="AutoShape 8">
            <a:extLst>
              <a:ext uri="{FF2B5EF4-FFF2-40B4-BE49-F238E27FC236}">
                <a16:creationId xmlns:a16="http://schemas.microsoft.com/office/drawing/2014/main" id="{804BD87B-E2D8-A134-B28D-AAEF0810A777}"/>
              </a:ext>
            </a:extLst>
          </p:cNvPr>
          <p:cNvSpPr>
            <a:spLocks noChangeArrowheads="1"/>
          </p:cNvSpPr>
          <p:nvPr/>
        </p:nvSpPr>
        <p:spPr bwMode="auto">
          <a:xfrm>
            <a:off x="6372225" y="3860800"/>
            <a:ext cx="1223963" cy="719138"/>
          </a:xfrm>
          <a:prstGeom prst="wedgeRoundRectCallout">
            <a:avLst>
              <a:gd name="adj1" fmla="val -79574"/>
              <a:gd name="adj2" fmla="val -145806"/>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1400">
                <a:ea typeface="宋体" panose="02010600030101010101" pitchFamily="2" charset="-122"/>
              </a:rPr>
              <a:t>邻节点</a:t>
            </a:r>
            <a:r>
              <a:rPr lang="en-US" altLang="zh-CN" sz="1400">
                <a:ea typeface="宋体" panose="02010600030101010101" pitchFamily="2" charset="-122"/>
              </a:rPr>
              <a:t>i</a:t>
            </a:r>
            <a:r>
              <a:rPr lang="zh-CN" altLang="en-US" sz="1400">
                <a:ea typeface="宋体" panose="02010600030101010101" pitchFamily="2" charset="-122"/>
              </a:rPr>
              <a:t>到目的节点</a:t>
            </a:r>
            <a:r>
              <a:rPr lang="en-US" altLang="zh-CN" sz="1400">
                <a:ea typeface="宋体" panose="02010600030101010101" pitchFamily="2" charset="-122"/>
              </a:rPr>
              <a:t>j</a:t>
            </a:r>
            <a:r>
              <a:rPr lang="zh-CN" altLang="en-US" sz="1400">
                <a:ea typeface="宋体" panose="02010600030101010101" pitchFamily="2" charset="-122"/>
              </a:rPr>
              <a:t>的时延估值</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F3F8530-41A8-2A79-9B63-A60575799B23}"/>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ARPANET </a:t>
            </a:r>
            <a:r>
              <a:rPr lang="zh-CN" altLang="en-US">
                <a:ea typeface="宋体" panose="02010600030101010101" pitchFamily="2" charset="-122"/>
              </a:rPr>
              <a:t>路由策略</a:t>
            </a:r>
            <a:r>
              <a:rPr lang="en-US" altLang="zh-CN">
                <a:ea typeface="宋体" panose="02010600030101010101" pitchFamily="2" charset="-122"/>
              </a:rPr>
              <a:t>(2)</a:t>
            </a:r>
          </a:p>
        </p:txBody>
      </p:sp>
      <p:sp>
        <p:nvSpPr>
          <p:cNvPr id="63491" name="Rectangle 3">
            <a:extLst>
              <a:ext uri="{FF2B5EF4-FFF2-40B4-BE49-F238E27FC236}">
                <a16:creationId xmlns:a16="http://schemas.microsoft.com/office/drawing/2014/main" id="{F2F38229-40BF-131E-3BB7-C3F1995FA92C}"/>
              </a:ext>
            </a:extLst>
          </p:cNvPr>
          <p:cNvSpPr>
            <a:spLocks noGrp="1" noChangeArrowheads="1"/>
          </p:cNvSpPr>
          <p:nvPr>
            <p:ph type="body" idx="1"/>
          </p:nvPr>
        </p:nvSpPr>
        <p:spPr bwMode="auto">
          <a:xfrm>
            <a:off x="457200" y="1295400"/>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第二代</a:t>
            </a:r>
          </a:p>
          <a:p>
            <a:pPr lvl="1"/>
            <a:r>
              <a:rPr lang="en-US" altLang="zh-CN">
                <a:ea typeface="宋体" panose="02010600030101010101" pitchFamily="2" charset="-122"/>
              </a:rPr>
              <a:t>1979</a:t>
            </a:r>
          </a:p>
          <a:p>
            <a:pPr lvl="1"/>
            <a:r>
              <a:rPr lang="zh-CN" altLang="en-US">
                <a:ea typeface="宋体" panose="02010600030101010101" pitchFamily="2" charset="-122"/>
              </a:rPr>
              <a:t>利用时延作为指标</a:t>
            </a:r>
            <a:endParaRPr lang="en-US" altLang="zh-CN">
              <a:ea typeface="宋体" panose="02010600030101010101" pitchFamily="2" charset="-122"/>
            </a:endParaRPr>
          </a:p>
          <a:p>
            <a:pPr lvl="1"/>
            <a:r>
              <a:rPr lang="zh-CN" altLang="en-US">
                <a:ea typeface="宋体" panose="02010600030101010101" pitchFamily="2" charset="-122"/>
              </a:rPr>
              <a:t>直接测量时延，分组时间戳</a:t>
            </a:r>
          </a:p>
          <a:p>
            <a:pPr lvl="1"/>
            <a:r>
              <a:rPr lang="en-US" altLang="zh-CN">
                <a:ea typeface="宋体" panose="02010600030101010101" pitchFamily="2" charset="-122"/>
              </a:rPr>
              <a:t>Dijkstra’s algorithm</a:t>
            </a:r>
          </a:p>
          <a:p>
            <a:pPr lvl="1"/>
            <a:r>
              <a:rPr lang="zh-CN" altLang="en-US">
                <a:ea typeface="宋体" panose="02010600030101010101" pitchFamily="2" charset="-122"/>
              </a:rPr>
              <a:t>对于中轻度负载表现良好</a:t>
            </a:r>
          </a:p>
          <a:p>
            <a:pPr lvl="1"/>
            <a:r>
              <a:rPr lang="zh-CN" altLang="en-US">
                <a:ea typeface="宋体" panose="02010600030101010101" pitchFamily="2" charset="-122"/>
              </a:rPr>
              <a:t>对于重负载，报告的时延和实际经历的不相关，容易产生震荡</a:t>
            </a:r>
          </a:p>
          <a:p>
            <a:pPr lvl="1"/>
            <a:r>
              <a:rPr lang="zh-CN" altLang="en-US">
                <a:ea typeface="宋体" panose="02010600030101010101" pitchFamily="2" charset="-122"/>
              </a:rPr>
              <a:t>所有节点维护了网络中各条链路的估算时延，洪泛广播时延信息，每隔</a:t>
            </a:r>
            <a:r>
              <a:rPr lang="en-US" altLang="zh-CN">
                <a:ea typeface="宋体" panose="02010600030101010101" pitchFamily="2" charset="-122"/>
              </a:rPr>
              <a:t>10</a:t>
            </a:r>
            <a:r>
              <a:rPr lang="zh-CN" altLang="en-US">
                <a:ea typeface="宋体" panose="02010600030101010101" pitchFamily="2" charset="-122"/>
              </a:rPr>
              <a:t>秒交换信息</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a:extLst>
              <a:ext uri="{FF2B5EF4-FFF2-40B4-BE49-F238E27FC236}">
                <a16:creationId xmlns:a16="http://schemas.microsoft.com/office/drawing/2014/main" id="{24AE9FFF-66AC-D687-23F0-DA790216CE2F}"/>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ARPANET </a:t>
            </a:r>
            <a:r>
              <a:rPr lang="zh-CN" altLang="en-US">
                <a:ea typeface="宋体" panose="02010600030101010101" pitchFamily="2" charset="-122"/>
              </a:rPr>
              <a:t>路由策略</a:t>
            </a:r>
            <a:r>
              <a:rPr lang="en-US" altLang="zh-CN">
                <a:ea typeface="宋体" panose="02010600030101010101" pitchFamily="2" charset="-122"/>
              </a:rPr>
              <a:t>(3)</a:t>
            </a:r>
          </a:p>
        </p:txBody>
      </p:sp>
      <p:sp>
        <p:nvSpPr>
          <p:cNvPr id="64515" name="Rectangle 1027">
            <a:extLst>
              <a:ext uri="{FF2B5EF4-FFF2-40B4-BE49-F238E27FC236}">
                <a16:creationId xmlns:a16="http://schemas.microsoft.com/office/drawing/2014/main" id="{87F2A7E5-2E9B-15A3-A4EE-80E6A38EC39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第三代</a:t>
            </a:r>
          </a:p>
          <a:p>
            <a:pPr lvl="1"/>
            <a:r>
              <a:rPr lang="en-US" altLang="zh-CN">
                <a:ea typeface="宋体" panose="02010600030101010101" pitchFamily="2" charset="-122"/>
              </a:rPr>
              <a:t>1987</a:t>
            </a:r>
          </a:p>
          <a:p>
            <a:pPr lvl="1"/>
            <a:r>
              <a:rPr lang="zh-CN" altLang="en-US">
                <a:ea typeface="宋体" panose="02010600030101010101" pitchFamily="2" charset="-122"/>
              </a:rPr>
              <a:t>链路代价函数计算方式改变了</a:t>
            </a:r>
            <a:r>
              <a:rPr lang="en-US" altLang="zh-CN">
                <a:ea typeface="宋体" panose="02010600030101010101" pitchFamily="2" charset="-122"/>
              </a:rPr>
              <a:t>-----</a:t>
            </a:r>
            <a:r>
              <a:rPr lang="zh-CN" altLang="en-US">
                <a:ea typeface="宋体" panose="02010600030101010101" pitchFamily="2" charset="-122"/>
              </a:rPr>
              <a:t>链路利用率</a:t>
            </a:r>
          </a:p>
          <a:p>
            <a:pPr lvl="1"/>
            <a:r>
              <a:rPr lang="zh-CN" altLang="en-US">
                <a:ea typeface="宋体" panose="02010600030101010101" pitchFamily="2" charset="-122"/>
              </a:rPr>
              <a:t>在网络负载很重的情况下，要让大多数路由具有良好的路由，而不是最佳路由</a:t>
            </a:r>
          </a:p>
          <a:p>
            <a:pPr lvl="1"/>
            <a:r>
              <a:rPr lang="zh-CN" altLang="en-US">
                <a:ea typeface="宋体" panose="02010600030101010101" pitchFamily="2" charset="-122"/>
              </a:rPr>
              <a:t>测量前</a:t>
            </a:r>
            <a:r>
              <a:rPr lang="en-US" altLang="zh-CN">
                <a:ea typeface="宋体" panose="02010600030101010101" pitchFamily="2" charset="-122"/>
              </a:rPr>
              <a:t>10</a:t>
            </a:r>
            <a:r>
              <a:rPr lang="zh-CN" altLang="en-US">
                <a:ea typeface="宋体" panose="02010600030101010101" pitchFamily="2" charset="-122"/>
              </a:rPr>
              <a:t>秒的平均时延</a:t>
            </a:r>
          </a:p>
          <a:p>
            <a:pPr lvl="1"/>
            <a:r>
              <a:rPr lang="zh-CN" altLang="en-US">
                <a:ea typeface="宋体" panose="02010600030101010101" pitchFamily="2" charset="-122"/>
              </a:rPr>
              <a:t>由先前的利用率和当前测得的利用率进行平均</a:t>
            </a:r>
          </a:p>
          <a:p>
            <a:pPr lvl="1"/>
            <a:endParaRPr lang="zh-CN" altLang="en-US">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DAB476F2-9028-3891-FE50-1D3D6607FD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7D88F57-C1DB-4FC5-AFA7-4C3CAEA13F52}" type="slidenum">
              <a:rPr lang="en-US" altLang="zh-CN" sz="2000" baseline="0">
                <a:solidFill>
                  <a:schemeClr val="bg2"/>
                </a:solidFill>
              </a:rPr>
              <a:pPr/>
              <a:t>57</a:t>
            </a:fld>
            <a:endParaRPr lang="en-US" altLang="zh-CN" sz="2000" baseline="0">
              <a:solidFill>
                <a:schemeClr val="bg2"/>
              </a:solidFill>
            </a:endParaRPr>
          </a:p>
        </p:txBody>
      </p:sp>
      <p:sp>
        <p:nvSpPr>
          <p:cNvPr id="30722" name="Rectangle 2">
            <a:extLst>
              <a:ext uri="{FF2B5EF4-FFF2-40B4-BE49-F238E27FC236}">
                <a16:creationId xmlns:a16="http://schemas.microsoft.com/office/drawing/2014/main" id="{41A6A459-9A48-5000-E061-AF8C95898A14}"/>
              </a:ext>
            </a:extLst>
          </p:cNvPr>
          <p:cNvSpPr>
            <a:spLocks noChangeArrowheads="1"/>
          </p:cNvSpPr>
          <p:nvPr/>
        </p:nvSpPr>
        <p:spPr bwMode="auto">
          <a:xfrm>
            <a:off x="0" y="0"/>
            <a:ext cx="9144000" cy="990600"/>
          </a:xfrm>
          <a:prstGeom prst="rect">
            <a:avLst/>
          </a:prstGeom>
          <a:solidFill>
            <a:srgbClr val="33CCFF"/>
          </a:solidFill>
          <a:ln w="9525" cmpd="sng">
            <a:solidFill>
              <a:schemeClr val="tx1"/>
            </a:solidFill>
            <a:miter lim="800000"/>
            <a:headEnd/>
            <a:tailEnd/>
          </a:ln>
          <a:effectLst/>
        </p:spPr>
        <p:txBody>
          <a:bodyPr wrap="none" anchor="ctr"/>
          <a:lstStyle/>
          <a:p>
            <a:pPr algn="ctr">
              <a:defRPr/>
            </a:pPr>
            <a:endParaRPr lang="zh-CN" altLang="zh-CN" baseline="0">
              <a:effectLst>
                <a:outerShdw blurRad="38100" dist="38100" dir="2700000" algn="tl">
                  <a:srgbClr val="FFFFFF"/>
                </a:outerShdw>
              </a:effectLst>
              <a:latin typeface="Times New Roman" pitchFamily="18" charset="0"/>
              <a:ea typeface="宋体" pitchFamily="2" charset="-122"/>
            </a:endParaRPr>
          </a:p>
        </p:txBody>
      </p:sp>
      <p:sp>
        <p:nvSpPr>
          <p:cNvPr id="30723" name="Text Box 3">
            <a:extLst>
              <a:ext uri="{FF2B5EF4-FFF2-40B4-BE49-F238E27FC236}">
                <a16:creationId xmlns:a16="http://schemas.microsoft.com/office/drawing/2014/main" id="{4187E7CF-8C67-B20E-FADA-F6B1FBFB26F6}"/>
              </a:ext>
            </a:extLst>
          </p:cNvPr>
          <p:cNvSpPr txBox="1">
            <a:spLocks noChangeArrowheads="1"/>
          </p:cNvSpPr>
          <p:nvPr/>
        </p:nvSpPr>
        <p:spPr bwMode="auto">
          <a:xfrm>
            <a:off x="228600" y="228600"/>
            <a:ext cx="4483100" cy="579438"/>
          </a:xfrm>
          <a:prstGeom prst="rect">
            <a:avLst/>
          </a:prstGeom>
          <a:noFill/>
          <a:ln w="9525">
            <a:noFill/>
            <a:miter lim="800000"/>
            <a:headEnd/>
            <a:tailEnd/>
          </a:ln>
          <a:effectLst/>
        </p:spPr>
        <p:txBody>
          <a:bodyPr wrap="none">
            <a:spAutoFit/>
          </a:bodyPr>
          <a:lstStyle/>
          <a:p>
            <a:pPr>
              <a:defRPr/>
            </a:pPr>
            <a:r>
              <a:rPr lang="zh-CN" altLang="en-US" baseline="0">
                <a:effectLst>
                  <a:outerShdw blurRad="38100" dist="38100" dir="2700000" algn="tl">
                    <a:srgbClr val="C0C0C0"/>
                  </a:outerShdw>
                </a:effectLst>
                <a:latin typeface="Times" pitchFamily="2" charset="0"/>
              </a:rPr>
              <a:t>22-3   </a:t>
            </a:r>
            <a:r>
              <a:rPr lang="zh-CN" altLang="en-US" baseline="0">
                <a:effectLst>
                  <a:outerShdw blurRad="38100" dist="38100" dir="2700000" algn="tl">
                    <a:srgbClr val="C0C0C0"/>
                  </a:outerShdw>
                </a:effectLst>
                <a:latin typeface="Times" pitchFamily="2" charset="0"/>
                <a:ea typeface="宋体" pitchFamily="2" charset="-122"/>
              </a:rPr>
              <a:t>单播路由选择协议</a:t>
            </a:r>
          </a:p>
        </p:txBody>
      </p:sp>
      <p:sp>
        <p:nvSpPr>
          <p:cNvPr id="65541" name="Text Box 4">
            <a:extLst>
              <a:ext uri="{FF2B5EF4-FFF2-40B4-BE49-F238E27FC236}">
                <a16:creationId xmlns:a16="http://schemas.microsoft.com/office/drawing/2014/main" id="{6184FB97-5D10-C91D-9335-A12E5309454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zh-CN" sz="1800" baseline="0">
              <a:latin typeface="Times New Roman" panose="02020603050405020304" pitchFamily="18" charset="0"/>
              <a:ea typeface="宋体" panose="02010600030101010101" pitchFamily="2" charset="-122"/>
            </a:endParaRPr>
          </a:p>
        </p:txBody>
      </p:sp>
      <p:sp>
        <p:nvSpPr>
          <p:cNvPr id="30725" name="Rectangle 5">
            <a:extLst>
              <a:ext uri="{FF2B5EF4-FFF2-40B4-BE49-F238E27FC236}">
                <a16:creationId xmlns:a16="http://schemas.microsoft.com/office/drawing/2014/main" id="{0FC4440F-12A9-E0D7-EC36-400F6DE60377}"/>
              </a:ext>
            </a:extLst>
          </p:cNvPr>
          <p:cNvSpPr>
            <a:spLocks noChangeArrowheads="1"/>
          </p:cNvSpPr>
          <p:nvPr/>
        </p:nvSpPr>
        <p:spPr bwMode="auto">
          <a:xfrm>
            <a:off x="304800" y="1343025"/>
            <a:ext cx="8229600" cy="2224088"/>
          </a:xfrm>
          <a:prstGeom prst="rect">
            <a:avLst/>
          </a:prstGeom>
          <a:noFill/>
          <a:ln w="9525">
            <a:noFill/>
            <a:miter lim="800000"/>
            <a:headEnd/>
            <a:tailEnd/>
          </a:ln>
          <a:effectLst/>
        </p:spPr>
        <p:txBody>
          <a:bodyPr anchor="ctr">
            <a:spAutoFit/>
          </a:bodyPr>
          <a:lstStyle/>
          <a:p>
            <a:pPr algn="just" eaLnBrk="1" hangingPunct="1">
              <a:defRPr/>
            </a:pPr>
            <a:r>
              <a:rPr lang="zh-CN" altLang="en-US" sz="2800" i="1" baseline="0">
                <a:effectLst>
                  <a:outerShdw blurRad="38100" dist="38100" dir="2700000" algn="tl">
                    <a:srgbClr val="C0C0C0"/>
                  </a:outerShdw>
                </a:effectLst>
                <a:latin typeface="Times New Roman" pitchFamily="18" charset="0"/>
                <a:ea typeface="宋体" pitchFamily="2" charset="-122"/>
              </a:rPr>
              <a:t>路由表可以使静态的也可以使动态的。静态路由表是由人工输入项目，而动态路由表在互联网中某处有变化时就会自动地更新。 路由选择协议是一些规则和过程的组合，使得在互联网中的各路由器能够彼此互相通知这些变化。 </a:t>
            </a:r>
          </a:p>
        </p:txBody>
      </p:sp>
      <p:sp>
        <p:nvSpPr>
          <p:cNvPr id="65543" name="Rectangle 6">
            <a:extLst>
              <a:ext uri="{FF2B5EF4-FFF2-40B4-BE49-F238E27FC236}">
                <a16:creationId xmlns:a16="http://schemas.microsoft.com/office/drawing/2014/main" id="{324823B6-02E5-1030-5625-52D8EF325216}"/>
              </a:ext>
            </a:extLst>
          </p:cNvPr>
          <p:cNvSpPr>
            <a:spLocks noChangeArrowheads="1"/>
          </p:cNvSpPr>
          <p:nvPr/>
        </p:nvSpPr>
        <p:spPr bwMode="auto">
          <a:xfrm>
            <a:off x="304800" y="4438650"/>
            <a:ext cx="67056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优化原则</a:t>
            </a:r>
            <a:br>
              <a:rPr lang="fr-FR" altLang="en-US" sz="2400" baseline="0">
                <a:solidFill>
                  <a:srgbClr val="0033CC"/>
                </a:solidFill>
                <a:latin typeface="Times New Roman" panose="02020603050405020304" pitchFamily="18" charset="0"/>
              </a:rPr>
            </a:br>
            <a:r>
              <a:rPr lang="zh-CN" altLang="en-US" sz="2400" baseline="0">
                <a:solidFill>
                  <a:srgbClr val="0033CC"/>
                </a:solidFill>
                <a:latin typeface="Times New Roman" panose="02020603050405020304" pitchFamily="18" charset="0"/>
                <a:ea typeface="宋体" panose="02010600030101010101" pitchFamily="2" charset="-122"/>
              </a:rPr>
              <a:t>域内部和域间路由选择</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距离向量路由选择和 RIP</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链路状态路由选择和 OSPF</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路径向量路由选择和 BGP</a:t>
            </a:r>
          </a:p>
        </p:txBody>
      </p:sp>
      <p:sp>
        <p:nvSpPr>
          <p:cNvPr id="30727" name="Text Box 7">
            <a:extLst>
              <a:ext uri="{FF2B5EF4-FFF2-40B4-BE49-F238E27FC236}">
                <a16:creationId xmlns:a16="http://schemas.microsoft.com/office/drawing/2014/main" id="{16A60C95-74A1-26CB-6AFC-96664D13FF50}"/>
              </a:ext>
            </a:extLst>
          </p:cNvPr>
          <p:cNvSpPr txBox="1">
            <a:spLocks noChangeArrowheads="1"/>
          </p:cNvSpPr>
          <p:nvPr/>
        </p:nvSpPr>
        <p:spPr bwMode="auto">
          <a:xfrm>
            <a:off x="457200" y="3962400"/>
            <a:ext cx="3629025" cy="519113"/>
          </a:xfrm>
          <a:prstGeom prst="rect">
            <a:avLst/>
          </a:prstGeom>
          <a:noFill/>
          <a:ln w="9525">
            <a:noFill/>
            <a:miter lim="800000"/>
            <a:headEnd/>
            <a:tailEnd/>
          </a:ln>
          <a:effectLst/>
        </p:spPr>
        <p:txBody>
          <a:bodyPr>
            <a:spAutoFit/>
          </a:bodyPr>
          <a:lstStyle/>
          <a:p>
            <a:pPr>
              <a:defRPr/>
            </a:pPr>
            <a:r>
              <a:rPr lang="zh-CN" altLang="en-US" sz="2800" i="1" u="sng" baseline="0">
                <a:solidFill>
                  <a:schemeClr val="hlink"/>
                </a:solidFill>
                <a:effectLst>
                  <a:outerShdw blurRad="38100" dist="38100" dir="2700000" algn="tl">
                    <a:srgbClr val="C0C0C0"/>
                  </a:outerShdw>
                </a:effectLst>
                <a:latin typeface="Times New Roman" pitchFamily="18" charset="0"/>
                <a:ea typeface="宋体" pitchFamily="2" charset="-122"/>
              </a:rPr>
              <a:t>本节主要讨论：</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9EF31FB-DFDC-40E9-E7CF-09DE1DA8489A}"/>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ea typeface="宋体" panose="02010600030101010101" pitchFamily="2" charset="-122"/>
              </a:rPr>
              <a:t>6.2</a:t>
            </a:r>
            <a:r>
              <a:rPr lang="zh-CN" altLang="en-US">
                <a:ea typeface="宋体" panose="02010600030101010101" pitchFamily="2" charset="-122"/>
              </a:rPr>
              <a:t>路由协议的分类</a:t>
            </a:r>
          </a:p>
        </p:txBody>
      </p:sp>
      <p:sp>
        <p:nvSpPr>
          <p:cNvPr id="66563" name="Rectangle 3">
            <a:extLst>
              <a:ext uri="{FF2B5EF4-FFF2-40B4-BE49-F238E27FC236}">
                <a16:creationId xmlns:a16="http://schemas.microsoft.com/office/drawing/2014/main" id="{01FA4693-E2B1-18C2-777C-42976115A3AA}"/>
              </a:ext>
            </a:extLst>
          </p:cNvPr>
          <p:cNvSpPr>
            <a:spLocks noGrp="1" noRo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lnSpc>
                <a:spcPct val="80000"/>
              </a:lnSpc>
            </a:pPr>
            <a:r>
              <a:rPr lang="zh-CN" altLang="en-US" sz="2400">
                <a:solidFill>
                  <a:srgbClr val="FF0000"/>
                </a:solidFill>
                <a:ea typeface="宋体" panose="02010600030101010101" pitchFamily="2" charset="-122"/>
              </a:rPr>
              <a:t>路由选择协议（</a:t>
            </a:r>
            <a:r>
              <a:rPr lang="en-US" altLang="zh-CN" sz="2400">
                <a:solidFill>
                  <a:srgbClr val="FF0000"/>
                </a:solidFill>
                <a:ea typeface="宋体" panose="02010600030101010101" pitchFamily="2" charset="-122"/>
              </a:rPr>
              <a:t>Routing Protocol</a:t>
            </a:r>
            <a:r>
              <a:rPr lang="zh-CN" altLang="en-US" sz="2400">
                <a:solidFill>
                  <a:srgbClr val="FF0000"/>
                </a:solidFill>
                <a:ea typeface="宋体" panose="02010600030101010101" pitchFamily="2" charset="-122"/>
              </a:rPr>
              <a:t>）</a:t>
            </a:r>
            <a:r>
              <a:rPr lang="zh-CN" altLang="en-US" sz="2400">
                <a:ea typeface="宋体" panose="02010600030101010101" pitchFamily="2" charset="-122"/>
              </a:rPr>
              <a:t>：用来建立和维护路由表，并按照到达数据包的目的地址的最佳路径转发数据包。</a:t>
            </a:r>
          </a:p>
          <a:p>
            <a:pPr marL="609600" indent="-609600" eaLnBrk="1" hangingPunct="1">
              <a:lnSpc>
                <a:spcPct val="80000"/>
              </a:lnSpc>
            </a:pPr>
            <a:r>
              <a:rPr lang="zh-CN" altLang="en-US" sz="2400">
                <a:solidFill>
                  <a:srgbClr val="FF0000"/>
                </a:solidFill>
                <a:ea typeface="宋体" panose="02010600030101010101" pitchFamily="2" charset="-122"/>
              </a:rPr>
              <a:t>被路由协议（</a:t>
            </a:r>
            <a:r>
              <a:rPr lang="en-US" altLang="zh-CN" sz="2400">
                <a:solidFill>
                  <a:srgbClr val="FF0000"/>
                </a:solidFill>
                <a:ea typeface="宋体" panose="02010600030101010101" pitchFamily="2" charset="-122"/>
              </a:rPr>
              <a:t>Routed Protocol</a:t>
            </a:r>
            <a:r>
              <a:rPr lang="zh-CN" altLang="en-US" sz="2400">
                <a:solidFill>
                  <a:srgbClr val="FF0000"/>
                </a:solidFill>
                <a:ea typeface="宋体" panose="02010600030101010101" pitchFamily="2" charset="-122"/>
              </a:rPr>
              <a:t>）：</a:t>
            </a:r>
            <a:r>
              <a:rPr lang="zh-CN" altLang="en-US" sz="2400">
                <a:ea typeface="宋体" panose="02010600030101010101" pitchFamily="2" charset="-122"/>
              </a:rPr>
              <a:t>亦称为网络层协议。用来将数据和网络层地址信息一起封装在数据包中，目的是它可以通过互连网络进行中继传输。</a:t>
            </a:r>
          </a:p>
          <a:p>
            <a:pPr marL="609600" indent="-609600" eaLnBrk="1" hangingPunct="1">
              <a:lnSpc>
                <a:spcPct val="80000"/>
              </a:lnSpc>
            </a:pPr>
            <a:r>
              <a:rPr lang="zh-CN" altLang="en-US" sz="2400">
                <a:solidFill>
                  <a:srgbClr val="FF0000"/>
                </a:solidFill>
                <a:ea typeface="宋体" panose="02010600030101010101" pitchFamily="2" charset="-122"/>
              </a:rPr>
              <a:t>路由选择协议和被路由协议区别：</a:t>
            </a:r>
            <a:r>
              <a:rPr lang="zh-CN" altLang="en-US" sz="2400">
                <a:ea typeface="宋体" panose="02010600030101010101" pitchFamily="2" charset="-122"/>
              </a:rPr>
              <a:t>路由选择协议简称为路由协议，路由协议负责学习最佳路径并转发，而被路由协议根据最近路径将来自上层的信息封装在</a:t>
            </a:r>
            <a:r>
              <a:rPr lang="en-US" altLang="zh-CN" sz="2400">
                <a:ea typeface="宋体" panose="02010600030101010101" pitchFamily="2" charset="-122"/>
              </a:rPr>
              <a:t>IP</a:t>
            </a:r>
            <a:r>
              <a:rPr lang="zh-CN" altLang="en-US" sz="2400">
                <a:ea typeface="宋体" panose="02010600030101010101" pitchFamily="2" charset="-122"/>
              </a:rPr>
              <a:t>包里传输；被路由协议在网络中被路由，例如</a:t>
            </a:r>
            <a:r>
              <a:rPr lang="en-US" altLang="zh-CN" sz="2400">
                <a:ea typeface="宋体" panose="02010600030101010101" pitchFamily="2" charset="-122"/>
              </a:rPr>
              <a:t>IP</a:t>
            </a:r>
            <a:r>
              <a:rPr lang="zh-CN" altLang="en-US" sz="2400">
                <a:ea typeface="宋体" panose="02010600030101010101" pitchFamily="2" charset="-122"/>
              </a:rPr>
              <a:t>、</a:t>
            </a:r>
            <a:r>
              <a:rPr lang="en-US" altLang="zh-CN" sz="2400">
                <a:ea typeface="宋体" panose="02010600030101010101" pitchFamily="2" charset="-122"/>
              </a:rPr>
              <a:t>IPX</a:t>
            </a:r>
            <a:r>
              <a:rPr lang="zh-CN" altLang="en-US" sz="2400">
                <a:ea typeface="宋体" panose="02010600030101010101" pitchFamily="2" charset="-122"/>
              </a:rPr>
              <a:t>、</a:t>
            </a:r>
            <a:r>
              <a:rPr lang="en-US" altLang="zh-CN" sz="2400">
                <a:ea typeface="宋体" panose="02010600030101010101" pitchFamily="2" charset="-122"/>
              </a:rPr>
              <a:t>AppleTalk</a:t>
            </a:r>
            <a:r>
              <a:rPr lang="zh-CN" altLang="en-US" sz="2400">
                <a:ea typeface="宋体" panose="02010600030101010101" pitchFamily="2" charset="-122"/>
              </a:rPr>
              <a:t>、</a:t>
            </a:r>
            <a:r>
              <a:rPr lang="en-US" altLang="zh-CN" sz="2400">
                <a:ea typeface="宋体" panose="02010600030101010101" pitchFamily="2" charset="-122"/>
              </a:rPr>
              <a:t>Novell NetWare</a:t>
            </a:r>
            <a:r>
              <a:rPr lang="zh-CN" altLang="en-US" sz="2400">
                <a:ea typeface="宋体" panose="02010600030101010101" pitchFamily="2" charset="-122"/>
              </a:rPr>
              <a:t>、</a:t>
            </a:r>
            <a:r>
              <a:rPr lang="en-US" altLang="zh-CN" sz="2400">
                <a:ea typeface="宋体" panose="02010600030101010101" pitchFamily="2" charset="-122"/>
              </a:rPr>
              <a:t>OSI</a:t>
            </a:r>
            <a:r>
              <a:rPr lang="zh-CN" altLang="en-US" sz="2400">
                <a:ea typeface="宋体" panose="02010600030101010101" pitchFamily="2" charset="-122"/>
              </a:rPr>
              <a:t>等，而路由选择协议是实现路由算法的协议，简单地说，它给网络协议做导向，路由选择协议如：</a:t>
            </a:r>
            <a:r>
              <a:rPr lang="en-US" altLang="zh-CN" sz="2400">
                <a:ea typeface="宋体" panose="02010600030101010101" pitchFamily="2" charset="-122"/>
              </a:rPr>
              <a:t>OSPF</a:t>
            </a:r>
            <a:r>
              <a:rPr lang="zh-CN" altLang="en-US" sz="2400">
                <a:ea typeface="宋体" panose="02010600030101010101" pitchFamily="2" charset="-122"/>
              </a:rPr>
              <a:t>、</a:t>
            </a:r>
            <a:r>
              <a:rPr lang="en-US" altLang="zh-CN" sz="2400">
                <a:ea typeface="宋体" panose="02010600030101010101" pitchFamily="2" charset="-122"/>
              </a:rPr>
              <a:t>RIP</a:t>
            </a:r>
            <a:r>
              <a:rPr lang="zh-CN" altLang="en-US" sz="2400">
                <a:ea typeface="宋体" panose="02010600030101010101" pitchFamily="2" charset="-122"/>
              </a:rPr>
              <a:t>、</a:t>
            </a:r>
            <a:r>
              <a:rPr lang="en-US" altLang="zh-CN" sz="2400">
                <a:ea typeface="宋体" panose="02010600030101010101" pitchFamily="2" charset="-122"/>
              </a:rPr>
              <a:t>IGRP</a:t>
            </a:r>
            <a:r>
              <a:rPr lang="zh-CN" altLang="en-US" sz="2400">
                <a:ea typeface="宋体" panose="02010600030101010101" pitchFamily="2" charset="-122"/>
              </a:rPr>
              <a:t>、</a:t>
            </a:r>
            <a:r>
              <a:rPr lang="en-US" altLang="zh-CN" sz="2400">
                <a:ea typeface="宋体" panose="02010600030101010101" pitchFamily="2" charset="-122"/>
              </a:rPr>
              <a:t>EIGRP</a:t>
            </a:r>
            <a:r>
              <a:rPr lang="zh-CN" altLang="en-US" sz="2400">
                <a:ea typeface="宋体" panose="02010600030101010101" pitchFamily="2" charset="-122"/>
              </a:rPr>
              <a:t>、</a:t>
            </a:r>
            <a:r>
              <a:rPr lang="en-US" altLang="zh-CN" sz="2400">
                <a:ea typeface="宋体" panose="02010600030101010101" pitchFamily="2" charset="-122"/>
              </a:rPr>
              <a:t>EGP</a:t>
            </a:r>
            <a:r>
              <a:rPr lang="zh-CN" altLang="en-US" sz="2400">
                <a:ea typeface="宋体" panose="02010600030101010101" pitchFamily="2" charset="-122"/>
              </a:rPr>
              <a:t>、</a:t>
            </a:r>
            <a:r>
              <a:rPr lang="en-US" altLang="zh-CN" sz="2400">
                <a:ea typeface="宋体" panose="02010600030101010101" pitchFamily="2" charset="-122"/>
              </a:rPr>
              <a:t>BGP</a:t>
            </a:r>
            <a:r>
              <a:rPr lang="zh-CN" altLang="en-US" sz="2400">
                <a:ea typeface="宋体" panose="02010600030101010101" pitchFamily="2" charset="-122"/>
              </a:rPr>
              <a:t>等。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E7E553F7-EECC-285B-1FCE-E1CA305016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08A1C52-3073-47BF-A6E9-20A1E0951B66}" type="slidenum">
              <a:rPr lang="en-US" altLang="zh-CN" sz="2000" baseline="0">
                <a:solidFill>
                  <a:schemeClr val="bg2"/>
                </a:solidFill>
              </a:rPr>
              <a:pPr/>
              <a:t>59</a:t>
            </a:fld>
            <a:endParaRPr lang="en-US" altLang="zh-CN" sz="2000" baseline="0">
              <a:solidFill>
                <a:schemeClr val="bg2"/>
              </a:solidFill>
            </a:endParaRPr>
          </a:p>
        </p:txBody>
      </p:sp>
      <p:sp>
        <p:nvSpPr>
          <p:cNvPr id="67587" name="Line 2">
            <a:extLst>
              <a:ext uri="{FF2B5EF4-FFF2-40B4-BE49-F238E27FC236}">
                <a16:creationId xmlns:a16="http://schemas.microsoft.com/office/drawing/2014/main" id="{6E2CF1F7-AD14-08C3-3AB6-D7E0344AE428}"/>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8" name="Line 3">
            <a:extLst>
              <a:ext uri="{FF2B5EF4-FFF2-40B4-BE49-F238E27FC236}">
                <a16:creationId xmlns:a16="http://schemas.microsoft.com/office/drawing/2014/main" id="{ED77E850-DC52-5064-5C62-3A174405442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9" name="Text Box 4">
            <a:extLst>
              <a:ext uri="{FF2B5EF4-FFF2-40B4-BE49-F238E27FC236}">
                <a16:creationId xmlns:a16="http://schemas.microsoft.com/office/drawing/2014/main" id="{1394770B-4BC2-3961-15A5-3367E7F8BD64}"/>
              </a:ext>
            </a:extLst>
          </p:cNvPr>
          <p:cNvSpPr txBox="1">
            <a:spLocks noChangeArrowheads="1"/>
          </p:cNvSpPr>
          <p:nvPr/>
        </p:nvSpPr>
        <p:spPr bwMode="auto">
          <a:xfrm>
            <a:off x="304800" y="381000"/>
            <a:ext cx="241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22.12  </a:t>
            </a:r>
            <a:r>
              <a:rPr lang="zh-CN" altLang="en-US" sz="2000" i="1" baseline="0">
                <a:latin typeface="Times New Roman" panose="02020603050405020304" pitchFamily="18" charset="0"/>
                <a:ea typeface="宋体" panose="02010600030101010101" pitchFamily="2" charset="-122"/>
              </a:rPr>
              <a:t>自治系统</a:t>
            </a:r>
          </a:p>
        </p:txBody>
      </p:sp>
      <p:sp>
        <p:nvSpPr>
          <p:cNvPr id="67590" name="Line 5">
            <a:extLst>
              <a:ext uri="{FF2B5EF4-FFF2-40B4-BE49-F238E27FC236}">
                <a16:creationId xmlns:a16="http://schemas.microsoft.com/office/drawing/2014/main" id="{7B82164B-B2B0-7BCC-B4CB-509455DFE29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7591" name="Picture 6">
            <a:extLst>
              <a:ext uri="{FF2B5EF4-FFF2-40B4-BE49-F238E27FC236}">
                <a16:creationId xmlns:a16="http://schemas.microsoft.com/office/drawing/2014/main" id="{10DC8805-EB0B-81B3-9B77-AAC4F7C6C6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3" y="1447800"/>
            <a:ext cx="7011987"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307B19E-396A-C8EA-7EBC-CCFBC669FA49}"/>
              </a:ext>
            </a:extLst>
          </p:cNvPr>
          <p:cNvSpPr>
            <a:spLocks noGrp="1" noRot="1" noChangeArrowheads="1"/>
          </p:cNvSpPr>
          <p:nvPr>
            <p:ph type="title"/>
          </p:nvPr>
        </p:nvSpPr>
        <p:spPr bwMode="auto">
          <a:xfrm>
            <a:off x="323850" y="188913"/>
            <a:ext cx="85407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400" b="1">
                <a:ea typeface="宋体" panose="02010600030101010101" pitchFamily="2" charset="-122"/>
              </a:rPr>
              <a:t>6.2.2 </a:t>
            </a:r>
            <a:r>
              <a:rPr lang="zh-CN" altLang="en-US" sz="2400" b="1">
                <a:ea typeface="宋体" panose="02010600030101010101" pitchFamily="2" charset="-122"/>
              </a:rPr>
              <a:t>内部网关协议（</a:t>
            </a:r>
            <a:r>
              <a:rPr lang="en-US" altLang="zh-CN" sz="2400" b="1">
                <a:ea typeface="宋体" panose="02010600030101010101" pitchFamily="2" charset="-122"/>
              </a:rPr>
              <a:t>IGP</a:t>
            </a:r>
            <a:r>
              <a:rPr lang="zh-CN" altLang="en-US" sz="2400" b="1">
                <a:ea typeface="宋体" panose="02010600030101010101" pitchFamily="2" charset="-122"/>
              </a:rPr>
              <a:t>）和外部网关协议（</a:t>
            </a:r>
            <a:r>
              <a:rPr lang="en-US" altLang="zh-CN" sz="2400" b="1">
                <a:ea typeface="宋体" panose="02010600030101010101" pitchFamily="2" charset="-122"/>
              </a:rPr>
              <a:t>EGP</a:t>
            </a:r>
            <a:r>
              <a:rPr lang="zh-CN" altLang="en-US" sz="2400" b="1">
                <a:ea typeface="宋体" panose="02010600030101010101" pitchFamily="2" charset="-122"/>
              </a:rPr>
              <a:t>）</a:t>
            </a:r>
          </a:p>
        </p:txBody>
      </p:sp>
      <p:sp>
        <p:nvSpPr>
          <p:cNvPr id="68611" name="Rectangle 3">
            <a:extLst>
              <a:ext uri="{FF2B5EF4-FFF2-40B4-BE49-F238E27FC236}">
                <a16:creationId xmlns:a16="http://schemas.microsoft.com/office/drawing/2014/main" id="{DBDA09CD-0FE8-784D-1EC9-2B383875E2FC}"/>
              </a:ext>
            </a:extLst>
          </p:cNvPr>
          <p:cNvSpPr>
            <a:spLocks noGrp="1" noRot="1" noChangeArrowheads="1"/>
          </p:cNvSpPr>
          <p:nvPr>
            <p:ph type="body" idx="1"/>
          </p:nvPr>
        </p:nvSpPr>
        <p:spPr bwMode="auto">
          <a:xfrm>
            <a:off x="0" y="1312863"/>
            <a:ext cx="8713788" cy="55451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zh-CN" altLang="en-US" sz="2400">
                <a:ea typeface="宋体" panose="02010600030101010101" pitchFamily="2" charset="-122"/>
              </a:rPr>
              <a:t>根据是否在一个自治系统（</a:t>
            </a:r>
            <a:r>
              <a:rPr lang="en-US" altLang="zh-CN" sz="2400">
                <a:ea typeface="宋体" panose="02010600030101010101" pitchFamily="2" charset="-122"/>
              </a:rPr>
              <a:t>Autonomous System</a:t>
            </a:r>
            <a:r>
              <a:rPr lang="zh-CN" altLang="en-US" sz="2400">
                <a:ea typeface="宋体" panose="02010600030101010101" pitchFamily="2" charset="-122"/>
              </a:rPr>
              <a:t>，</a:t>
            </a:r>
            <a:r>
              <a:rPr lang="en-US" altLang="zh-CN" sz="2400">
                <a:ea typeface="宋体" panose="02010600030101010101" pitchFamily="2" charset="-122"/>
              </a:rPr>
              <a:t>AS</a:t>
            </a:r>
            <a:r>
              <a:rPr lang="zh-CN" altLang="en-US" sz="2400">
                <a:ea typeface="宋体" panose="02010600030101010101" pitchFamily="2" charset="-122"/>
              </a:rPr>
              <a:t>）内部使用，路由协议分为内部网关协议（</a:t>
            </a:r>
            <a:r>
              <a:rPr lang="en-US" altLang="zh-CN" sz="2400">
                <a:ea typeface="宋体" panose="02010600030101010101" pitchFamily="2" charset="-122"/>
              </a:rPr>
              <a:t>IGP</a:t>
            </a:r>
            <a:r>
              <a:rPr lang="zh-CN" altLang="en-US" sz="2400">
                <a:ea typeface="宋体" panose="02010600030101010101" pitchFamily="2" charset="-122"/>
              </a:rPr>
              <a:t>）和外部网关协议（</a:t>
            </a:r>
            <a:r>
              <a:rPr lang="en-US" altLang="zh-CN" sz="2400">
                <a:ea typeface="宋体" panose="02010600030101010101" pitchFamily="2" charset="-122"/>
              </a:rPr>
              <a:t>EGP</a:t>
            </a:r>
            <a:r>
              <a:rPr lang="zh-CN" altLang="en-US" sz="2400">
                <a:ea typeface="宋体" panose="02010600030101010101" pitchFamily="2" charset="-122"/>
              </a:rPr>
              <a:t>）。</a:t>
            </a:r>
          </a:p>
          <a:p>
            <a:pPr eaLnBrk="1" hangingPunct="1">
              <a:lnSpc>
                <a:spcPct val="80000"/>
              </a:lnSpc>
            </a:pPr>
            <a:r>
              <a:rPr lang="zh-CN" altLang="en-US" sz="2400">
                <a:ea typeface="宋体" panose="02010600030101010101" pitchFamily="2" charset="-122"/>
              </a:rPr>
              <a:t>这里的自治系统指具有统一管理机构、统一路由策略的网络。</a:t>
            </a:r>
            <a:r>
              <a:rPr lang="en-US" altLang="zh-CN" sz="2400">
                <a:ea typeface="宋体" panose="02010600030101010101" pitchFamily="2" charset="-122"/>
              </a:rPr>
              <a:t>Internet</a:t>
            </a:r>
            <a:r>
              <a:rPr lang="zh-CN" altLang="en-US" sz="2400">
                <a:ea typeface="宋体" panose="02010600030101010101" pitchFamily="2" charset="-122"/>
              </a:rPr>
              <a:t>由一系列的自治系统组成，各个自治系统经核心路由连接主干网。每个自治系统一般是一个组织实体（比如公司、</a:t>
            </a:r>
            <a:r>
              <a:rPr lang="en-US" altLang="zh-CN" sz="2400">
                <a:ea typeface="宋体" panose="02010600030101010101" pitchFamily="2" charset="-122"/>
              </a:rPr>
              <a:t>ISP</a:t>
            </a:r>
            <a:r>
              <a:rPr lang="zh-CN" altLang="en-US" sz="2400">
                <a:ea typeface="宋体" panose="02010600030101010101" pitchFamily="2" charset="-122"/>
              </a:rPr>
              <a:t>等）内部的网络与路由器结合。</a:t>
            </a:r>
          </a:p>
          <a:p>
            <a:pPr eaLnBrk="1" hangingPunct="1">
              <a:lnSpc>
                <a:spcPct val="80000"/>
              </a:lnSpc>
            </a:pPr>
            <a:r>
              <a:rPr lang="zh-CN" altLang="en-US" sz="2400">
                <a:ea typeface="宋体" panose="02010600030101010101" pitchFamily="2" charset="-122"/>
              </a:rPr>
              <a:t>在一个自治系统内部运行的路由协议称为内部网关协议</a:t>
            </a:r>
            <a:r>
              <a:rPr lang="en-US" altLang="zh-CN" sz="2400">
                <a:ea typeface="宋体" panose="02010600030101010101" pitchFamily="2" charset="-122"/>
              </a:rPr>
              <a:t>IGP</a:t>
            </a:r>
            <a:r>
              <a:rPr lang="zh-CN" altLang="en-US" sz="2400">
                <a:ea typeface="宋体" panose="02010600030101010101" pitchFamily="2" charset="-122"/>
              </a:rPr>
              <a:t>（</a:t>
            </a:r>
            <a:r>
              <a:rPr lang="en-US" altLang="zh-CN" sz="2400">
                <a:ea typeface="宋体" panose="02010600030101010101" pitchFamily="2" charset="-122"/>
              </a:rPr>
              <a:t>Interior GateWay Protocol</a:t>
            </a:r>
            <a:r>
              <a:rPr lang="zh-CN" altLang="en-US" sz="2400">
                <a:ea typeface="宋体" panose="02010600030101010101" pitchFamily="2" charset="-122"/>
              </a:rPr>
              <a:t>），目前最流行的是</a:t>
            </a:r>
            <a:r>
              <a:rPr lang="en-US" altLang="zh-CN" sz="2400">
                <a:ea typeface="宋体" panose="02010600030101010101" pitchFamily="2" charset="-122"/>
              </a:rPr>
              <a:t>RIP</a:t>
            </a:r>
            <a:r>
              <a:rPr lang="zh-CN" altLang="en-US" sz="2400">
                <a:ea typeface="宋体" panose="02010600030101010101" pitchFamily="2" charset="-122"/>
              </a:rPr>
              <a:t>协议、</a:t>
            </a:r>
            <a:r>
              <a:rPr lang="en-US" altLang="zh-CN" sz="2400">
                <a:ea typeface="宋体" panose="02010600030101010101" pitchFamily="2" charset="-122"/>
              </a:rPr>
              <a:t>OSPF</a:t>
            </a:r>
            <a:r>
              <a:rPr lang="zh-CN" altLang="en-US" sz="2400">
                <a:ea typeface="宋体" panose="02010600030101010101" pitchFamily="2" charset="-122"/>
              </a:rPr>
              <a:t>协议等，这些协议没有一个是占主导地位的，但是</a:t>
            </a:r>
            <a:r>
              <a:rPr lang="en-US" altLang="zh-CN" sz="2400">
                <a:ea typeface="宋体" panose="02010600030101010101" pitchFamily="2" charset="-122"/>
              </a:rPr>
              <a:t>RIP</a:t>
            </a:r>
            <a:r>
              <a:rPr lang="zh-CN" altLang="en-US" sz="2400">
                <a:ea typeface="宋体" panose="02010600030101010101" pitchFamily="2" charset="-122"/>
              </a:rPr>
              <a:t>可能是最常见的</a:t>
            </a:r>
            <a:r>
              <a:rPr lang="en-US" altLang="zh-CN" sz="2400">
                <a:ea typeface="宋体" panose="02010600030101010101" pitchFamily="2" charset="-122"/>
              </a:rPr>
              <a:t>IGP</a:t>
            </a:r>
            <a:r>
              <a:rPr lang="zh-CN" altLang="en-US" sz="2400">
                <a:ea typeface="宋体" panose="02010600030101010101" pitchFamily="2" charset="-122"/>
              </a:rPr>
              <a:t>协议。</a:t>
            </a:r>
          </a:p>
          <a:p>
            <a:pPr eaLnBrk="1" hangingPunct="1">
              <a:lnSpc>
                <a:spcPct val="80000"/>
              </a:lnSpc>
            </a:pPr>
            <a:r>
              <a:rPr lang="zh-CN" altLang="en-US" sz="2400">
                <a:ea typeface="宋体" panose="02010600030101010101" pitchFamily="2" charset="-122"/>
              </a:rPr>
              <a:t>用于不同自治系统之间的路由协议称为外部网关协议</a:t>
            </a:r>
            <a:r>
              <a:rPr lang="en-US" altLang="zh-CN" sz="2400">
                <a:ea typeface="宋体" panose="02010600030101010101" pitchFamily="2" charset="-122"/>
              </a:rPr>
              <a:t>EGP</a:t>
            </a:r>
            <a:r>
              <a:rPr lang="zh-CN" altLang="en-US" sz="2400">
                <a:ea typeface="宋体" panose="02010600030101010101" pitchFamily="2" charset="-122"/>
              </a:rPr>
              <a:t>（</a:t>
            </a:r>
            <a:r>
              <a:rPr lang="en-US" altLang="zh-CN" sz="2400">
                <a:ea typeface="宋体" panose="02010600030101010101" pitchFamily="2" charset="-122"/>
              </a:rPr>
              <a:t>Exterior Gateway Protocol</a:t>
            </a:r>
            <a:r>
              <a:rPr lang="zh-CN" altLang="en-US" sz="2400">
                <a:ea typeface="宋体" panose="02010600030101010101" pitchFamily="2" charset="-122"/>
              </a:rPr>
              <a:t>）。外部网关协议起着连接不同自治区域并在各个自治区域间转发路由数据包的桥梁作用。典型的外部网关协议是边界网关路由协议</a:t>
            </a:r>
            <a:r>
              <a:rPr lang="en-US" altLang="zh-CN" sz="2400">
                <a:ea typeface="宋体" panose="02010600030101010101" pitchFamily="2" charset="-122"/>
              </a:rPr>
              <a:t>BGP</a:t>
            </a:r>
            <a:r>
              <a:rPr lang="zh-CN" altLang="en-US" sz="2400">
                <a:ea typeface="宋体" panose="02010600030101010101" pitchFamily="2" charset="-122"/>
              </a:rPr>
              <a:t>（</a:t>
            </a:r>
            <a:r>
              <a:rPr lang="en-US" altLang="zh-CN" sz="2400">
                <a:ea typeface="宋体" panose="02010600030101010101" pitchFamily="2" charset="-122"/>
              </a:rPr>
              <a:t>Border Gateway Protocol</a:t>
            </a:r>
            <a:r>
              <a:rPr lang="zh-CN" altLang="en-US" sz="2400">
                <a:ea typeface="宋体" panose="02010600030101010101" pitchFamily="2" charset="-122"/>
              </a:rP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87660E85-CE9E-F5B2-297C-650980F24E66}"/>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内部网关协议和外部网关协议 </a:t>
            </a:r>
          </a:p>
        </p:txBody>
      </p:sp>
      <p:sp>
        <p:nvSpPr>
          <p:cNvPr id="5124" name="Rectangle 5">
            <a:extLst>
              <a:ext uri="{FF2B5EF4-FFF2-40B4-BE49-F238E27FC236}">
                <a16:creationId xmlns:a16="http://schemas.microsoft.com/office/drawing/2014/main" id="{A4FA5BBB-E070-9ED6-5CD7-B406B34463F8}"/>
              </a:ext>
            </a:extLst>
          </p:cNvPr>
          <p:cNvSpPr>
            <a:spLocks noChangeArrowheads="1"/>
          </p:cNvSpPr>
          <p:nvPr/>
        </p:nvSpPr>
        <p:spPr bwMode="auto">
          <a:xfrm>
            <a:off x="0" y="2366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5122" name="Object 4">
            <a:extLst>
              <a:ext uri="{FF2B5EF4-FFF2-40B4-BE49-F238E27FC236}">
                <a16:creationId xmlns:a16="http://schemas.microsoft.com/office/drawing/2014/main" id="{B9421B0D-202D-D0DF-9E21-314E572578C2}"/>
              </a:ext>
            </a:extLst>
          </p:cNvPr>
          <p:cNvGraphicFramePr>
            <a:graphicFrameLocks noChangeAspect="1"/>
          </p:cNvGraphicFramePr>
          <p:nvPr/>
        </p:nvGraphicFramePr>
        <p:xfrm>
          <a:off x="250825" y="2349500"/>
          <a:ext cx="8280400" cy="3744913"/>
        </p:xfrm>
        <a:graphic>
          <a:graphicData uri="http://schemas.openxmlformats.org/presentationml/2006/ole">
            <mc:AlternateContent xmlns:mc="http://schemas.openxmlformats.org/markup-compatibility/2006">
              <mc:Choice xmlns:v="urn:schemas-microsoft-com:vml" Requires="v">
                <p:oleObj name="Visio" r:id="rId3" imgW="9895172" imgH="4474945" progId="Visio.Drawing.11">
                  <p:embed/>
                </p:oleObj>
              </mc:Choice>
              <mc:Fallback>
                <p:oleObj name="Visio" r:id="rId3" imgW="9895172" imgH="447494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349500"/>
                        <a:ext cx="8280400" cy="3744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E72CB468-6056-AFB4-5F6F-261BB3C2AE4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B113D476-C2D3-4D16-9B78-16ADD12CC133}" type="slidenum">
              <a:rPr lang="en-US" altLang="zh-CN" sz="2000" baseline="0">
                <a:solidFill>
                  <a:schemeClr val="bg2"/>
                </a:solidFill>
              </a:rPr>
              <a:pPr/>
              <a:t>62</a:t>
            </a:fld>
            <a:endParaRPr lang="en-US" altLang="zh-CN" sz="2000" baseline="0">
              <a:solidFill>
                <a:schemeClr val="bg2"/>
              </a:solidFill>
            </a:endParaRPr>
          </a:p>
        </p:txBody>
      </p:sp>
      <p:sp>
        <p:nvSpPr>
          <p:cNvPr id="69635" name="Line 2">
            <a:extLst>
              <a:ext uri="{FF2B5EF4-FFF2-40B4-BE49-F238E27FC236}">
                <a16:creationId xmlns:a16="http://schemas.microsoft.com/office/drawing/2014/main" id="{89D61D7D-00D7-E63C-6315-15D6904D216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6" name="Line 3">
            <a:extLst>
              <a:ext uri="{FF2B5EF4-FFF2-40B4-BE49-F238E27FC236}">
                <a16:creationId xmlns:a16="http://schemas.microsoft.com/office/drawing/2014/main" id="{97F0DB4A-36B5-3BAE-697B-472249AECA9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7" name="Text Box 4">
            <a:extLst>
              <a:ext uri="{FF2B5EF4-FFF2-40B4-BE49-F238E27FC236}">
                <a16:creationId xmlns:a16="http://schemas.microsoft.com/office/drawing/2014/main" id="{61D1C616-DC0C-57BE-1A67-ECF02045B411}"/>
              </a:ext>
            </a:extLst>
          </p:cNvPr>
          <p:cNvSpPr txBox="1">
            <a:spLocks noChangeArrowheads="1"/>
          </p:cNvSpPr>
          <p:nvPr/>
        </p:nvSpPr>
        <p:spPr bwMode="auto">
          <a:xfrm>
            <a:off x="304800" y="381000"/>
            <a:ext cx="3611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图22.13  </a:t>
            </a:r>
            <a:r>
              <a:rPr lang="zh-CN" altLang="en-US" sz="2000" i="1" baseline="0">
                <a:latin typeface="Times New Roman" panose="02020603050405020304" pitchFamily="18" charset="0"/>
                <a:ea typeface="宋体" panose="02010600030101010101" pitchFamily="2" charset="-122"/>
              </a:rPr>
              <a:t>流行的路由选择协议</a:t>
            </a:r>
          </a:p>
        </p:txBody>
      </p:sp>
      <p:sp>
        <p:nvSpPr>
          <p:cNvPr id="69638" name="Line 5">
            <a:extLst>
              <a:ext uri="{FF2B5EF4-FFF2-40B4-BE49-F238E27FC236}">
                <a16:creationId xmlns:a16="http://schemas.microsoft.com/office/drawing/2014/main" id="{4748D764-B235-3D94-ADE1-5A29886305B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9639" name="Picture 6">
            <a:extLst>
              <a:ext uri="{FF2B5EF4-FFF2-40B4-BE49-F238E27FC236}">
                <a16:creationId xmlns:a16="http://schemas.microsoft.com/office/drawing/2014/main" id="{214FE9BF-8EFA-D333-0F60-E0490B825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638" y="2030413"/>
            <a:ext cx="6837362"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990DD868-FC0D-59D0-E479-629237F03ACF}"/>
              </a:ext>
            </a:extLst>
          </p:cNvPr>
          <p:cNvSpPr txBox="1">
            <a:spLocks noChangeArrowheads="1"/>
          </p:cNvSpPr>
          <p:nvPr/>
        </p:nvSpPr>
        <p:spPr bwMode="auto">
          <a:xfrm>
            <a:off x="1330325" y="1844675"/>
            <a:ext cx="16271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2800">
                <a:latin typeface="Times New Roman" panose="02020603050405020304" pitchFamily="18" charset="0"/>
                <a:ea typeface="宋体" panose="02010600030101010101" pitchFamily="2" charset="-122"/>
              </a:rPr>
              <a:t>内部网关路由</a:t>
            </a:r>
          </a:p>
          <a:p>
            <a:pPr algn="ctr"/>
            <a:r>
              <a:rPr lang="en-US" altLang="zh-CN" sz="2800">
                <a:latin typeface="Times New Roman" panose="02020603050405020304" pitchFamily="18" charset="0"/>
                <a:ea typeface="宋体" panose="02010600030101010101" pitchFamily="2" charset="-122"/>
              </a:rPr>
              <a:t>(IGP)</a:t>
            </a:r>
          </a:p>
        </p:txBody>
      </p:sp>
      <p:sp>
        <p:nvSpPr>
          <p:cNvPr id="70659" name="Text Box 3">
            <a:extLst>
              <a:ext uri="{FF2B5EF4-FFF2-40B4-BE49-F238E27FC236}">
                <a16:creationId xmlns:a16="http://schemas.microsoft.com/office/drawing/2014/main" id="{3575D1B2-739F-5534-C1B3-913982E6871B}"/>
              </a:ext>
            </a:extLst>
          </p:cNvPr>
          <p:cNvSpPr txBox="1">
            <a:spLocks noChangeArrowheads="1"/>
          </p:cNvSpPr>
          <p:nvPr/>
        </p:nvSpPr>
        <p:spPr bwMode="auto">
          <a:xfrm>
            <a:off x="1330325" y="4941888"/>
            <a:ext cx="18684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2800">
                <a:latin typeface="Times New Roman" panose="02020603050405020304" pitchFamily="18" charset="0"/>
                <a:ea typeface="宋体" panose="02010600030101010101" pitchFamily="2" charset="-122"/>
              </a:rPr>
              <a:t>外部网关路由：</a:t>
            </a:r>
          </a:p>
          <a:p>
            <a:pPr algn="ctr"/>
            <a:r>
              <a:rPr lang="en-US" altLang="zh-CN" sz="2800">
                <a:latin typeface="Times New Roman" panose="02020603050405020304" pitchFamily="18" charset="0"/>
                <a:ea typeface="宋体" panose="02010600030101010101" pitchFamily="2" charset="-122"/>
              </a:rPr>
              <a:t>(EGP)</a:t>
            </a:r>
          </a:p>
        </p:txBody>
      </p:sp>
      <p:sp>
        <p:nvSpPr>
          <p:cNvPr id="70660" name="Text Box 4">
            <a:extLst>
              <a:ext uri="{FF2B5EF4-FFF2-40B4-BE49-F238E27FC236}">
                <a16:creationId xmlns:a16="http://schemas.microsoft.com/office/drawing/2014/main" id="{5175469E-A2C5-1AD1-C212-4FF98AD98350}"/>
              </a:ext>
            </a:extLst>
          </p:cNvPr>
          <p:cNvSpPr txBox="1">
            <a:spLocks noChangeArrowheads="1"/>
          </p:cNvSpPr>
          <p:nvPr/>
        </p:nvSpPr>
        <p:spPr bwMode="auto">
          <a:xfrm>
            <a:off x="3660775" y="641350"/>
            <a:ext cx="1325563"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800">
                <a:latin typeface="Times New Roman" panose="02020603050405020304" pitchFamily="18" charset="0"/>
                <a:ea typeface="宋体" panose="02010600030101010101" pitchFamily="2" charset="-122"/>
              </a:rPr>
              <a:t>1 </a:t>
            </a:r>
            <a:r>
              <a:rPr lang="zh-CN" altLang="en-US" sz="2800">
                <a:latin typeface="Times New Roman" panose="02020603050405020304" pitchFamily="18" charset="0"/>
                <a:ea typeface="宋体" panose="02010600030101010101" pitchFamily="2" charset="-122"/>
              </a:rPr>
              <a:t>静态路由</a:t>
            </a:r>
          </a:p>
        </p:txBody>
      </p:sp>
      <p:sp>
        <p:nvSpPr>
          <p:cNvPr id="70661" name="Text Box 5">
            <a:extLst>
              <a:ext uri="{FF2B5EF4-FFF2-40B4-BE49-F238E27FC236}">
                <a16:creationId xmlns:a16="http://schemas.microsoft.com/office/drawing/2014/main" id="{8101C57E-5CCB-3DD4-D58F-73496A20F8AA}"/>
              </a:ext>
            </a:extLst>
          </p:cNvPr>
          <p:cNvSpPr txBox="1">
            <a:spLocks noChangeArrowheads="1"/>
          </p:cNvSpPr>
          <p:nvPr/>
        </p:nvSpPr>
        <p:spPr bwMode="auto">
          <a:xfrm>
            <a:off x="3635375" y="1100138"/>
            <a:ext cx="1325563"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800">
                <a:latin typeface="Times New Roman" panose="02020603050405020304" pitchFamily="18" charset="0"/>
                <a:ea typeface="宋体" panose="02010600030101010101" pitchFamily="2" charset="-122"/>
              </a:rPr>
              <a:t>2 </a:t>
            </a:r>
            <a:r>
              <a:rPr lang="zh-CN" altLang="en-US" sz="2800">
                <a:latin typeface="Times New Roman" panose="02020603050405020304" pitchFamily="18" charset="0"/>
                <a:ea typeface="宋体" panose="02010600030101010101" pitchFamily="2" charset="-122"/>
              </a:rPr>
              <a:t>直连路由</a:t>
            </a:r>
          </a:p>
        </p:txBody>
      </p:sp>
      <p:sp>
        <p:nvSpPr>
          <p:cNvPr id="70662" name="Text Box 6">
            <a:extLst>
              <a:ext uri="{FF2B5EF4-FFF2-40B4-BE49-F238E27FC236}">
                <a16:creationId xmlns:a16="http://schemas.microsoft.com/office/drawing/2014/main" id="{2C5A8C69-3792-1654-EF15-91EBADBCA2FA}"/>
              </a:ext>
            </a:extLst>
          </p:cNvPr>
          <p:cNvSpPr txBox="1">
            <a:spLocks noChangeArrowheads="1"/>
          </p:cNvSpPr>
          <p:nvPr/>
        </p:nvSpPr>
        <p:spPr bwMode="auto">
          <a:xfrm>
            <a:off x="5578475" y="1741488"/>
            <a:ext cx="367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a:solidFill>
                  <a:srgbClr val="FF0000"/>
                </a:solidFill>
                <a:latin typeface="Times New Roman" panose="02020603050405020304" pitchFamily="18" charset="0"/>
                <a:ea typeface="宋体" panose="02010600030101010101" pitchFamily="2" charset="-122"/>
              </a:rPr>
              <a:t>距离向量：</a:t>
            </a:r>
            <a:r>
              <a:rPr lang="en-US" altLang="zh-CN" sz="2400">
                <a:solidFill>
                  <a:srgbClr val="FF0000"/>
                </a:solidFill>
                <a:latin typeface="Times New Roman" panose="02020603050405020304" pitchFamily="18" charset="0"/>
                <a:ea typeface="宋体" panose="02010600030101010101" pitchFamily="2" charset="-122"/>
              </a:rPr>
              <a:t>RIP</a:t>
            </a:r>
          </a:p>
          <a:p>
            <a:r>
              <a:rPr lang="en-US" altLang="zh-CN" sz="2400">
                <a:solidFill>
                  <a:srgbClr val="FF0000"/>
                </a:solidFill>
                <a:latin typeface="Times New Roman" panose="02020603050405020304" pitchFamily="18" charset="0"/>
                <a:ea typeface="宋体" panose="02010600030101010101" pitchFamily="2" charset="-122"/>
              </a:rPr>
              <a:t>(</a:t>
            </a:r>
            <a:r>
              <a:rPr lang="zh-CN" altLang="en-US" sz="2400">
                <a:solidFill>
                  <a:srgbClr val="FF0000"/>
                </a:solidFill>
                <a:latin typeface="Times New Roman" panose="02020603050405020304" pitchFamily="18" charset="0"/>
                <a:ea typeface="宋体" panose="02010600030101010101" pitchFamily="2" charset="-122"/>
              </a:rPr>
              <a:t>路由算法：</a:t>
            </a:r>
            <a:r>
              <a:rPr lang="en-US" altLang="zh-CN" sz="2400">
                <a:solidFill>
                  <a:srgbClr val="FF0000"/>
                </a:solidFill>
                <a:latin typeface="Times New Roman" panose="02020603050405020304" pitchFamily="18" charset="0"/>
                <a:ea typeface="宋体" panose="02010600030101010101" pitchFamily="2" charset="-122"/>
              </a:rPr>
              <a:t>Bellman-Ford)</a:t>
            </a:r>
          </a:p>
        </p:txBody>
      </p:sp>
      <p:sp>
        <p:nvSpPr>
          <p:cNvPr id="70663" name="Text Box 7">
            <a:extLst>
              <a:ext uri="{FF2B5EF4-FFF2-40B4-BE49-F238E27FC236}">
                <a16:creationId xmlns:a16="http://schemas.microsoft.com/office/drawing/2014/main" id="{654E604F-C54A-9E52-0A1B-F56B6297E786}"/>
              </a:ext>
            </a:extLst>
          </p:cNvPr>
          <p:cNvSpPr txBox="1">
            <a:spLocks noChangeArrowheads="1"/>
          </p:cNvSpPr>
          <p:nvPr/>
        </p:nvSpPr>
        <p:spPr bwMode="auto">
          <a:xfrm>
            <a:off x="5651500" y="3686175"/>
            <a:ext cx="2557463"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a:solidFill>
                  <a:srgbClr val="FF0000"/>
                </a:solidFill>
                <a:latin typeface="Times New Roman" panose="02020603050405020304" pitchFamily="18" charset="0"/>
                <a:ea typeface="宋体" panose="02010600030101010101" pitchFamily="2" charset="-122"/>
              </a:rPr>
              <a:t>链路状态：</a:t>
            </a:r>
            <a:r>
              <a:rPr lang="en-US" altLang="zh-CN" sz="2800">
                <a:solidFill>
                  <a:srgbClr val="FF0000"/>
                </a:solidFill>
                <a:latin typeface="Times New Roman" panose="02020603050405020304" pitchFamily="18" charset="0"/>
                <a:ea typeface="宋体" panose="02010600030101010101" pitchFamily="2" charset="-122"/>
              </a:rPr>
              <a:t>OSPF</a:t>
            </a:r>
          </a:p>
          <a:p>
            <a:r>
              <a:rPr lang="en-US" altLang="zh-CN" sz="2800">
                <a:solidFill>
                  <a:srgbClr val="FF0000"/>
                </a:solidFill>
                <a:latin typeface="Times New Roman" panose="02020603050405020304" pitchFamily="18" charset="0"/>
                <a:ea typeface="宋体" panose="02010600030101010101" pitchFamily="2" charset="-122"/>
              </a:rPr>
              <a:t>(</a:t>
            </a:r>
            <a:r>
              <a:rPr lang="zh-CN" altLang="en-US" sz="2800">
                <a:solidFill>
                  <a:srgbClr val="FF0000"/>
                </a:solidFill>
                <a:latin typeface="Times New Roman" panose="02020603050405020304" pitchFamily="18" charset="0"/>
                <a:ea typeface="宋体" panose="02010600030101010101" pitchFamily="2" charset="-122"/>
              </a:rPr>
              <a:t>路由算法：</a:t>
            </a:r>
            <a:r>
              <a:rPr lang="en-US" altLang="zh-CN" sz="2800">
                <a:solidFill>
                  <a:srgbClr val="FF0000"/>
                </a:solidFill>
                <a:latin typeface="Times New Roman" panose="02020603050405020304" pitchFamily="18" charset="0"/>
                <a:ea typeface="宋体" panose="02010600030101010101" pitchFamily="2" charset="-122"/>
              </a:rPr>
              <a:t>Dijkstra</a:t>
            </a:r>
            <a:r>
              <a:rPr lang="en-US" altLang="zh-CN" sz="2800">
                <a:solidFill>
                  <a:srgbClr val="FF0000"/>
                </a:solidFill>
                <a:ea typeface="宋体" panose="02010600030101010101" pitchFamily="2" charset="-122"/>
              </a:rPr>
              <a:t>’</a:t>
            </a:r>
            <a:r>
              <a:rPr lang="en-US" altLang="zh-CN" sz="2800">
                <a:solidFill>
                  <a:srgbClr val="FF0000"/>
                </a:solidFill>
                <a:latin typeface="Times New Roman" panose="02020603050405020304" pitchFamily="18" charset="0"/>
                <a:ea typeface="宋体" panose="02010600030101010101" pitchFamily="2" charset="-122"/>
              </a:rPr>
              <a:t>s)</a:t>
            </a:r>
          </a:p>
        </p:txBody>
      </p:sp>
      <p:sp>
        <p:nvSpPr>
          <p:cNvPr id="70664" name="Text Box 8">
            <a:extLst>
              <a:ext uri="{FF2B5EF4-FFF2-40B4-BE49-F238E27FC236}">
                <a16:creationId xmlns:a16="http://schemas.microsoft.com/office/drawing/2014/main" id="{AF7ED4CC-854B-0390-0D67-36B5A9477853}"/>
              </a:ext>
            </a:extLst>
          </p:cNvPr>
          <p:cNvSpPr txBox="1">
            <a:spLocks noChangeArrowheads="1"/>
          </p:cNvSpPr>
          <p:nvPr/>
        </p:nvSpPr>
        <p:spPr bwMode="auto">
          <a:xfrm>
            <a:off x="3635375" y="2971800"/>
            <a:ext cx="1566863"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800">
                <a:latin typeface="Times New Roman" panose="02020603050405020304" pitchFamily="18" charset="0"/>
                <a:ea typeface="宋体" panose="02010600030101010101" pitchFamily="2" charset="-122"/>
              </a:rPr>
              <a:t>4 </a:t>
            </a:r>
            <a:r>
              <a:rPr lang="zh-CN" altLang="en-US" sz="2800">
                <a:latin typeface="Times New Roman" panose="02020603050405020304" pitchFamily="18" charset="0"/>
                <a:ea typeface="宋体" panose="02010600030101010101" pitchFamily="2" charset="-122"/>
              </a:rPr>
              <a:t>动态路由：</a:t>
            </a:r>
          </a:p>
        </p:txBody>
      </p:sp>
      <p:sp>
        <p:nvSpPr>
          <p:cNvPr id="70665" name="AutoShape 9">
            <a:extLst>
              <a:ext uri="{FF2B5EF4-FFF2-40B4-BE49-F238E27FC236}">
                <a16:creationId xmlns:a16="http://schemas.microsoft.com/office/drawing/2014/main" id="{63B6F1EA-B25D-CF78-2B8C-6044D0FDD7CB}"/>
              </a:ext>
            </a:extLst>
          </p:cNvPr>
          <p:cNvSpPr>
            <a:spLocks/>
          </p:cNvSpPr>
          <p:nvPr/>
        </p:nvSpPr>
        <p:spPr bwMode="auto">
          <a:xfrm>
            <a:off x="3275013" y="981075"/>
            <a:ext cx="360362" cy="2232025"/>
          </a:xfrm>
          <a:prstGeom prst="leftBrace">
            <a:avLst>
              <a:gd name="adj1" fmla="val 5161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3600">
              <a:ea typeface="宋体" panose="02010600030101010101" pitchFamily="2" charset="-122"/>
            </a:endParaRPr>
          </a:p>
        </p:txBody>
      </p:sp>
      <p:sp>
        <p:nvSpPr>
          <p:cNvPr id="70666" name="AutoShape 10">
            <a:extLst>
              <a:ext uri="{FF2B5EF4-FFF2-40B4-BE49-F238E27FC236}">
                <a16:creationId xmlns:a16="http://schemas.microsoft.com/office/drawing/2014/main" id="{01378ABD-FA73-628D-62F0-2C49D822C329}"/>
              </a:ext>
            </a:extLst>
          </p:cNvPr>
          <p:cNvSpPr>
            <a:spLocks/>
          </p:cNvSpPr>
          <p:nvPr/>
        </p:nvSpPr>
        <p:spPr bwMode="auto">
          <a:xfrm>
            <a:off x="5435600" y="1885950"/>
            <a:ext cx="215900" cy="2376488"/>
          </a:xfrm>
          <a:prstGeom prst="leftBrace">
            <a:avLst>
              <a:gd name="adj1" fmla="val 9172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3600">
              <a:ea typeface="宋体" panose="02010600030101010101" pitchFamily="2" charset="-122"/>
            </a:endParaRPr>
          </a:p>
        </p:txBody>
      </p:sp>
      <p:sp>
        <p:nvSpPr>
          <p:cNvPr id="70667" name="AutoShape 11">
            <a:extLst>
              <a:ext uri="{FF2B5EF4-FFF2-40B4-BE49-F238E27FC236}">
                <a16:creationId xmlns:a16="http://schemas.microsoft.com/office/drawing/2014/main" id="{BC70DF81-1F95-37E1-1DC8-C994C34D440C}"/>
              </a:ext>
            </a:extLst>
          </p:cNvPr>
          <p:cNvSpPr>
            <a:spLocks/>
          </p:cNvSpPr>
          <p:nvPr/>
        </p:nvSpPr>
        <p:spPr bwMode="auto">
          <a:xfrm>
            <a:off x="1258888" y="1412875"/>
            <a:ext cx="287337" cy="4537075"/>
          </a:xfrm>
          <a:prstGeom prst="leftBrace">
            <a:avLst>
              <a:gd name="adj1" fmla="val 1315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3600">
              <a:ea typeface="宋体" panose="02010600030101010101" pitchFamily="2" charset="-122"/>
            </a:endParaRPr>
          </a:p>
        </p:txBody>
      </p:sp>
      <p:sp>
        <p:nvSpPr>
          <p:cNvPr id="70668" name="Text Box 12">
            <a:extLst>
              <a:ext uri="{FF2B5EF4-FFF2-40B4-BE49-F238E27FC236}">
                <a16:creationId xmlns:a16="http://schemas.microsoft.com/office/drawing/2014/main" id="{D15DFDB4-E29E-120E-BAD4-D466D96400E2}"/>
              </a:ext>
            </a:extLst>
          </p:cNvPr>
          <p:cNvSpPr txBox="1">
            <a:spLocks noChangeArrowheads="1"/>
          </p:cNvSpPr>
          <p:nvPr/>
        </p:nvSpPr>
        <p:spPr bwMode="auto">
          <a:xfrm>
            <a:off x="179388" y="3213100"/>
            <a:ext cx="12636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a:ea typeface="宋体" panose="02010600030101010101" pitchFamily="2" charset="-122"/>
              </a:rPr>
              <a:t>路由选择</a:t>
            </a:r>
          </a:p>
          <a:p>
            <a:r>
              <a:rPr lang="zh-CN" altLang="en-US">
                <a:ea typeface="宋体" panose="02010600030101010101" pitchFamily="2" charset="-122"/>
              </a:rPr>
              <a:t>协议</a:t>
            </a:r>
          </a:p>
          <a:p>
            <a:r>
              <a:rPr lang="zh-CN" altLang="en-US">
                <a:ea typeface="宋体" panose="02010600030101010101" pitchFamily="2" charset="-122"/>
              </a:rPr>
              <a:t>（</a:t>
            </a:r>
            <a:r>
              <a:rPr lang="en-US" altLang="zh-CN">
                <a:ea typeface="宋体" panose="02010600030101010101" pitchFamily="2" charset="-122"/>
              </a:rPr>
              <a:t>Routing </a:t>
            </a:r>
          </a:p>
          <a:p>
            <a:r>
              <a:rPr lang="en-US" altLang="zh-CN">
                <a:ea typeface="宋体" panose="02010600030101010101" pitchFamily="2" charset="-122"/>
              </a:rPr>
              <a:t>Protocol</a:t>
            </a:r>
            <a:r>
              <a:rPr lang="zh-CN" altLang="en-US">
                <a:ea typeface="宋体" panose="02010600030101010101" pitchFamily="2" charset="-122"/>
              </a:rPr>
              <a:t>）</a:t>
            </a:r>
          </a:p>
        </p:txBody>
      </p:sp>
      <p:sp>
        <p:nvSpPr>
          <p:cNvPr id="70669" name="Text Box 13">
            <a:extLst>
              <a:ext uri="{FF2B5EF4-FFF2-40B4-BE49-F238E27FC236}">
                <a16:creationId xmlns:a16="http://schemas.microsoft.com/office/drawing/2014/main" id="{9B2E508D-E362-8232-1D67-51C4EECA83DE}"/>
              </a:ext>
            </a:extLst>
          </p:cNvPr>
          <p:cNvSpPr txBox="1">
            <a:spLocks noChangeArrowheads="1"/>
          </p:cNvSpPr>
          <p:nvPr/>
        </p:nvSpPr>
        <p:spPr bwMode="auto">
          <a:xfrm>
            <a:off x="3490913" y="4941888"/>
            <a:ext cx="260032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a:latin typeface="Times New Roman" panose="02020603050405020304" pitchFamily="18" charset="0"/>
                <a:ea typeface="宋体" panose="02010600030101010101" pitchFamily="2" charset="-122"/>
              </a:rPr>
              <a:t>边界网关路由协议</a:t>
            </a:r>
            <a:r>
              <a:rPr lang="en-US" altLang="zh-CN" sz="2800">
                <a:latin typeface="Times New Roman" panose="02020603050405020304" pitchFamily="18" charset="0"/>
                <a:ea typeface="宋体" panose="02010600030101010101" pitchFamily="2" charset="-122"/>
              </a:rPr>
              <a:t>BGP</a:t>
            </a:r>
          </a:p>
        </p:txBody>
      </p:sp>
      <p:sp>
        <p:nvSpPr>
          <p:cNvPr id="70670" name="Text Box 14">
            <a:extLst>
              <a:ext uri="{FF2B5EF4-FFF2-40B4-BE49-F238E27FC236}">
                <a16:creationId xmlns:a16="http://schemas.microsoft.com/office/drawing/2014/main" id="{50D258FE-7A43-7C5C-28B4-6567EDDF4657}"/>
              </a:ext>
            </a:extLst>
          </p:cNvPr>
          <p:cNvSpPr txBox="1">
            <a:spLocks noChangeArrowheads="1"/>
          </p:cNvSpPr>
          <p:nvPr/>
        </p:nvSpPr>
        <p:spPr bwMode="auto">
          <a:xfrm>
            <a:off x="3635375" y="1557338"/>
            <a:ext cx="1325563"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800">
                <a:latin typeface="Times New Roman" panose="02020603050405020304" pitchFamily="18" charset="0"/>
                <a:ea typeface="宋体" panose="02010600030101010101" pitchFamily="2" charset="-122"/>
              </a:rPr>
              <a:t>3 </a:t>
            </a:r>
            <a:r>
              <a:rPr lang="zh-CN" altLang="en-US" sz="2800">
                <a:latin typeface="Times New Roman" panose="02020603050405020304" pitchFamily="18" charset="0"/>
                <a:ea typeface="宋体" panose="02010600030101010101" pitchFamily="2" charset="-122"/>
              </a:rPr>
              <a:t>默认路由</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8A71A8B-7879-9A84-1674-12775DEEDB53}"/>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a:ea typeface="宋体" panose="02010600030101010101" pitchFamily="2" charset="-122"/>
              </a:rPr>
              <a:t>6.2.1 </a:t>
            </a:r>
            <a:r>
              <a:rPr lang="zh-CN" altLang="en-US" sz="3600">
                <a:ea typeface="宋体" panose="02010600030101010101" pitchFamily="2" charset="-122"/>
              </a:rPr>
              <a:t>直连路由、动态路由和静态路由</a:t>
            </a:r>
          </a:p>
        </p:txBody>
      </p:sp>
      <p:sp>
        <p:nvSpPr>
          <p:cNvPr id="71683" name="Rectangle 3">
            <a:extLst>
              <a:ext uri="{FF2B5EF4-FFF2-40B4-BE49-F238E27FC236}">
                <a16:creationId xmlns:a16="http://schemas.microsoft.com/office/drawing/2014/main" id="{8CE4F381-0838-F6FA-4AB6-C34011F10923}"/>
              </a:ext>
            </a:extLst>
          </p:cNvPr>
          <p:cNvSpPr>
            <a:spLocks noGrp="1" noRo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buFont typeface="Wingdings" panose="05000000000000000000" pitchFamily="2" charset="2"/>
              <a:buNone/>
            </a:pPr>
            <a:r>
              <a:rPr lang="en-US" altLang="zh-CN" sz="2800">
                <a:ea typeface="宋体" panose="02010600030101010101" pitchFamily="2" charset="-122"/>
              </a:rPr>
              <a:t>1</a:t>
            </a:r>
            <a:r>
              <a:rPr lang="zh-CN" altLang="en-US" sz="2800">
                <a:ea typeface="宋体" panose="02010600030101010101" pitchFamily="2" charset="-122"/>
              </a:rPr>
              <a:t>．直连路由</a:t>
            </a:r>
          </a:p>
          <a:p>
            <a:pPr eaLnBrk="1" hangingPunct="1">
              <a:lnSpc>
                <a:spcPct val="80000"/>
              </a:lnSpc>
              <a:buFont typeface="Wingdings" panose="05000000000000000000" pitchFamily="2" charset="2"/>
              <a:buNone/>
            </a:pPr>
            <a:r>
              <a:rPr lang="zh-CN" altLang="en-US" sz="2800">
                <a:ea typeface="宋体" panose="02010600030101010101" pitchFamily="2" charset="-122"/>
              </a:rPr>
              <a:t>		直连路由是路由器自动发现并安装的路由信息，即直连路由不需进行配置维护。</a:t>
            </a:r>
          </a:p>
          <a:p>
            <a:pPr eaLnBrk="1" hangingPunct="1">
              <a:lnSpc>
                <a:spcPct val="80000"/>
              </a:lnSpc>
              <a:buFont typeface="Wingdings" panose="05000000000000000000" pitchFamily="2" charset="2"/>
              <a:buNone/>
            </a:pPr>
            <a:r>
              <a:rPr lang="en-US" altLang="zh-CN" sz="2800">
                <a:ea typeface="宋体" panose="02010600030101010101" pitchFamily="2" charset="-122"/>
              </a:rPr>
              <a:t>2</a:t>
            </a:r>
            <a:r>
              <a:rPr lang="zh-CN" altLang="en-US" sz="2800">
                <a:ea typeface="宋体" panose="02010600030101010101" pitchFamily="2" charset="-122"/>
              </a:rPr>
              <a:t>．动态路由</a:t>
            </a:r>
          </a:p>
          <a:p>
            <a:pPr eaLnBrk="1" hangingPunct="1">
              <a:lnSpc>
                <a:spcPct val="80000"/>
              </a:lnSpc>
              <a:buFont typeface="Wingdings" panose="05000000000000000000" pitchFamily="2" charset="2"/>
              <a:buNone/>
            </a:pPr>
            <a:r>
              <a:rPr lang="zh-CN" altLang="en-US" sz="2800">
                <a:ea typeface="宋体" panose="02010600030101010101" pitchFamily="2" charset="-122"/>
              </a:rPr>
              <a:t>		动态路由是网络中的路由器之间相互通信、传递路由信息、利用收到的路由信息更新路由表的过程。</a:t>
            </a:r>
          </a:p>
          <a:p>
            <a:pPr eaLnBrk="1" hangingPunct="1">
              <a:lnSpc>
                <a:spcPct val="80000"/>
              </a:lnSpc>
              <a:buFont typeface="Wingdings" panose="05000000000000000000" pitchFamily="2" charset="2"/>
              <a:buNone/>
            </a:pPr>
            <a:r>
              <a:rPr lang="en-US" altLang="zh-CN" sz="2800">
                <a:ea typeface="宋体" panose="02010600030101010101" pitchFamily="2" charset="-122"/>
              </a:rPr>
              <a:t>3</a:t>
            </a:r>
            <a:r>
              <a:rPr lang="zh-CN" altLang="en-US" sz="2800">
                <a:ea typeface="宋体" panose="02010600030101010101" pitchFamily="2" charset="-122"/>
              </a:rPr>
              <a:t>．静态路由</a:t>
            </a:r>
          </a:p>
          <a:p>
            <a:pPr eaLnBrk="1" hangingPunct="1">
              <a:lnSpc>
                <a:spcPct val="80000"/>
              </a:lnSpc>
              <a:buFont typeface="Wingdings" panose="05000000000000000000" pitchFamily="2" charset="2"/>
              <a:buNone/>
            </a:pPr>
            <a:r>
              <a:rPr lang="zh-CN" altLang="en-US" sz="2800">
                <a:ea typeface="宋体" panose="02010600030101010101" pitchFamily="2" charset="-122"/>
              </a:rPr>
              <a:t>		静态路由是由网络管理员在路由表中设置的固定的路由条目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9E0B9722-02BA-3CDB-6C51-5893F13DF0CE}"/>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a:ea typeface="宋体" panose="02010600030101010101" pitchFamily="2" charset="-122"/>
              </a:rPr>
              <a:t>直连路由、动态路由和静态路由</a:t>
            </a:r>
          </a:p>
        </p:txBody>
      </p:sp>
      <p:sp>
        <p:nvSpPr>
          <p:cNvPr id="6148" name="Rectangle 5">
            <a:extLst>
              <a:ext uri="{FF2B5EF4-FFF2-40B4-BE49-F238E27FC236}">
                <a16:creationId xmlns:a16="http://schemas.microsoft.com/office/drawing/2014/main" id="{9CBE6BDB-CAD4-CF71-F6E0-04FD408A3CED}"/>
              </a:ext>
            </a:extLst>
          </p:cNvPr>
          <p:cNvSpPr>
            <a:spLocks noChangeArrowheads="1"/>
          </p:cNvSpPr>
          <p:nvPr/>
        </p:nvSpPr>
        <p:spPr bwMode="auto">
          <a:xfrm>
            <a:off x="0" y="2662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6146" name="Object 4">
            <a:extLst>
              <a:ext uri="{FF2B5EF4-FFF2-40B4-BE49-F238E27FC236}">
                <a16:creationId xmlns:a16="http://schemas.microsoft.com/office/drawing/2014/main" id="{4A4024E1-2049-2638-77AA-D19C983A4810}"/>
              </a:ext>
            </a:extLst>
          </p:cNvPr>
          <p:cNvGraphicFramePr>
            <a:graphicFrameLocks noChangeAspect="1"/>
          </p:cNvGraphicFramePr>
          <p:nvPr/>
        </p:nvGraphicFramePr>
        <p:xfrm>
          <a:off x="250825" y="2276475"/>
          <a:ext cx="8893175" cy="2584450"/>
        </p:xfrm>
        <a:graphic>
          <a:graphicData uri="http://schemas.openxmlformats.org/presentationml/2006/ole">
            <mc:AlternateContent xmlns:mc="http://schemas.openxmlformats.org/markup-compatibility/2006">
              <mc:Choice xmlns:v="urn:schemas-microsoft-com:vml" Requires="v">
                <p:oleObj name="Visio" r:id="rId3" imgW="7941564" imgH="2307336" progId="Visio.Drawing.11">
                  <p:embed/>
                </p:oleObj>
              </mc:Choice>
              <mc:Fallback>
                <p:oleObj name="Visio" r:id="rId3" imgW="7941564" imgH="2307336"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276475"/>
                        <a:ext cx="8893175" cy="258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0D26D55-6381-144F-B840-04EADB43573E}"/>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a:ea typeface="宋体" panose="02010600030101010101" pitchFamily="2" charset="-122"/>
              </a:rPr>
              <a:t>距离矢量路由选择</a:t>
            </a:r>
          </a:p>
        </p:txBody>
      </p:sp>
      <p:sp>
        <p:nvSpPr>
          <p:cNvPr id="72707" name="Rectangle 3">
            <a:extLst>
              <a:ext uri="{FF2B5EF4-FFF2-40B4-BE49-F238E27FC236}">
                <a16:creationId xmlns:a16="http://schemas.microsoft.com/office/drawing/2014/main" id="{5A8AC3B4-849F-55DB-8E69-46200210906A}"/>
              </a:ext>
            </a:extLst>
          </p:cNvPr>
          <p:cNvSpPr>
            <a:spLocks noGrp="1" noRo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buFont typeface="Wingdings" panose="05000000000000000000" pitchFamily="2" charset="2"/>
              <a:buNone/>
            </a:pPr>
            <a:r>
              <a:rPr lang="en-US" altLang="zh-CN" sz="2800">
                <a:ea typeface="宋体" panose="02010600030101010101" pitchFamily="2" charset="-122"/>
              </a:rPr>
              <a:t>1</a:t>
            </a:r>
            <a:r>
              <a:rPr lang="zh-CN" altLang="en-US" sz="2800">
                <a:ea typeface="宋体" panose="02010600030101010101" pitchFamily="2" charset="-122"/>
              </a:rPr>
              <a:t>．距离矢量路由选择协议</a:t>
            </a:r>
          </a:p>
          <a:p>
            <a:pPr eaLnBrk="1" hangingPunct="1">
              <a:lnSpc>
                <a:spcPct val="80000"/>
              </a:lnSpc>
              <a:buFont typeface="Wingdings" panose="05000000000000000000" pitchFamily="2" charset="2"/>
              <a:buNone/>
            </a:pPr>
            <a:r>
              <a:rPr lang="zh-CN" altLang="en-US" sz="2800">
                <a:ea typeface="宋体" panose="02010600030101010101" pitchFamily="2" charset="-122"/>
              </a:rPr>
              <a:t>		距离向量路由选择协议基于距离矢量的路由算法，也称贝尔曼</a:t>
            </a:r>
            <a:r>
              <a:rPr lang="en-US" altLang="zh-CN" sz="2800">
                <a:ea typeface="宋体" panose="02010600030101010101" pitchFamily="2" charset="-122"/>
              </a:rPr>
              <a:t>-</a:t>
            </a:r>
            <a:r>
              <a:rPr lang="zh-CN" altLang="en-US" sz="2800">
                <a:ea typeface="宋体" panose="02010600030101010101" pitchFamily="2" charset="-122"/>
              </a:rPr>
              <a:t>福特算法。距离矢量路由选择协议计算网络中所有链路的向量（即什么方向）和距离（有多远）。它是为小型网络环境设计的，在大型网络环境下，这类协议在学习路由及保持路由时将产生较大的流量，占用过多的带宽。距离向量路由协议在使用跳数作为度量值，来计算到达目的地要经过的路由器数。</a:t>
            </a:r>
          </a:p>
          <a:p>
            <a:pPr eaLnBrk="1" hangingPunct="1">
              <a:lnSpc>
                <a:spcPct val="80000"/>
              </a:lnSpc>
              <a:buFont typeface="Wingdings" panose="05000000000000000000" pitchFamily="2" charset="2"/>
              <a:buNone/>
            </a:pPr>
            <a:r>
              <a:rPr lang="zh-CN" altLang="en-US" sz="2800">
                <a:ea typeface="宋体" panose="02010600030101010101" pitchFamily="2" charset="-122"/>
              </a:rPr>
              <a:t>		基于距离矢量路由选择算法的路由协议包括</a:t>
            </a:r>
            <a:r>
              <a:rPr lang="en-US" altLang="zh-CN" sz="2800">
                <a:ea typeface="宋体" panose="02010600030101010101" pitchFamily="2" charset="-122"/>
              </a:rPr>
              <a:t>RIP</a:t>
            </a:r>
            <a:r>
              <a:rPr lang="zh-CN" altLang="en-US" sz="2800">
                <a:ea typeface="宋体" panose="02010600030101010101" pitchFamily="2" charset="-122"/>
              </a:rPr>
              <a:t>、</a:t>
            </a:r>
            <a:r>
              <a:rPr lang="en-US" altLang="zh-CN" sz="2800">
                <a:ea typeface="宋体" panose="02010600030101010101" pitchFamily="2" charset="-122"/>
              </a:rPr>
              <a:t>IGRP</a:t>
            </a:r>
            <a:r>
              <a:rPr lang="zh-CN" altLang="en-US" sz="2800">
                <a:ea typeface="宋体" panose="02010600030101010101" pitchFamily="2" charset="-122"/>
              </a:rPr>
              <a:t>等。</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F6685FBD-C086-2463-EBC3-315DF11BD08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D7C276A-DBBF-4EFC-B673-B9C74AF55E7D}" type="slidenum">
              <a:rPr lang="en-US" altLang="zh-CN" sz="2000" baseline="0">
                <a:solidFill>
                  <a:schemeClr val="bg2"/>
                </a:solidFill>
              </a:rPr>
              <a:pPr/>
              <a:t>67</a:t>
            </a:fld>
            <a:endParaRPr lang="en-US" altLang="zh-CN" sz="2000" baseline="0">
              <a:solidFill>
                <a:schemeClr val="bg2"/>
              </a:solidFill>
            </a:endParaRPr>
          </a:p>
        </p:txBody>
      </p:sp>
      <p:sp>
        <p:nvSpPr>
          <p:cNvPr id="73731" name="Line 2">
            <a:extLst>
              <a:ext uri="{FF2B5EF4-FFF2-40B4-BE49-F238E27FC236}">
                <a16:creationId xmlns:a16="http://schemas.microsoft.com/office/drawing/2014/main" id="{D00136E3-DF7E-354B-9CA0-AC1452FC335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2" name="Line 3">
            <a:extLst>
              <a:ext uri="{FF2B5EF4-FFF2-40B4-BE49-F238E27FC236}">
                <a16:creationId xmlns:a16="http://schemas.microsoft.com/office/drawing/2014/main" id="{51E748D6-2A50-7156-404C-04EDADA2A8C0}"/>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3" name="Text Box 4">
            <a:extLst>
              <a:ext uri="{FF2B5EF4-FFF2-40B4-BE49-F238E27FC236}">
                <a16:creationId xmlns:a16="http://schemas.microsoft.com/office/drawing/2014/main" id="{AFA46F7D-C889-A1C2-3070-20AADFB1697C}"/>
              </a:ext>
            </a:extLst>
          </p:cNvPr>
          <p:cNvSpPr txBox="1">
            <a:spLocks noChangeArrowheads="1"/>
          </p:cNvSpPr>
          <p:nvPr/>
        </p:nvSpPr>
        <p:spPr bwMode="auto">
          <a:xfrm>
            <a:off x="304800" y="381000"/>
            <a:ext cx="368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22.14  </a:t>
            </a:r>
            <a:r>
              <a:rPr lang="zh-CN" altLang="en-US" sz="2000" i="1" baseline="0">
                <a:latin typeface="Times New Roman" panose="02020603050405020304" pitchFamily="18" charset="0"/>
                <a:ea typeface="宋体" panose="02010600030101010101" pitchFamily="2" charset="-122"/>
              </a:rPr>
              <a:t>距离向量路由选择表</a:t>
            </a:r>
          </a:p>
        </p:txBody>
      </p:sp>
      <p:sp>
        <p:nvSpPr>
          <p:cNvPr id="73734" name="Line 5">
            <a:extLst>
              <a:ext uri="{FF2B5EF4-FFF2-40B4-BE49-F238E27FC236}">
                <a16:creationId xmlns:a16="http://schemas.microsoft.com/office/drawing/2014/main" id="{0CAB68CA-8F93-F377-4B23-48CA47AD37E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3735" name="Picture 6">
            <a:extLst>
              <a:ext uri="{FF2B5EF4-FFF2-40B4-BE49-F238E27FC236}">
                <a16:creationId xmlns:a16="http://schemas.microsoft.com/office/drawing/2014/main" id="{AEE8C515-E315-251C-A03A-F41E49314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8" y="1447800"/>
            <a:ext cx="8145462"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a:extLst>
              <a:ext uri="{FF2B5EF4-FFF2-40B4-BE49-F238E27FC236}">
                <a16:creationId xmlns:a16="http://schemas.microsoft.com/office/drawing/2014/main" id="{1C9B9DDB-3CA2-65BA-F4ED-65D03FCF81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2AFB3836-BA77-4C57-BDA9-B9D257A94CFB}" type="slidenum">
              <a:rPr lang="en-US" altLang="zh-CN" sz="2000" baseline="0">
                <a:solidFill>
                  <a:schemeClr val="bg2"/>
                </a:solidFill>
              </a:rPr>
              <a:pPr/>
              <a:t>68</a:t>
            </a:fld>
            <a:endParaRPr lang="en-US" altLang="zh-CN" sz="2000" baseline="0">
              <a:solidFill>
                <a:schemeClr val="bg2"/>
              </a:solidFill>
            </a:endParaRPr>
          </a:p>
        </p:txBody>
      </p:sp>
      <p:sp>
        <p:nvSpPr>
          <p:cNvPr id="74755" name="Line 2">
            <a:extLst>
              <a:ext uri="{FF2B5EF4-FFF2-40B4-BE49-F238E27FC236}">
                <a16:creationId xmlns:a16="http://schemas.microsoft.com/office/drawing/2014/main" id="{A839BC6F-2C5E-3E91-FC8F-9F38A45682F8}"/>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6" name="Line 3">
            <a:extLst>
              <a:ext uri="{FF2B5EF4-FFF2-40B4-BE49-F238E27FC236}">
                <a16:creationId xmlns:a16="http://schemas.microsoft.com/office/drawing/2014/main" id="{0BACD949-B9C7-D492-08BA-0A6F8A14935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7" name="Text Box 4">
            <a:extLst>
              <a:ext uri="{FF2B5EF4-FFF2-40B4-BE49-F238E27FC236}">
                <a16:creationId xmlns:a16="http://schemas.microsoft.com/office/drawing/2014/main" id="{E0A10FEE-3453-5DBC-28C3-2A03CADDC208}"/>
              </a:ext>
            </a:extLst>
          </p:cNvPr>
          <p:cNvSpPr txBox="1">
            <a:spLocks noChangeArrowheads="1"/>
          </p:cNvSpPr>
          <p:nvPr/>
        </p:nvSpPr>
        <p:spPr bwMode="auto">
          <a:xfrm>
            <a:off x="304800" y="381000"/>
            <a:ext cx="444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22.15  </a:t>
            </a:r>
            <a:r>
              <a:rPr lang="zh-CN" altLang="en-US" sz="2000" i="1" baseline="0">
                <a:latin typeface="Times New Roman" panose="02020603050405020304" pitchFamily="18" charset="0"/>
                <a:ea typeface="宋体" panose="02010600030101010101" pitchFamily="2" charset="-122"/>
              </a:rPr>
              <a:t>距离向量路由选择的初始表</a:t>
            </a:r>
          </a:p>
        </p:txBody>
      </p:sp>
      <p:sp>
        <p:nvSpPr>
          <p:cNvPr id="74758" name="Line 5">
            <a:extLst>
              <a:ext uri="{FF2B5EF4-FFF2-40B4-BE49-F238E27FC236}">
                <a16:creationId xmlns:a16="http://schemas.microsoft.com/office/drawing/2014/main" id="{90020BE4-742A-F04C-FEA8-E353CBF4E26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4759" name="Picture 6">
            <a:extLst>
              <a:ext uri="{FF2B5EF4-FFF2-40B4-BE49-F238E27FC236}">
                <a16:creationId xmlns:a16="http://schemas.microsoft.com/office/drawing/2014/main" id="{64DBF468-7103-FB29-2288-EDB11FFC1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8" y="1463675"/>
            <a:ext cx="8145462"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1">
            <a:extLst>
              <a:ext uri="{FF2B5EF4-FFF2-40B4-BE49-F238E27FC236}">
                <a16:creationId xmlns:a16="http://schemas.microsoft.com/office/drawing/2014/main" id="{45B83D9C-6E54-8153-90B2-7CFDAAABD2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3DB7C30-7F60-47EE-B00A-E1C8568ECF39}" type="slidenum">
              <a:rPr lang="en-US" altLang="zh-CN" sz="2000" baseline="0">
                <a:solidFill>
                  <a:schemeClr val="bg2"/>
                </a:solidFill>
              </a:rPr>
              <a:pPr/>
              <a:t>69</a:t>
            </a:fld>
            <a:endParaRPr lang="en-US" altLang="zh-CN" sz="2000" baseline="0">
              <a:solidFill>
                <a:schemeClr val="bg2"/>
              </a:solidFill>
            </a:endParaRPr>
          </a:p>
        </p:txBody>
      </p:sp>
      <p:sp>
        <p:nvSpPr>
          <p:cNvPr id="75779" name="Rectangle 2">
            <a:extLst>
              <a:ext uri="{FF2B5EF4-FFF2-40B4-BE49-F238E27FC236}">
                <a16:creationId xmlns:a16="http://schemas.microsoft.com/office/drawing/2014/main" id="{3F4E2421-AD70-D2F7-73F1-20530798EF5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0" name="Rectangle 3">
            <a:extLst>
              <a:ext uri="{FF2B5EF4-FFF2-40B4-BE49-F238E27FC236}">
                <a16:creationId xmlns:a16="http://schemas.microsoft.com/office/drawing/2014/main" id="{E397F16E-16BB-476F-6D39-D32B3DB45BB8}"/>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1" name="Rectangle 4">
            <a:extLst>
              <a:ext uri="{FF2B5EF4-FFF2-40B4-BE49-F238E27FC236}">
                <a16:creationId xmlns:a16="http://schemas.microsoft.com/office/drawing/2014/main" id="{DCE4F980-0CA9-0997-A86A-3905D0552EB6}"/>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2" name="Rectangle 5">
            <a:extLst>
              <a:ext uri="{FF2B5EF4-FFF2-40B4-BE49-F238E27FC236}">
                <a16:creationId xmlns:a16="http://schemas.microsoft.com/office/drawing/2014/main" id="{CFF5EB5F-ECFA-FA8E-8DCE-0B3525A5BC8B}"/>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3" name="Rectangle 6">
            <a:extLst>
              <a:ext uri="{FF2B5EF4-FFF2-40B4-BE49-F238E27FC236}">
                <a16:creationId xmlns:a16="http://schemas.microsoft.com/office/drawing/2014/main" id="{43DD4CEC-ACFB-89FE-F27D-9A44A6887A16}"/>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4" name="Rectangle 7">
            <a:extLst>
              <a:ext uri="{FF2B5EF4-FFF2-40B4-BE49-F238E27FC236}">
                <a16:creationId xmlns:a16="http://schemas.microsoft.com/office/drawing/2014/main" id="{73774EA5-010C-08F3-8AEC-98FA08070B46}"/>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5" name="Rectangle 8">
            <a:extLst>
              <a:ext uri="{FF2B5EF4-FFF2-40B4-BE49-F238E27FC236}">
                <a16:creationId xmlns:a16="http://schemas.microsoft.com/office/drawing/2014/main" id="{FD9F9FDF-4EC2-56C7-0329-7D376CF921AF}"/>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75786" name="Line 9">
            <a:extLst>
              <a:ext uri="{FF2B5EF4-FFF2-40B4-BE49-F238E27FC236}">
                <a16:creationId xmlns:a16="http://schemas.microsoft.com/office/drawing/2014/main" id="{9D530EBB-D457-5156-9B47-EB4921DE08AE}"/>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7" name="Line 10">
            <a:extLst>
              <a:ext uri="{FF2B5EF4-FFF2-40B4-BE49-F238E27FC236}">
                <a16:creationId xmlns:a16="http://schemas.microsoft.com/office/drawing/2014/main" id="{DF533312-ED88-8192-03DC-C8E235B3E9C8}"/>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8" name="Rectangle 11">
            <a:extLst>
              <a:ext uri="{FF2B5EF4-FFF2-40B4-BE49-F238E27FC236}">
                <a16:creationId xmlns:a16="http://schemas.microsoft.com/office/drawing/2014/main" id="{9792DAD4-558F-17D8-76C5-CDA561CBB137}"/>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在距离向量路由选择中，每个节点与它的邻站周期性地或有变化时共享它的路由表。</a:t>
            </a:r>
          </a:p>
        </p:txBody>
      </p:sp>
      <p:grpSp>
        <p:nvGrpSpPr>
          <p:cNvPr id="75789" name="Group 12">
            <a:extLst>
              <a:ext uri="{FF2B5EF4-FFF2-40B4-BE49-F238E27FC236}">
                <a16:creationId xmlns:a16="http://schemas.microsoft.com/office/drawing/2014/main" id="{0EEBC5AB-044E-DC3F-0F75-885FFB860C46}"/>
              </a:ext>
            </a:extLst>
          </p:cNvPr>
          <p:cNvGrpSpPr>
            <a:grpSpLocks/>
          </p:cNvGrpSpPr>
          <p:nvPr/>
        </p:nvGrpSpPr>
        <p:grpSpPr bwMode="auto">
          <a:xfrm>
            <a:off x="457200" y="1981200"/>
            <a:ext cx="1143000" cy="566738"/>
            <a:chOff x="0" y="0"/>
            <a:chExt cx="720" cy="357"/>
          </a:xfrm>
        </p:grpSpPr>
        <p:pic>
          <p:nvPicPr>
            <p:cNvPr id="75790" name="Picture 13">
              <a:extLst>
                <a:ext uri="{FF2B5EF4-FFF2-40B4-BE49-F238E27FC236}">
                  <a16:creationId xmlns:a16="http://schemas.microsoft.com/office/drawing/2014/main" id="{126740F3-3B98-9BE1-FAE6-8CCBCFF6F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91" name="Text Box 14">
              <a:extLst>
                <a:ext uri="{FF2B5EF4-FFF2-40B4-BE49-F238E27FC236}">
                  <a16:creationId xmlns:a16="http://schemas.microsoft.com/office/drawing/2014/main" id="{CCCEB426-09D3-8785-D4B8-B09AD5570829}"/>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1">
            <a:extLst>
              <a:ext uri="{FF2B5EF4-FFF2-40B4-BE49-F238E27FC236}">
                <a16:creationId xmlns:a16="http://schemas.microsoft.com/office/drawing/2014/main" id="{42DA6718-5DB0-A6FD-8FD7-3EFB9FD805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0A04CDF-59E4-4BC6-A143-994B0B5D4C41}" type="slidenum">
              <a:rPr lang="en-US" altLang="zh-CN" sz="2000" baseline="0">
                <a:solidFill>
                  <a:schemeClr val="bg2"/>
                </a:solidFill>
              </a:rPr>
              <a:pPr/>
              <a:t>70</a:t>
            </a:fld>
            <a:endParaRPr lang="en-US" altLang="zh-CN" sz="2000" baseline="0">
              <a:solidFill>
                <a:schemeClr val="bg2"/>
              </a:solidFill>
            </a:endParaRPr>
          </a:p>
        </p:txBody>
      </p:sp>
      <p:sp>
        <p:nvSpPr>
          <p:cNvPr id="76803" name="Line 2">
            <a:extLst>
              <a:ext uri="{FF2B5EF4-FFF2-40B4-BE49-F238E27FC236}">
                <a16:creationId xmlns:a16="http://schemas.microsoft.com/office/drawing/2014/main" id="{7A46ECE2-CE29-0866-E0D1-2D063845C578}"/>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4" name="Line 3">
            <a:extLst>
              <a:ext uri="{FF2B5EF4-FFF2-40B4-BE49-F238E27FC236}">
                <a16:creationId xmlns:a16="http://schemas.microsoft.com/office/drawing/2014/main" id="{59A0CA18-0C91-4B5C-3080-4EFE3D96B72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5" name="Text Box 4">
            <a:extLst>
              <a:ext uri="{FF2B5EF4-FFF2-40B4-BE49-F238E27FC236}">
                <a16:creationId xmlns:a16="http://schemas.microsoft.com/office/drawing/2014/main" id="{30ED4912-5864-C1EC-4C05-DC50EA718E6B}"/>
              </a:ext>
            </a:extLst>
          </p:cNvPr>
          <p:cNvSpPr txBox="1">
            <a:spLocks noChangeArrowheads="1"/>
          </p:cNvSpPr>
          <p:nvPr/>
        </p:nvSpPr>
        <p:spPr bwMode="auto">
          <a:xfrm>
            <a:off x="304800" y="381000"/>
            <a:ext cx="2849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图22.16  </a:t>
            </a:r>
            <a:r>
              <a:rPr lang="zh-CN" altLang="en-US" sz="2000" i="1" baseline="0">
                <a:latin typeface="Times New Roman" panose="02020603050405020304" pitchFamily="18" charset="0"/>
                <a:ea typeface="宋体" panose="02010600030101010101" pitchFamily="2" charset="-122"/>
              </a:rPr>
              <a:t>距离向量更新</a:t>
            </a:r>
          </a:p>
        </p:txBody>
      </p:sp>
      <p:sp>
        <p:nvSpPr>
          <p:cNvPr id="76806" name="Line 5">
            <a:extLst>
              <a:ext uri="{FF2B5EF4-FFF2-40B4-BE49-F238E27FC236}">
                <a16:creationId xmlns:a16="http://schemas.microsoft.com/office/drawing/2014/main" id="{7F688308-973F-CCAD-18FD-0EB230B4604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6807" name="Picture 6">
            <a:extLst>
              <a:ext uri="{FF2B5EF4-FFF2-40B4-BE49-F238E27FC236}">
                <a16:creationId xmlns:a16="http://schemas.microsoft.com/office/drawing/2014/main" id="{91A10504-01C4-ADF1-8EAA-E5A32A1D0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28813"/>
            <a:ext cx="6207125" cy="363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
            <a:extLst>
              <a:ext uri="{FF2B5EF4-FFF2-40B4-BE49-F238E27FC236}">
                <a16:creationId xmlns:a16="http://schemas.microsoft.com/office/drawing/2014/main" id="{9EA2C0AB-D12A-F9F0-B6EF-B5AE9040DC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A062E559-EDAB-408A-B23D-B411C41C4BC6}" type="slidenum">
              <a:rPr lang="en-US" altLang="zh-CN" sz="2000" baseline="0">
                <a:solidFill>
                  <a:schemeClr val="bg2"/>
                </a:solidFill>
              </a:rPr>
              <a:pPr/>
              <a:t>71</a:t>
            </a:fld>
            <a:endParaRPr lang="en-US" altLang="zh-CN" sz="2000" baseline="0">
              <a:solidFill>
                <a:schemeClr val="bg2"/>
              </a:solidFill>
            </a:endParaRPr>
          </a:p>
        </p:txBody>
      </p:sp>
      <p:sp>
        <p:nvSpPr>
          <p:cNvPr id="77827" name="Line 2">
            <a:extLst>
              <a:ext uri="{FF2B5EF4-FFF2-40B4-BE49-F238E27FC236}">
                <a16:creationId xmlns:a16="http://schemas.microsoft.com/office/drawing/2014/main" id="{30230B07-CED4-3CF8-9C7D-5468C20F343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8" name="Line 3">
            <a:extLst>
              <a:ext uri="{FF2B5EF4-FFF2-40B4-BE49-F238E27FC236}">
                <a16:creationId xmlns:a16="http://schemas.microsoft.com/office/drawing/2014/main" id="{C833BF98-A2F2-664E-B21E-6CB2AF5BE5A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9" name="Text Box 4">
            <a:extLst>
              <a:ext uri="{FF2B5EF4-FFF2-40B4-BE49-F238E27FC236}">
                <a16:creationId xmlns:a16="http://schemas.microsoft.com/office/drawing/2014/main" id="{6AE177D2-4F7C-0790-1943-AD30F0D715CB}"/>
              </a:ext>
            </a:extLst>
          </p:cNvPr>
          <p:cNvSpPr txBox="1">
            <a:spLocks noChangeArrowheads="1"/>
          </p:cNvSpPr>
          <p:nvPr/>
        </p:nvSpPr>
        <p:spPr bwMode="auto">
          <a:xfrm>
            <a:off x="304800" y="381000"/>
            <a:ext cx="343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22.17  </a:t>
            </a:r>
            <a:r>
              <a:rPr lang="zh-CN" altLang="en-US" sz="2000" i="1" baseline="0">
                <a:latin typeface="Times New Roman" panose="02020603050405020304" pitchFamily="18" charset="0"/>
                <a:ea typeface="宋体" panose="02010600030101010101" pitchFamily="2" charset="-122"/>
              </a:rPr>
              <a:t>两个节点不稳定性</a:t>
            </a:r>
          </a:p>
        </p:txBody>
      </p:sp>
      <p:sp>
        <p:nvSpPr>
          <p:cNvPr id="77830" name="Line 5">
            <a:extLst>
              <a:ext uri="{FF2B5EF4-FFF2-40B4-BE49-F238E27FC236}">
                <a16:creationId xmlns:a16="http://schemas.microsoft.com/office/drawing/2014/main" id="{F803EF6D-52BF-5194-BF82-BA175E534B0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7831" name="Picture 6">
            <a:extLst>
              <a:ext uri="{FF2B5EF4-FFF2-40B4-BE49-F238E27FC236}">
                <a16:creationId xmlns:a16="http://schemas.microsoft.com/office/drawing/2014/main" id="{0D491D94-D696-449E-6CF7-D5BBCB428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874838"/>
            <a:ext cx="8720138" cy="283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1">
            <a:extLst>
              <a:ext uri="{FF2B5EF4-FFF2-40B4-BE49-F238E27FC236}">
                <a16:creationId xmlns:a16="http://schemas.microsoft.com/office/drawing/2014/main" id="{1235CECE-A8BE-C890-7643-2A8F8D71DC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43258A8F-1102-478E-A6CD-BA18F9507025}" type="slidenum">
              <a:rPr lang="en-US" altLang="zh-CN" sz="2000" baseline="0">
                <a:solidFill>
                  <a:schemeClr val="bg2"/>
                </a:solidFill>
              </a:rPr>
              <a:pPr/>
              <a:t>72</a:t>
            </a:fld>
            <a:endParaRPr lang="en-US" altLang="zh-CN" sz="2000" baseline="0">
              <a:solidFill>
                <a:schemeClr val="bg2"/>
              </a:solidFill>
            </a:endParaRPr>
          </a:p>
        </p:txBody>
      </p:sp>
      <p:sp>
        <p:nvSpPr>
          <p:cNvPr id="78851" name="Line 2">
            <a:extLst>
              <a:ext uri="{FF2B5EF4-FFF2-40B4-BE49-F238E27FC236}">
                <a16:creationId xmlns:a16="http://schemas.microsoft.com/office/drawing/2014/main" id="{C4960C51-A951-F1B1-ADC4-EAB887AAB91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2" name="Line 3">
            <a:extLst>
              <a:ext uri="{FF2B5EF4-FFF2-40B4-BE49-F238E27FC236}">
                <a16:creationId xmlns:a16="http://schemas.microsoft.com/office/drawing/2014/main" id="{E9C04606-E1B9-D3AA-5777-67E3CA8D1E4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3" name="Text Box 4">
            <a:extLst>
              <a:ext uri="{FF2B5EF4-FFF2-40B4-BE49-F238E27FC236}">
                <a16:creationId xmlns:a16="http://schemas.microsoft.com/office/drawing/2014/main" id="{C37ECF6E-F0AB-EE90-DC66-B5B6C72A65CC}"/>
              </a:ext>
            </a:extLst>
          </p:cNvPr>
          <p:cNvSpPr txBox="1">
            <a:spLocks noChangeArrowheads="1"/>
          </p:cNvSpPr>
          <p:nvPr/>
        </p:nvSpPr>
        <p:spPr bwMode="auto">
          <a:xfrm>
            <a:off x="304800" y="381000"/>
            <a:ext cx="343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22.18  </a:t>
            </a:r>
            <a:r>
              <a:rPr lang="zh-CN" altLang="en-US" sz="2000" i="1" baseline="0">
                <a:latin typeface="Times New Roman" panose="02020603050405020304" pitchFamily="18" charset="0"/>
                <a:ea typeface="宋体" panose="02010600030101010101" pitchFamily="2" charset="-122"/>
              </a:rPr>
              <a:t>三个节点不稳定性</a:t>
            </a:r>
          </a:p>
        </p:txBody>
      </p:sp>
      <p:sp>
        <p:nvSpPr>
          <p:cNvPr id="78854" name="Line 5">
            <a:extLst>
              <a:ext uri="{FF2B5EF4-FFF2-40B4-BE49-F238E27FC236}">
                <a16:creationId xmlns:a16="http://schemas.microsoft.com/office/drawing/2014/main" id="{80A38A7B-2B86-A2E0-A0F4-D3B637FFE8F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8855" name="Picture 6">
            <a:extLst>
              <a:ext uri="{FF2B5EF4-FFF2-40B4-BE49-F238E27FC236}">
                <a16:creationId xmlns:a16="http://schemas.microsoft.com/office/drawing/2014/main" id="{04950328-50BE-4377-7DCC-13A3002A9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0"/>
            <a:ext cx="85471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1">
            <a:extLst>
              <a:ext uri="{FF2B5EF4-FFF2-40B4-BE49-F238E27FC236}">
                <a16:creationId xmlns:a16="http://schemas.microsoft.com/office/drawing/2014/main" id="{4EA91590-8DAB-5CBF-2C39-4025AC806B2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8563D6F3-ACFA-4064-B3B9-9EAD19F2C786}" type="slidenum">
              <a:rPr lang="en-US" altLang="zh-CN" sz="2000" baseline="0">
                <a:solidFill>
                  <a:schemeClr val="bg2"/>
                </a:solidFill>
              </a:rPr>
              <a:pPr/>
              <a:t>73</a:t>
            </a:fld>
            <a:endParaRPr lang="en-US" altLang="zh-CN" sz="2000" baseline="0">
              <a:solidFill>
                <a:schemeClr val="bg2"/>
              </a:solidFill>
            </a:endParaRPr>
          </a:p>
        </p:txBody>
      </p:sp>
      <p:sp>
        <p:nvSpPr>
          <p:cNvPr id="79875" name="Line 2">
            <a:extLst>
              <a:ext uri="{FF2B5EF4-FFF2-40B4-BE49-F238E27FC236}">
                <a16:creationId xmlns:a16="http://schemas.microsoft.com/office/drawing/2014/main" id="{2B68D699-2F52-F359-384B-E017D3C84F5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6" name="Line 3">
            <a:extLst>
              <a:ext uri="{FF2B5EF4-FFF2-40B4-BE49-F238E27FC236}">
                <a16:creationId xmlns:a16="http://schemas.microsoft.com/office/drawing/2014/main" id="{190DB19B-C664-F789-E323-FEF184E97F2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7" name="Text Box 4">
            <a:extLst>
              <a:ext uri="{FF2B5EF4-FFF2-40B4-BE49-F238E27FC236}">
                <a16:creationId xmlns:a16="http://schemas.microsoft.com/office/drawing/2014/main" id="{B5E4B510-A1D1-4482-C75F-BBC826954F17}"/>
              </a:ext>
            </a:extLst>
          </p:cNvPr>
          <p:cNvSpPr txBox="1">
            <a:spLocks noChangeArrowheads="1"/>
          </p:cNvSpPr>
          <p:nvPr/>
        </p:nvSpPr>
        <p:spPr bwMode="auto">
          <a:xfrm>
            <a:off x="304800" y="381000"/>
            <a:ext cx="359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图22.19  </a:t>
            </a:r>
            <a:r>
              <a:rPr lang="zh-CN" altLang="en-US" sz="2000" i="1" baseline="0">
                <a:latin typeface="Times New Roman" panose="02020603050405020304" pitchFamily="18" charset="0"/>
                <a:ea typeface="宋体" panose="02010600030101010101" pitchFamily="2" charset="-122"/>
              </a:rPr>
              <a:t>使用 RIP的区域例子</a:t>
            </a:r>
          </a:p>
        </p:txBody>
      </p:sp>
      <p:sp>
        <p:nvSpPr>
          <p:cNvPr id="79878" name="Line 5">
            <a:extLst>
              <a:ext uri="{FF2B5EF4-FFF2-40B4-BE49-F238E27FC236}">
                <a16:creationId xmlns:a16="http://schemas.microsoft.com/office/drawing/2014/main" id="{48E6CB7F-4E22-C75A-FFD4-2AB4C7E1BFC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9879" name="Picture 6">
            <a:extLst>
              <a:ext uri="{FF2B5EF4-FFF2-40B4-BE49-F238E27FC236}">
                <a16:creationId xmlns:a16="http://schemas.microsoft.com/office/drawing/2014/main" id="{000FF6A5-F401-B92C-27B3-F3C225DC7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62150"/>
            <a:ext cx="831850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a:extLst>
              <a:ext uri="{FF2B5EF4-FFF2-40B4-BE49-F238E27FC236}">
                <a16:creationId xmlns:a16="http://schemas.microsoft.com/office/drawing/2014/main" id="{1EBEF09E-DECA-84C8-74E9-1A8DDEC68139}"/>
              </a:ext>
            </a:extLst>
          </p:cNvPr>
          <p:cNvSpPr>
            <a:spLocks noGrp="1" noRot="1" noChangeArrowheads="1"/>
          </p:cNvSpPr>
          <p:nvPr>
            <p:ph type="title"/>
          </p:nvPr>
        </p:nvSpPr>
        <p:spPr bwMode="auto">
          <a:xfrm>
            <a:off x="1524000" y="2590800"/>
            <a:ext cx="6400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增加：</a:t>
            </a:r>
            <a:r>
              <a:rPr lang="en-US" altLang="zh-CN">
                <a:ea typeface="宋体" panose="02010600030101010101" pitchFamily="2" charset="-122"/>
              </a:rPr>
              <a:t>BellmanFord</a:t>
            </a:r>
            <a:r>
              <a:rPr lang="zh-CN" altLang="en-US">
                <a:ea typeface="宋体" panose="02010600030101010101" pitchFamily="2" charset="-122"/>
              </a:rPr>
              <a:t>算法</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5">
            <a:extLst>
              <a:ext uri="{FF2B5EF4-FFF2-40B4-BE49-F238E27FC236}">
                <a16:creationId xmlns:a16="http://schemas.microsoft.com/office/drawing/2014/main" id="{70B0ED16-D82E-D935-FD1A-FCA2D0122216}"/>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Bellman-Ford </a:t>
            </a:r>
            <a:r>
              <a:rPr lang="zh-CN" altLang="en-GB">
                <a:ea typeface="宋体" panose="02010600030101010101" pitchFamily="2" charset="-122"/>
              </a:rPr>
              <a:t>算法的定义</a:t>
            </a:r>
            <a:endParaRPr lang="zh-CN" altLang="en-US">
              <a:ea typeface="宋体" panose="02010600030101010101" pitchFamily="2" charset="-122"/>
            </a:endParaRPr>
          </a:p>
        </p:txBody>
      </p:sp>
      <p:sp>
        <p:nvSpPr>
          <p:cNvPr id="81923" name="Rectangle 6">
            <a:extLst>
              <a:ext uri="{FF2B5EF4-FFF2-40B4-BE49-F238E27FC236}">
                <a16:creationId xmlns:a16="http://schemas.microsoft.com/office/drawing/2014/main" id="{8191D435-C3C6-E581-C158-D22D11063E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pPr>
            <a:r>
              <a:rPr lang="zh-CN" altLang="en-US" sz="2400">
                <a:ea typeface="宋体" panose="02010600030101010101" pitchFamily="2" charset="-122"/>
              </a:rPr>
              <a:t>从给定的源节点找一条最短路径，该路径是从所有最多只含一条链路的路径中选择的</a:t>
            </a:r>
            <a:endParaRPr lang="zh-CN" altLang="en-GB" sz="2400">
              <a:ea typeface="宋体" panose="02010600030101010101" pitchFamily="2" charset="-122"/>
            </a:endParaRPr>
          </a:p>
          <a:p>
            <a:pPr>
              <a:lnSpc>
                <a:spcPct val="90000"/>
              </a:lnSpc>
            </a:pPr>
            <a:r>
              <a:rPr lang="zh-CN" altLang="en-GB" sz="2400">
                <a:ea typeface="宋体" panose="02010600030101010101" pitchFamily="2" charset="-122"/>
              </a:rPr>
              <a:t>再找出最多只含两条链路的最短路径</a:t>
            </a:r>
            <a:r>
              <a:rPr lang="en-GB" altLang="zh-CN" sz="2400">
                <a:ea typeface="宋体" panose="02010600030101010101" pitchFamily="2" charset="-122"/>
              </a:rPr>
              <a:t>……</a:t>
            </a:r>
            <a:r>
              <a:rPr lang="en-US" altLang="zh-CN" sz="2400">
                <a:ea typeface="宋体" panose="02010600030101010101" pitchFamily="2" charset="-122"/>
              </a:rPr>
              <a:t> </a:t>
            </a:r>
          </a:p>
          <a:p>
            <a:pPr>
              <a:lnSpc>
                <a:spcPct val="90000"/>
              </a:lnSpc>
            </a:pPr>
            <a:r>
              <a:rPr lang="en-GB" altLang="zh-CN" sz="2400">
                <a:ea typeface="宋体" panose="02010600030101010101" pitchFamily="2" charset="-122"/>
              </a:rPr>
              <a:t>s </a:t>
            </a:r>
            <a:r>
              <a:rPr lang="en-US" altLang="zh-CN" sz="2400">
                <a:ea typeface="宋体" panose="02010600030101010101" pitchFamily="2" charset="-122"/>
              </a:rPr>
              <a:t>=	</a:t>
            </a:r>
            <a:r>
              <a:rPr lang="zh-CN" altLang="en-US" sz="2400">
                <a:ea typeface="宋体" panose="02010600030101010101" pitchFamily="2" charset="-122"/>
              </a:rPr>
              <a:t>源节点</a:t>
            </a:r>
          </a:p>
          <a:p>
            <a:pPr>
              <a:lnSpc>
                <a:spcPct val="90000"/>
              </a:lnSpc>
            </a:pPr>
            <a:r>
              <a:rPr lang="en-US" altLang="zh-CN" sz="2400">
                <a:ea typeface="宋体" panose="02010600030101010101" pitchFamily="2" charset="-122"/>
              </a:rPr>
              <a:t>w(i, j)</a:t>
            </a:r>
            <a:r>
              <a:rPr lang="en-GB" altLang="zh-CN" sz="2400">
                <a:ea typeface="宋体" panose="02010600030101010101" pitchFamily="2" charset="-122"/>
              </a:rPr>
              <a:t> </a:t>
            </a:r>
            <a:r>
              <a:rPr lang="en-US" altLang="zh-CN" sz="2400">
                <a:ea typeface="宋体" panose="02010600030101010101" pitchFamily="2" charset="-122"/>
              </a:rPr>
              <a:t>=</a:t>
            </a:r>
            <a:r>
              <a:rPr lang="en-GB" altLang="zh-CN" sz="2400">
                <a:ea typeface="宋体" panose="02010600030101010101" pitchFamily="2" charset="-122"/>
              </a:rPr>
              <a:t> </a:t>
            </a:r>
            <a:r>
              <a:rPr lang="zh-CN" altLang="en-US" sz="2400">
                <a:ea typeface="宋体" panose="02010600030101010101" pitchFamily="2" charset="-122"/>
              </a:rPr>
              <a:t>节点</a:t>
            </a:r>
            <a:r>
              <a:rPr lang="en-US" altLang="zh-CN" sz="2400">
                <a:ea typeface="宋体" panose="02010600030101010101" pitchFamily="2" charset="-122"/>
              </a:rPr>
              <a:t>i</a:t>
            </a:r>
            <a:r>
              <a:rPr lang="zh-CN" altLang="en-US" sz="2400">
                <a:ea typeface="宋体" panose="02010600030101010101" pitchFamily="2" charset="-122"/>
              </a:rPr>
              <a:t>到</a:t>
            </a:r>
            <a:r>
              <a:rPr lang="en-US" altLang="zh-CN" sz="2400">
                <a:ea typeface="宋体" panose="02010600030101010101" pitchFamily="2" charset="-122"/>
              </a:rPr>
              <a:t>j</a:t>
            </a:r>
            <a:r>
              <a:rPr lang="zh-CN" altLang="en-US" sz="2400">
                <a:ea typeface="宋体" panose="02010600030101010101" pitchFamily="2" charset="-122"/>
              </a:rPr>
              <a:t>的链路代价</a:t>
            </a:r>
            <a:endParaRPr lang="zh-CN" altLang="en-GB" sz="2400">
              <a:ea typeface="宋体" panose="02010600030101010101" pitchFamily="2" charset="-122"/>
            </a:endParaRPr>
          </a:p>
          <a:p>
            <a:pPr lvl="1">
              <a:lnSpc>
                <a:spcPct val="90000"/>
              </a:lnSpc>
            </a:pPr>
            <a:r>
              <a:rPr lang="en-US" altLang="zh-CN" sz="2000">
                <a:ea typeface="宋体" panose="02010600030101010101" pitchFamily="2" charset="-122"/>
              </a:rPr>
              <a:t>w(i, i) = 0</a:t>
            </a:r>
            <a:endParaRPr lang="en-GB" altLang="zh-CN" sz="2000">
              <a:ea typeface="宋体" panose="02010600030101010101" pitchFamily="2" charset="-122"/>
            </a:endParaRPr>
          </a:p>
          <a:p>
            <a:pPr lvl="1">
              <a:lnSpc>
                <a:spcPct val="90000"/>
              </a:lnSpc>
            </a:pPr>
            <a:r>
              <a:rPr lang="en-US" altLang="zh-CN" sz="2000">
                <a:ea typeface="宋体" panose="02010600030101010101" pitchFamily="2" charset="-122"/>
              </a:rPr>
              <a:t>w(i, j) = </a:t>
            </a:r>
            <a:r>
              <a:rPr lang="en-US" altLang="zh-CN" sz="2000">
                <a:ea typeface="宋体" panose="02010600030101010101" pitchFamily="2" charset="-122"/>
                <a:sym typeface="Symbol" panose="05050102010706020507" pitchFamily="18" charset="2"/>
              </a:rPr>
              <a:t></a:t>
            </a:r>
            <a:r>
              <a:rPr lang="en-US" altLang="zh-CN" sz="2000">
                <a:ea typeface="宋体" panose="02010600030101010101" pitchFamily="2" charset="-122"/>
              </a:rPr>
              <a:t> </a:t>
            </a:r>
            <a:r>
              <a:rPr lang="zh-CN" altLang="en-US" sz="2000">
                <a:ea typeface="宋体" panose="02010600030101010101" pitchFamily="2" charset="-122"/>
              </a:rPr>
              <a:t>如果</a:t>
            </a:r>
            <a:r>
              <a:rPr lang="en-US" altLang="zh-CN" sz="2000">
                <a:ea typeface="宋体" panose="02010600030101010101" pitchFamily="2" charset="-122"/>
              </a:rPr>
              <a:t>i</a:t>
            </a:r>
            <a:r>
              <a:rPr lang="zh-CN" altLang="en-US" sz="2000">
                <a:ea typeface="宋体" panose="02010600030101010101" pitchFamily="2" charset="-122"/>
              </a:rPr>
              <a:t>和</a:t>
            </a:r>
            <a:r>
              <a:rPr lang="en-US" altLang="zh-CN" sz="2000">
                <a:ea typeface="宋体" panose="02010600030101010101" pitchFamily="2" charset="-122"/>
              </a:rPr>
              <a:t>j</a:t>
            </a:r>
            <a:r>
              <a:rPr lang="zh-CN" altLang="en-US" sz="2000">
                <a:ea typeface="宋体" panose="02010600030101010101" pitchFamily="2" charset="-122"/>
              </a:rPr>
              <a:t>之间不直接连接</a:t>
            </a:r>
            <a:endParaRPr lang="zh-CN" altLang="en-GB" sz="2000">
              <a:ea typeface="宋体" panose="02010600030101010101" pitchFamily="2" charset="-122"/>
            </a:endParaRPr>
          </a:p>
          <a:p>
            <a:pPr lvl="1">
              <a:lnSpc>
                <a:spcPct val="90000"/>
              </a:lnSpc>
            </a:pPr>
            <a:r>
              <a:rPr lang="en-US" altLang="zh-CN" sz="2000">
                <a:ea typeface="宋体" panose="02010600030101010101" pitchFamily="2" charset="-122"/>
              </a:rPr>
              <a:t>w(i, j) </a:t>
            </a:r>
            <a:r>
              <a:rPr lang="en-US" altLang="zh-CN" sz="2000">
                <a:ea typeface="宋体" panose="02010600030101010101" pitchFamily="2" charset="-122"/>
                <a:sym typeface="Symbol" panose="05050102010706020507" pitchFamily="18" charset="2"/>
              </a:rPr>
              <a:t></a:t>
            </a:r>
            <a:r>
              <a:rPr lang="en-US" altLang="zh-CN" sz="2000">
                <a:ea typeface="宋体" panose="02010600030101010101" pitchFamily="2" charset="-122"/>
              </a:rPr>
              <a:t> 0  </a:t>
            </a:r>
            <a:r>
              <a:rPr lang="zh-CN" altLang="en-US" sz="2000">
                <a:ea typeface="宋体" panose="02010600030101010101" pitchFamily="2" charset="-122"/>
              </a:rPr>
              <a:t>如果</a:t>
            </a:r>
            <a:r>
              <a:rPr lang="en-US" altLang="zh-CN" sz="2000">
                <a:ea typeface="宋体" panose="02010600030101010101" pitchFamily="2" charset="-122"/>
              </a:rPr>
              <a:t>i</a:t>
            </a:r>
            <a:r>
              <a:rPr lang="zh-CN" altLang="en-US" sz="2000">
                <a:ea typeface="宋体" panose="02010600030101010101" pitchFamily="2" charset="-122"/>
              </a:rPr>
              <a:t>和</a:t>
            </a:r>
            <a:r>
              <a:rPr lang="en-US" altLang="zh-CN" sz="2000">
                <a:ea typeface="宋体" panose="02010600030101010101" pitchFamily="2" charset="-122"/>
              </a:rPr>
              <a:t>j</a:t>
            </a:r>
            <a:r>
              <a:rPr lang="zh-CN" altLang="en-US" sz="2000">
                <a:ea typeface="宋体" panose="02010600030101010101" pitchFamily="2" charset="-122"/>
              </a:rPr>
              <a:t>之间直接连接</a:t>
            </a:r>
            <a:endParaRPr lang="en-US" altLang="zh-CN" sz="2000">
              <a:ea typeface="宋体" panose="02010600030101010101" pitchFamily="2" charset="-122"/>
            </a:endParaRPr>
          </a:p>
          <a:p>
            <a:pPr>
              <a:lnSpc>
                <a:spcPct val="90000"/>
              </a:lnSpc>
            </a:pPr>
            <a:r>
              <a:rPr lang="en-GB" altLang="zh-CN" sz="2400">
                <a:ea typeface="宋体" panose="02010600030101010101" pitchFamily="2" charset="-122"/>
              </a:rPr>
              <a:t>h </a:t>
            </a:r>
            <a:r>
              <a:rPr lang="en-US" altLang="zh-CN" sz="2400">
                <a:ea typeface="宋体" panose="02010600030101010101" pitchFamily="2" charset="-122"/>
              </a:rPr>
              <a:t>=	</a:t>
            </a:r>
            <a:r>
              <a:rPr lang="zh-CN" altLang="en-US" sz="2400">
                <a:ea typeface="宋体" panose="02010600030101010101" pitchFamily="2" charset="-122"/>
              </a:rPr>
              <a:t>目前路径具有的最大链路数</a:t>
            </a:r>
          </a:p>
          <a:p>
            <a:pPr>
              <a:lnSpc>
                <a:spcPct val="90000"/>
              </a:lnSpc>
            </a:pPr>
            <a:r>
              <a:rPr lang="en-US" altLang="zh-CN" sz="2400">
                <a:ea typeface="宋体" panose="02010600030101010101" pitchFamily="2" charset="-122"/>
              </a:rPr>
              <a:t>L</a:t>
            </a:r>
            <a:r>
              <a:rPr lang="en-US" altLang="zh-CN" sz="2400" baseline="-25000">
                <a:ea typeface="宋体" panose="02010600030101010101" pitchFamily="2" charset="-122"/>
              </a:rPr>
              <a:t>h</a:t>
            </a:r>
            <a:r>
              <a:rPr lang="en-US" altLang="zh-CN" sz="2400">
                <a:ea typeface="宋体" panose="02010600030101010101" pitchFamily="2" charset="-122"/>
              </a:rPr>
              <a:t>(n)</a:t>
            </a:r>
            <a:r>
              <a:rPr lang="en-GB" altLang="zh-CN" sz="2400">
                <a:ea typeface="宋体" panose="02010600030101010101" pitchFamily="2" charset="-122"/>
              </a:rPr>
              <a:t> </a:t>
            </a:r>
            <a:r>
              <a:rPr lang="en-US" altLang="zh-CN" sz="2400">
                <a:ea typeface="宋体" panose="02010600030101010101" pitchFamily="2" charset="-122"/>
              </a:rPr>
              <a:t>=</a:t>
            </a:r>
            <a:r>
              <a:rPr lang="en-GB" altLang="zh-CN" sz="2400">
                <a:ea typeface="宋体" panose="02010600030101010101" pitchFamily="2" charset="-122"/>
              </a:rPr>
              <a:t> </a:t>
            </a:r>
            <a:r>
              <a:rPr lang="zh-CN" altLang="en-US" sz="2400">
                <a:ea typeface="宋体" panose="02010600030101010101" pitchFamily="2" charset="-122"/>
              </a:rPr>
              <a:t>在不多于</a:t>
            </a:r>
            <a:r>
              <a:rPr lang="en-US" altLang="zh-CN" sz="2400">
                <a:ea typeface="宋体" panose="02010600030101010101" pitchFamily="2" charset="-122"/>
              </a:rPr>
              <a:t>h</a:t>
            </a:r>
            <a:r>
              <a:rPr lang="zh-CN" altLang="en-US" sz="2400">
                <a:ea typeface="宋体" panose="02010600030101010101" pitchFamily="2" charset="-122"/>
              </a:rPr>
              <a:t>条链路的条件下，</a:t>
            </a:r>
            <a:r>
              <a:rPr lang="en-US" altLang="zh-CN" sz="2400">
                <a:ea typeface="宋体" panose="02010600030101010101" pitchFamily="2" charset="-122"/>
              </a:rPr>
              <a:t>s</a:t>
            </a:r>
            <a:r>
              <a:rPr lang="zh-CN" altLang="en-US" sz="2400">
                <a:ea typeface="宋体" panose="02010600030101010101" pitchFamily="2" charset="-122"/>
              </a:rPr>
              <a:t>到</a:t>
            </a:r>
            <a:r>
              <a:rPr lang="en-US" altLang="zh-CN" sz="2400">
                <a:ea typeface="宋体" panose="02010600030101010101" pitchFamily="2" charset="-122"/>
              </a:rPr>
              <a:t>n</a:t>
            </a:r>
            <a:r>
              <a:rPr lang="zh-CN" altLang="en-US" sz="2400">
                <a:ea typeface="宋体" panose="02010600030101010101" pitchFamily="2" charset="-122"/>
              </a:rPr>
              <a:t>的最小代价路径的代价</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3104CB8-416E-6060-6A42-8CEF242C76BD}"/>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Bellman-Ford </a:t>
            </a:r>
            <a:r>
              <a:rPr lang="zh-CN" altLang="en-GB">
                <a:ea typeface="宋体" panose="02010600030101010101" pitchFamily="2" charset="-122"/>
              </a:rPr>
              <a:t>算法</a:t>
            </a:r>
          </a:p>
        </p:txBody>
      </p:sp>
      <p:sp>
        <p:nvSpPr>
          <p:cNvPr id="82947" name="Rectangle 3">
            <a:extLst>
              <a:ext uri="{FF2B5EF4-FFF2-40B4-BE49-F238E27FC236}">
                <a16:creationId xmlns:a16="http://schemas.microsoft.com/office/drawing/2014/main" id="{60234742-49BE-7D13-F6D6-94D30CA679BA}"/>
              </a:ext>
            </a:extLst>
          </p:cNvPr>
          <p:cNvSpPr>
            <a:spLocks noGrp="1" noChangeArrowheads="1"/>
          </p:cNvSpPr>
          <p:nvPr>
            <p:ph type="body" idx="1"/>
          </p:nvPr>
        </p:nvSpPr>
        <p:spPr bwMode="auto">
          <a:xfrm>
            <a:off x="457200" y="1219200"/>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Step </a:t>
            </a:r>
            <a:r>
              <a:rPr lang="en-US" altLang="zh-CN">
                <a:ea typeface="宋体" panose="02010600030101010101" pitchFamily="2" charset="-122"/>
              </a:rPr>
              <a:t>1 [</a:t>
            </a:r>
            <a:r>
              <a:rPr lang="zh-CN" altLang="en-US">
                <a:ea typeface="宋体" panose="02010600030101010101" pitchFamily="2" charset="-122"/>
              </a:rPr>
              <a:t>初始化</a:t>
            </a:r>
            <a:r>
              <a:rPr lang="en-US" altLang="zh-CN">
                <a:ea typeface="宋体" panose="02010600030101010101" pitchFamily="2" charset="-122"/>
              </a:rPr>
              <a:t>]</a:t>
            </a:r>
          </a:p>
          <a:p>
            <a:pPr lvl="1"/>
            <a:r>
              <a:rPr lang="en-US" altLang="zh-CN">
                <a:ea typeface="宋体" panose="02010600030101010101" pitchFamily="2" charset="-122"/>
              </a:rPr>
              <a:t>L</a:t>
            </a:r>
            <a:r>
              <a:rPr lang="en-US" altLang="zh-CN" baseline="-25000">
                <a:ea typeface="宋体" panose="02010600030101010101" pitchFamily="2" charset="-122"/>
              </a:rPr>
              <a:t>0</a:t>
            </a:r>
            <a:r>
              <a:rPr lang="en-US" altLang="zh-CN">
                <a:ea typeface="宋体" panose="02010600030101010101" pitchFamily="2" charset="-122"/>
              </a:rPr>
              <a:t>(n) = </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 for all n </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 s</a:t>
            </a:r>
          </a:p>
          <a:p>
            <a:pPr lvl="1"/>
            <a:r>
              <a:rPr lang="en-US" altLang="zh-CN">
                <a:ea typeface="宋体" panose="02010600030101010101" pitchFamily="2" charset="-122"/>
              </a:rPr>
              <a:t>L</a:t>
            </a:r>
            <a:r>
              <a:rPr lang="en-US" altLang="zh-CN" baseline="-25000">
                <a:ea typeface="宋体" panose="02010600030101010101" pitchFamily="2" charset="-122"/>
              </a:rPr>
              <a:t>h</a:t>
            </a:r>
            <a:r>
              <a:rPr lang="en-US" altLang="zh-CN">
                <a:ea typeface="宋体" panose="02010600030101010101" pitchFamily="2" charset="-122"/>
              </a:rPr>
              <a:t>(s) = 0, for all h</a:t>
            </a:r>
          </a:p>
          <a:p>
            <a:r>
              <a:rPr lang="en-GB" altLang="zh-CN">
                <a:ea typeface="宋体" panose="02010600030101010101" pitchFamily="2" charset="-122"/>
              </a:rPr>
              <a:t>Step </a:t>
            </a:r>
            <a:r>
              <a:rPr lang="en-US" altLang="zh-CN">
                <a:ea typeface="宋体" panose="02010600030101010101" pitchFamily="2" charset="-122"/>
              </a:rPr>
              <a:t>2 [</a:t>
            </a:r>
            <a:r>
              <a:rPr lang="zh-CN" altLang="en-US">
                <a:ea typeface="宋体" panose="02010600030101010101" pitchFamily="2" charset="-122"/>
              </a:rPr>
              <a:t>更新</a:t>
            </a:r>
            <a:r>
              <a:rPr lang="en-US" altLang="zh-CN">
                <a:ea typeface="宋体" panose="02010600030101010101" pitchFamily="2" charset="-122"/>
              </a:rPr>
              <a:t>] </a:t>
            </a:r>
          </a:p>
          <a:p>
            <a:r>
              <a:rPr lang="zh-CN" altLang="en-US">
                <a:ea typeface="宋体" panose="02010600030101010101" pitchFamily="2" charset="-122"/>
              </a:rPr>
              <a:t>对每个后继的 </a:t>
            </a:r>
            <a:r>
              <a:rPr lang="en-US" altLang="zh-CN">
                <a:ea typeface="宋体" panose="02010600030101010101" pitchFamily="2" charset="-122"/>
              </a:rPr>
              <a:t>h </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 0</a:t>
            </a:r>
          </a:p>
          <a:p>
            <a:pPr lvl="1"/>
            <a:r>
              <a:rPr lang="zh-CN" altLang="en-US">
                <a:ea typeface="宋体" panose="02010600030101010101" pitchFamily="2" charset="-122"/>
              </a:rPr>
              <a:t>对每个 </a:t>
            </a:r>
            <a:r>
              <a:rPr lang="en-US" altLang="zh-CN">
                <a:ea typeface="宋体" panose="02010600030101010101" pitchFamily="2" charset="-122"/>
              </a:rPr>
              <a:t>n ≠ s,</a:t>
            </a:r>
            <a:r>
              <a:rPr lang="zh-CN" altLang="en-US">
                <a:ea typeface="宋体" panose="02010600030101010101" pitchFamily="2" charset="-122"/>
              </a:rPr>
              <a:t>计算</a:t>
            </a:r>
          </a:p>
          <a:p>
            <a:pPr lvl="1">
              <a:buFontTx/>
              <a:buNone/>
            </a:pPr>
            <a:r>
              <a:rPr lang="en-GB" altLang="zh-CN" i="1">
                <a:ea typeface="宋体" panose="02010600030101010101" pitchFamily="2" charset="-122"/>
              </a:rPr>
              <a:t>     L</a:t>
            </a:r>
            <a:r>
              <a:rPr lang="en-GB" altLang="zh-CN" i="1" baseline="-25000">
                <a:ea typeface="宋体" panose="02010600030101010101" pitchFamily="2" charset="-122"/>
              </a:rPr>
              <a:t>h+1</a:t>
            </a:r>
            <a:r>
              <a:rPr lang="en-GB" altLang="zh-CN">
                <a:ea typeface="宋体" panose="02010600030101010101" pitchFamily="2" charset="-122"/>
              </a:rPr>
              <a:t>(</a:t>
            </a:r>
            <a:r>
              <a:rPr lang="en-GB" altLang="zh-CN" i="1">
                <a:ea typeface="宋体" panose="02010600030101010101" pitchFamily="2" charset="-122"/>
              </a:rPr>
              <a:t>n</a:t>
            </a:r>
            <a:r>
              <a:rPr lang="en-GB" altLang="zh-CN">
                <a:ea typeface="宋体" panose="02010600030101010101" pitchFamily="2" charset="-122"/>
              </a:rPr>
              <a:t>)=min{</a:t>
            </a:r>
            <a:r>
              <a:rPr lang="en-GB" altLang="zh-CN" i="1">
                <a:ea typeface="宋体" panose="02010600030101010101" pitchFamily="2" charset="-122"/>
              </a:rPr>
              <a:t>L</a:t>
            </a:r>
            <a:r>
              <a:rPr lang="en-GB" altLang="zh-CN" i="1" baseline="-25000">
                <a:ea typeface="宋体" panose="02010600030101010101" pitchFamily="2" charset="-122"/>
              </a:rPr>
              <a:t>h</a:t>
            </a:r>
            <a:r>
              <a:rPr lang="en-GB" altLang="zh-CN">
                <a:ea typeface="宋体" panose="02010600030101010101" pitchFamily="2" charset="-122"/>
              </a:rPr>
              <a:t>(</a:t>
            </a:r>
            <a:r>
              <a:rPr lang="en-GB" altLang="zh-CN" i="1">
                <a:ea typeface="宋体" panose="02010600030101010101" pitchFamily="2" charset="-122"/>
              </a:rPr>
              <a:t>n</a:t>
            </a:r>
            <a:r>
              <a:rPr lang="en-GB" altLang="zh-CN">
                <a:ea typeface="宋体" panose="02010600030101010101" pitchFamily="2" charset="-122"/>
              </a:rPr>
              <a:t>)</a:t>
            </a:r>
            <a:r>
              <a:rPr lang="en-US" altLang="zh-CN">
                <a:ea typeface="宋体" panose="02010600030101010101" pitchFamily="2" charset="-122"/>
              </a:rPr>
              <a:t>,</a:t>
            </a:r>
            <a:r>
              <a:rPr lang="en-GB" altLang="zh-CN" baseline="30000">
                <a:ea typeface="宋体" panose="02010600030101010101" pitchFamily="2" charset="-122"/>
              </a:rPr>
              <a:t>min</a:t>
            </a:r>
            <a:r>
              <a:rPr lang="en-GB" altLang="zh-CN" i="1" baseline="-25000">
                <a:ea typeface="宋体" panose="02010600030101010101" pitchFamily="2" charset="-122"/>
              </a:rPr>
              <a:t>j</a:t>
            </a:r>
            <a:r>
              <a:rPr lang="en-GB" altLang="zh-CN">
                <a:ea typeface="宋体" panose="02010600030101010101" pitchFamily="2" charset="-122"/>
              </a:rPr>
              <a:t>[</a:t>
            </a:r>
            <a:r>
              <a:rPr lang="en-GB" altLang="zh-CN" i="1">
                <a:ea typeface="宋体" panose="02010600030101010101" pitchFamily="2" charset="-122"/>
              </a:rPr>
              <a:t>L</a:t>
            </a:r>
            <a:r>
              <a:rPr lang="en-GB" altLang="zh-CN" i="1" baseline="-25000">
                <a:ea typeface="宋体" panose="02010600030101010101" pitchFamily="2" charset="-122"/>
              </a:rPr>
              <a:t>h</a:t>
            </a:r>
            <a:r>
              <a:rPr lang="en-GB" altLang="zh-CN">
                <a:ea typeface="宋体" panose="02010600030101010101" pitchFamily="2" charset="-122"/>
              </a:rPr>
              <a:t>(</a:t>
            </a:r>
            <a:r>
              <a:rPr lang="en-GB" altLang="zh-CN" i="1">
                <a:ea typeface="宋体" panose="02010600030101010101" pitchFamily="2" charset="-122"/>
              </a:rPr>
              <a:t>j</a:t>
            </a:r>
            <a:r>
              <a:rPr lang="en-GB" altLang="zh-CN">
                <a:ea typeface="宋体" panose="02010600030101010101" pitchFamily="2" charset="-122"/>
              </a:rPr>
              <a:t>)+</a:t>
            </a:r>
            <a:r>
              <a:rPr lang="en-GB" altLang="zh-CN" i="1">
                <a:ea typeface="宋体" panose="02010600030101010101" pitchFamily="2" charset="-122"/>
              </a:rPr>
              <a:t>w</a:t>
            </a:r>
            <a:r>
              <a:rPr lang="en-GB" altLang="zh-CN">
                <a:ea typeface="宋体" panose="02010600030101010101" pitchFamily="2" charset="-122"/>
              </a:rPr>
              <a:t>(</a:t>
            </a:r>
            <a:r>
              <a:rPr lang="en-GB" altLang="zh-CN" i="1">
                <a:ea typeface="宋体" panose="02010600030101010101" pitchFamily="2" charset="-122"/>
              </a:rPr>
              <a:t>j,n</a:t>
            </a:r>
            <a:r>
              <a:rPr lang="en-GB" altLang="zh-CN">
                <a:ea typeface="宋体" panose="02010600030101010101" pitchFamily="2" charset="-122"/>
              </a:rPr>
              <a:t>)]}</a:t>
            </a:r>
          </a:p>
          <a:p>
            <a:pPr>
              <a:buFontTx/>
              <a:buNone/>
            </a:pPr>
            <a:r>
              <a:rPr lang="en-US" altLang="zh-CN">
                <a:ea typeface="宋体" panose="02010600030101010101" pitchFamily="2" charset="-122"/>
              </a:rPr>
              <a:t>   </a:t>
            </a:r>
            <a:r>
              <a:rPr lang="zh-CN" altLang="en-US">
                <a:ea typeface="宋体" panose="02010600030101010101" pitchFamily="2" charset="-122"/>
              </a:rPr>
              <a:t>将</a:t>
            </a:r>
            <a:r>
              <a:rPr lang="en-US" altLang="zh-CN">
                <a:ea typeface="宋体" panose="02010600030101010101" pitchFamily="2" charset="-122"/>
              </a:rPr>
              <a:t>n</a:t>
            </a:r>
            <a:r>
              <a:rPr lang="zh-CN" altLang="en-US">
                <a:ea typeface="宋体" panose="02010600030101010101" pitchFamily="2" charset="-122"/>
              </a:rPr>
              <a:t>与前一次处理的节点</a:t>
            </a:r>
            <a:r>
              <a:rPr lang="en-US" altLang="zh-CN">
                <a:ea typeface="宋体" panose="02010600030101010101" pitchFamily="2" charset="-122"/>
              </a:rPr>
              <a:t>j</a:t>
            </a:r>
            <a:r>
              <a:rPr lang="zh-CN" altLang="en-US">
                <a:ea typeface="宋体" panose="02010600030101010101" pitchFamily="2" charset="-122"/>
              </a:rPr>
              <a:t>相连接，以获取最小值，删除以前</a:t>
            </a:r>
            <a:r>
              <a:rPr lang="en-US" altLang="zh-CN">
                <a:ea typeface="宋体" panose="02010600030101010101" pitchFamily="2" charset="-122"/>
              </a:rPr>
              <a:t>n</a:t>
            </a:r>
            <a:r>
              <a:rPr lang="zh-CN" altLang="en-US">
                <a:ea typeface="宋体" panose="02010600030101010101" pitchFamily="2" charset="-122"/>
              </a:rPr>
              <a:t>与其它任何前次处理节点之间的连接</a:t>
            </a:r>
            <a:endParaRPr lang="en-GB" altLang="zh-CN">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B55F20C9-7909-93AD-1205-ABBCACB16378}"/>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Bellman-Ford</a:t>
            </a:r>
            <a:r>
              <a:rPr lang="zh-CN" altLang="en-GB">
                <a:ea typeface="宋体" panose="02010600030101010101" pitchFamily="2" charset="-122"/>
              </a:rPr>
              <a:t>算法结果</a:t>
            </a:r>
            <a:endParaRPr lang="en-US" altLang="zh-CN">
              <a:ea typeface="宋体" panose="02010600030101010101" pitchFamily="2" charset="-122"/>
            </a:endParaRPr>
          </a:p>
        </p:txBody>
      </p:sp>
      <p:pic>
        <p:nvPicPr>
          <p:cNvPr id="83971" name="Picture 116">
            <a:extLst>
              <a:ext uri="{FF2B5EF4-FFF2-40B4-BE49-F238E27FC236}">
                <a16:creationId xmlns:a16="http://schemas.microsoft.com/office/drawing/2014/main" id="{FFCF9613-0D2D-4C83-91AA-5D8563F98B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6674"/>
          <a:stretch>
            <a:fillRect/>
          </a:stretch>
        </p:blipFill>
        <p:spPr bwMode="auto">
          <a:xfrm>
            <a:off x="1600200" y="1752600"/>
            <a:ext cx="5410200" cy="423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777AFFA-93C7-0492-1B01-ECA1A1A19534}"/>
              </a:ext>
            </a:extLst>
          </p:cNvPr>
          <p:cNvSpPr>
            <a:spLocks noGrp="1" noChangeArrowheads="1"/>
          </p:cNvSpPr>
          <p:nvPr>
            <p:ph type="title"/>
          </p:nvPr>
        </p:nvSpPr>
        <p:spPr bwMode="auto">
          <a:xfrm>
            <a:off x="301625" y="228600"/>
            <a:ext cx="85407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Bellman-Ford</a:t>
            </a:r>
            <a:r>
              <a:rPr lang="zh-CN" altLang="en-GB">
                <a:ea typeface="宋体" panose="02010600030101010101" pitchFamily="2" charset="-122"/>
              </a:rPr>
              <a:t>算法结果</a:t>
            </a:r>
            <a:endParaRPr lang="en-US" altLang="zh-CN">
              <a:ea typeface="宋体" panose="02010600030101010101" pitchFamily="2" charset="-122"/>
            </a:endParaRPr>
          </a:p>
        </p:txBody>
      </p:sp>
      <p:graphicFrame>
        <p:nvGraphicFramePr>
          <p:cNvPr id="76915" name="Group 115">
            <a:extLst>
              <a:ext uri="{FF2B5EF4-FFF2-40B4-BE49-F238E27FC236}">
                <a16:creationId xmlns:a16="http://schemas.microsoft.com/office/drawing/2014/main" id="{6BD6FA2A-E75C-8184-9DEC-FD9337BC8593}"/>
              </a:ext>
            </a:extLst>
          </p:cNvPr>
          <p:cNvGraphicFramePr>
            <a:graphicFrameLocks noGrp="1"/>
          </p:cNvGraphicFramePr>
          <p:nvPr>
            <p:ph type="tbl" idx="1"/>
          </p:nvPr>
        </p:nvGraphicFramePr>
        <p:xfrm>
          <a:off x="152400" y="1143000"/>
          <a:ext cx="8915400" cy="5486400"/>
        </p:xfrm>
        <a:graphic>
          <a:graphicData uri="http://schemas.openxmlformats.org/drawingml/2006/table">
            <a:tbl>
              <a:tblPr/>
              <a:tblGrid>
                <a:gridCol w="374650">
                  <a:extLst>
                    <a:ext uri="{9D8B030D-6E8A-4147-A177-3AD203B41FA5}">
                      <a16:colId xmlns:a16="http://schemas.microsoft.com/office/drawing/2014/main" val="20000"/>
                    </a:ext>
                  </a:extLst>
                </a:gridCol>
                <a:gridCol w="76835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gridCol w="1447800">
                  <a:extLst>
                    <a:ext uri="{9D8B030D-6E8A-4147-A177-3AD203B41FA5}">
                      <a16:colId xmlns:a16="http://schemas.microsoft.com/office/drawing/2014/main" val="20010"/>
                    </a:ext>
                  </a:extLst>
                </a:gridCol>
              </a:tblGrid>
              <a:tr h="1309688">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h</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L</a:t>
                      </a:r>
                      <a:r>
                        <a:rPr kumimoji="1" lang="en-GB" sz="2000" b="0" i="0" u="none" strike="noStrike" cap="none" normalizeH="0" baseline="-25000">
                          <a:ln>
                            <a:noFill/>
                          </a:ln>
                          <a:solidFill>
                            <a:schemeClr val="tx1"/>
                          </a:solidFill>
                          <a:effectLst/>
                          <a:latin typeface="Tahoma" pitchFamily="34" charset="0"/>
                        </a:rPr>
                        <a:t>h</a:t>
                      </a: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Path</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L</a:t>
                      </a:r>
                      <a:r>
                        <a:rPr kumimoji="1" lang="en-GB" sz="2000" b="0" i="0" u="none" strike="noStrike" cap="none" normalizeH="0" baseline="-25000">
                          <a:ln>
                            <a:noFill/>
                          </a:ln>
                          <a:solidFill>
                            <a:schemeClr val="tx1"/>
                          </a:solidFill>
                          <a:effectLst/>
                          <a:latin typeface="Tahoma" pitchFamily="34" charset="0"/>
                        </a:rPr>
                        <a:t>h</a:t>
                      </a:r>
                      <a:r>
                        <a:rPr kumimoji="1" lang="en-GB" sz="2000" b="0" i="0" u="none" strike="noStrike" cap="none" normalizeH="0" baseline="0">
                          <a:ln>
                            <a:noFill/>
                          </a:ln>
                          <a:solidFill>
                            <a:schemeClr val="tx1"/>
                          </a:solidFill>
                          <a:effectLst/>
                          <a:latin typeface="Tahoma" pitchFamily="34" charset="0"/>
                        </a:rPr>
                        <a:t>(3)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Path</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L</a:t>
                      </a:r>
                      <a:r>
                        <a:rPr kumimoji="1" lang="en-GB" sz="2000" b="0" i="0" u="none" strike="noStrike" cap="none" normalizeH="0" baseline="-25000">
                          <a:ln>
                            <a:noFill/>
                          </a:ln>
                          <a:solidFill>
                            <a:schemeClr val="tx1"/>
                          </a:solidFill>
                          <a:effectLst/>
                          <a:latin typeface="Tahoma" pitchFamily="34" charset="0"/>
                        </a:rPr>
                        <a:t>h</a:t>
                      </a:r>
                      <a:r>
                        <a:rPr kumimoji="1" lang="en-GB" sz="2000" b="0" i="0" u="none" strike="noStrike" cap="none" normalizeH="0" baseline="0">
                          <a:ln>
                            <a:noFill/>
                          </a:ln>
                          <a:solidFill>
                            <a:schemeClr val="tx1"/>
                          </a:solidFill>
                          <a:effectLst/>
                          <a:latin typeface="Tahoma" pitchFamily="34" charset="0"/>
                        </a:rPr>
                        <a:t>(4)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Path</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L</a:t>
                      </a:r>
                      <a:r>
                        <a:rPr kumimoji="1" lang="en-GB" sz="2000" b="0" i="0" u="none" strike="noStrike" cap="none" normalizeH="0" baseline="-25000">
                          <a:ln>
                            <a:noFill/>
                          </a:ln>
                          <a:solidFill>
                            <a:schemeClr val="tx1"/>
                          </a:solidFill>
                          <a:effectLst/>
                          <a:latin typeface="Tahoma" pitchFamily="34" charset="0"/>
                        </a:rPr>
                        <a:t>h</a:t>
                      </a:r>
                      <a:r>
                        <a:rPr kumimoji="1" lang="en-GB" sz="2000" b="0" i="0" u="none" strike="noStrike" cap="none" normalizeH="0" baseline="0">
                          <a:ln>
                            <a:noFill/>
                          </a:ln>
                          <a:solidFill>
                            <a:schemeClr val="tx1"/>
                          </a:solidFill>
                          <a:effectLst/>
                          <a:latin typeface="Tahoma" pitchFamily="34" charset="0"/>
                        </a:rPr>
                        <a:t>(5)</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Path</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L</a:t>
                      </a:r>
                      <a:r>
                        <a:rPr kumimoji="1" lang="en-GB" sz="2000" b="0" i="0" u="none" strike="noStrike" cap="none" normalizeH="0" baseline="-25000">
                          <a:ln>
                            <a:noFill/>
                          </a:ln>
                          <a:solidFill>
                            <a:schemeClr val="tx1"/>
                          </a:solidFill>
                          <a:effectLst/>
                          <a:latin typeface="Tahoma" pitchFamily="34" charset="0"/>
                        </a:rPr>
                        <a:t>h</a:t>
                      </a:r>
                      <a:r>
                        <a:rPr kumimoji="1" lang="en-GB" sz="2000" b="0" i="0" u="none" strike="noStrike" cap="none" normalizeH="0" baseline="0">
                          <a:ln>
                            <a:noFill/>
                          </a:ln>
                          <a:solidFill>
                            <a:schemeClr val="tx1"/>
                          </a:solidFill>
                          <a:effectLst/>
                          <a:latin typeface="Tahoma" pitchFamily="34" charset="0"/>
                        </a:rPr>
                        <a:t>(6)</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Path</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6450">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0</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rPr>
                        <a:t> </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6450">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5</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a:ln>
                            <a:noFill/>
                          </a:ln>
                          <a:solidFill>
                            <a:schemeClr val="tx1"/>
                          </a:solidFill>
                          <a:effectLst/>
                          <a:latin typeface="Tahoma" pitchFamily="34" charset="0"/>
                          <a:ea typeface="宋体" pitchFamily="2" charset="-122"/>
                          <a:cs typeface="Times New Roman" pitchFamily="18" charset="0"/>
                          <a:sym typeface="Symbol" pitchFamily="18" charset="2"/>
                        </a:rPr>
                        <a: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663">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1-4-5</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10</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1-3-6</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4075">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1-4-5-3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1-4-5</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1-4-5-6</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54075">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1-4-5-3</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2</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1-4-5</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a:ln>
                            <a:noFill/>
                          </a:ln>
                          <a:solidFill>
                            <a:schemeClr val="tx1"/>
                          </a:solidFill>
                          <a:effectLst/>
                          <a:latin typeface="Tahoma" pitchFamily="34" charset="0"/>
                        </a:rPr>
                        <a:t>4</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GB" sz="2000" b="0" i="0" u="none" strike="noStrike" cap="none" normalizeH="0" baseline="0" dirty="0">
                          <a:ln>
                            <a:noFill/>
                          </a:ln>
                          <a:solidFill>
                            <a:schemeClr val="tx1"/>
                          </a:solidFill>
                          <a:effectLst/>
                          <a:latin typeface="Tahoma" pitchFamily="34" charset="0"/>
                        </a:rPr>
                        <a:t>1-4-5-6</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56CF72B-C50E-7DD2-F490-F92502D99A10}"/>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Bellman-Ford </a:t>
            </a:r>
            <a:r>
              <a:rPr lang="zh-CN" altLang="en-GB">
                <a:ea typeface="宋体" panose="02010600030101010101" pitchFamily="2" charset="-122"/>
              </a:rPr>
              <a:t>算法最小生成树</a:t>
            </a:r>
            <a:endParaRPr lang="zh-CN" altLang="en-US">
              <a:ea typeface="宋体" panose="02010600030101010101" pitchFamily="2" charset="-122"/>
            </a:endParaRPr>
          </a:p>
        </p:txBody>
      </p:sp>
      <p:pic>
        <p:nvPicPr>
          <p:cNvPr id="86019" name="Picture 4">
            <a:extLst>
              <a:ext uri="{FF2B5EF4-FFF2-40B4-BE49-F238E27FC236}">
                <a16:creationId xmlns:a16="http://schemas.microsoft.com/office/drawing/2014/main" id="{0718FE30-D29B-54B4-1274-A8C942E70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0952"/>
          <a:stretch>
            <a:fillRect/>
          </a:stretch>
        </p:blipFill>
        <p:spPr bwMode="auto">
          <a:xfrm>
            <a:off x="266700" y="1371600"/>
            <a:ext cx="85725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2BF9D15B-872E-5B5F-16DF-B24EFA683F9C}"/>
              </a:ext>
            </a:extLst>
          </p:cNvPr>
          <p:cNvSpPr>
            <a:spLocks noGrp="1" noRot="1" noChangeArrowheads="1"/>
          </p:cNvSpPr>
          <p:nvPr>
            <p:ph type="body" idx="1"/>
          </p:nvPr>
        </p:nvSpPr>
        <p:spPr bwMode="auto">
          <a:xfrm>
            <a:off x="395288" y="836613"/>
            <a:ext cx="8229600" cy="55451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buFont typeface="Wingdings" panose="05000000000000000000" pitchFamily="2" charset="2"/>
              <a:buNone/>
            </a:pPr>
            <a:r>
              <a:rPr lang="en-US" altLang="zh-CN" sz="2800">
                <a:ea typeface="宋体" panose="02010600030101010101" pitchFamily="2" charset="-122"/>
              </a:rPr>
              <a:t>2</a:t>
            </a:r>
            <a:r>
              <a:rPr lang="zh-CN" altLang="en-US" sz="2800">
                <a:ea typeface="宋体" panose="02010600030101010101" pitchFamily="2" charset="-122"/>
              </a:rPr>
              <a:t>．</a:t>
            </a:r>
            <a:r>
              <a:rPr lang="zh-CN" altLang="en-US" sz="2800" b="1">
                <a:ea typeface="宋体" panose="02010600030101010101" pitchFamily="2" charset="-122"/>
              </a:rPr>
              <a:t>链路状态路由选择</a:t>
            </a:r>
          </a:p>
          <a:p>
            <a:pPr eaLnBrk="1" hangingPunct="1">
              <a:lnSpc>
                <a:spcPct val="80000"/>
              </a:lnSpc>
              <a:buFont typeface="Wingdings" panose="05000000000000000000" pitchFamily="2" charset="2"/>
              <a:buNone/>
            </a:pPr>
            <a:r>
              <a:rPr lang="zh-CN" altLang="en-US" sz="2800">
                <a:ea typeface="宋体" panose="02010600030101010101" pitchFamily="2" charset="-122"/>
              </a:rPr>
              <a:t>		链路状态路由选择协议基于链路状态路由选择算法，也称为最短路径优先算法</a:t>
            </a:r>
            <a:r>
              <a:rPr lang="en-US" altLang="zh-CN" sz="2800">
                <a:ea typeface="宋体" panose="02010600030101010101" pitchFamily="2" charset="-122"/>
              </a:rPr>
              <a:t>SPF</a:t>
            </a:r>
            <a:r>
              <a:rPr lang="zh-CN" altLang="en-US" sz="2800">
                <a:ea typeface="宋体" panose="02010600030101010101" pitchFamily="2" charset="-122"/>
              </a:rPr>
              <a:t>（</a:t>
            </a:r>
            <a:r>
              <a:rPr lang="en-US" altLang="zh-CN" sz="2800">
                <a:ea typeface="宋体" panose="02010600030101010101" pitchFamily="2" charset="-122"/>
              </a:rPr>
              <a:t>Shortest-path fast</a:t>
            </a:r>
            <a:r>
              <a:rPr lang="zh-CN" altLang="en-US" sz="2800">
                <a:ea typeface="宋体" panose="02010600030101010101" pitchFamily="2" charset="-122"/>
              </a:rPr>
              <a:t>）。它在路由选择过程中使用“代价”作为度量单位，而一般作为代价的网络参数有速度、费用、可靠性等。</a:t>
            </a:r>
          </a:p>
          <a:p>
            <a:pPr eaLnBrk="1" hangingPunct="1">
              <a:lnSpc>
                <a:spcPct val="80000"/>
              </a:lnSpc>
              <a:buFont typeface="Wingdings" panose="05000000000000000000" pitchFamily="2" charset="2"/>
              <a:buNone/>
            </a:pPr>
            <a:r>
              <a:rPr lang="zh-CN" altLang="en-US" sz="2800">
                <a:ea typeface="宋体" panose="02010600030101010101" pitchFamily="2" charset="-122"/>
              </a:rPr>
              <a:t>		链路状态路由选择协议定时重新发现整个网络或是路由器所在的部分网络。此类协议基于拓扑数据库来建立路由表。该数据库是根据所在的路由器之间传递的链路状态数据包建立起来的，用以描述网络状态。基于链路状态的路由选择算法就是使用此数据库建立路由选择表。 </a:t>
            </a:r>
          </a:p>
          <a:p>
            <a:pPr eaLnBrk="1" hangingPunct="1">
              <a:lnSpc>
                <a:spcPct val="80000"/>
              </a:lnSpc>
              <a:buFont typeface="Wingdings" panose="05000000000000000000" pitchFamily="2" charset="2"/>
              <a:buNone/>
            </a:pPr>
            <a:r>
              <a:rPr lang="zh-CN" altLang="en-US" sz="2800">
                <a:ea typeface="宋体" panose="02010600030101010101" pitchFamily="2" charset="-122"/>
              </a:rPr>
              <a:t>		基于链路状态路由选择算法的路由协议包括</a:t>
            </a:r>
            <a:r>
              <a:rPr lang="en-US" altLang="zh-CN" sz="2800">
                <a:ea typeface="宋体" panose="02010600030101010101" pitchFamily="2" charset="-122"/>
              </a:rPr>
              <a:t>OSPF</a:t>
            </a:r>
            <a:r>
              <a:rPr lang="zh-CN" altLang="en-US" sz="2800">
                <a:ea typeface="宋体" panose="02010600030101010101" pitchFamily="2" charset="-122"/>
              </a:rPr>
              <a:t>、</a:t>
            </a:r>
            <a:r>
              <a:rPr lang="en-US" altLang="zh-CN" sz="2800">
                <a:ea typeface="宋体" panose="02010600030101010101" pitchFamily="2" charset="-122"/>
              </a:rPr>
              <a:t>IS-IS</a:t>
            </a:r>
            <a:r>
              <a:rPr lang="zh-CN" altLang="en-US" sz="2800">
                <a:ea typeface="宋体" panose="02010600030101010101" pitchFamily="2" charset="-122"/>
              </a:rPr>
              <a:t>等。</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6F87A4D7-600C-AD87-7461-057FB463737A}"/>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链路状态路由选择协议工作流程 </a:t>
            </a:r>
          </a:p>
        </p:txBody>
      </p:sp>
      <p:sp>
        <p:nvSpPr>
          <p:cNvPr id="7172" name="Rectangle 5">
            <a:extLst>
              <a:ext uri="{FF2B5EF4-FFF2-40B4-BE49-F238E27FC236}">
                <a16:creationId xmlns:a16="http://schemas.microsoft.com/office/drawing/2014/main" id="{AF24F57E-DDDA-4AF9-45AA-C23E79C4B360}"/>
              </a:ext>
            </a:extLst>
          </p:cNvPr>
          <p:cNvSpPr>
            <a:spLocks noChangeArrowheads="1"/>
          </p:cNvSpPr>
          <p:nvPr/>
        </p:nvSpPr>
        <p:spPr bwMode="auto">
          <a:xfrm>
            <a:off x="0"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7170" name="Object 4">
            <a:extLst>
              <a:ext uri="{FF2B5EF4-FFF2-40B4-BE49-F238E27FC236}">
                <a16:creationId xmlns:a16="http://schemas.microsoft.com/office/drawing/2014/main" id="{3DBC75EB-528B-1EF7-1062-6E78960EBD7D}"/>
              </a:ext>
            </a:extLst>
          </p:cNvPr>
          <p:cNvGraphicFramePr>
            <a:graphicFrameLocks noChangeAspect="1"/>
          </p:cNvGraphicFramePr>
          <p:nvPr/>
        </p:nvGraphicFramePr>
        <p:xfrm>
          <a:off x="323850" y="2349500"/>
          <a:ext cx="8640763" cy="1828800"/>
        </p:xfrm>
        <a:graphic>
          <a:graphicData uri="http://schemas.openxmlformats.org/presentationml/2006/ole">
            <mc:AlternateContent xmlns:mc="http://schemas.openxmlformats.org/markup-compatibility/2006">
              <mc:Choice xmlns:v="urn:schemas-microsoft-com:vml" Requires="v">
                <p:oleObj name="Visio" r:id="rId3" imgW="6762951" imgH="1429352" progId="Visio.Drawing.11">
                  <p:embed/>
                </p:oleObj>
              </mc:Choice>
              <mc:Fallback>
                <p:oleObj name="Visio" r:id="rId3" imgW="6762951" imgH="1429352"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349500"/>
                        <a:ext cx="8640763"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B639FA52-7963-D0E2-C846-EB0D5B8341E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40A6429-AB80-401A-BA64-6C73ECD8C121}" type="slidenum">
              <a:rPr lang="en-US" altLang="zh-CN" sz="2000" baseline="0">
                <a:solidFill>
                  <a:schemeClr val="bg2"/>
                </a:solidFill>
              </a:rPr>
              <a:pPr/>
              <a:t>82</a:t>
            </a:fld>
            <a:endParaRPr lang="en-US" altLang="zh-CN" sz="2000" baseline="0">
              <a:solidFill>
                <a:schemeClr val="bg2"/>
              </a:solidFill>
            </a:endParaRPr>
          </a:p>
        </p:txBody>
      </p:sp>
      <p:sp>
        <p:nvSpPr>
          <p:cNvPr id="88067" name="Line 2">
            <a:extLst>
              <a:ext uri="{FF2B5EF4-FFF2-40B4-BE49-F238E27FC236}">
                <a16:creationId xmlns:a16="http://schemas.microsoft.com/office/drawing/2014/main" id="{D8E291D5-EC42-6565-EBCC-A136F49E8CA2}"/>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68" name="Line 3">
            <a:extLst>
              <a:ext uri="{FF2B5EF4-FFF2-40B4-BE49-F238E27FC236}">
                <a16:creationId xmlns:a16="http://schemas.microsoft.com/office/drawing/2014/main" id="{9C1F8520-D27F-4851-3A61-52688055D3E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69" name="Text Box 4">
            <a:extLst>
              <a:ext uri="{FF2B5EF4-FFF2-40B4-BE49-F238E27FC236}">
                <a16:creationId xmlns:a16="http://schemas.microsoft.com/office/drawing/2014/main" id="{36DDFC63-DBE1-DB1B-2F1F-C4E16166E93D}"/>
              </a:ext>
            </a:extLst>
          </p:cNvPr>
          <p:cNvSpPr txBox="1">
            <a:spLocks noChangeArrowheads="1"/>
          </p:cNvSpPr>
          <p:nvPr/>
        </p:nvSpPr>
        <p:spPr bwMode="auto">
          <a:xfrm>
            <a:off x="304800" y="381000"/>
            <a:ext cx="419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22.20  </a:t>
            </a:r>
            <a:r>
              <a:rPr lang="zh-CN" altLang="en-US" sz="2000" i="1" baseline="0">
                <a:latin typeface="Times New Roman" panose="02020603050405020304" pitchFamily="18" charset="0"/>
                <a:ea typeface="宋体" panose="02010600030101010101" pitchFamily="2" charset="-122"/>
              </a:rPr>
              <a:t>链路状态路由选择的概念</a:t>
            </a:r>
          </a:p>
        </p:txBody>
      </p:sp>
      <p:sp>
        <p:nvSpPr>
          <p:cNvPr id="88070" name="Line 5">
            <a:extLst>
              <a:ext uri="{FF2B5EF4-FFF2-40B4-BE49-F238E27FC236}">
                <a16:creationId xmlns:a16="http://schemas.microsoft.com/office/drawing/2014/main" id="{FC95446A-55A1-E917-BD2A-0C2081AB7A6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8071" name="Picture 6">
            <a:extLst>
              <a:ext uri="{FF2B5EF4-FFF2-40B4-BE49-F238E27FC236}">
                <a16:creationId xmlns:a16="http://schemas.microsoft.com/office/drawing/2014/main" id="{5F2A67F3-4AE5-10C8-EDD1-8D9CD2B3A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13" y="1524000"/>
            <a:ext cx="8574087"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1">
            <a:extLst>
              <a:ext uri="{FF2B5EF4-FFF2-40B4-BE49-F238E27FC236}">
                <a16:creationId xmlns:a16="http://schemas.microsoft.com/office/drawing/2014/main" id="{360DCD92-D5AE-F1A7-68EC-85442997976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884D72F4-76BD-4ED4-97B0-0744AB591CB6}" type="slidenum">
              <a:rPr lang="en-US" altLang="zh-CN" sz="2000" baseline="0">
                <a:solidFill>
                  <a:schemeClr val="bg2"/>
                </a:solidFill>
              </a:rPr>
              <a:pPr/>
              <a:t>83</a:t>
            </a:fld>
            <a:endParaRPr lang="en-US" altLang="zh-CN" sz="2000" baseline="0">
              <a:solidFill>
                <a:schemeClr val="bg2"/>
              </a:solidFill>
            </a:endParaRPr>
          </a:p>
        </p:txBody>
      </p:sp>
      <p:sp>
        <p:nvSpPr>
          <p:cNvPr id="89091" name="Line 2">
            <a:extLst>
              <a:ext uri="{FF2B5EF4-FFF2-40B4-BE49-F238E27FC236}">
                <a16:creationId xmlns:a16="http://schemas.microsoft.com/office/drawing/2014/main" id="{70E69C30-6543-0151-2B25-8C1C1974EC9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2" name="Line 3">
            <a:extLst>
              <a:ext uri="{FF2B5EF4-FFF2-40B4-BE49-F238E27FC236}">
                <a16:creationId xmlns:a16="http://schemas.microsoft.com/office/drawing/2014/main" id="{EDB756A8-DA6B-5789-F066-013DC33EBC0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3" name="Text Box 4">
            <a:extLst>
              <a:ext uri="{FF2B5EF4-FFF2-40B4-BE49-F238E27FC236}">
                <a16:creationId xmlns:a16="http://schemas.microsoft.com/office/drawing/2014/main" id="{81FE8188-5289-3FCA-EEC3-AF95DFCE6708}"/>
              </a:ext>
            </a:extLst>
          </p:cNvPr>
          <p:cNvSpPr txBox="1">
            <a:spLocks noChangeArrowheads="1"/>
          </p:cNvSpPr>
          <p:nvPr/>
        </p:nvSpPr>
        <p:spPr bwMode="auto">
          <a:xfrm>
            <a:off x="304800" y="381000"/>
            <a:ext cx="292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22.21  </a:t>
            </a:r>
            <a:r>
              <a:rPr lang="zh-CN" altLang="en-US" sz="2000" i="1" baseline="0">
                <a:latin typeface="Times New Roman" panose="02020603050405020304" pitchFamily="18" charset="0"/>
                <a:ea typeface="宋体" panose="02010600030101010101" pitchFamily="2" charset="-122"/>
              </a:rPr>
              <a:t>链路状态知识</a:t>
            </a:r>
          </a:p>
        </p:txBody>
      </p:sp>
      <p:sp>
        <p:nvSpPr>
          <p:cNvPr id="89094" name="Line 5">
            <a:extLst>
              <a:ext uri="{FF2B5EF4-FFF2-40B4-BE49-F238E27FC236}">
                <a16:creationId xmlns:a16="http://schemas.microsoft.com/office/drawing/2014/main" id="{0FCBE17D-9907-022F-63DB-A636D7237A0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9095" name="Picture 6">
            <a:extLst>
              <a:ext uri="{FF2B5EF4-FFF2-40B4-BE49-F238E27FC236}">
                <a16:creationId xmlns:a16="http://schemas.microsoft.com/office/drawing/2014/main" id="{49E27101-9667-3436-2C94-EB6E9F1A9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838" y="1804988"/>
            <a:ext cx="8208962" cy="330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D72E4DB8-7B7A-A43B-ABFC-2B3AF70BB33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6212FDBF-DDE7-411C-92F1-C4D7FA91078F}" type="slidenum">
              <a:rPr lang="en-US" altLang="zh-CN" sz="2000" baseline="0">
                <a:solidFill>
                  <a:schemeClr val="bg2"/>
                </a:solidFill>
              </a:rPr>
              <a:pPr/>
              <a:t>84</a:t>
            </a:fld>
            <a:endParaRPr lang="en-US" altLang="zh-CN" sz="2000" baseline="0">
              <a:solidFill>
                <a:schemeClr val="bg2"/>
              </a:solidFill>
            </a:endParaRPr>
          </a:p>
        </p:txBody>
      </p:sp>
      <p:sp>
        <p:nvSpPr>
          <p:cNvPr id="90115" name="Line 2">
            <a:extLst>
              <a:ext uri="{FF2B5EF4-FFF2-40B4-BE49-F238E27FC236}">
                <a16:creationId xmlns:a16="http://schemas.microsoft.com/office/drawing/2014/main" id="{568E6A0D-735C-7380-6100-CB2B928B14A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16" name="Line 3">
            <a:extLst>
              <a:ext uri="{FF2B5EF4-FFF2-40B4-BE49-F238E27FC236}">
                <a16:creationId xmlns:a16="http://schemas.microsoft.com/office/drawing/2014/main" id="{F02AC736-9D48-FCC2-0B20-49FF53E14CCF}"/>
              </a:ext>
            </a:extLst>
          </p:cNvPr>
          <p:cNvSpPr>
            <a:spLocks noChangeShapeType="1"/>
          </p:cNvSpPr>
          <p:nvPr/>
        </p:nvSpPr>
        <p:spPr bwMode="auto">
          <a:xfrm>
            <a:off x="152400" y="762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17" name="Text Box 4">
            <a:extLst>
              <a:ext uri="{FF2B5EF4-FFF2-40B4-BE49-F238E27FC236}">
                <a16:creationId xmlns:a16="http://schemas.microsoft.com/office/drawing/2014/main" id="{E2E67833-4575-6168-1E37-D189D8AB56F6}"/>
              </a:ext>
            </a:extLst>
          </p:cNvPr>
          <p:cNvSpPr txBox="1">
            <a:spLocks noChangeArrowheads="1"/>
          </p:cNvSpPr>
          <p:nvPr/>
        </p:nvSpPr>
        <p:spPr bwMode="auto">
          <a:xfrm>
            <a:off x="304800" y="152400"/>
            <a:ext cx="2754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22.22  </a:t>
            </a:r>
            <a:r>
              <a:rPr lang="zh-CN" altLang="en-US" sz="2000" i="1" baseline="0">
                <a:latin typeface="Times New Roman" panose="02020603050405020304" pitchFamily="18" charset="0"/>
                <a:ea typeface="宋体" panose="02010600030101010101" pitchFamily="2" charset="-122"/>
              </a:rPr>
              <a:t>Dijkstra算怯</a:t>
            </a:r>
          </a:p>
        </p:txBody>
      </p:sp>
      <p:sp>
        <p:nvSpPr>
          <p:cNvPr id="90118" name="Line 5">
            <a:extLst>
              <a:ext uri="{FF2B5EF4-FFF2-40B4-BE49-F238E27FC236}">
                <a16:creationId xmlns:a16="http://schemas.microsoft.com/office/drawing/2014/main" id="{5DD2364A-F1B9-564D-760D-CB9A947AF2F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0119" name="Picture 6">
            <a:extLst>
              <a:ext uri="{FF2B5EF4-FFF2-40B4-BE49-F238E27FC236}">
                <a16:creationId xmlns:a16="http://schemas.microsoft.com/office/drawing/2014/main" id="{549C6D21-AC71-BAA4-B165-FDB671B19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688" y="914400"/>
            <a:ext cx="5319712" cy="518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1">
            <a:extLst>
              <a:ext uri="{FF2B5EF4-FFF2-40B4-BE49-F238E27FC236}">
                <a16:creationId xmlns:a16="http://schemas.microsoft.com/office/drawing/2014/main" id="{FEC37235-159E-61C0-9A31-597CE99BCD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0BD3D3F-78D5-4B71-B43F-1C5289091935}" type="slidenum">
              <a:rPr lang="en-US" altLang="zh-CN" sz="2000" baseline="0">
                <a:solidFill>
                  <a:schemeClr val="bg2"/>
                </a:solidFill>
              </a:rPr>
              <a:pPr/>
              <a:t>85</a:t>
            </a:fld>
            <a:endParaRPr lang="en-US" altLang="zh-CN" sz="2000" baseline="0">
              <a:solidFill>
                <a:schemeClr val="bg2"/>
              </a:solidFill>
            </a:endParaRPr>
          </a:p>
        </p:txBody>
      </p:sp>
      <p:sp>
        <p:nvSpPr>
          <p:cNvPr id="91139" name="Line 2">
            <a:extLst>
              <a:ext uri="{FF2B5EF4-FFF2-40B4-BE49-F238E27FC236}">
                <a16:creationId xmlns:a16="http://schemas.microsoft.com/office/drawing/2014/main" id="{1EF07484-9A15-BC84-FA86-FB246F62208A}"/>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0" name="Line 3">
            <a:extLst>
              <a:ext uri="{FF2B5EF4-FFF2-40B4-BE49-F238E27FC236}">
                <a16:creationId xmlns:a16="http://schemas.microsoft.com/office/drawing/2014/main" id="{89145AD4-A9FA-0C0C-91EC-970557EDB8B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1" name="Text Box 4">
            <a:extLst>
              <a:ext uri="{FF2B5EF4-FFF2-40B4-BE49-F238E27FC236}">
                <a16:creationId xmlns:a16="http://schemas.microsoft.com/office/drawing/2014/main" id="{B5FC1683-EA8F-8FB2-BC0E-844A55D7F66F}"/>
              </a:ext>
            </a:extLst>
          </p:cNvPr>
          <p:cNvSpPr txBox="1">
            <a:spLocks noChangeArrowheads="1"/>
          </p:cNvSpPr>
          <p:nvPr/>
        </p:nvSpPr>
        <p:spPr bwMode="auto">
          <a:xfrm>
            <a:off x="304800" y="381000"/>
            <a:ext cx="394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22.23  </a:t>
            </a:r>
            <a:r>
              <a:rPr lang="zh-CN" altLang="en-US" sz="2000" i="1" baseline="0">
                <a:latin typeface="Times New Roman" panose="02020603050405020304" pitchFamily="18" charset="0"/>
                <a:ea typeface="宋体" panose="02010600030101010101" pitchFamily="2" charset="-122"/>
              </a:rPr>
              <a:t>最短路径树构成的范例</a:t>
            </a:r>
          </a:p>
        </p:txBody>
      </p:sp>
      <p:sp>
        <p:nvSpPr>
          <p:cNvPr id="91142" name="Line 5">
            <a:extLst>
              <a:ext uri="{FF2B5EF4-FFF2-40B4-BE49-F238E27FC236}">
                <a16:creationId xmlns:a16="http://schemas.microsoft.com/office/drawing/2014/main" id="{88141BFD-D0DC-9697-DE99-90840545B65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1143" name="Picture 6">
            <a:extLst>
              <a:ext uri="{FF2B5EF4-FFF2-40B4-BE49-F238E27FC236}">
                <a16:creationId xmlns:a16="http://schemas.microsoft.com/office/drawing/2014/main" id="{EEDE0B8B-1FAB-34E4-4406-C5533FF41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50" y="1219200"/>
            <a:ext cx="6791325"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F4D4ABD5-655F-AE4C-5D74-4624296984E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EFDB9F21-7E16-4E83-893F-9EAD042EF2B1}" type="slidenum">
              <a:rPr lang="en-US" altLang="zh-CN" sz="2000" baseline="0">
                <a:solidFill>
                  <a:schemeClr val="bg2"/>
                </a:solidFill>
              </a:rPr>
              <a:pPr/>
              <a:t>86</a:t>
            </a:fld>
            <a:endParaRPr lang="en-US" altLang="zh-CN" sz="2000" baseline="0">
              <a:solidFill>
                <a:schemeClr val="bg2"/>
              </a:solidFill>
            </a:endParaRPr>
          </a:p>
        </p:txBody>
      </p:sp>
      <p:sp>
        <p:nvSpPr>
          <p:cNvPr id="92163" name="Text Box 2">
            <a:extLst>
              <a:ext uri="{FF2B5EF4-FFF2-40B4-BE49-F238E27FC236}">
                <a16:creationId xmlns:a16="http://schemas.microsoft.com/office/drawing/2014/main" id="{AD3BC08B-A54D-AE4C-6DA4-6188BBB47D0C}"/>
              </a:ext>
            </a:extLst>
          </p:cNvPr>
          <p:cNvSpPr txBox="1">
            <a:spLocks noChangeArrowheads="1"/>
          </p:cNvSpPr>
          <p:nvPr/>
        </p:nvSpPr>
        <p:spPr bwMode="auto">
          <a:xfrm>
            <a:off x="2420938" y="1143000"/>
            <a:ext cx="2930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表22.2  </a:t>
            </a:r>
            <a:r>
              <a:rPr lang="zh-CN" altLang="en-US" sz="2000" i="1" baseline="0">
                <a:latin typeface="Times New Roman" panose="02020603050405020304" pitchFamily="18" charset="0"/>
                <a:ea typeface="宋体" panose="02010600030101010101" pitchFamily="2" charset="-122"/>
              </a:rPr>
              <a:t>节点A 的路由表</a:t>
            </a:r>
          </a:p>
        </p:txBody>
      </p:sp>
      <p:pic>
        <p:nvPicPr>
          <p:cNvPr id="92164" name="Picture 3">
            <a:extLst>
              <a:ext uri="{FF2B5EF4-FFF2-40B4-BE49-F238E27FC236}">
                <a16:creationId xmlns:a16="http://schemas.microsoft.com/office/drawing/2014/main" id="{A5DE47A1-484B-7648-64E6-85E4FE3CD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3763" y="1543050"/>
            <a:ext cx="48148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a:extLst>
              <a:ext uri="{FF2B5EF4-FFF2-40B4-BE49-F238E27FC236}">
                <a16:creationId xmlns:a16="http://schemas.microsoft.com/office/drawing/2014/main" id="{F6CB74DC-A4D0-4D5F-B943-09FC6979D65E}"/>
              </a:ext>
            </a:extLst>
          </p:cNvPr>
          <p:cNvSpPr>
            <a:spLocks noGrp="1" noRot="1" noChangeArrowheads="1"/>
          </p:cNvSpPr>
          <p:nvPr>
            <p:ph type="title"/>
          </p:nvPr>
        </p:nvSpPr>
        <p:spPr bwMode="auto">
          <a:xfrm>
            <a:off x="1524000" y="2590800"/>
            <a:ext cx="6400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增加：</a:t>
            </a:r>
            <a:r>
              <a:rPr lang="en-US" altLang="zh-CN">
                <a:ea typeface="宋体" panose="02010600030101010101" pitchFamily="2" charset="-122"/>
              </a:rPr>
              <a:t>Dijkstra</a:t>
            </a:r>
            <a:r>
              <a:rPr lang="zh-CN" altLang="en-US">
                <a:ea typeface="宋体" panose="02010600030101010101" pitchFamily="2" charset="-122"/>
              </a:rPr>
              <a:t>算法</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a:extLst>
              <a:ext uri="{FF2B5EF4-FFF2-40B4-BE49-F238E27FC236}">
                <a16:creationId xmlns:a16="http://schemas.microsoft.com/office/drawing/2014/main" id="{DEE9319E-348A-3DE5-03E3-5BF605C800BA}"/>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Dijkstra’s </a:t>
            </a:r>
            <a:r>
              <a:rPr lang="zh-CN" altLang="en-GB">
                <a:ea typeface="宋体" panose="02010600030101010101" pitchFamily="2" charset="-122"/>
              </a:rPr>
              <a:t>算法的定义</a:t>
            </a:r>
            <a:endParaRPr lang="zh-CN" altLang="en-US">
              <a:ea typeface="宋体" panose="02010600030101010101" pitchFamily="2" charset="-122"/>
            </a:endParaRPr>
          </a:p>
        </p:txBody>
      </p:sp>
      <p:sp>
        <p:nvSpPr>
          <p:cNvPr id="94211" name="Rectangle 5">
            <a:extLst>
              <a:ext uri="{FF2B5EF4-FFF2-40B4-BE49-F238E27FC236}">
                <a16:creationId xmlns:a16="http://schemas.microsoft.com/office/drawing/2014/main" id="{57D85C31-526C-9B86-3A2F-11257AB1F2D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buFont typeface="Wingdings" panose="05000000000000000000" pitchFamily="2" charset="2"/>
              <a:buChar char="Ø"/>
            </a:pPr>
            <a:r>
              <a:rPr lang="zh-CN" altLang="en-US" sz="2400">
                <a:ea typeface="宋体" panose="02010600030101010101" pitchFamily="2" charset="-122"/>
              </a:rPr>
              <a:t>通过扩展路径寻找从源节点到其它所有节点的最短路径</a:t>
            </a:r>
            <a:endParaRPr lang="zh-CN" altLang="en-GB" sz="2400">
              <a:ea typeface="宋体" panose="02010600030101010101" pitchFamily="2" charset="-122"/>
            </a:endParaRPr>
          </a:p>
          <a:p>
            <a:pPr>
              <a:lnSpc>
                <a:spcPct val="90000"/>
              </a:lnSpc>
            </a:pPr>
            <a:endParaRPr lang="en-US" altLang="zh-CN" sz="2400">
              <a:ea typeface="宋体" panose="02010600030101010101" pitchFamily="2" charset="-122"/>
            </a:endParaRPr>
          </a:p>
          <a:p>
            <a:pPr>
              <a:lnSpc>
                <a:spcPct val="90000"/>
              </a:lnSpc>
            </a:pPr>
            <a:r>
              <a:rPr lang="en-US" altLang="zh-CN" sz="2400">
                <a:ea typeface="宋体" panose="02010600030101010101" pitchFamily="2" charset="-122"/>
              </a:rPr>
              <a:t>N</a:t>
            </a:r>
            <a:r>
              <a:rPr lang="en-GB" altLang="zh-CN" sz="2400">
                <a:ea typeface="宋体" panose="02010600030101010101" pitchFamily="2" charset="-122"/>
              </a:rPr>
              <a:t> </a:t>
            </a:r>
            <a:r>
              <a:rPr lang="en-US" altLang="zh-CN" sz="2400">
                <a:ea typeface="宋体" panose="02010600030101010101" pitchFamily="2" charset="-122"/>
              </a:rPr>
              <a:t>=	</a:t>
            </a:r>
            <a:r>
              <a:rPr lang="zh-CN" altLang="en-US" sz="2400">
                <a:ea typeface="宋体" panose="02010600030101010101" pitchFamily="2" charset="-122"/>
              </a:rPr>
              <a:t>网络中的节点集合</a:t>
            </a:r>
          </a:p>
          <a:p>
            <a:pPr>
              <a:lnSpc>
                <a:spcPct val="90000"/>
              </a:lnSpc>
            </a:pPr>
            <a:r>
              <a:rPr lang="en-GB" altLang="zh-CN" sz="2400">
                <a:ea typeface="宋体" panose="02010600030101010101" pitchFamily="2" charset="-122"/>
              </a:rPr>
              <a:t>s </a:t>
            </a:r>
            <a:r>
              <a:rPr lang="en-US" altLang="zh-CN" sz="2400">
                <a:ea typeface="宋体" panose="02010600030101010101" pitchFamily="2" charset="-122"/>
              </a:rPr>
              <a:t>=	</a:t>
            </a:r>
            <a:r>
              <a:rPr lang="zh-CN" altLang="en-US" sz="2400">
                <a:ea typeface="宋体" panose="02010600030101010101" pitchFamily="2" charset="-122"/>
              </a:rPr>
              <a:t>源节点</a:t>
            </a:r>
          </a:p>
          <a:p>
            <a:pPr>
              <a:lnSpc>
                <a:spcPct val="90000"/>
              </a:lnSpc>
            </a:pPr>
            <a:r>
              <a:rPr lang="en-US" altLang="zh-CN" sz="2400">
                <a:ea typeface="宋体" panose="02010600030101010101" pitchFamily="2" charset="-122"/>
              </a:rPr>
              <a:t>T</a:t>
            </a:r>
            <a:r>
              <a:rPr lang="en-GB" altLang="zh-CN" sz="2400">
                <a:ea typeface="宋体" panose="02010600030101010101" pitchFamily="2" charset="-122"/>
              </a:rPr>
              <a:t> </a:t>
            </a:r>
            <a:r>
              <a:rPr lang="en-US" altLang="zh-CN" sz="2400">
                <a:ea typeface="宋体" panose="02010600030101010101" pitchFamily="2" charset="-122"/>
              </a:rPr>
              <a:t>=	</a:t>
            </a:r>
            <a:r>
              <a:rPr lang="zh-CN" altLang="en-US" sz="2400">
                <a:ea typeface="宋体" panose="02010600030101010101" pitchFamily="2" charset="-122"/>
              </a:rPr>
              <a:t>此时由算法合并的节点集合</a:t>
            </a:r>
          </a:p>
          <a:p>
            <a:pPr>
              <a:lnSpc>
                <a:spcPct val="90000"/>
              </a:lnSpc>
            </a:pPr>
            <a:r>
              <a:rPr lang="en-US" altLang="zh-CN" sz="2400">
                <a:ea typeface="宋体" panose="02010600030101010101" pitchFamily="2" charset="-122"/>
              </a:rPr>
              <a:t>w(i, j)</a:t>
            </a:r>
            <a:r>
              <a:rPr lang="en-GB" altLang="zh-CN" sz="2400">
                <a:ea typeface="宋体" panose="02010600030101010101" pitchFamily="2" charset="-122"/>
              </a:rPr>
              <a:t> </a:t>
            </a:r>
            <a:r>
              <a:rPr lang="en-US" altLang="zh-CN" sz="2400">
                <a:ea typeface="宋体" panose="02010600030101010101" pitchFamily="2" charset="-122"/>
              </a:rPr>
              <a:t>=	</a:t>
            </a:r>
            <a:r>
              <a:rPr lang="zh-CN" altLang="en-US" sz="2400">
                <a:ea typeface="宋体" panose="02010600030101010101" pitchFamily="2" charset="-122"/>
              </a:rPr>
              <a:t>节点</a:t>
            </a:r>
            <a:r>
              <a:rPr lang="en-US" altLang="zh-CN" sz="2400">
                <a:ea typeface="宋体" panose="02010600030101010101" pitchFamily="2" charset="-122"/>
              </a:rPr>
              <a:t>i</a:t>
            </a:r>
            <a:r>
              <a:rPr lang="zh-CN" altLang="en-US" sz="2400">
                <a:ea typeface="宋体" panose="02010600030101010101" pitchFamily="2" charset="-122"/>
              </a:rPr>
              <a:t>到</a:t>
            </a:r>
            <a:r>
              <a:rPr lang="en-US" altLang="zh-CN" sz="2400">
                <a:ea typeface="宋体" panose="02010600030101010101" pitchFamily="2" charset="-122"/>
              </a:rPr>
              <a:t>j</a:t>
            </a:r>
            <a:r>
              <a:rPr lang="zh-CN" altLang="en-US" sz="2400">
                <a:ea typeface="宋体" panose="02010600030101010101" pitchFamily="2" charset="-122"/>
              </a:rPr>
              <a:t>的链路代价</a:t>
            </a:r>
            <a:endParaRPr lang="zh-CN" altLang="en-GB" sz="2400">
              <a:ea typeface="宋体" panose="02010600030101010101" pitchFamily="2" charset="-122"/>
            </a:endParaRPr>
          </a:p>
          <a:p>
            <a:pPr lvl="1">
              <a:lnSpc>
                <a:spcPct val="90000"/>
              </a:lnSpc>
            </a:pPr>
            <a:r>
              <a:rPr lang="en-US" altLang="zh-CN" sz="2000">
                <a:ea typeface="宋体" panose="02010600030101010101" pitchFamily="2" charset="-122"/>
              </a:rPr>
              <a:t>w(i, i) = 0</a:t>
            </a:r>
            <a:endParaRPr lang="en-GB" altLang="zh-CN" sz="2000">
              <a:ea typeface="宋体" panose="02010600030101010101" pitchFamily="2" charset="-122"/>
            </a:endParaRPr>
          </a:p>
          <a:p>
            <a:pPr lvl="1">
              <a:lnSpc>
                <a:spcPct val="90000"/>
              </a:lnSpc>
            </a:pPr>
            <a:r>
              <a:rPr lang="en-US" altLang="zh-CN" sz="2000">
                <a:ea typeface="宋体" panose="02010600030101010101" pitchFamily="2" charset="-122"/>
              </a:rPr>
              <a:t>w(i, j) = </a:t>
            </a:r>
            <a:r>
              <a:rPr lang="en-US" altLang="zh-CN" sz="2000">
                <a:ea typeface="宋体" panose="02010600030101010101" pitchFamily="2" charset="-122"/>
                <a:sym typeface="Symbol" panose="05050102010706020507" pitchFamily="18" charset="2"/>
              </a:rPr>
              <a:t></a:t>
            </a:r>
            <a:r>
              <a:rPr lang="en-US" altLang="zh-CN" sz="2000">
                <a:ea typeface="宋体" panose="02010600030101010101" pitchFamily="2" charset="-122"/>
              </a:rPr>
              <a:t> </a:t>
            </a:r>
            <a:r>
              <a:rPr lang="zh-CN" altLang="en-US" sz="2000">
                <a:ea typeface="宋体" panose="02010600030101010101" pitchFamily="2" charset="-122"/>
              </a:rPr>
              <a:t>，两个节点之间没有直接连接</a:t>
            </a:r>
            <a:endParaRPr lang="zh-CN" altLang="en-GB" sz="2000">
              <a:ea typeface="宋体" panose="02010600030101010101" pitchFamily="2" charset="-122"/>
            </a:endParaRPr>
          </a:p>
          <a:p>
            <a:pPr lvl="1">
              <a:lnSpc>
                <a:spcPct val="90000"/>
              </a:lnSpc>
            </a:pPr>
            <a:r>
              <a:rPr lang="en-US" altLang="zh-CN" sz="2000">
                <a:ea typeface="宋体" panose="02010600030101010101" pitchFamily="2" charset="-122"/>
              </a:rPr>
              <a:t>w(i, j) </a:t>
            </a:r>
            <a:r>
              <a:rPr lang="en-US" altLang="zh-CN" sz="2000">
                <a:ea typeface="宋体" panose="02010600030101010101" pitchFamily="2" charset="-122"/>
                <a:sym typeface="Symbol" panose="05050102010706020507" pitchFamily="18" charset="2"/>
              </a:rPr>
              <a:t></a:t>
            </a:r>
            <a:r>
              <a:rPr lang="en-US" altLang="zh-CN" sz="2000">
                <a:ea typeface="宋体" panose="02010600030101010101" pitchFamily="2" charset="-122"/>
              </a:rPr>
              <a:t> 0 </a:t>
            </a:r>
            <a:r>
              <a:rPr lang="zh-CN" altLang="en-US" sz="2000">
                <a:ea typeface="宋体" panose="02010600030101010101" pitchFamily="2" charset="-122"/>
              </a:rPr>
              <a:t>，两个节点之间直接连接</a:t>
            </a:r>
            <a:endParaRPr lang="en-US" altLang="zh-CN" sz="2000">
              <a:ea typeface="宋体" panose="02010600030101010101" pitchFamily="2" charset="-122"/>
            </a:endParaRPr>
          </a:p>
          <a:p>
            <a:pPr>
              <a:lnSpc>
                <a:spcPct val="90000"/>
              </a:lnSpc>
            </a:pPr>
            <a:r>
              <a:rPr lang="en-US" altLang="zh-CN" sz="2400">
                <a:ea typeface="宋体" panose="02010600030101010101" pitchFamily="2" charset="-122"/>
              </a:rPr>
              <a:t>L(n)</a:t>
            </a:r>
            <a:r>
              <a:rPr lang="en-GB" altLang="zh-CN" sz="2400">
                <a:ea typeface="宋体" panose="02010600030101010101" pitchFamily="2" charset="-122"/>
              </a:rPr>
              <a:t> </a:t>
            </a:r>
            <a:r>
              <a:rPr lang="en-US" altLang="zh-CN" sz="2400">
                <a:ea typeface="宋体" panose="02010600030101010101" pitchFamily="2" charset="-122"/>
              </a:rPr>
              <a:t>=</a:t>
            </a:r>
            <a:r>
              <a:rPr lang="en-GB" altLang="zh-CN" sz="2400">
                <a:ea typeface="宋体" panose="02010600030101010101" pitchFamily="2" charset="-122"/>
              </a:rPr>
              <a:t> </a:t>
            </a:r>
            <a:r>
              <a:rPr lang="zh-CN" altLang="en-US" sz="2400">
                <a:ea typeface="宋体" panose="02010600030101010101" pitchFamily="2" charset="-122"/>
              </a:rPr>
              <a:t>目前从 </a:t>
            </a:r>
            <a:r>
              <a:rPr lang="en-US" altLang="zh-CN" sz="2400">
                <a:ea typeface="宋体" panose="02010600030101010101" pitchFamily="2" charset="-122"/>
              </a:rPr>
              <a:t>s </a:t>
            </a:r>
            <a:r>
              <a:rPr lang="zh-CN" altLang="en-US" sz="2400">
                <a:ea typeface="宋体" panose="02010600030101010101" pitchFamily="2" charset="-122"/>
              </a:rPr>
              <a:t>节点 </a:t>
            </a:r>
            <a:r>
              <a:rPr lang="en-US" altLang="zh-CN" sz="2400">
                <a:ea typeface="宋体" panose="02010600030101010101" pitchFamily="2" charset="-122"/>
              </a:rPr>
              <a:t>n </a:t>
            </a:r>
            <a:r>
              <a:rPr lang="zh-CN" altLang="en-US" sz="2400">
                <a:ea typeface="宋体" panose="02010600030101010101" pitchFamily="2" charset="-122"/>
              </a:rPr>
              <a:t>的最小路径代价</a:t>
            </a:r>
            <a:endParaRPr lang="zh-CN" altLang="en-GB" sz="2400">
              <a:ea typeface="宋体" panose="02010600030101010101" pitchFamily="2" charset="-122"/>
            </a:endParaRPr>
          </a:p>
          <a:p>
            <a:pPr lvl="1">
              <a:lnSpc>
                <a:spcPct val="90000"/>
              </a:lnSpc>
            </a:pPr>
            <a:r>
              <a:rPr lang="zh-CN" altLang="en-GB" sz="2000">
                <a:ea typeface="宋体" panose="02010600030101010101" pitchFamily="2" charset="-122"/>
              </a:rPr>
              <a:t>结束时</a:t>
            </a:r>
            <a:r>
              <a:rPr lang="en-US" altLang="zh-CN" sz="2000">
                <a:ea typeface="宋体" panose="02010600030101010101" pitchFamily="2" charset="-122"/>
              </a:rPr>
              <a:t>, </a:t>
            </a:r>
            <a:r>
              <a:rPr lang="en-GB" altLang="zh-CN" sz="2000">
                <a:ea typeface="宋体" panose="02010600030101010101" pitchFamily="2" charset="-122"/>
              </a:rPr>
              <a:t>L(n)</a:t>
            </a:r>
            <a:r>
              <a:rPr lang="en-US" altLang="zh-CN" sz="2000">
                <a:ea typeface="宋体" panose="02010600030101010101" pitchFamily="2" charset="-122"/>
              </a:rPr>
              <a:t> </a:t>
            </a:r>
            <a:r>
              <a:rPr lang="zh-CN" altLang="en-US" sz="2000">
                <a:ea typeface="宋体" panose="02010600030101010101" pitchFamily="2" charset="-122"/>
              </a:rPr>
              <a:t>标示从</a:t>
            </a:r>
            <a:r>
              <a:rPr lang="en-US" altLang="zh-CN" sz="2000">
                <a:ea typeface="宋体" panose="02010600030101010101" pitchFamily="2" charset="-122"/>
              </a:rPr>
              <a:t>s</a:t>
            </a:r>
            <a:r>
              <a:rPr lang="zh-CN" altLang="en-US" sz="2000">
                <a:ea typeface="宋体" panose="02010600030101010101" pitchFamily="2" charset="-122"/>
              </a:rPr>
              <a:t>到</a:t>
            </a:r>
            <a:r>
              <a:rPr lang="en-US" altLang="zh-CN" sz="2000">
                <a:ea typeface="宋体" panose="02010600030101010101" pitchFamily="2" charset="-122"/>
              </a:rPr>
              <a:t>n</a:t>
            </a:r>
            <a:r>
              <a:rPr lang="zh-CN" altLang="en-US" sz="2000">
                <a:ea typeface="宋体" panose="02010600030101010101" pitchFamily="2" charset="-122"/>
              </a:rPr>
              <a:t>的最小路径代价</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835C4DA-ACC0-B54D-2005-BBF4423A5896}"/>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Dijkstra’s </a:t>
            </a:r>
            <a:r>
              <a:rPr lang="zh-CN" altLang="en-GB">
                <a:ea typeface="宋体" panose="02010600030101010101" pitchFamily="2" charset="-122"/>
              </a:rPr>
              <a:t>算法</a:t>
            </a:r>
            <a:endParaRPr lang="zh-CN" altLang="en-US">
              <a:ea typeface="宋体" panose="02010600030101010101" pitchFamily="2" charset="-122"/>
            </a:endParaRPr>
          </a:p>
        </p:txBody>
      </p:sp>
      <p:sp>
        <p:nvSpPr>
          <p:cNvPr id="95235" name="Rectangle 3">
            <a:extLst>
              <a:ext uri="{FF2B5EF4-FFF2-40B4-BE49-F238E27FC236}">
                <a16:creationId xmlns:a16="http://schemas.microsoft.com/office/drawing/2014/main" id="{72380F37-BB7B-7626-FF58-57118FEF697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pPr>
            <a:r>
              <a:rPr lang="en-GB" altLang="zh-CN" sz="2400">
                <a:ea typeface="宋体" panose="02010600030101010101" pitchFamily="2" charset="-122"/>
              </a:rPr>
              <a:t>Step 1 </a:t>
            </a:r>
            <a:r>
              <a:rPr lang="en-US" altLang="zh-CN" sz="2400">
                <a:ea typeface="宋体" panose="02010600030101010101" pitchFamily="2" charset="-122"/>
              </a:rPr>
              <a:t>[</a:t>
            </a:r>
            <a:r>
              <a:rPr lang="zh-CN" altLang="en-US" sz="2400">
                <a:ea typeface="宋体" panose="02010600030101010101" pitchFamily="2" charset="-122"/>
              </a:rPr>
              <a:t>初始化</a:t>
            </a:r>
            <a:r>
              <a:rPr lang="en-US" altLang="zh-CN" sz="2400">
                <a:ea typeface="宋体" panose="02010600030101010101" pitchFamily="2" charset="-122"/>
              </a:rPr>
              <a:t>] </a:t>
            </a:r>
          </a:p>
          <a:p>
            <a:pPr lvl="1">
              <a:lnSpc>
                <a:spcPct val="90000"/>
              </a:lnSpc>
            </a:pPr>
            <a:r>
              <a:rPr lang="en-US" altLang="zh-CN" sz="2000">
                <a:ea typeface="宋体" panose="02010600030101010101" pitchFamily="2" charset="-122"/>
              </a:rPr>
              <a:t>T = {s}</a:t>
            </a:r>
            <a:r>
              <a:rPr lang="en-GB" altLang="zh-CN" sz="2000">
                <a:ea typeface="宋体" panose="02010600030101010101" pitchFamily="2" charset="-122"/>
              </a:rPr>
              <a:t> </a:t>
            </a:r>
            <a:r>
              <a:rPr lang="zh-CN" altLang="en-GB" sz="2000">
                <a:ea typeface="宋体" panose="02010600030101010101" pitchFamily="2" charset="-122"/>
              </a:rPr>
              <a:t>目前的节点集合只有源节点</a:t>
            </a:r>
            <a:endParaRPr lang="zh-CN" altLang="en-US" sz="2000">
              <a:ea typeface="宋体" panose="02010600030101010101" pitchFamily="2" charset="-122"/>
            </a:endParaRPr>
          </a:p>
          <a:p>
            <a:pPr lvl="1">
              <a:lnSpc>
                <a:spcPct val="90000"/>
              </a:lnSpc>
            </a:pPr>
            <a:r>
              <a:rPr lang="en-US" altLang="zh-CN" sz="2000">
                <a:ea typeface="宋体" panose="02010600030101010101" pitchFamily="2" charset="-122"/>
              </a:rPr>
              <a:t>L(n) = w(s, n)   for n ≠ s</a:t>
            </a:r>
            <a:endParaRPr lang="en-GB" altLang="zh-CN" sz="2000">
              <a:ea typeface="宋体" panose="02010600030101010101" pitchFamily="2" charset="-122"/>
            </a:endParaRPr>
          </a:p>
          <a:p>
            <a:pPr lvl="1">
              <a:lnSpc>
                <a:spcPct val="90000"/>
              </a:lnSpc>
              <a:buFontTx/>
              <a:buNone/>
            </a:pPr>
            <a:r>
              <a:rPr lang="en-GB" altLang="zh-CN" sz="2000">
                <a:ea typeface="宋体" panose="02010600030101010101" pitchFamily="2" charset="-122"/>
              </a:rPr>
              <a:t>    </a:t>
            </a:r>
            <a:r>
              <a:rPr lang="zh-CN" altLang="en-GB" sz="2000">
                <a:ea typeface="宋体" panose="02010600030101010101" pitchFamily="2" charset="-122"/>
              </a:rPr>
              <a:t>相邻节点之间的初始代价就是链路代价</a:t>
            </a:r>
            <a:endParaRPr lang="zh-CN" altLang="en-US" sz="2000">
              <a:ea typeface="宋体" panose="02010600030101010101" pitchFamily="2" charset="-122"/>
            </a:endParaRPr>
          </a:p>
          <a:p>
            <a:pPr>
              <a:lnSpc>
                <a:spcPct val="90000"/>
              </a:lnSpc>
            </a:pPr>
            <a:r>
              <a:rPr lang="en-GB" altLang="zh-CN" sz="2400">
                <a:ea typeface="宋体" panose="02010600030101010101" pitchFamily="2" charset="-122"/>
              </a:rPr>
              <a:t>Step </a:t>
            </a:r>
            <a:r>
              <a:rPr lang="en-US" altLang="zh-CN" sz="2400">
                <a:ea typeface="宋体" panose="02010600030101010101" pitchFamily="2" charset="-122"/>
              </a:rPr>
              <a:t>2</a:t>
            </a:r>
            <a:r>
              <a:rPr lang="en-GB" altLang="zh-CN" sz="2400">
                <a:ea typeface="宋体" panose="02010600030101010101" pitchFamily="2" charset="-122"/>
              </a:rPr>
              <a:t> </a:t>
            </a:r>
            <a:r>
              <a:rPr lang="en-US" altLang="zh-CN" sz="2400">
                <a:ea typeface="宋体" panose="02010600030101010101" pitchFamily="2" charset="-122"/>
              </a:rPr>
              <a:t>[</a:t>
            </a:r>
            <a:r>
              <a:rPr lang="zh-CN" altLang="en-US" sz="2400">
                <a:ea typeface="宋体" panose="02010600030101010101" pitchFamily="2" charset="-122"/>
              </a:rPr>
              <a:t>得到下一个节点</a:t>
            </a:r>
            <a:r>
              <a:rPr lang="en-US" altLang="zh-CN" sz="2400">
                <a:ea typeface="宋体" panose="02010600030101010101" pitchFamily="2" charset="-122"/>
              </a:rPr>
              <a:t>]</a:t>
            </a:r>
            <a:endParaRPr lang="en-GB" altLang="zh-CN" sz="2400">
              <a:ea typeface="宋体" panose="02010600030101010101" pitchFamily="2" charset="-122"/>
            </a:endParaRPr>
          </a:p>
          <a:p>
            <a:pPr lvl="1">
              <a:lnSpc>
                <a:spcPct val="90000"/>
              </a:lnSpc>
            </a:pPr>
            <a:r>
              <a:rPr lang="zh-CN" altLang="en-US" sz="2000">
                <a:ea typeface="宋体" panose="02010600030101010101" pitchFamily="2" charset="-122"/>
              </a:rPr>
              <a:t>找到不在 </a:t>
            </a:r>
            <a:r>
              <a:rPr lang="en-US" altLang="zh-CN" sz="2000">
                <a:ea typeface="宋体" panose="02010600030101010101" pitchFamily="2" charset="-122"/>
              </a:rPr>
              <a:t>T</a:t>
            </a:r>
            <a:r>
              <a:rPr lang="zh-CN" altLang="en-US" sz="2000">
                <a:ea typeface="宋体" panose="02010600030101010101" pitchFamily="2" charset="-122"/>
              </a:rPr>
              <a:t>中的相邻节点</a:t>
            </a:r>
            <a:r>
              <a:rPr lang="en-US" altLang="zh-CN" sz="2000">
                <a:ea typeface="宋体" panose="02010600030101010101" pitchFamily="2" charset="-122"/>
              </a:rPr>
              <a:t>x</a:t>
            </a:r>
            <a:r>
              <a:rPr lang="zh-CN" altLang="en-US" sz="2000">
                <a:ea typeface="宋体" panose="02010600030101010101" pitchFamily="2" charset="-122"/>
              </a:rPr>
              <a:t>，并且与</a:t>
            </a:r>
            <a:r>
              <a:rPr lang="en-US" altLang="zh-CN" sz="2000">
                <a:ea typeface="宋体" panose="02010600030101010101" pitchFamily="2" charset="-122"/>
              </a:rPr>
              <a:t> s</a:t>
            </a:r>
            <a:r>
              <a:rPr lang="zh-CN" altLang="en-US" sz="2000">
                <a:ea typeface="宋体" panose="02010600030101010101" pitchFamily="2" charset="-122"/>
              </a:rPr>
              <a:t>有最小代价路径 </a:t>
            </a:r>
            <a:endParaRPr lang="zh-CN" altLang="en-GB" sz="2000">
              <a:ea typeface="宋体" panose="02010600030101010101" pitchFamily="2" charset="-122"/>
            </a:endParaRPr>
          </a:p>
          <a:p>
            <a:pPr lvl="1">
              <a:lnSpc>
                <a:spcPct val="90000"/>
              </a:lnSpc>
            </a:pPr>
            <a:r>
              <a:rPr lang="zh-CN" altLang="en-GB" sz="2000">
                <a:ea typeface="宋体" panose="02010600030101010101" pitchFamily="2" charset="-122"/>
              </a:rPr>
              <a:t>将此节点加入</a:t>
            </a:r>
            <a:r>
              <a:rPr lang="zh-CN" altLang="en-US" sz="2000">
                <a:ea typeface="宋体" panose="02010600030101010101" pitchFamily="2" charset="-122"/>
              </a:rPr>
              <a:t> </a:t>
            </a:r>
            <a:r>
              <a:rPr lang="en-US" altLang="zh-CN" sz="2000">
                <a:ea typeface="宋体" panose="02010600030101010101" pitchFamily="2" charset="-122"/>
              </a:rPr>
              <a:t>T</a:t>
            </a:r>
            <a:r>
              <a:rPr lang="zh-CN" altLang="en-US" sz="2000">
                <a:ea typeface="宋体" panose="02010600030101010101" pitchFamily="2" charset="-122"/>
              </a:rPr>
              <a:t>中</a:t>
            </a:r>
            <a:endParaRPr lang="zh-CN" altLang="en-GB" sz="2000">
              <a:ea typeface="宋体" panose="02010600030101010101" pitchFamily="2" charset="-122"/>
            </a:endParaRPr>
          </a:p>
          <a:p>
            <a:pPr lvl="1">
              <a:lnSpc>
                <a:spcPct val="90000"/>
              </a:lnSpc>
            </a:pPr>
            <a:r>
              <a:rPr lang="zh-CN" altLang="en-US" sz="2000">
                <a:ea typeface="宋体" panose="02010600030101010101" pitchFamily="2" charset="-122"/>
              </a:rPr>
              <a:t>向</a:t>
            </a:r>
            <a:r>
              <a:rPr lang="en-US" altLang="zh-CN" sz="2000">
                <a:ea typeface="宋体" panose="02010600030101010101" pitchFamily="2" charset="-122"/>
              </a:rPr>
              <a:t>T</a:t>
            </a:r>
            <a:r>
              <a:rPr lang="zh-CN" altLang="en-US" sz="2000">
                <a:ea typeface="宋体" panose="02010600030101010101" pitchFamily="2" charset="-122"/>
              </a:rPr>
              <a:t>中加入一条边，这条边恰好在</a:t>
            </a:r>
            <a:r>
              <a:rPr lang="en-US" altLang="zh-CN" sz="2000">
                <a:ea typeface="宋体" panose="02010600030101010101" pitchFamily="2" charset="-122"/>
              </a:rPr>
              <a:t>x</a:t>
            </a:r>
            <a:r>
              <a:rPr lang="zh-CN" altLang="en-US" sz="2000">
                <a:ea typeface="宋体" panose="02010600030101010101" pitchFamily="2" charset="-122"/>
              </a:rPr>
              <a:t>上，且在</a:t>
            </a:r>
            <a:r>
              <a:rPr lang="en-US" altLang="zh-CN" sz="2000">
                <a:ea typeface="宋体" panose="02010600030101010101" pitchFamily="2" charset="-122"/>
              </a:rPr>
              <a:t>L(x)</a:t>
            </a:r>
            <a:r>
              <a:rPr lang="zh-CN" altLang="en-US" sz="2000">
                <a:ea typeface="宋体" panose="02010600030101010101" pitchFamily="2" charset="-122"/>
              </a:rPr>
              <a:t>中加入最小代价元素</a:t>
            </a:r>
            <a:endParaRPr lang="zh-CN" altLang="en-GB" sz="2000">
              <a:ea typeface="宋体" panose="02010600030101010101" pitchFamily="2" charset="-122"/>
            </a:endParaRPr>
          </a:p>
          <a:p>
            <a:pPr>
              <a:lnSpc>
                <a:spcPct val="90000"/>
              </a:lnSpc>
            </a:pPr>
            <a:r>
              <a:rPr lang="en-GB" altLang="zh-CN" sz="2400">
                <a:ea typeface="宋体" panose="02010600030101010101" pitchFamily="2" charset="-122"/>
              </a:rPr>
              <a:t>Step </a:t>
            </a:r>
            <a:r>
              <a:rPr lang="en-US" altLang="zh-CN" sz="2400">
                <a:ea typeface="宋体" panose="02010600030101010101" pitchFamily="2" charset="-122"/>
              </a:rPr>
              <a:t>3</a:t>
            </a:r>
            <a:r>
              <a:rPr lang="en-GB" altLang="zh-CN" sz="2400">
                <a:ea typeface="宋体" panose="02010600030101010101" pitchFamily="2" charset="-122"/>
              </a:rPr>
              <a:t> </a:t>
            </a:r>
            <a:r>
              <a:rPr lang="en-US" altLang="zh-CN" sz="2400">
                <a:ea typeface="宋体" panose="02010600030101010101" pitchFamily="2" charset="-122"/>
              </a:rPr>
              <a:t>[</a:t>
            </a:r>
            <a:r>
              <a:rPr lang="zh-CN" altLang="en-US" sz="2400">
                <a:ea typeface="宋体" panose="02010600030101010101" pitchFamily="2" charset="-122"/>
              </a:rPr>
              <a:t>更新最小代价路径</a:t>
            </a:r>
            <a:r>
              <a:rPr lang="en-US" altLang="zh-CN" sz="2400">
                <a:ea typeface="宋体" panose="02010600030101010101" pitchFamily="2" charset="-122"/>
              </a:rPr>
              <a:t>]</a:t>
            </a:r>
          </a:p>
          <a:p>
            <a:pPr lvl="1">
              <a:lnSpc>
                <a:spcPct val="90000"/>
              </a:lnSpc>
            </a:pPr>
            <a:r>
              <a:rPr lang="en-US" altLang="zh-CN" sz="2000">
                <a:ea typeface="宋体" panose="02010600030101010101" pitchFamily="2" charset="-122"/>
              </a:rPr>
              <a:t>L(n) = min[L(n), L(x) + w(x, n)]</a:t>
            </a:r>
            <a:r>
              <a:rPr lang="en-GB" altLang="zh-CN" sz="2000">
                <a:ea typeface="宋体" panose="02010600030101010101" pitchFamily="2" charset="-122"/>
              </a:rPr>
              <a:t> </a:t>
            </a:r>
            <a:r>
              <a:rPr lang="en-US" altLang="zh-CN" sz="2000">
                <a:ea typeface="宋体" panose="02010600030101010101" pitchFamily="2" charset="-122"/>
              </a:rPr>
              <a:t>for all n</a:t>
            </a:r>
            <a:r>
              <a:rPr lang="en-GB" altLang="zh-CN" sz="2000">
                <a:ea typeface="宋体" panose="02010600030101010101" pitchFamily="2" charset="-122"/>
              </a:rPr>
              <a:t> </a:t>
            </a:r>
            <a:r>
              <a:rPr lang="en-US" altLang="zh-CN" sz="2000">
                <a:latin typeface="Symbol" panose="05050102010706020507" pitchFamily="18" charset="2"/>
                <a:ea typeface="宋体" panose="02010600030101010101" pitchFamily="2" charset="-122"/>
              </a:rPr>
              <a:t>Ï</a:t>
            </a:r>
            <a:r>
              <a:rPr lang="en-US" altLang="zh-CN" sz="2000">
                <a:ea typeface="宋体" panose="02010600030101010101" pitchFamily="2" charset="-122"/>
              </a:rPr>
              <a:t> T</a:t>
            </a:r>
          </a:p>
          <a:p>
            <a:pPr lvl="1">
              <a:lnSpc>
                <a:spcPct val="90000"/>
              </a:lnSpc>
            </a:pPr>
            <a:r>
              <a:rPr lang="zh-CN" altLang="en-US" sz="2000">
                <a:ea typeface="宋体" panose="02010600030101010101" pitchFamily="2" charset="-122"/>
              </a:rPr>
              <a:t>如果后一个表达式小，那么从</a:t>
            </a:r>
            <a:r>
              <a:rPr lang="en-US" altLang="zh-CN" sz="2000">
                <a:ea typeface="宋体" panose="02010600030101010101" pitchFamily="2" charset="-122"/>
              </a:rPr>
              <a:t>s</a:t>
            </a:r>
            <a:r>
              <a:rPr lang="zh-CN" altLang="en-US" sz="2000">
                <a:ea typeface="宋体" panose="02010600030101010101" pitchFamily="2" charset="-122"/>
              </a:rPr>
              <a:t>到</a:t>
            </a:r>
            <a:r>
              <a:rPr lang="en-US" altLang="zh-CN" sz="2000">
                <a:ea typeface="宋体" panose="02010600030101010101" pitchFamily="2" charset="-122"/>
              </a:rPr>
              <a:t>n</a:t>
            </a:r>
            <a:r>
              <a:rPr lang="zh-CN" altLang="en-US" sz="2000">
                <a:ea typeface="宋体" panose="02010600030101010101" pitchFamily="2" charset="-122"/>
              </a:rPr>
              <a:t>的路径变成了</a:t>
            </a:r>
            <a:r>
              <a:rPr lang="en-US" altLang="zh-CN" sz="2000">
                <a:ea typeface="宋体" panose="02010600030101010101" pitchFamily="2" charset="-122"/>
              </a:rPr>
              <a:t>s</a:t>
            </a:r>
            <a:r>
              <a:rPr lang="zh-CN" altLang="en-US" sz="2000">
                <a:ea typeface="宋体" panose="02010600030101010101" pitchFamily="2" charset="-122"/>
              </a:rPr>
              <a:t>－</a:t>
            </a:r>
            <a:r>
              <a:rPr lang="en-US" altLang="zh-CN" sz="2000">
                <a:ea typeface="宋体" panose="02010600030101010101" pitchFamily="2" charset="-122"/>
              </a:rPr>
              <a:t>x</a:t>
            </a:r>
            <a:r>
              <a:rPr lang="zh-CN" altLang="en-US" sz="2000">
                <a:ea typeface="宋体" panose="02010600030101010101" pitchFamily="2" charset="-122"/>
              </a:rPr>
              <a:t>－</a:t>
            </a:r>
            <a:r>
              <a:rPr lang="en-US" altLang="zh-CN" sz="2000">
                <a:ea typeface="宋体" panose="02010600030101010101" pitchFamily="2" charset="-122"/>
              </a:rPr>
              <a:t>n</a:t>
            </a:r>
          </a:p>
          <a:p>
            <a:pPr>
              <a:lnSpc>
                <a:spcPct val="90000"/>
              </a:lnSpc>
            </a:pPr>
            <a:r>
              <a:rPr lang="zh-CN" altLang="en-GB" sz="2400">
                <a:ea typeface="宋体" panose="02010600030101010101" pitchFamily="2" charset="-122"/>
              </a:rPr>
              <a:t>当所有节点加入到</a:t>
            </a:r>
            <a:r>
              <a:rPr lang="zh-CN" altLang="en-US" sz="2400">
                <a:ea typeface="宋体" panose="02010600030101010101" pitchFamily="2" charset="-122"/>
              </a:rPr>
              <a:t> </a:t>
            </a:r>
            <a:r>
              <a:rPr lang="en-US" altLang="zh-CN" sz="2400">
                <a:ea typeface="宋体" panose="02010600030101010101" pitchFamily="2" charset="-122"/>
              </a:rPr>
              <a:t>T</a:t>
            </a:r>
            <a:r>
              <a:rPr lang="zh-CN" altLang="en-US" sz="2400">
                <a:ea typeface="宋体" panose="02010600030101010101" pitchFamily="2" charset="-122"/>
              </a:rPr>
              <a:t>中时算法结束</a:t>
            </a:r>
            <a:endParaRPr lang="zh-CN" altLang="en-GB" sz="240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1FFF702-EFA9-7BF6-7B1B-C83989450FE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Dijkstra’s </a:t>
            </a:r>
            <a:r>
              <a:rPr lang="zh-CN" altLang="en-GB">
                <a:ea typeface="宋体" panose="02010600030101010101" pitchFamily="2" charset="-122"/>
              </a:rPr>
              <a:t>算法</a:t>
            </a:r>
            <a:endParaRPr lang="zh-CN" altLang="en-US">
              <a:ea typeface="宋体" panose="02010600030101010101" pitchFamily="2" charset="-122"/>
            </a:endParaRPr>
          </a:p>
        </p:txBody>
      </p:sp>
      <p:pic>
        <p:nvPicPr>
          <p:cNvPr id="96259" name="Picture 498">
            <a:extLst>
              <a:ext uri="{FF2B5EF4-FFF2-40B4-BE49-F238E27FC236}">
                <a16:creationId xmlns:a16="http://schemas.microsoft.com/office/drawing/2014/main" id="{3E97F9A7-A888-DF9C-A3D1-D7C92BA84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6674"/>
          <a:stretch>
            <a:fillRect/>
          </a:stretch>
        </p:blipFill>
        <p:spPr bwMode="auto">
          <a:xfrm>
            <a:off x="1143000" y="1524000"/>
            <a:ext cx="6248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E5CFC4E-6169-8A31-1FA0-4B379BB9C2EF}"/>
              </a:ext>
            </a:extLst>
          </p:cNvPr>
          <p:cNvSpPr>
            <a:spLocks noGrp="1" noChangeArrowheads="1"/>
          </p:cNvSpPr>
          <p:nvPr>
            <p:ph type="title"/>
          </p:nvPr>
        </p:nvSpPr>
        <p:spPr bwMode="auto">
          <a:xfrm>
            <a:off x="301625" y="76200"/>
            <a:ext cx="85407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Dijkstra’s </a:t>
            </a:r>
            <a:r>
              <a:rPr lang="zh-CN" altLang="en-GB">
                <a:ea typeface="宋体" panose="02010600030101010101" pitchFamily="2" charset="-122"/>
              </a:rPr>
              <a:t>算法结果</a:t>
            </a:r>
            <a:endParaRPr lang="zh-CN" altLang="en-US">
              <a:ea typeface="宋体" panose="02010600030101010101" pitchFamily="2" charset="-122"/>
            </a:endParaRPr>
          </a:p>
        </p:txBody>
      </p:sp>
      <p:graphicFrame>
        <p:nvGraphicFramePr>
          <p:cNvPr id="31855" name="Group 111">
            <a:extLst>
              <a:ext uri="{FF2B5EF4-FFF2-40B4-BE49-F238E27FC236}">
                <a16:creationId xmlns:a16="http://schemas.microsoft.com/office/drawing/2014/main" id="{9708779C-6DB8-2DF4-75F9-32EA69D69DCC}"/>
              </a:ext>
            </a:extLst>
          </p:cNvPr>
          <p:cNvGraphicFramePr>
            <a:graphicFrameLocks noGrp="1"/>
          </p:cNvGraphicFramePr>
          <p:nvPr/>
        </p:nvGraphicFramePr>
        <p:xfrm>
          <a:off x="0" y="1219200"/>
          <a:ext cx="9144000" cy="5551488"/>
        </p:xfrm>
        <a:graphic>
          <a:graphicData uri="http://schemas.openxmlformats.org/drawingml/2006/table">
            <a:tbl>
              <a:tblPr/>
              <a:tblGrid>
                <a:gridCol w="457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600075">
                  <a:extLst>
                    <a:ext uri="{9D8B030D-6E8A-4147-A177-3AD203B41FA5}">
                      <a16:colId xmlns:a16="http://schemas.microsoft.com/office/drawing/2014/main" val="20002"/>
                    </a:ext>
                  </a:extLst>
                </a:gridCol>
                <a:gridCol w="719138">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927100">
                  <a:extLst>
                    <a:ext uri="{9D8B030D-6E8A-4147-A177-3AD203B41FA5}">
                      <a16:colId xmlns:a16="http://schemas.microsoft.com/office/drawing/2014/main" val="20005"/>
                    </a:ext>
                  </a:extLst>
                </a:gridCol>
                <a:gridCol w="5969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990600">
                  <a:extLst>
                    <a:ext uri="{9D8B030D-6E8A-4147-A177-3AD203B41FA5}">
                      <a16:colId xmlns:a16="http://schemas.microsoft.com/office/drawing/2014/main" val="20009"/>
                    </a:ext>
                  </a:extLst>
                </a:gridCol>
                <a:gridCol w="636588">
                  <a:extLst>
                    <a:ext uri="{9D8B030D-6E8A-4147-A177-3AD203B41FA5}">
                      <a16:colId xmlns:a16="http://schemas.microsoft.com/office/drawing/2014/main" val="20010"/>
                    </a:ext>
                  </a:extLst>
                </a:gridCol>
                <a:gridCol w="1116012">
                  <a:extLst>
                    <a:ext uri="{9D8B030D-6E8A-4147-A177-3AD203B41FA5}">
                      <a16:colId xmlns:a16="http://schemas.microsoft.com/office/drawing/2014/main" val="20011"/>
                    </a:ext>
                  </a:extLst>
                </a:gridCol>
              </a:tblGrid>
              <a:tr h="825072">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dirty="0">
                          <a:ln>
                            <a:noFill/>
                          </a:ln>
                          <a:solidFill>
                            <a:srgbClr val="9933FF"/>
                          </a:solidFill>
                          <a:effectLst/>
                          <a:latin typeface="Tahoma" pitchFamily="34" charset="0"/>
                          <a:ea typeface="宋体" charset="-122"/>
                          <a:cs typeface="Times New Roman" pitchFamily="18" charset="0"/>
                        </a:rPr>
                        <a:t>Iteration </a:t>
                      </a: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T</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L(2)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Path</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L(3)</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dirty="0">
                          <a:ln>
                            <a:noFill/>
                          </a:ln>
                          <a:solidFill>
                            <a:srgbClr val="9933FF"/>
                          </a:solidFill>
                          <a:effectLst/>
                          <a:latin typeface="Tahoma" pitchFamily="34" charset="0"/>
                          <a:ea typeface="宋体" charset="-122"/>
                        </a:rPr>
                        <a:t>Path</a:t>
                      </a:r>
                      <a:endParaRPr kumimoji="1" lang="en-US" altLang="zh-CN" sz="1600" b="0" i="0" u="none" strike="noStrike" cap="none" normalizeH="0" baseline="0" dirty="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L(4)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Path</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L(5)</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Path</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L(6)</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Path</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7033">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1–2</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5</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1-3</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sym typeface="Symbol" pitchFamily="18" charset="2"/>
                        </a:rPr>
                        <a:t></a:t>
                      </a:r>
                      <a:r>
                        <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rPr>
                        <a:t> </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sym typeface="Symbol" pitchFamily="18" charset="2"/>
                        </a:rPr>
                        <a:t></a:t>
                      </a: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0523">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1–2</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1-4-3</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sym typeface="Symbol" pitchFamily="18" charset="2"/>
                        </a:rPr>
                        <a:t></a:t>
                      </a: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7348">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3</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 2, 4}</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1–2</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1-4-3</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sym typeface="Symbol" pitchFamily="18" charset="2"/>
                        </a:rPr>
                        <a:t></a:t>
                      </a: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73837">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 2, 4, 5}</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1–2</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3</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1-4-5–3</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1-4-5–6</a:t>
                      </a: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73837">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5</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 2, 3, 4, 5}</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1–2</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3</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1-4-5–3</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1-4-5–6</a:t>
                      </a: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73837">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6</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 2, 3, 4, 5, 6}</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1-2</a:t>
                      </a:r>
                    </a:p>
                    <a:p>
                      <a:pPr marL="0" marR="0" lvl="0" indent="0" algn="ctr" defTabSz="914400" rtl="0" eaLnBrk="0" fontAlgn="base" latinLnBrk="0" hangingPunct="0">
                        <a:lnSpc>
                          <a:spcPct val="100000"/>
                        </a:lnSpc>
                        <a:spcBef>
                          <a:spcPct val="20000"/>
                        </a:spcBef>
                        <a:spcAft>
                          <a:spcPct val="0"/>
                        </a:spcAft>
                        <a:buClr>
                          <a:srgbClr val="0000FF"/>
                        </a:buClr>
                        <a:buSzTx/>
                        <a:buFontTx/>
                        <a:buNone/>
                        <a:tabLst/>
                      </a:pPr>
                      <a:endParaRPr kumimoji="1" lang="zh-CN" altLang="en-US" sz="1600" b="0" i="0" u="none" strike="noStrike" cap="none" normalizeH="0" baseline="0">
                        <a:ln>
                          <a:noFill/>
                        </a:ln>
                        <a:solidFill>
                          <a:srgbClr val="9933FF"/>
                        </a:solidFill>
                        <a:effectLst/>
                        <a:latin typeface="Tahoma" pitchFamily="34" charset="0"/>
                        <a:ea typeface="宋体" charset="-122"/>
                        <a:cs typeface="Times New Roman" pitchFamily="18" charset="0"/>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3</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1-4-5-3</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1</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2</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a:ln>
                            <a:noFill/>
                          </a:ln>
                          <a:solidFill>
                            <a:srgbClr val="9933FF"/>
                          </a:solidFill>
                          <a:effectLst/>
                          <a:latin typeface="Tahoma" pitchFamily="34" charset="0"/>
                          <a:ea typeface="宋体" charset="-122"/>
                          <a:cs typeface="Times New Roman" pitchFamily="18" charset="0"/>
                        </a:rPr>
                        <a:t>1-4–5</a:t>
                      </a: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GB" altLang="zh-CN" sz="1600" b="0" i="0" u="none" strike="noStrike" cap="none" normalizeH="0" baseline="0">
                          <a:ln>
                            <a:noFill/>
                          </a:ln>
                          <a:solidFill>
                            <a:srgbClr val="9933FF"/>
                          </a:solidFill>
                          <a:effectLst/>
                          <a:latin typeface="Tahoma" pitchFamily="34" charset="0"/>
                          <a:ea typeface="宋体" charset="-122"/>
                        </a:rPr>
                        <a:t>4</a:t>
                      </a:r>
                      <a:endParaRPr kumimoji="1" lang="en-US" altLang="zh-CN" sz="1600" b="0" i="0" u="none" strike="noStrike" cap="none" normalizeH="0" baseline="0">
                        <a:ln>
                          <a:noFill/>
                        </a:ln>
                        <a:solidFill>
                          <a:srgbClr val="9933FF"/>
                        </a:solidFill>
                        <a:effectLst/>
                        <a:latin typeface="Tahoma" pitchFamily="34" charset="0"/>
                        <a:ea typeface="宋体" charset="-122"/>
                      </a:endParaRPr>
                    </a:p>
                  </a:txBody>
                  <a:tcPr marL="90000" marR="90000" marT="46797" marB="467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1" lang="en-US" altLang="zh-CN" sz="1600" b="0" i="0" u="none" strike="noStrike" cap="none" normalizeH="0" baseline="0" dirty="0">
                          <a:ln>
                            <a:noFill/>
                          </a:ln>
                          <a:solidFill>
                            <a:srgbClr val="9933FF"/>
                          </a:solidFill>
                          <a:effectLst/>
                          <a:latin typeface="Tahoma" pitchFamily="34" charset="0"/>
                          <a:ea typeface="宋体" charset="-122"/>
                          <a:cs typeface="Times New Roman" pitchFamily="18" charset="0"/>
                        </a:rPr>
                        <a:t>1-4-5-6</a:t>
                      </a:r>
                    </a:p>
                  </a:txBody>
                  <a:tcPr marL="90000" marR="90000" marT="46797" marB="467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4A6A1589-143D-17B1-6953-BB69562A68B3}"/>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zh-CN">
                <a:ea typeface="宋体" panose="02010600030101010101" pitchFamily="2" charset="-122"/>
              </a:rPr>
              <a:t>Dijkstra’s</a:t>
            </a:r>
            <a:r>
              <a:rPr lang="zh-CN" altLang="en-GB">
                <a:ea typeface="宋体" panose="02010600030101010101" pitchFamily="2" charset="-122"/>
              </a:rPr>
              <a:t>算法最小生成树</a:t>
            </a:r>
            <a:endParaRPr lang="zh-CN" altLang="en-US">
              <a:ea typeface="宋体" panose="02010600030101010101" pitchFamily="2" charset="-122"/>
            </a:endParaRPr>
          </a:p>
        </p:txBody>
      </p:sp>
      <p:pic>
        <p:nvPicPr>
          <p:cNvPr id="98307" name="Picture 4">
            <a:extLst>
              <a:ext uri="{FF2B5EF4-FFF2-40B4-BE49-F238E27FC236}">
                <a16:creationId xmlns:a16="http://schemas.microsoft.com/office/drawing/2014/main" id="{F27C0D55-A5E6-BBFA-EAD0-9AD5CBB1C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9861"/>
          <a:stretch>
            <a:fillRect/>
          </a:stretch>
        </p:blipFill>
        <p:spPr bwMode="auto">
          <a:xfrm>
            <a:off x="0" y="1752600"/>
            <a:ext cx="9144000" cy="488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1">
            <a:extLst>
              <a:ext uri="{FF2B5EF4-FFF2-40B4-BE49-F238E27FC236}">
                <a16:creationId xmlns:a16="http://schemas.microsoft.com/office/drawing/2014/main" id="{8DF54E8A-89CC-1F4B-076B-B35005B2D44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BD848519-3B03-4519-A879-70E37BCE6A04}" type="slidenum">
              <a:rPr lang="en-US" altLang="zh-CN" sz="2000" baseline="0">
                <a:solidFill>
                  <a:schemeClr val="bg2"/>
                </a:solidFill>
              </a:rPr>
              <a:pPr/>
              <a:t>93</a:t>
            </a:fld>
            <a:endParaRPr lang="en-US" altLang="zh-CN" sz="2000" baseline="0">
              <a:solidFill>
                <a:schemeClr val="bg2"/>
              </a:solidFill>
            </a:endParaRPr>
          </a:p>
        </p:txBody>
      </p:sp>
      <p:sp>
        <p:nvSpPr>
          <p:cNvPr id="99331" name="Line 2">
            <a:extLst>
              <a:ext uri="{FF2B5EF4-FFF2-40B4-BE49-F238E27FC236}">
                <a16:creationId xmlns:a16="http://schemas.microsoft.com/office/drawing/2014/main" id="{1353C6E0-6722-D3B2-047D-74D16B033FFE}"/>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2" name="Line 3">
            <a:extLst>
              <a:ext uri="{FF2B5EF4-FFF2-40B4-BE49-F238E27FC236}">
                <a16:creationId xmlns:a16="http://schemas.microsoft.com/office/drawing/2014/main" id="{41F715DF-65DC-9853-8AFD-035A175533D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3" name="Text Box 4">
            <a:extLst>
              <a:ext uri="{FF2B5EF4-FFF2-40B4-BE49-F238E27FC236}">
                <a16:creationId xmlns:a16="http://schemas.microsoft.com/office/drawing/2014/main" id="{02D65333-5443-8566-6A49-45724011C11C}"/>
              </a:ext>
            </a:extLst>
          </p:cNvPr>
          <p:cNvSpPr txBox="1">
            <a:spLocks noChangeArrowheads="1"/>
          </p:cNvSpPr>
          <p:nvPr/>
        </p:nvSpPr>
        <p:spPr bwMode="auto">
          <a:xfrm>
            <a:off x="304800" y="381000"/>
            <a:ext cx="335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图22.24  </a:t>
            </a:r>
            <a:r>
              <a:rPr lang="zh-CN" altLang="en-US" sz="2000" i="1" baseline="0">
                <a:latin typeface="Times New Roman" panose="02020603050405020304" pitchFamily="18" charset="0"/>
                <a:ea typeface="宋体" panose="02010600030101010101" pitchFamily="2" charset="-122"/>
              </a:rPr>
              <a:t>自治系统中的区域</a:t>
            </a:r>
          </a:p>
        </p:txBody>
      </p:sp>
      <p:sp>
        <p:nvSpPr>
          <p:cNvPr id="99334" name="Line 5">
            <a:extLst>
              <a:ext uri="{FF2B5EF4-FFF2-40B4-BE49-F238E27FC236}">
                <a16:creationId xmlns:a16="http://schemas.microsoft.com/office/drawing/2014/main" id="{7473BF1F-BF27-6453-E271-E51D7D8C1D1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9335" name="Picture 6">
            <a:extLst>
              <a:ext uri="{FF2B5EF4-FFF2-40B4-BE49-F238E27FC236}">
                <a16:creationId xmlns:a16="http://schemas.microsoft.com/office/drawing/2014/main" id="{98ABA78B-1AAC-8F6C-BE71-CEC55BC85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1676400"/>
            <a:ext cx="8729662" cy="346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a:extLst>
              <a:ext uri="{FF2B5EF4-FFF2-40B4-BE49-F238E27FC236}">
                <a16:creationId xmlns:a16="http://schemas.microsoft.com/office/drawing/2014/main" id="{E669E3E2-26F8-9029-00BB-461DE7F935D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715CC323-39D5-42BC-B82C-79869CF658EA}" type="slidenum">
              <a:rPr lang="en-US" altLang="zh-CN" sz="2000" baseline="0">
                <a:solidFill>
                  <a:schemeClr val="bg2"/>
                </a:solidFill>
              </a:rPr>
              <a:pPr/>
              <a:t>94</a:t>
            </a:fld>
            <a:endParaRPr lang="en-US" altLang="zh-CN" sz="2000" baseline="0">
              <a:solidFill>
                <a:schemeClr val="bg2"/>
              </a:solidFill>
            </a:endParaRPr>
          </a:p>
        </p:txBody>
      </p:sp>
      <p:sp>
        <p:nvSpPr>
          <p:cNvPr id="100355" name="Line 2">
            <a:extLst>
              <a:ext uri="{FF2B5EF4-FFF2-40B4-BE49-F238E27FC236}">
                <a16:creationId xmlns:a16="http://schemas.microsoft.com/office/drawing/2014/main" id="{F185D35A-D205-C169-0615-910F654C801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6" name="Line 3">
            <a:extLst>
              <a:ext uri="{FF2B5EF4-FFF2-40B4-BE49-F238E27FC236}">
                <a16:creationId xmlns:a16="http://schemas.microsoft.com/office/drawing/2014/main" id="{6D277A7D-3A1B-D6C0-50FB-7D5C484B8D8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7" name="Text Box 4">
            <a:extLst>
              <a:ext uri="{FF2B5EF4-FFF2-40B4-BE49-F238E27FC236}">
                <a16:creationId xmlns:a16="http://schemas.microsoft.com/office/drawing/2014/main" id="{C2BD6686-9EA6-8529-FCE2-31B370E0E6FA}"/>
              </a:ext>
            </a:extLst>
          </p:cNvPr>
          <p:cNvSpPr txBox="1">
            <a:spLocks noChangeArrowheads="1"/>
          </p:cNvSpPr>
          <p:nvPr/>
        </p:nvSpPr>
        <p:spPr bwMode="auto">
          <a:xfrm>
            <a:off x="304800" y="381000"/>
            <a:ext cx="2595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图22.25  </a:t>
            </a:r>
            <a:r>
              <a:rPr lang="zh-CN" altLang="en-US" sz="2000" i="1" baseline="0">
                <a:latin typeface="Times New Roman" panose="02020603050405020304" pitchFamily="18" charset="0"/>
                <a:ea typeface="宋体" panose="02010600030101010101" pitchFamily="2" charset="-122"/>
              </a:rPr>
              <a:t>链路的类型</a:t>
            </a:r>
          </a:p>
        </p:txBody>
      </p:sp>
      <p:sp>
        <p:nvSpPr>
          <p:cNvPr id="100358" name="Line 5">
            <a:extLst>
              <a:ext uri="{FF2B5EF4-FFF2-40B4-BE49-F238E27FC236}">
                <a16:creationId xmlns:a16="http://schemas.microsoft.com/office/drawing/2014/main" id="{1B73C2B6-0DE5-84C2-BEC5-3631CED22DB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0359" name="Picture 6">
            <a:extLst>
              <a:ext uri="{FF2B5EF4-FFF2-40B4-BE49-F238E27FC236}">
                <a16:creationId xmlns:a16="http://schemas.microsoft.com/office/drawing/2014/main" id="{27F7B0D8-9510-7A03-23CC-F56E64AA6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0" y="2430463"/>
            <a:ext cx="7175500" cy="164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1">
            <a:extLst>
              <a:ext uri="{FF2B5EF4-FFF2-40B4-BE49-F238E27FC236}">
                <a16:creationId xmlns:a16="http://schemas.microsoft.com/office/drawing/2014/main" id="{D33E134D-679F-0B04-CA48-FDB379F8F1A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427B9DFB-7826-4D44-B331-9B27D2BD7657}" type="slidenum">
              <a:rPr lang="en-US" altLang="zh-CN" sz="2000" baseline="0">
                <a:solidFill>
                  <a:schemeClr val="bg2"/>
                </a:solidFill>
              </a:rPr>
              <a:pPr/>
              <a:t>95</a:t>
            </a:fld>
            <a:endParaRPr lang="en-US" altLang="zh-CN" sz="2000" baseline="0">
              <a:solidFill>
                <a:schemeClr val="bg2"/>
              </a:solidFill>
            </a:endParaRPr>
          </a:p>
        </p:txBody>
      </p:sp>
      <p:sp>
        <p:nvSpPr>
          <p:cNvPr id="101379" name="Line 2">
            <a:extLst>
              <a:ext uri="{FF2B5EF4-FFF2-40B4-BE49-F238E27FC236}">
                <a16:creationId xmlns:a16="http://schemas.microsoft.com/office/drawing/2014/main" id="{10809912-B243-8BCF-7AE1-1D65DBC64652}"/>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0" name="Line 3">
            <a:extLst>
              <a:ext uri="{FF2B5EF4-FFF2-40B4-BE49-F238E27FC236}">
                <a16:creationId xmlns:a16="http://schemas.microsoft.com/office/drawing/2014/main" id="{2B59EB9D-D665-60A0-AAFE-C12D4E82F5C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1" name="Text Box 4">
            <a:extLst>
              <a:ext uri="{FF2B5EF4-FFF2-40B4-BE49-F238E27FC236}">
                <a16:creationId xmlns:a16="http://schemas.microsoft.com/office/drawing/2014/main" id="{927FB290-43D5-6776-DE49-82077D355704}"/>
              </a:ext>
            </a:extLst>
          </p:cNvPr>
          <p:cNvSpPr txBox="1">
            <a:spLocks noChangeArrowheads="1"/>
          </p:cNvSpPr>
          <p:nvPr/>
        </p:nvSpPr>
        <p:spPr bwMode="auto">
          <a:xfrm>
            <a:off x="304800" y="381000"/>
            <a:ext cx="267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22.26  </a:t>
            </a:r>
            <a:r>
              <a:rPr lang="zh-CN" altLang="en-US" sz="2000" i="1" baseline="0">
                <a:latin typeface="Times New Roman" panose="02020603050405020304" pitchFamily="18" charset="0"/>
                <a:ea typeface="宋体" panose="02010600030101010101" pitchFamily="2" charset="-122"/>
              </a:rPr>
              <a:t>点到点链路</a:t>
            </a:r>
          </a:p>
        </p:txBody>
      </p:sp>
      <p:sp>
        <p:nvSpPr>
          <p:cNvPr id="101382" name="Line 5">
            <a:extLst>
              <a:ext uri="{FF2B5EF4-FFF2-40B4-BE49-F238E27FC236}">
                <a16:creationId xmlns:a16="http://schemas.microsoft.com/office/drawing/2014/main" id="{23FD315E-0685-B14D-C69B-89DD6E0AA0B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1383" name="Picture 6">
            <a:extLst>
              <a:ext uri="{FF2B5EF4-FFF2-40B4-BE49-F238E27FC236}">
                <a16:creationId xmlns:a16="http://schemas.microsoft.com/office/drawing/2014/main" id="{2E6F4B94-16E1-EDE1-2B58-8F07727938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2830513"/>
            <a:ext cx="782955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1">
            <a:extLst>
              <a:ext uri="{FF2B5EF4-FFF2-40B4-BE49-F238E27FC236}">
                <a16:creationId xmlns:a16="http://schemas.microsoft.com/office/drawing/2014/main" id="{379E634C-55FC-0889-BA33-7D876FF0A9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E9F42EBF-9074-420B-BA53-E6853B4788A1}" type="slidenum">
              <a:rPr lang="en-US" altLang="zh-CN" sz="2000" baseline="0">
                <a:solidFill>
                  <a:schemeClr val="bg2"/>
                </a:solidFill>
              </a:rPr>
              <a:pPr/>
              <a:t>96</a:t>
            </a:fld>
            <a:endParaRPr lang="en-US" altLang="zh-CN" sz="2000" baseline="0">
              <a:solidFill>
                <a:schemeClr val="bg2"/>
              </a:solidFill>
            </a:endParaRPr>
          </a:p>
        </p:txBody>
      </p:sp>
      <p:sp>
        <p:nvSpPr>
          <p:cNvPr id="102403" name="Line 2">
            <a:extLst>
              <a:ext uri="{FF2B5EF4-FFF2-40B4-BE49-F238E27FC236}">
                <a16:creationId xmlns:a16="http://schemas.microsoft.com/office/drawing/2014/main" id="{8FED0243-4BB9-4F77-BB2C-F0B2CC99E1E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4" name="Line 3">
            <a:extLst>
              <a:ext uri="{FF2B5EF4-FFF2-40B4-BE49-F238E27FC236}">
                <a16:creationId xmlns:a16="http://schemas.microsoft.com/office/drawing/2014/main" id="{26C7F751-09C5-1668-9F1C-6FA7F1FE60DD}"/>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5" name="Text Box 4">
            <a:extLst>
              <a:ext uri="{FF2B5EF4-FFF2-40B4-BE49-F238E27FC236}">
                <a16:creationId xmlns:a16="http://schemas.microsoft.com/office/drawing/2014/main" id="{FEB3B588-9AE7-A9BB-666F-A4CC9C7A6B6D}"/>
              </a:ext>
            </a:extLst>
          </p:cNvPr>
          <p:cNvSpPr txBox="1">
            <a:spLocks noChangeArrowheads="1"/>
          </p:cNvSpPr>
          <p:nvPr/>
        </p:nvSpPr>
        <p:spPr bwMode="auto">
          <a:xfrm>
            <a:off x="304800" y="381000"/>
            <a:ext cx="241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22.27  </a:t>
            </a:r>
            <a:r>
              <a:rPr lang="zh-CN" altLang="en-US" sz="2000" i="1" baseline="0">
                <a:latin typeface="Times New Roman" panose="02020603050405020304" pitchFamily="18" charset="0"/>
                <a:ea typeface="宋体" panose="02010600030101010101" pitchFamily="2" charset="-122"/>
              </a:rPr>
              <a:t>过渡链路</a:t>
            </a:r>
          </a:p>
        </p:txBody>
      </p:sp>
      <p:sp>
        <p:nvSpPr>
          <p:cNvPr id="102406" name="Line 5">
            <a:extLst>
              <a:ext uri="{FF2B5EF4-FFF2-40B4-BE49-F238E27FC236}">
                <a16:creationId xmlns:a16="http://schemas.microsoft.com/office/drawing/2014/main" id="{D8E6ED3E-A6ED-408D-9D1C-4C0A16E32E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2407" name="Picture 6">
            <a:extLst>
              <a:ext uri="{FF2B5EF4-FFF2-40B4-BE49-F238E27FC236}">
                <a16:creationId xmlns:a16="http://schemas.microsoft.com/office/drawing/2014/main" id="{2F5FE985-F3A7-699F-B29F-1BDA89B19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8" y="2419350"/>
            <a:ext cx="8583612"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1">
            <a:extLst>
              <a:ext uri="{FF2B5EF4-FFF2-40B4-BE49-F238E27FC236}">
                <a16:creationId xmlns:a16="http://schemas.microsoft.com/office/drawing/2014/main" id="{EA694824-D796-1C80-A96C-1AF4587D6D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C8785D66-A744-434C-B75A-922C6634BD89}" type="slidenum">
              <a:rPr lang="en-US" altLang="zh-CN" sz="2000" baseline="0">
                <a:solidFill>
                  <a:schemeClr val="bg2"/>
                </a:solidFill>
              </a:rPr>
              <a:pPr/>
              <a:t>97</a:t>
            </a:fld>
            <a:endParaRPr lang="en-US" altLang="zh-CN" sz="2000" baseline="0">
              <a:solidFill>
                <a:schemeClr val="bg2"/>
              </a:solidFill>
            </a:endParaRPr>
          </a:p>
        </p:txBody>
      </p:sp>
      <p:sp>
        <p:nvSpPr>
          <p:cNvPr id="103427" name="Line 2">
            <a:extLst>
              <a:ext uri="{FF2B5EF4-FFF2-40B4-BE49-F238E27FC236}">
                <a16:creationId xmlns:a16="http://schemas.microsoft.com/office/drawing/2014/main" id="{FD0148DD-3845-2C02-C21D-5971206AF33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28" name="Line 3">
            <a:extLst>
              <a:ext uri="{FF2B5EF4-FFF2-40B4-BE49-F238E27FC236}">
                <a16:creationId xmlns:a16="http://schemas.microsoft.com/office/drawing/2014/main" id="{353CF2B0-DCD5-0C1D-6828-829F19710BB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29" name="Text Box 4">
            <a:extLst>
              <a:ext uri="{FF2B5EF4-FFF2-40B4-BE49-F238E27FC236}">
                <a16:creationId xmlns:a16="http://schemas.microsoft.com/office/drawing/2014/main" id="{ECF10F69-A88D-1393-41F4-259455A3B2E4}"/>
              </a:ext>
            </a:extLst>
          </p:cNvPr>
          <p:cNvSpPr txBox="1">
            <a:spLocks noChangeArrowheads="1"/>
          </p:cNvSpPr>
          <p:nvPr/>
        </p:nvSpPr>
        <p:spPr bwMode="auto">
          <a:xfrm>
            <a:off x="304800" y="381000"/>
            <a:ext cx="241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22.28  </a:t>
            </a:r>
            <a:r>
              <a:rPr lang="zh-CN" altLang="en-US" sz="2000" i="1" baseline="0">
                <a:latin typeface="Times New Roman" panose="02020603050405020304" pitchFamily="18" charset="0"/>
                <a:ea typeface="宋体" panose="02010600030101010101" pitchFamily="2" charset="-122"/>
              </a:rPr>
              <a:t>残桩链路</a:t>
            </a:r>
          </a:p>
        </p:txBody>
      </p:sp>
      <p:sp>
        <p:nvSpPr>
          <p:cNvPr id="103430" name="Line 5">
            <a:extLst>
              <a:ext uri="{FF2B5EF4-FFF2-40B4-BE49-F238E27FC236}">
                <a16:creationId xmlns:a16="http://schemas.microsoft.com/office/drawing/2014/main" id="{854232C0-F2EC-D030-9B62-29F5B3FF7D6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431" name="Picture 6">
            <a:extLst>
              <a:ext uri="{FF2B5EF4-FFF2-40B4-BE49-F238E27FC236}">
                <a16:creationId xmlns:a16="http://schemas.microsoft.com/office/drawing/2014/main" id="{0170DD7B-4D9D-BDA0-7E63-9CD12287D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3" y="2303463"/>
            <a:ext cx="8054975"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1">
            <a:extLst>
              <a:ext uri="{FF2B5EF4-FFF2-40B4-BE49-F238E27FC236}">
                <a16:creationId xmlns:a16="http://schemas.microsoft.com/office/drawing/2014/main" id="{293075DE-0B01-AB40-76C8-CE6C13DE302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DA7649F2-7A9E-4E2A-958C-8913C0799B9C}" type="slidenum">
              <a:rPr lang="en-US" altLang="zh-CN" sz="2000" baseline="0">
                <a:solidFill>
                  <a:schemeClr val="bg2"/>
                </a:solidFill>
              </a:rPr>
              <a:pPr/>
              <a:t>98</a:t>
            </a:fld>
            <a:endParaRPr lang="en-US" altLang="zh-CN" sz="2000" baseline="0">
              <a:solidFill>
                <a:schemeClr val="bg2"/>
              </a:solidFill>
            </a:endParaRPr>
          </a:p>
        </p:txBody>
      </p:sp>
      <p:sp>
        <p:nvSpPr>
          <p:cNvPr id="104451" name="Line 2">
            <a:extLst>
              <a:ext uri="{FF2B5EF4-FFF2-40B4-BE49-F238E27FC236}">
                <a16:creationId xmlns:a16="http://schemas.microsoft.com/office/drawing/2014/main" id="{76D68022-EE95-9A40-08DF-1F6161E9F52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2" name="Line 3">
            <a:extLst>
              <a:ext uri="{FF2B5EF4-FFF2-40B4-BE49-F238E27FC236}">
                <a16:creationId xmlns:a16="http://schemas.microsoft.com/office/drawing/2014/main" id="{599D137E-64A3-4681-C250-C01CAFFD7CC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3" name="Text Box 4">
            <a:extLst>
              <a:ext uri="{FF2B5EF4-FFF2-40B4-BE49-F238E27FC236}">
                <a16:creationId xmlns:a16="http://schemas.microsoft.com/office/drawing/2014/main" id="{BF8E8B7B-3973-526A-E398-C540F8505729}"/>
              </a:ext>
            </a:extLst>
          </p:cNvPr>
          <p:cNvSpPr txBox="1">
            <a:spLocks noChangeArrowheads="1"/>
          </p:cNvSpPr>
          <p:nvPr/>
        </p:nvSpPr>
        <p:spPr bwMode="auto">
          <a:xfrm>
            <a:off x="304800" y="381000"/>
            <a:ext cx="592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22.29  </a:t>
            </a:r>
            <a:r>
              <a:rPr lang="zh-CN" altLang="en-US" sz="2000" i="1" baseline="0">
                <a:latin typeface="Times New Roman" panose="02020603050405020304" pitchFamily="18" charset="0"/>
                <a:ea typeface="宋体" panose="02010600030101010101" pitchFamily="2" charset="-122"/>
              </a:rPr>
              <a:t>一个自治系统的例子及其OSPF 图形表示</a:t>
            </a:r>
          </a:p>
        </p:txBody>
      </p:sp>
      <p:sp>
        <p:nvSpPr>
          <p:cNvPr id="104454" name="Line 5">
            <a:extLst>
              <a:ext uri="{FF2B5EF4-FFF2-40B4-BE49-F238E27FC236}">
                <a16:creationId xmlns:a16="http://schemas.microsoft.com/office/drawing/2014/main" id="{9FD6AC18-702C-0278-E16F-9655756E4ED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4455" name="Picture 6">
            <a:extLst>
              <a:ext uri="{FF2B5EF4-FFF2-40B4-BE49-F238E27FC236}">
                <a16:creationId xmlns:a16="http://schemas.microsoft.com/office/drawing/2014/main" id="{71AD5782-F0EB-5661-E9CD-B6B6AC6EC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988" y="1173163"/>
            <a:ext cx="6983412"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619" name="Group 51">
            <a:extLst>
              <a:ext uri="{FF2B5EF4-FFF2-40B4-BE49-F238E27FC236}">
                <a16:creationId xmlns:a16="http://schemas.microsoft.com/office/drawing/2014/main" id="{C65837A7-8E86-BEBE-2313-29DE4B2673C3}"/>
              </a:ext>
            </a:extLst>
          </p:cNvPr>
          <p:cNvGraphicFramePr>
            <a:graphicFrameLocks noGrp="1"/>
          </p:cNvGraphicFramePr>
          <p:nvPr>
            <p:ph/>
          </p:nvPr>
        </p:nvGraphicFramePr>
        <p:xfrm>
          <a:off x="250825" y="333375"/>
          <a:ext cx="8532813" cy="5546725"/>
        </p:xfrm>
        <a:graphic>
          <a:graphicData uri="http://schemas.openxmlformats.org/drawingml/2006/table">
            <a:tbl>
              <a:tblPr/>
              <a:tblGrid>
                <a:gridCol w="2017713">
                  <a:extLst>
                    <a:ext uri="{9D8B030D-6E8A-4147-A177-3AD203B41FA5}">
                      <a16:colId xmlns:a16="http://schemas.microsoft.com/office/drawing/2014/main" val="20000"/>
                    </a:ext>
                  </a:extLst>
                </a:gridCol>
                <a:gridCol w="3311525">
                  <a:extLst>
                    <a:ext uri="{9D8B030D-6E8A-4147-A177-3AD203B41FA5}">
                      <a16:colId xmlns:a16="http://schemas.microsoft.com/office/drawing/2014/main" val="20001"/>
                    </a:ext>
                  </a:extLst>
                </a:gridCol>
                <a:gridCol w="3203575">
                  <a:extLst>
                    <a:ext uri="{9D8B030D-6E8A-4147-A177-3AD203B41FA5}">
                      <a16:colId xmlns:a16="http://schemas.microsoft.com/office/drawing/2014/main" val="20002"/>
                    </a:ext>
                  </a:extLst>
                </a:gridCol>
              </a:tblGrid>
              <a:tr h="45714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a:ln>
                            <a:noFill/>
                          </a:ln>
                          <a:solidFill>
                            <a:srgbClr val="000000"/>
                          </a:solidFill>
                          <a:effectLst/>
                          <a:latin typeface="Arial" charset="0"/>
                          <a:ea typeface="宋体" pitchFamily="2" charset="-122"/>
                        </a:rPr>
                        <a:t>   </a:t>
                      </a:r>
                      <a:r>
                        <a:rPr kumimoji="0" lang="zh-CN" altLang="en-US" sz="2400" b="1" i="0" u="none" strike="noStrike" cap="none" normalizeH="0" baseline="0">
                          <a:ln>
                            <a:noFill/>
                          </a:ln>
                          <a:solidFill>
                            <a:srgbClr val="000000"/>
                          </a:solidFill>
                          <a:effectLst/>
                          <a:latin typeface="Arial" charset="0"/>
                          <a:ea typeface="宋体" pitchFamily="2" charset="-122"/>
                        </a:rPr>
                        <a:t>比  较</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400" b="1" i="0" u="none" strike="noStrike" cap="none" normalizeH="0" baseline="0">
                          <a:ln>
                            <a:noFill/>
                          </a:ln>
                          <a:solidFill>
                            <a:srgbClr val="000000"/>
                          </a:solidFill>
                          <a:effectLst/>
                          <a:latin typeface="Arial" charset="0"/>
                          <a:ea typeface="宋体" pitchFamily="2" charset="-122"/>
                        </a:rPr>
                        <a:t>距离向量</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400" b="1" i="0" u="none" strike="noStrike" cap="none" normalizeH="0" baseline="0">
                          <a:ln>
                            <a:noFill/>
                          </a:ln>
                          <a:solidFill>
                            <a:srgbClr val="000000"/>
                          </a:solidFill>
                          <a:effectLst/>
                          <a:latin typeface="Arial" charset="0"/>
                          <a:ea typeface="宋体" pitchFamily="2" charset="-122"/>
                        </a:rPr>
                        <a:t>链路状态</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057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定期更新</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向相邻路由器发送整个路由选择表</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仅仅连接链路的链路状态更新数据包被泛洪到整个网络上</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路由选择表</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建立在第</a:t>
                      </a:r>
                      <a:r>
                        <a:rPr kumimoji="0" lang="en-US" altLang="zh-CN" sz="2000" b="0" i="0" u="none" strike="noStrike" cap="none" normalizeH="0" baseline="0">
                          <a:ln>
                            <a:noFill/>
                          </a:ln>
                          <a:solidFill>
                            <a:schemeClr val="tx1"/>
                          </a:solidFill>
                          <a:effectLst/>
                          <a:latin typeface="Arial" charset="0"/>
                          <a:ea typeface="宋体" pitchFamily="2" charset="-122"/>
                        </a:rPr>
                        <a:t>2</a:t>
                      </a:r>
                      <a:r>
                        <a:rPr kumimoji="0" lang="zh-CN" altLang="en-US" sz="2000" b="0" i="0" u="none" strike="noStrike" cap="none" normalizeH="0" baseline="0">
                          <a:ln>
                            <a:noFill/>
                          </a:ln>
                          <a:solidFill>
                            <a:schemeClr val="tx1"/>
                          </a:solidFill>
                          <a:effectLst/>
                          <a:latin typeface="Arial" charset="0"/>
                          <a:ea typeface="宋体" pitchFamily="2" charset="-122"/>
                        </a:rPr>
                        <a:t>手信息基础之上</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建立在第</a:t>
                      </a:r>
                      <a:r>
                        <a:rPr kumimoji="0" lang="en-US" altLang="zh-CN" sz="2000" b="0" i="0" u="none" strike="noStrike" cap="none" normalizeH="0" baseline="0">
                          <a:ln>
                            <a:noFill/>
                          </a:ln>
                          <a:solidFill>
                            <a:schemeClr val="tx1"/>
                          </a:solidFill>
                          <a:effectLst/>
                          <a:latin typeface="Arial" charset="0"/>
                          <a:ea typeface="宋体" pitchFamily="2" charset="-122"/>
                        </a:rPr>
                        <a:t>1</a:t>
                      </a:r>
                      <a:r>
                        <a:rPr kumimoji="0" lang="zh-CN" altLang="en-US" sz="2000" b="0" i="0" u="none" strike="noStrike" cap="none" normalizeH="0" baseline="0">
                          <a:ln>
                            <a:noFill/>
                          </a:ln>
                          <a:solidFill>
                            <a:schemeClr val="tx1"/>
                          </a:solidFill>
                          <a:effectLst/>
                          <a:latin typeface="Arial" charset="0"/>
                          <a:ea typeface="宋体" pitchFamily="2" charset="-122"/>
                        </a:rPr>
                        <a:t>手信息基础之上</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更新大小</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巨大</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小</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057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日常开销</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发送路由选择表需要更多的带宽，尽管对每个路由器限制为本地路由器链路</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计算困难，更多的使用</a:t>
                      </a:r>
                      <a:r>
                        <a:rPr kumimoji="0" lang="en-US" altLang="zh-CN" sz="2000" b="0" i="0" u="none" strike="noStrike" cap="none" normalizeH="0" baseline="0">
                          <a:ln>
                            <a:noFill/>
                          </a:ln>
                          <a:solidFill>
                            <a:schemeClr val="tx1"/>
                          </a:solidFill>
                          <a:effectLst/>
                          <a:latin typeface="Arial" charset="0"/>
                          <a:ea typeface="宋体" pitchFamily="2" charset="-122"/>
                        </a:rPr>
                        <a:t>C P U</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收敛</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慢</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快速</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0057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路由选择循环</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更倾向出现，使用水平分割，破坏逆转和计时器来避免这种问题</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倾向性较少。创建一直的网络映射</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0" i="0" u="none" strike="noStrike" cap="none" normalizeH="0" baseline="0">
                          <a:ln>
                            <a:noFill/>
                          </a:ln>
                          <a:solidFill>
                            <a:srgbClr val="FF3300"/>
                          </a:solidFill>
                          <a:effectLst/>
                          <a:latin typeface="Arial" charset="0"/>
                          <a:ea typeface="宋体" pitchFamily="2" charset="-122"/>
                        </a:rPr>
                        <a:t>路由选择度</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跳</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Arial" charset="0"/>
                          <a:ea typeface="宋体" pitchFamily="2" charset="-122"/>
                        </a:rPr>
                        <a:t>代价</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CF2DC7E6-3E01-3A38-5BA8-75A2E291F219}"/>
              </a:ext>
            </a:extLst>
          </p:cNvPr>
          <p:cNvSpPr>
            <a:spLocks noGrp="1" noRot="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ea typeface="宋体" panose="02010600030101010101" pitchFamily="2" charset="-122"/>
              </a:rPr>
              <a:t>有类路由和无类路由</a:t>
            </a:r>
          </a:p>
        </p:txBody>
      </p:sp>
      <p:sp>
        <p:nvSpPr>
          <p:cNvPr id="106499" name="Rectangle 3">
            <a:extLst>
              <a:ext uri="{FF2B5EF4-FFF2-40B4-BE49-F238E27FC236}">
                <a16:creationId xmlns:a16="http://schemas.microsoft.com/office/drawing/2014/main" id="{4F5DFCE5-51E6-B2C5-FBAA-98847AD43394}"/>
              </a:ext>
            </a:extLst>
          </p:cNvPr>
          <p:cNvSpPr>
            <a:spLocks noGrp="1" noRot="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 typeface="Wingdings" panose="05000000000000000000" pitchFamily="2" charset="2"/>
              <a:buNone/>
            </a:pPr>
            <a:r>
              <a:rPr lang="en-US" altLang="zh-CN" sz="2800">
                <a:ea typeface="宋体" panose="02010600030101010101" pitchFamily="2" charset="-122"/>
              </a:rPr>
              <a:t>1</a:t>
            </a:r>
            <a:r>
              <a:rPr lang="zh-CN" altLang="en-US" sz="2800">
                <a:ea typeface="宋体" panose="02010600030101010101" pitchFamily="2" charset="-122"/>
              </a:rPr>
              <a:t>．有类路由协议</a:t>
            </a:r>
          </a:p>
          <a:p>
            <a:pPr eaLnBrk="1" hangingPunct="1">
              <a:lnSpc>
                <a:spcPct val="90000"/>
              </a:lnSpc>
            </a:pPr>
            <a:r>
              <a:rPr lang="zh-CN" altLang="en-US" sz="2800">
                <a:ea typeface="宋体" panose="02010600030101010101" pitchFamily="2" charset="-122"/>
              </a:rPr>
              <a:t>有类路由协议的特点是发送路由更新包的时候不携带路由条目的子网掩码。 </a:t>
            </a:r>
          </a:p>
          <a:p>
            <a:pPr eaLnBrk="1" hangingPunct="1">
              <a:lnSpc>
                <a:spcPct val="90000"/>
              </a:lnSpc>
            </a:pPr>
            <a:r>
              <a:rPr lang="zh-CN" altLang="en-US" sz="2800">
                <a:ea typeface="宋体" panose="02010600030101010101" pitchFamily="2" charset="-122"/>
              </a:rPr>
              <a:t>有类路由协议包括</a:t>
            </a:r>
            <a:r>
              <a:rPr lang="en-US" altLang="zh-CN" sz="2800">
                <a:ea typeface="宋体" panose="02010600030101010101" pitchFamily="2" charset="-122"/>
              </a:rPr>
              <a:t>RIPv1</a:t>
            </a:r>
            <a:r>
              <a:rPr lang="zh-CN" altLang="en-US" sz="2800">
                <a:ea typeface="宋体" panose="02010600030101010101" pitchFamily="2" charset="-122"/>
              </a:rPr>
              <a:t>、</a:t>
            </a:r>
            <a:r>
              <a:rPr lang="en-US" altLang="zh-CN" sz="2800">
                <a:ea typeface="宋体" panose="02010600030101010101" pitchFamily="2" charset="-122"/>
              </a:rPr>
              <a:t>IGRP</a:t>
            </a:r>
            <a:r>
              <a:rPr lang="zh-CN" altLang="en-US" sz="2800">
                <a:ea typeface="宋体" panose="02010600030101010101" pitchFamily="2" charset="-122"/>
              </a:rPr>
              <a:t>等 </a:t>
            </a:r>
          </a:p>
          <a:p>
            <a:pPr eaLnBrk="1" hangingPunct="1">
              <a:lnSpc>
                <a:spcPct val="90000"/>
              </a:lnSpc>
              <a:buFont typeface="Wingdings" panose="05000000000000000000" pitchFamily="2" charset="2"/>
              <a:buNone/>
            </a:pPr>
            <a:r>
              <a:rPr lang="en-US" altLang="zh-CN" sz="2800">
                <a:ea typeface="宋体" panose="02010600030101010101" pitchFamily="2" charset="-122"/>
              </a:rPr>
              <a:t>2</a:t>
            </a:r>
            <a:r>
              <a:rPr lang="zh-CN" altLang="en-US" sz="2800">
                <a:ea typeface="宋体" panose="02010600030101010101" pitchFamily="2" charset="-122"/>
              </a:rPr>
              <a:t>．无类路由协议</a:t>
            </a:r>
          </a:p>
          <a:p>
            <a:pPr eaLnBrk="1" hangingPunct="1">
              <a:lnSpc>
                <a:spcPct val="90000"/>
              </a:lnSpc>
            </a:pPr>
            <a:r>
              <a:rPr lang="zh-CN" altLang="en-US" sz="2800">
                <a:ea typeface="宋体" panose="02010600030101010101" pitchFamily="2" charset="-122"/>
              </a:rPr>
              <a:t>无类路由协议的特点是发送路由更新包的时候携带自己的子网掩码信息。</a:t>
            </a:r>
          </a:p>
          <a:p>
            <a:pPr eaLnBrk="1" hangingPunct="1">
              <a:lnSpc>
                <a:spcPct val="90000"/>
              </a:lnSpc>
            </a:pPr>
            <a:r>
              <a:rPr lang="zh-CN" altLang="en-US" sz="2800">
                <a:ea typeface="宋体" panose="02010600030101010101" pitchFamily="2" charset="-122"/>
              </a:rPr>
              <a:t>无类路由协议包括</a:t>
            </a:r>
            <a:r>
              <a:rPr lang="en-US" altLang="zh-CN" sz="2800">
                <a:ea typeface="宋体" panose="02010600030101010101" pitchFamily="2" charset="-122"/>
              </a:rPr>
              <a:t>RIPv2</a:t>
            </a:r>
            <a:r>
              <a:rPr lang="zh-CN" altLang="en-US" sz="2800">
                <a:ea typeface="宋体" panose="02010600030101010101" pitchFamily="2" charset="-122"/>
              </a:rPr>
              <a:t>、</a:t>
            </a:r>
            <a:r>
              <a:rPr lang="en-US" altLang="zh-CN" sz="2800">
                <a:ea typeface="宋体" panose="02010600030101010101" pitchFamily="2" charset="-122"/>
              </a:rPr>
              <a:t>EIGRP</a:t>
            </a:r>
            <a:r>
              <a:rPr lang="zh-CN" altLang="en-US" sz="2800">
                <a:ea typeface="宋体" panose="02010600030101010101" pitchFamily="2" charset="-122"/>
              </a:rPr>
              <a:t>、</a:t>
            </a:r>
            <a:r>
              <a:rPr lang="en-US" altLang="zh-CN" sz="2800">
                <a:ea typeface="宋体" panose="02010600030101010101" pitchFamily="2" charset="-122"/>
              </a:rPr>
              <a:t>OSPF</a:t>
            </a:r>
            <a:r>
              <a:rPr lang="zh-CN" altLang="en-US" sz="2800">
                <a:ea typeface="宋体" panose="02010600030101010101" pitchFamily="2" charset="-122"/>
              </a:rPr>
              <a:t>、</a:t>
            </a:r>
            <a:r>
              <a:rPr lang="en-US" altLang="zh-CN" sz="2800">
                <a:ea typeface="宋体" panose="02010600030101010101" pitchFamily="2" charset="-122"/>
              </a:rPr>
              <a:t>IS-IS</a:t>
            </a:r>
            <a:r>
              <a:rPr lang="zh-CN" altLang="en-US" sz="2800">
                <a:ea typeface="宋体" panose="02010600030101010101" pitchFamily="2" charset="-122"/>
              </a:rPr>
              <a:t>等。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1">
            <a:extLst>
              <a:ext uri="{FF2B5EF4-FFF2-40B4-BE49-F238E27FC236}">
                <a16:creationId xmlns:a16="http://schemas.microsoft.com/office/drawing/2014/main" id="{0F435F6F-66E9-ABDF-CF5A-337BA3E95BD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262D0781-052B-4F7A-B100-B8466F06AF75}" type="slidenum">
              <a:rPr lang="en-US" altLang="zh-CN" sz="2000" baseline="0">
                <a:solidFill>
                  <a:schemeClr val="bg2"/>
                </a:solidFill>
              </a:rPr>
              <a:pPr/>
              <a:t>101</a:t>
            </a:fld>
            <a:endParaRPr lang="en-US" altLang="zh-CN" sz="2000" baseline="0">
              <a:solidFill>
                <a:schemeClr val="bg2"/>
              </a:solidFill>
            </a:endParaRPr>
          </a:p>
        </p:txBody>
      </p:sp>
      <p:sp>
        <p:nvSpPr>
          <p:cNvPr id="107523" name="Line 2">
            <a:extLst>
              <a:ext uri="{FF2B5EF4-FFF2-40B4-BE49-F238E27FC236}">
                <a16:creationId xmlns:a16="http://schemas.microsoft.com/office/drawing/2014/main" id="{53265F18-D2D9-A7AA-BEC7-FD05166F4C8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24" name="Line 3">
            <a:extLst>
              <a:ext uri="{FF2B5EF4-FFF2-40B4-BE49-F238E27FC236}">
                <a16:creationId xmlns:a16="http://schemas.microsoft.com/office/drawing/2014/main" id="{75525B36-7566-AEAA-165A-1900ED614F9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25" name="Text Box 4">
            <a:extLst>
              <a:ext uri="{FF2B5EF4-FFF2-40B4-BE49-F238E27FC236}">
                <a16:creationId xmlns:a16="http://schemas.microsoft.com/office/drawing/2014/main" id="{72B08388-1646-D785-AACF-EE949AB87AC8}"/>
              </a:ext>
            </a:extLst>
          </p:cNvPr>
          <p:cNvSpPr txBox="1">
            <a:spLocks noChangeArrowheads="1"/>
          </p:cNvSpPr>
          <p:nvPr/>
        </p:nvSpPr>
        <p:spPr bwMode="auto">
          <a:xfrm>
            <a:off x="304800" y="381000"/>
            <a:ext cx="495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22.30  </a:t>
            </a:r>
            <a:r>
              <a:rPr lang="zh-CN" altLang="en-US" sz="2000" i="1" baseline="0">
                <a:latin typeface="Times New Roman" panose="02020603050405020304" pitchFamily="18" charset="0"/>
                <a:ea typeface="宋体" panose="02010600030101010101" pitchFamily="2" charset="-122"/>
              </a:rPr>
              <a:t>路径向量路由选择的初始路由表</a:t>
            </a:r>
          </a:p>
        </p:txBody>
      </p:sp>
      <p:sp>
        <p:nvSpPr>
          <p:cNvPr id="107526" name="Line 5">
            <a:extLst>
              <a:ext uri="{FF2B5EF4-FFF2-40B4-BE49-F238E27FC236}">
                <a16:creationId xmlns:a16="http://schemas.microsoft.com/office/drawing/2014/main" id="{E09A01CF-EA31-EA95-ED5D-F0E54BB1E05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7527" name="Picture 6">
            <a:extLst>
              <a:ext uri="{FF2B5EF4-FFF2-40B4-BE49-F238E27FC236}">
                <a16:creationId xmlns:a16="http://schemas.microsoft.com/office/drawing/2014/main" id="{82517259-6A58-C233-E7F7-E644C789B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1204913"/>
            <a:ext cx="5905500" cy="466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1">
            <a:extLst>
              <a:ext uri="{FF2B5EF4-FFF2-40B4-BE49-F238E27FC236}">
                <a16:creationId xmlns:a16="http://schemas.microsoft.com/office/drawing/2014/main" id="{EA4BFE1C-6099-149D-9D9C-9605FBF6394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C10C09B-102B-44AC-A151-2ECC51B67F7D}" type="slidenum">
              <a:rPr lang="en-US" altLang="zh-CN" sz="2000" baseline="0">
                <a:solidFill>
                  <a:schemeClr val="bg2"/>
                </a:solidFill>
              </a:rPr>
              <a:pPr/>
              <a:t>102</a:t>
            </a:fld>
            <a:endParaRPr lang="en-US" altLang="zh-CN" sz="2000" baseline="0">
              <a:solidFill>
                <a:schemeClr val="bg2"/>
              </a:solidFill>
            </a:endParaRPr>
          </a:p>
        </p:txBody>
      </p:sp>
      <p:sp>
        <p:nvSpPr>
          <p:cNvPr id="108547" name="Line 2">
            <a:extLst>
              <a:ext uri="{FF2B5EF4-FFF2-40B4-BE49-F238E27FC236}">
                <a16:creationId xmlns:a16="http://schemas.microsoft.com/office/drawing/2014/main" id="{265F6E1E-99A8-7033-87DD-CD5FF247F1A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48" name="Line 3">
            <a:extLst>
              <a:ext uri="{FF2B5EF4-FFF2-40B4-BE49-F238E27FC236}">
                <a16:creationId xmlns:a16="http://schemas.microsoft.com/office/drawing/2014/main" id="{03DD1685-C0E9-ADE6-0474-AFDE84A6D3A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49" name="Text Box 4">
            <a:extLst>
              <a:ext uri="{FF2B5EF4-FFF2-40B4-BE49-F238E27FC236}">
                <a16:creationId xmlns:a16="http://schemas.microsoft.com/office/drawing/2014/main" id="{FB1B189E-364C-4A7B-DA89-88ABEE493373}"/>
              </a:ext>
            </a:extLst>
          </p:cNvPr>
          <p:cNvSpPr txBox="1">
            <a:spLocks noChangeArrowheads="1"/>
          </p:cNvSpPr>
          <p:nvPr/>
        </p:nvSpPr>
        <p:spPr bwMode="auto">
          <a:xfrm>
            <a:off x="304800" y="381000"/>
            <a:ext cx="394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22.31  </a:t>
            </a:r>
            <a:r>
              <a:rPr lang="zh-CN" altLang="en-US" sz="2000" i="1" baseline="0">
                <a:latin typeface="Times New Roman" panose="02020603050405020304" pitchFamily="18" charset="0"/>
                <a:ea typeface="宋体" panose="02010600030101010101" pitchFamily="2" charset="-122"/>
              </a:rPr>
              <a:t>三个独立系统的稳定表</a:t>
            </a:r>
          </a:p>
        </p:txBody>
      </p:sp>
      <p:sp>
        <p:nvSpPr>
          <p:cNvPr id="108550" name="Line 5">
            <a:extLst>
              <a:ext uri="{FF2B5EF4-FFF2-40B4-BE49-F238E27FC236}">
                <a16:creationId xmlns:a16="http://schemas.microsoft.com/office/drawing/2014/main" id="{53B4B1DE-5500-680E-3949-0B15B16E7E4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8551" name="Picture 6">
            <a:extLst>
              <a:ext uri="{FF2B5EF4-FFF2-40B4-BE49-F238E27FC236}">
                <a16:creationId xmlns:a16="http://schemas.microsoft.com/office/drawing/2014/main" id="{77DF3EDA-20F5-11C9-1993-615FD082A6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92313"/>
            <a:ext cx="8547100" cy="288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1">
            <a:extLst>
              <a:ext uri="{FF2B5EF4-FFF2-40B4-BE49-F238E27FC236}">
                <a16:creationId xmlns:a16="http://schemas.microsoft.com/office/drawing/2014/main" id="{7E89A75C-AFF3-4110-46A5-1C08C452D34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4601FF1-C996-4BD7-9EA4-E2BA88AADBA2}" type="slidenum">
              <a:rPr lang="en-US" altLang="zh-CN" sz="2000" baseline="0">
                <a:solidFill>
                  <a:schemeClr val="bg2"/>
                </a:solidFill>
              </a:rPr>
              <a:pPr/>
              <a:t>103</a:t>
            </a:fld>
            <a:endParaRPr lang="en-US" altLang="zh-CN" sz="2000" baseline="0">
              <a:solidFill>
                <a:schemeClr val="bg2"/>
              </a:solidFill>
            </a:endParaRPr>
          </a:p>
        </p:txBody>
      </p:sp>
      <p:sp>
        <p:nvSpPr>
          <p:cNvPr id="109571" name="Line 2">
            <a:extLst>
              <a:ext uri="{FF2B5EF4-FFF2-40B4-BE49-F238E27FC236}">
                <a16:creationId xmlns:a16="http://schemas.microsoft.com/office/drawing/2014/main" id="{BB709478-1F05-B48C-9491-CCC97033893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72" name="Line 3">
            <a:extLst>
              <a:ext uri="{FF2B5EF4-FFF2-40B4-BE49-F238E27FC236}">
                <a16:creationId xmlns:a16="http://schemas.microsoft.com/office/drawing/2014/main" id="{ADB95F81-00BB-5732-1613-DA99B8FD239D}"/>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73" name="Text Box 4">
            <a:extLst>
              <a:ext uri="{FF2B5EF4-FFF2-40B4-BE49-F238E27FC236}">
                <a16:creationId xmlns:a16="http://schemas.microsoft.com/office/drawing/2014/main" id="{1B22E8C1-1614-73D4-8267-C33BDE0E598E}"/>
              </a:ext>
            </a:extLst>
          </p:cNvPr>
          <p:cNvSpPr txBox="1">
            <a:spLocks noChangeArrowheads="1"/>
          </p:cNvSpPr>
          <p:nvPr/>
        </p:nvSpPr>
        <p:spPr bwMode="auto">
          <a:xfrm>
            <a:off x="304800" y="381000"/>
            <a:ext cx="3752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22.32  </a:t>
            </a:r>
            <a:r>
              <a:rPr lang="zh-CN" altLang="en-US" sz="2000" i="1" baseline="0">
                <a:latin typeface="Times New Roman" panose="02020603050405020304" pitchFamily="18" charset="0"/>
                <a:ea typeface="宋体" panose="02010600030101010101" pitchFamily="2" charset="-122"/>
              </a:rPr>
              <a:t>内部和外部 BGP会话</a:t>
            </a:r>
          </a:p>
        </p:txBody>
      </p:sp>
      <p:sp>
        <p:nvSpPr>
          <p:cNvPr id="109574" name="Line 5">
            <a:extLst>
              <a:ext uri="{FF2B5EF4-FFF2-40B4-BE49-F238E27FC236}">
                <a16:creationId xmlns:a16="http://schemas.microsoft.com/office/drawing/2014/main" id="{DCC64821-735F-0428-41B2-F864F3F2CD4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9575" name="Picture 6">
            <a:extLst>
              <a:ext uri="{FF2B5EF4-FFF2-40B4-BE49-F238E27FC236}">
                <a16:creationId xmlns:a16="http://schemas.microsoft.com/office/drawing/2014/main" id="{FA1D2EAF-5DC0-D042-D170-C023D05DF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2103438"/>
            <a:ext cx="6919912" cy="315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灯片编号占位符 1">
            <a:extLst>
              <a:ext uri="{FF2B5EF4-FFF2-40B4-BE49-F238E27FC236}">
                <a16:creationId xmlns:a16="http://schemas.microsoft.com/office/drawing/2014/main" id="{FC6D493B-1650-9903-0D9A-A0254EA036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6A77DB9-FA6C-429C-BFE3-60602ECA03C0}" type="slidenum">
              <a:rPr lang="en-US" altLang="zh-CN" sz="2000" baseline="0">
                <a:solidFill>
                  <a:schemeClr val="bg2"/>
                </a:solidFill>
              </a:rPr>
              <a:pPr/>
              <a:t>104</a:t>
            </a:fld>
            <a:endParaRPr lang="en-US" altLang="zh-CN" sz="2000" baseline="0">
              <a:solidFill>
                <a:schemeClr val="bg2"/>
              </a:solidFill>
            </a:endParaRPr>
          </a:p>
        </p:txBody>
      </p:sp>
      <p:sp>
        <p:nvSpPr>
          <p:cNvPr id="55298" name="Rectangle 2">
            <a:extLst>
              <a:ext uri="{FF2B5EF4-FFF2-40B4-BE49-F238E27FC236}">
                <a16:creationId xmlns:a16="http://schemas.microsoft.com/office/drawing/2014/main" id="{F616EB06-3E9B-F2D7-E440-F56A6E8118CB}"/>
              </a:ext>
            </a:extLst>
          </p:cNvPr>
          <p:cNvSpPr>
            <a:spLocks noChangeArrowheads="1"/>
          </p:cNvSpPr>
          <p:nvPr/>
        </p:nvSpPr>
        <p:spPr bwMode="auto">
          <a:xfrm>
            <a:off x="0" y="0"/>
            <a:ext cx="9144000" cy="1371600"/>
          </a:xfrm>
          <a:prstGeom prst="rect">
            <a:avLst/>
          </a:prstGeom>
          <a:solidFill>
            <a:srgbClr val="33CCFF"/>
          </a:solidFill>
          <a:ln w="9525" cmpd="sng">
            <a:solidFill>
              <a:schemeClr val="tx1"/>
            </a:solidFill>
            <a:miter lim="800000"/>
            <a:headEnd/>
            <a:tailEnd/>
          </a:ln>
          <a:effectLst/>
        </p:spPr>
        <p:txBody>
          <a:bodyPr wrap="none" anchor="ctr"/>
          <a:lstStyle/>
          <a:p>
            <a:pPr algn="ctr">
              <a:defRPr/>
            </a:pPr>
            <a:endParaRPr lang="zh-CN" altLang="zh-CN" baseline="0">
              <a:effectLst>
                <a:outerShdw blurRad="38100" dist="38100" dir="2700000" algn="tl">
                  <a:srgbClr val="FFFFFF"/>
                </a:outerShdw>
              </a:effectLst>
              <a:latin typeface="Times New Roman" pitchFamily="18" charset="0"/>
              <a:ea typeface="宋体" pitchFamily="2" charset="-122"/>
            </a:endParaRPr>
          </a:p>
        </p:txBody>
      </p:sp>
      <p:sp>
        <p:nvSpPr>
          <p:cNvPr id="55299" name="Text Box 3">
            <a:extLst>
              <a:ext uri="{FF2B5EF4-FFF2-40B4-BE49-F238E27FC236}">
                <a16:creationId xmlns:a16="http://schemas.microsoft.com/office/drawing/2014/main" id="{AE5BD034-6F10-1B27-9FB7-C5F4BA8D1C9E}"/>
              </a:ext>
            </a:extLst>
          </p:cNvPr>
          <p:cNvSpPr txBox="1">
            <a:spLocks noChangeArrowheads="1"/>
          </p:cNvSpPr>
          <p:nvPr/>
        </p:nvSpPr>
        <p:spPr bwMode="auto">
          <a:xfrm>
            <a:off x="228600" y="406400"/>
            <a:ext cx="4483100" cy="579438"/>
          </a:xfrm>
          <a:prstGeom prst="rect">
            <a:avLst/>
          </a:prstGeom>
          <a:noFill/>
          <a:ln w="9525">
            <a:noFill/>
            <a:miter lim="800000"/>
            <a:headEnd/>
            <a:tailEnd/>
          </a:ln>
          <a:effectLst/>
        </p:spPr>
        <p:txBody>
          <a:bodyPr wrap="none">
            <a:spAutoFit/>
          </a:bodyPr>
          <a:lstStyle/>
          <a:p>
            <a:pPr>
              <a:defRPr/>
            </a:pPr>
            <a:r>
              <a:rPr lang="en-US" altLang="zh-CN" baseline="0">
                <a:effectLst>
                  <a:outerShdw blurRad="38100" dist="38100" dir="2700000" algn="tl">
                    <a:srgbClr val="C0C0C0"/>
                  </a:outerShdw>
                </a:effectLst>
                <a:latin typeface="Times" pitchFamily="2" charset="0"/>
                <a:ea typeface="宋体" pitchFamily="2" charset="-122"/>
              </a:rPr>
              <a:t>22-4   </a:t>
            </a:r>
            <a:r>
              <a:rPr lang="zh-CN" altLang="en-US" baseline="0">
                <a:effectLst>
                  <a:outerShdw blurRad="38100" dist="38100" dir="2700000" algn="tl">
                    <a:srgbClr val="C0C0C0"/>
                  </a:outerShdw>
                </a:effectLst>
                <a:latin typeface="Times" pitchFamily="2" charset="0"/>
                <a:ea typeface="宋体" pitchFamily="2" charset="-122"/>
              </a:rPr>
              <a:t>多播路由选择协议</a:t>
            </a:r>
          </a:p>
        </p:txBody>
      </p:sp>
      <p:sp>
        <p:nvSpPr>
          <p:cNvPr id="110597" name="Text Box 4">
            <a:extLst>
              <a:ext uri="{FF2B5EF4-FFF2-40B4-BE49-F238E27FC236}">
                <a16:creationId xmlns:a16="http://schemas.microsoft.com/office/drawing/2014/main" id="{CA5D533B-A69D-72B1-737D-5C72EB696926}"/>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zh-CN" sz="1800" baseline="0">
              <a:latin typeface="Times New Roman" panose="02020603050405020304" pitchFamily="18" charset="0"/>
              <a:ea typeface="宋体" panose="02010600030101010101" pitchFamily="2" charset="-122"/>
            </a:endParaRPr>
          </a:p>
        </p:txBody>
      </p:sp>
      <p:sp>
        <p:nvSpPr>
          <p:cNvPr id="55301" name="Rectangle 5">
            <a:extLst>
              <a:ext uri="{FF2B5EF4-FFF2-40B4-BE49-F238E27FC236}">
                <a16:creationId xmlns:a16="http://schemas.microsoft.com/office/drawing/2014/main" id="{689F6A74-3B95-5C9A-282E-5C1FB8A3E74B}"/>
              </a:ext>
            </a:extLst>
          </p:cNvPr>
          <p:cNvSpPr>
            <a:spLocks noChangeArrowheads="1"/>
          </p:cNvSpPr>
          <p:nvPr/>
        </p:nvSpPr>
        <p:spPr bwMode="auto">
          <a:xfrm>
            <a:off x="304800" y="1782763"/>
            <a:ext cx="8229600" cy="517525"/>
          </a:xfrm>
          <a:prstGeom prst="rect">
            <a:avLst/>
          </a:prstGeom>
          <a:noFill/>
          <a:ln w="9525">
            <a:noFill/>
            <a:miter lim="800000"/>
            <a:headEnd/>
            <a:tailEnd/>
          </a:ln>
          <a:effectLst/>
        </p:spPr>
        <p:txBody>
          <a:bodyPr anchor="ctr">
            <a:spAutoFit/>
          </a:bodyPr>
          <a:lstStyle/>
          <a:p>
            <a:pPr algn="just" eaLnBrk="1" hangingPunct="1">
              <a:defRPr/>
            </a:pPr>
            <a:r>
              <a:rPr lang="zh-CN" altLang="en-US" sz="2800" i="1" baseline="0">
                <a:effectLst>
                  <a:outerShdw blurRad="38100" dist="38100" dir="2700000" algn="tl">
                    <a:srgbClr val="C0C0C0"/>
                  </a:outerShdw>
                </a:effectLst>
                <a:latin typeface="Times New Roman" pitchFamily="18" charset="0"/>
                <a:ea typeface="宋体" pitchFamily="2" charset="-122"/>
              </a:rPr>
              <a:t>在这一节，我们讨论多播与多播路由选择协议。</a:t>
            </a:r>
          </a:p>
        </p:txBody>
      </p:sp>
      <p:sp>
        <p:nvSpPr>
          <p:cNvPr id="110599" name="Rectangle 6">
            <a:extLst>
              <a:ext uri="{FF2B5EF4-FFF2-40B4-BE49-F238E27FC236}">
                <a16:creationId xmlns:a16="http://schemas.microsoft.com/office/drawing/2014/main" id="{1A3618D8-BF17-535C-4E70-CF8ACACBFEF7}"/>
              </a:ext>
            </a:extLst>
          </p:cNvPr>
          <p:cNvSpPr>
            <a:spLocks noChangeArrowheads="1"/>
          </p:cNvSpPr>
          <p:nvPr/>
        </p:nvSpPr>
        <p:spPr bwMode="auto">
          <a:xfrm>
            <a:off x="228600" y="4667250"/>
            <a:ext cx="67056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单播、多播与广播</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应用</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多播路由选择</a:t>
            </a:r>
          </a:p>
          <a:p>
            <a:pPr>
              <a:buClr>
                <a:schemeClr val="tx1"/>
              </a:buClr>
              <a:buSzPct val="117000"/>
              <a:buFont typeface="Wingdings" panose="05000000000000000000" pitchFamily="2" charset="2"/>
              <a:buNone/>
            </a:pPr>
            <a:r>
              <a:rPr lang="zh-CN" altLang="en-US" sz="2400" baseline="0">
                <a:solidFill>
                  <a:srgbClr val="0033CC"/>
                </a:solidFill>
                <a:latin typeface="Times New Roman" panose="02020603050405020304" pitchFamily="18" charset="0"/>
                <a:ea typeface="宋体" panose="02010600030101010101" pitchFamily="2" charset="-122"/>
              </a:rPr>
              <a:t>多播路由选择协议</a:t>
            </a:r>
          </a:p>
        </p:txBody>
      </p:sp>
      <p:sp>
        <p:nvSpPr>
          <p:cNvPr id="55303" name="Text Box 7">
            <a:extLst>
              <a:ext uri="{FF2B5EF4-FFF2-40B4-BE49-F238E27FC236}">
                <a16:creationId xmlns:a16="http://schemas.microsoft.com/office/drawing/2014/main" id="{AAE0DBE7-62DD-801E-4CBB-9C15557CFF6E}"/>
              </a:ext>
            </a:extLst>
          </p:cNvPr>
          <p:cNvSpPr txBox="1">
            <a:spLocks noChangeArrowheads="1"/>
          </p:cNvSpPr>
          <p:nvPr/>
        </p:nvSpPr>
        <p:spPr bwMode="auto">
          <a:xfrm>
            <a:off x="381000" y="4191000"/>
            <a:ext cx="3273425" cy="519113"/>
          </a:xfrm>
          <a:prstGeom prst="rect">
            <a:avLst/>
          </a:prstGeom>
          <a:noFill/>
          <a:ln w="9525">
            <a:noFill/>
            <a:miter lim="800000"/>
            <a:headEnd/>
            <a:tailEnd/>
          </a:ln>
          <a:effectLst/>
        </p:spPr>
        <p:txBody>
          <a:bodyPr>
            <a:spAutoFit/>
          </a:bodyPr>
          <a:lstStyle/>
          <a:p>
            <a:pPr>
              <a:defRPr/>
            </a:pPr>
            <a:r>
              <a:rPr lang="zh-CN" altLang="en-US" sz="2800" i="1" u="sng" baseline="0">
                <a:solidFill>
                  <a:schemeClr val="hlink"/>
                </a:solidFill>
                <a:effectLst>
                  <a:outerShdw blurRad="38100" dist="38100" dir="2700000" algn="tl">
                    <a:srgbClr val="C0C0C0"/>
                  </a:outerShdw>
                </a:effectLst>
                <a:latin typeface="Times New Roman" pitchFamily="18" charset="0"/>
                <a:ea typeface="宋体" pitchFamily="2" charset="-122"/>
              </a:rPr>
              <a:t>本节讨论：</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1">
            <a:extLst>
              <a:ext uri="{FF2B5EF4-FFF2-40B4-BE49-F238E27FC236}">
                <a16:creationId xmlns:a16="http://schemas.microsoft.com/office/drawing/2014/main" id="{4142D6FE-2B56-4CC5-C044-8FC89E7718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0141BC2F-A53A-479F-AE11-6E2894EE156B}" type="slidenum">
              <a:rPr lang="en-US" altLang="zh-CN" sz="2000" baseline="0">
                <a:solidFill>
                  <a:schemeClr val="bg2"/>
                </a:solidFill>
              </a:rPr>
              <a:pPr/>
              <a:t>105</a:t>
            </a:fld>
            <a:endParaRPr lang="en-US" altLang="zh-CN" sz="2000" baseline="0">
              <a:solidFill>
                <a:schemeClr val="bg2"/>
              </a:solidFill>
            </a:endParaRPr>
          </a:p>
        </p:txBody>
      </p:sp>
      <p:sp>
        <p:nvSpPr>
          <p:cNvPr id="111619" name="Line 2">
            <a:extLst>
              <a:ext uri="{FF2B5EF4-FFF2-40B4-BE49-F238E27FC236}">
                <a16:creationId xmlns:a16="http://schemas.microsoft.com/office/drawing/2014/main" id="{A810CF47-4CCA-39E0-14AD-113C1562BC2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20" name="Line 3">
            <a:extLst>
              <a:ext uri="{FF2B5EF4-FFF2-40B4-BE49-F238E27FC236}">
                <a16:creationId xmlns:a16="http://schemas.microsoft.com/office/drawing/2014/main" id="{8442F2E3-6919-D18E-C0BC-4F05E6DEDFB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21" name="Text Box 4">
            <a:extLst>
              <a:ext uri="{FF2B5EF4-FFF2-40B4-BE49-F238E27FC236}">
                <a16:creationId xmlns:a16="http://schemas.microsoft.com/office/drawing/2014/main" id="{8608F2EB-EBC5-F9B1-CDEE-34C02B69D683}"/>
              </a:ext>
            </a:extLst>
          </p:cNvPr>
          <p:cNvSpPr txBox="1">
            <a:spLocks noChangeArrowheads="1"/>
          </p:cNvSpPr>
          <p:nvPr/>
        </p:nvSpPr>
        <p:spPr bwMode="auto">
          <a:xfrm>
            <a:off x="304800" y="381000"/>
            <a:ext cx="190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22.33  </a:t>
            </a:r>
            <a:r>
              <a:rPr lang="zh-CN" altLang="en-US" sz="2000" i="1" baseline="0">
                <a:latin typeface="Times New Roman" panose="02020603050405020304" pitchFamily="18" charset="0"/>
                <a:ea typeface="宋体" panose="02010600030101010101" pitchFamily="2" charset="-122"/>
              </a:rPr>
              <a:t>单播</a:t>
            </a:r>
          </a:p>
        </p:txBody>
      </p:sp>
      <p:sp>
        <p:nvSpPr>
          <p:cNvPr id="111622" name="Line 5">
            <a:extLst>
              <a:ext uri="{FF2B5EF4-FFF2-40B4-BE49-F238E27FC236}">
                <a16:creationId xmlns:a16="http://schemas.microsoft.com/office/drawing/2014/main" id="{38B072D0-98A8-9384-E9FB-003A6A27C04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1623" name="Picture 6">
            <a:extLst>
              <a:ext uri="{FF2B5EF4-FFF2-40B4-BE49-F238E27FC236}">
                <a16:creationId xmlns:a16="http://schemas.microsoft.com/office/drawing/2014/main" id="{8EF09E60-D60B-DA32-88C4-BEF00ED1F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988" y="2181225"/>
            <a:ext cx="7212012"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1">
            <a:extLst>
              <a:ext uri="{FF2B5EF4-FFF2-40B4-BE49-F238E27FC236}">
                <a16:creationId xmlns:a16="http://schemas.microsoft.com/office/drawing/2014/main" id="{B2E4A4E1-F829-EBCB-9166-7348BBB01C8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0DB7F62B-AA92-46DE-BD03-0F835B7AEFE3}" type="slidenum">
              <a:rPr lang="en-US" altLang="zh-CN" sz="2000" baseline="0">
                <a:solidFill>
                  <a:schemeClr val="bg2"/>
                </a:solidFill>
              </a:rPr>
              <a:pPr/>
              <a:t>106</a:t>
            </a:fld>
            <a:endParaRPr lang="en-US" altLang="zh-CN" sz="2000" baseline="0">
              <a:solidFill>
                <a:schemeClr val="bg2"/>
              </a:solidFill>
            </a:endParaRPr>
          </a:p>
        </p:txBody>
      </p:sp>
      <p:sp>
        <p:nvSpPr>
          <p:cNvPr id="112643" name="Rectangle 2">
            <a:extLst>
              <a:ext uri="{FF2B5EF4-FFF2-40B4-BE49-F238E27FC236}">
                <a16:creationId xmlns:a16="http://schemas.microsoft.com/office/drawing/2014/main" id="{98E639D0-3F87-3190-8068-0A22ECFCC89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44" name="Rectangle 3">
            <a:extLst>
              <a:ext uri="{FF2B5EF4-FFF2-40B4-BE49-F238E27FC236}">
                <a16:creationId xmlns:a16="http://schemas.microsoft.com/office/drawing/2014/main" id="{64EC114A-A9E6-ADB1-3709-CDD015B17950}"/>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45" name="Rectangle 4">
            <a:extLst>
              <a:ext uri="{FF2B5EF4-FFF2-40B4-BE49-F238E27FC236}">
                <a16:creationId xmlns:a16="http://schemas.microsoft.com/office/drawing/2014/main" id="{463828E6-127B-9637-D4B0-B2E315977A51}"/>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46" name="Rectangle 5">
            <a:extLst>
              <a:ext uri="{FF2B5EF4-FFF2-40B4-BE49-F238E27FC236}">
                <a16:creationId xmlns:a16="http://schemas.microsoft.com/office/drawing/2014/main" id="{18F40014-1B97-EB19-0C28-57AC2542117A}"/>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47" name="Rectangle 6">
            <a:extLst>
              <a:ext uri="{FF2B5EF4-FFF2-40B4-BE49-F238E27FC236}">
                <a16:creationId xmlns:a16="http://schemas.microsoft.com/office/drawing/2014/main" id="{CD3F24F6-47AA-BA80-AA0E-507AF6A249D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48" name="Rectangle 7">
            <a:extLst>
              <a:ext uri="{FF2B5EF4-FFF2-40B4-BE49-F238E27FC236}">
                <a16:creationId xmlns:a16="http://schemas.microsoft.com/office/drawing/2014/main" id="{A9298C97-1E07-E233-1378-FEEEB8135E2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49" name="Rectangle 8">
            <a:extLst>
              <a:ext uri="{FF2B5EF4-FFF2-40B4-BE49-F238E27FC236}">
                <a16:creationId xmlns:a16="http://schemas.microsoft.com/office/drawing/2014/main" id="{A7F51888-B0DC-4E56-DBEE-076A7BFBCB3F}"/>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2650" name="Line 9">
            <a:extLst>
              <a:ext uri="{FF2B5EF4-FFF2-40B4-BE49-F238E27FC236}">
                <a16:creationId xmlns:a16="http://schemas.microsoft.com/office/drawing/2014/main" id="{86868EA5-B45B-D0BF-8BA8-355EB78A999A}"/>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1" name="Line 10">
            <a:extLst>
              <a:ext uri="{FF2B5EF4-FFF2-40B4-BE49-F238E27FC236}">
                <a16:creationId xmlns:a16="http://schemas.microsoft.com/office/drawing/2014/main" id="{D9C4D75C-95EB-1466-3457-48BA2F6D34CB}"/>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2" name="Rectangle 11">
            <a:extLst>
              <a:ext uri="{FF2B5EF4-FFF2-40B4-BE49-F238E27FC236}">
                <a16:creationId xmlns:a16="http://schemas.microsoft.com/office/drawing/2014/main" id="{1A1175B8-B009-1128-964A-5BFD0AC958BE}"/>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在单播中，路由器将接收到的分组仅从其端口中的一个转发出去。</a:t>
            </a:r>
          </a:p>
        </p:txBody>
      </p:sp>
      <p:grpSp>
        <p:nvGrpSpPr>
          <p:cNvPr id="112653" name="Group 12">
            <a:extLst>
              <a:ext uri="{FF2B5EF4-FFF2-40B4-BE49-F238E27FC236}">
                <a16:creationId xmlns:a16="http://schemas.microsoft.com/office/drawing/2014/main" id="{78FDB6F8-115D-BDBA-AB95-C272C137FFA2}"/>
              </a:ext>
            </a:extLst>
          </p:cNvPr>
          <p:cNvGrpSpPr>
            <a:grpSpLocks/>
          </p:cNvGrpSpPr>
          <p:nvPr/>
        </p:nvGrpSpPr>
        <p:grpSpPr bwMode="auto">
          <a:xfrm>
            <a:off x="457200" y="1981200"/>
            <a:ext cx="1143000" cy="566738"/>
            <a:chOff x="0" y="0"/>
            <a:chExt cx="720" cy="357"/>
          </a:xfrm>
        </p:grpSpPr>
        <p:pic>
          <p:nvPicPr>
            <p:cNvPr id="112654" name="Picture 13">
              <a:extLst>
                <a:ext uri="{FF2B5EF4-FFF2-40B4-BE49-F238E27FC236}">
                  <a16:creationId xmlns:a16="http://schemas.microsoft.com/office/drawing/2014/main" id="{560E026D-ED83-36B1-5A77-809F331BA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55" name="Text Box 14">
              <a:extLst>
                <a:ext uri="{FF2B5EF4-FFF2-40B4-BE49-F238E27FC236}">
                  <a16:creationId xmlns:a16="http://schemas.microsoft.com/office/drawing/2014/main" id="{B0509253-343F-1739-0330-A34C65759814}"/>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1">
            <a:extLst>
              <a:ext uri="{FF2B5EF4-FFF2-40B4-BE49-F238E27FC236}">
                <a16:creationId xmlns:a16="http://schemas.microsoft.com/office/drawing/2014/main" id="{6536755B-A3E0-982F-10C0-65CD5206651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A7DC5AB6-6EE4-4A16-B02F-5F0DB9547F25}" type="slidenum">
              <a:rPr lang="en-US" altLang="zh-CN" sz="2000" baseline="0">
                <a:solidFill>
                  <a:schemeClr val="bg2"/>
                </a:solidFill>
              </a:rPr>
              <a:pPr/>
              <a:t>107</a:t>
            </a:fld>
            <a:endParaRPr lang="en-US" altLang="zh-CN" sz="2000" baseline="0">
              <a:solidFill>
                <a:schemeClr val="bg2"/>
              </a:solidFill>
            </a:endParaRPr>
          </a:p>
        </p:txBody>
      </p:sp>
      <p:sp>
        <p:nvSpPr>
          <p:cNvPr id="113667" name="Line 2">
            <a:extLst>
              <a:ext uri="{FF2B5EF4-FFF2-40B4-BE49-F238E27FC236}">
                <a16:creationId xmlns:a16="http://schemas.microsoft.com/office/drawing/2014/main" id="{47959A5E-7120-65C6-CB6C-6AC22E006E9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68" name="Line 3">
            <a:extLst>
              <a:ext uri="{FF2B5EF4-FFF2-40B4-BE49-F238E27FC236}">
                <a16:creationId xmlns:a16="http://schemas.microsoft.com/office/drawing/2014/main" id="{8564EDCD-4708-E4E9-0157-31F3CB154EB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69" name="Text Box 4">
            <a:extLst>
              <a:ext uri="{FF2B5EF4-FFF2-40B4-BE49-F238E27FC236}">
                <a16:creationId xmlns:a16="http://schemas.microsoft.com/office/drawing/2014/main" id="{C2CA0D5D-E3F8-426F-2505-5CD04BCE56E6}"/>
              </a:ext>
            </a:extLst>
          </p:cNvPr>
          <p:cNvSpPr txBox="1">
            <a:spLocks noChangeArrowheads="1"/>
          </p:cNvSpPr>
          <p:nvPr/>
        </p:nvSpPr>
        <p:spPr bwMode="auto">
          <a:xfrm>
            <a:off x="304800" y="381000"/>
            <a:ext cx="190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22.34  </a:t>
            </a:r>
            <a:r>
              <a:rPr lang="zh-CN" altLang="en-US" sz="2000" i="1" baseline="0">
                <a:latin typeface="Times New Roman" panose="02020603050405020304" pitchFamily="18" charset="0"/>
                <a:ea typeface="宋体" panose="02010600030101010101" pitchFamily="2" charset="-122"/>
              </a:rPr>
              <a:t>多播</a:t>
            </a:r>
          </a:p>
        </p:txBody>
      </p:sp>
      <p:sp>
        <p:nvSpPr>
          <p:cNvPr id="113670" name="Line 5">
            <a:extLst>
              <a:ext uri="{FF2B5EF4-FFF2-40B4-BE49-F238E27FC236}">
                <a16:creationId xmlns:a16="http://schemas.microsoft.com/office/drawing/2014/main" id="{DC87A616-46B4-DE00-7EA6-026E482A508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3671" name="Picture 6">
            <a:extLst>
              <a:ext uri="{FF2B5EF4-FFF2-40B4-BE49-F238E27FC236}">
                <a16:creationId xmlns:a16="http://schemas.microsoft.com/office/drawing/2014/main" id="{C7D13227-653B-9237-8603-FE542838A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95400"/>
            <a:ext cx="6015038"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a:extLst>
              <a:ext uri="{FF2B5EF4-FFF2-40B4-BE49-F238E27FC236}">
                <a16:creationId xmlns:a16="http://schemas.microsoft.com/office/drawing/2014/main" id="{5776F0AA-045E-1204-2DBC-1422F78F51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E0DD6456-B08A-4FA9-B8F6-741573C0CD65}" type="slidenum">
              <a:rPr lang="en-US" altLang="zh-CN" sz="2000" baseline="0">
                <a:solidFill>
                  <a:schemeClr val="bg2"/>
                </a:solidFill>
              </a:rPr>
              <a:pPr/>
              <a:t>108</a:t>
            </a:fld>
            <a:endParaRPr lang="en-US" altLang="zh-CN" sz="2000" baseline="0">
              <a:solidFill>
                <a:schemeClr val="bg2"/>
              </a:solidFill>
            </a:endParaRPr>
          </a:p>
        </p:txBody>
      </p:sp>
      <p:sp>
        <p:nvSpPr>
          <p:cNvPr id="114691" name="Rectangle 2">
            <a:extLst>
              <a:ext uri="{FF2B5EF4-FFF2-40B4-BE49-F238E27FC236}">
                <a16:creationId xmlns:a16="http://schemas.microsoft.com/office/drawing/2014/main" id="{58D2CC74-83E4-17AF-B1F6-0817663E09F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2" name="Rectangle 3">
            <a:extLst>
              <a:ext uri="{FF2B5EF4-FFF2-40B4-BE49-F238E27FC236}">
                <a16:creationId xmlns:a16="http://schemas.microsoft.com/office/drawing/2014/main" id="{C1C58183-146E-7AD1-11C7-5F341EA7D56B}"/>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3" name="Rectangle 4">
            <a:extLst>
              <a:ext uri="{FF2B5EF4-FFF2-40B4-BE49-F238E27FC236}">
                <a16:creationId xmlns:a16="http://schemas.microsoft.com/office/drawing/2014/main" id="{B40B36AA-913D-C492-6CCF-BEF023920352}"/>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4" name="Rectangle 5">
            <a:extLst>
              <a:ext uri="{FF2B5EF4-FFF2-40B4-BE49-F238E27FC236}">
                <a16:creationId xmlns:a16="http://schemas.microsoft.com/office/drawing/2014/main" id="{7EE89C3E-4B76-C74D-E595-4FA073BAC38B}"/>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5" name="Rectangle 6">
            <a:extLst>
              <a:ext uri="{FF2B5EF4-FFF2-40B4-BE49-F238E27FC236}">
                <a16:creationId xmlns:a16="http://schemas.microsoft.com/office/drawing/2014/main" id="{C380B383-CD9F-F1B3-63FA-BDB95234160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6" name="Rectangle 7">
            <a:extLst>
              <a:ext uri="{FF2B5EF4-FFF2-40B4-BE49-F238E27FC236}">
                <a16:creationId xmlns:a16="http://schemas.microsoft.com/office/drawing/2014/main" id="{1C662552-D470-78D8-FFEF-C4F6E9E3202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7" name="Rectangle 8">
            <a:extLst>
              <a:ext uri="{FF2B5EF4-FFF2-40B4-BE49-F238E27FC236}">
                <a16:creationId xmlns:a16="http://schemas.microsoft.com/office/drawing/2014/main" id="{BD8CEBF4-52BA-4514-4A4F-B47A1116960B}"/>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4698" name="Line 9">
            <a:extLst>
              <a:ext uri="{FF2B5EF4-FFF2-40B4-BE49-F238E27FC236}">
                <a16:creationId xmlns:a16="http://schemas.microsoft.com/office/drawing/2014/main" id="{B6D924DD-0B47-493F-C323-7F6961BE5CC7}"/>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699" name="Line 10">
            <a:extLst>
              <a:ext uri="{FF2B5EF4-FFF2-40B4-BE49-F238E27FC236}">
                <a16:creationId xmlns:a16="http://schemas.microsoft.com/office/drawing/2014/main" id="{418F55CE-A135-1B5B-52DF-129647A9AC0A}"/>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0" name="Rectangle 11">
            <a:extLst>
              <a:ext uri="{FF2B5EF4-FFF2-40B4-BE49-F238E27FC236}">
                <a16:creationId xmlns:a16="http://schemas.microsoft.com/office/drawing/2014/main" id="{F7052266-0BD9-80A8-AE45-576F54A7F33F}"/>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baseline="0">
                <a:ea typeface="宋体" panose="02010600030101010101" pitchFamily="2" charset="-122"/>
              </a:rPr>
              <a:t>在多播中，路由器可能通过它的多个</a:t>
            </a:r>
          </a:p>
          <a:p>
            <a:pPr algn="ctr"/>
            <a:r>
              <a:rPr lang="zh-CN" altLang="en-US" baseline="0">
                <a:ea typeface="宋体" panose="02010600030101010101" pitchFamily="2" charset="-122"/>
              </a:rPr>
              <a:t>端口将其所接收到的分组转发出去。</a:t>
            </a:r>
          </a:p>
        </p:txBody>
      </p:sp>
      <p:grpSp>
        <p:nvGrpSpPr>
          <p:cNvPr id="114701" name="Group 12">
            <a:extLst>
              <a:ext uri="{FF2B5EF4-FFF2-40B4-BE49-F238E27FC236}">
                <a16:creationId xmlns:a16="http://schemas.microsoft.com/office/drawing/2014/main" id="{0AA5BAC9-E577-A3E1-337A-F39CC28F2328}"/>
              </a:ext>
            </a:extLst>
          </p:cNvPr>
          <p:cNvGrpSpPr>
            <a:grpSpLocks/>
          </p:cNvGrpSpPr>
          <p:nvPr/>
        </p:nvGrpSpPr>
        <p:grpSpPr bwMode="auto">
          <a:xfrm>
            <a:off x="457200" y="1981200"/>
            <a:ext cx="1143000" cy="566738"/>
            <a:chOff x="0" y="0"/>
            <a:chExt cx="720" cy="357"/>
          </a:xfrm>
        </p:grpSpPr>
        <p:pic>
          <p:nvPicPr>
            <p:cNvPr id="114702" name="Picture 13">
              <a:extLst>
                <a:ext uri="{FF2B5EF4-FFF2-40B4-BE49-F238E27FC236}">
                  <a16:creationId xmlns:a16="http://schemas.microsoft.com/office/drawing/2014/main" id="{8F5B4ACA-8279-AE5A-4B82-16CA2BDAF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703" name="Text Box 14">
              <a:extLst>
                <a:ext uri="{FF2B5EF4-FFF2-40B4-BE49-F238E27FC236}">
                  <a16:creationId xmlns:a16="http://schemas.microsoft.com/office/drawing/2014/main" id="{4B3192D0-C0EA-E5BF-9515-9132EB323738}"/>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1">
            <a:extLst>
              <a:ext uri="{FF2B5EF4-FFF2-40B4-BE49-F238E27FC236}">
                <a16:creationId xmlns:a16="http://schemas.microsoft.com/office/drawing/2014/main" id="{4A6E3951-9FF6-5A09-FA80-514A12BA8A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C96393BC-F166-4D62-9715-393659A3652D}" type="slidenum">
              <a:rPr lang="en-US" altLang="zh-CN" sz="2000" baseline="0">
                <a:solidFill>
                  <a:schemeClr val="bg2"/>
                </a:solidFill>
              </a:rPr>
              <a:pPr/>
              <a:t>109</a:t>
            </a:fld>
            <a:endParaRPr lang="en-US" altLang="zh-CN" sz="2000" baseline="0">
              <a:solidFill>
                <a:schemeClr val="bg2"/>
              </a:solidFill>
            </a:endParaRPr>
          </a:p>
        </p:txBody>
      </p:sp>
      <p:sp>
        <p:nvSpPr>
          <p:cNvPr id="115715" name="Line 2">
            <a:extLst>
              <a:ext uri="{FF2B5EF4-FFF2-40B4-BE49-F238E27FC236}">
                <a16:creationId xmlns:a16="http://schemas.microsoft.com/office/drawing/2014/main" id="{01FD268C-040D-5918-AA3A-C3739C0BDB7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16" name="Line 3">
            <a:extLst>
              <a:ext uri="{FF2B5EF4-FFF2-40B4-BE49-F238E27FC236}">
                <a16:creationId xmlns:a16="http://schemas.microsoft.com/office/drawing/2014/main" id="{2CC79A00-9004-B4B8-3C36-1DB42431E01F}"/>
              </a:ext>
            </a:extLst>
          </p:cNvPr>
          <p:cNvSpPr>
            <a:spLocks noChangeShapeType="1"/>
          </p:cNvSpPr>
          <p:nvPr/>
        </p:nvSpPr>
        <p:spPr bwMode="auto">
          <a:xfrm>
            <a:off x="152400" y="762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17" name="Text Box 4">
            <a:extLst>
              <a:ext uri="{FF2B5EF4-FFF2-40B4-BE49-F238E27FC236}">
                <a16:creationId xmlns:a16="http://schemas.microsoft.com/office/drawing/2014/main" id="{16205570-FBEB-309D-3469-5FADCAF512D5}"/>
              </a:ext>
            </a:extLst>
          </p:cNvPr>
          <p:cNvSpPr txBox="1">
            <a:spLocks noChangeArrowheads="1"/>
          </p:cNvSpPr>
          <p:nvPr/>
        </p:nvSpPr>
        <p:spPr bwMode="auto">
          <a:xfrm>
            <a:off x="304800" y="152400"/>
            <a:ext cx="317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22.35  </a:t>
            </a:r>
            <a:r>
              <a:rPr lang="zh-CN" altLang="en-US" sz="2000" i="1" baseline="0">
                <a:latin typeface="Times New Roman" panose="02020603050405020304" pitchFamily="18" charset="0"/>
                <a:ea typeface="宋体" panose="02010600030101010101" pitchFamily="2" charset="-122"/>
              </a:rPr>
              <a:t>多播与多个单播</a:t>
            </a:r>
          </a:p>
        </p:txBody>
      </p:sp>
      <p:sp>
        <p:nvSpPr>
          <p:cNvPr id="115718" name="Line 5">
            <a:extLst>
              <a:ext uri="{FF2B5EF4-FFF2-40B4-BE49-F238E27FC236}">
                <a16:creationId xmlns:a16="http://schemas.microsoft.com/office/drawing/2014/main" id="{77DA9402-58E2-1C06-0EC3-14AA37830FD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5719" name="Picture 6">
            <a:extLst>
              <a:ext uri="{FF2B5EF4-FFF2-40B4-BE49-F238E27FC236}">
                <a16:creationId xmlns:a16="http://schemas.microsoft.com/office/drawing/2014/main" id="{3A59F99E-E4CA-0B92-0268-226EDC827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28713"/>
            <a:ext cx="3757613" cy="489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1">
            <a:extLst>
              <a:ext uri="{FF2B5EF4-FFF2-40B4-BE49-F238E27FC236}">
                <a16:creationId xmlns:a16="http://schemas.microsoft.com/office/drawing/2014/main" id="{C831CE4F-D290-2954-2510-22048D4ED9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14D154A5-9CC1-457D-AC68-4423B5D25418}" type="slidenum">
              <a:rPr lang="en-US" altLang="zh-CN" sz="2000" baseline="0">
                <a:solidFill>
                  <a:schemeClr val="bg2"/>
                </a:solidFill>
              </a:rPr>
              <a:pPr/>
              <a:t>110</a:t>
            </a:fld>
            <a:endParaRPr lang="en-US" altLang="zh-CN" sz="2000" baseline="0">
              <a:solidFill>
                <a:schemeClr val="bg2"/>
              </a:solidFill>
            </a:endParaRPr>
          </a:p>
        </p:txBody>
      </p:sp>
      <p:sp>
        <p:nvSpPr>
          <p:cNvPr id="116739" name="Rectangle 2">
            <a:extLst>
              <a:ext uri="{FF2B5EF4-FFF2-40B4-BE49-F238E27FC236}">
                <a16:creationId xmlns:a16="http://schemas.microsoft.com/office/drawing/2014/main" id="{33335EB0-276D-3D0D-C4E1-32E465DE28EA}"/>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0" name="Rectangle 3">
            <a:extLst>
              <a:ext uri="{FF2B5EF4-FFF2-40B4-BE49-F238E27FC236}">
                <a16:creationId xmlns:a16="http://schemas.microsoft.com/office/drawing/2014/main" id="{DF6043D5-3F42-816C-4CE0-DC7F6E780875}"/>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1" name="Rectangle 4">
            <a:extLst>
              <a:ext uri="{FF2B5EF4-FFF2-40B4-BE49-F238E27FC236}">
                <a16:creationId xmlns:a16="http://schemas.microsoft.com/office/drawing/2014/main" id="{CD4AEFEF-92DB-F4D8-8A31-F3E906539829}"/>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2" name="Rectangle 5">
            <a:extLst>
              <a:ext uri="{FF2B5EF4-FFF2-40B4-BE49-F238E27FC236}">
                <a16:creationId xmlns:a16="http://schemas.microsoft.com/office/drawing/2014/main" id="{E1970363-6125-AB59-BF57-C23D9FE19856}"/>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3" name="Rectangle 6">
            <a:extLst>
              <a:ext uri="{FF2B5EF4-FFF2-40B4-BE49-F238E27FC236}">
                <a16:creationId xmlns:a16="http://schemas.microsoft.com/office/drawing/2014/main" id="{CBE1AAB7-A154-FFC9-EEA0-F0CBC722E26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4" name="Rectangle 7">
            <a:extLst>
              <a:ext uri="{FF2B5EF4-FFF2-40B4-BE49-F238E27FC236}">
                <a16:creationId xmlns:a16="http://schemas.microsoft.com/office/drawing/2014/main" id="{83C16249-9FF7-8B6A-A323-742F358DB9A3}"/>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5" name="Rectangle 8">
            <a:extLst>
              <a:ext uri="{FF2B5EF4-FFF2-40B4-BE49-F238E27FC236}">
                <a16:creationId xmlns:a16="http://schemas.microsoft.com/office/drawing/2014/main" id="{CE6E7893-2A28-9CC1-22BA-A9712B502B31}"/>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6746" name="Line 9">
            <a:extLst>
              <a:ext uri="{FF2B5EF4-FFF2-40B4-BE49-F238E27FC236}">
                <a16:creationId xmlns:a16="http://schemas.microsoft.com/office/drawing/2014/main" id="{4DBB269B-1152-3015-C41D-3C8D5C849182}"/>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7" name="Line 10">
            <a:extLst>
              <a:ext uri="{FF2B5EF4-FFF2-40B4-BE49-F238E27FC236}">
                <a16:creationId xmlns:a16="http://schemas.microsoft.com/office/drawing/2014/main" id="{3AC02145-4F53-14E8-3CCC-44C195B39AF8}"/>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8" name="Rectangle 11">
            <a:extLst>
              <a:ext uri="{FF2B5EF4-FFF2-40B4-BE49-F238E27FC236}">
                <a16:creationId xmlns:a16="http://schemas.microsoft.com/office/drawing/2014/main" id="{0409AD36-3695-1A77-70B3-5467579DF364}"/>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用单播仿真多播效率不高并可能产生长的延迟，特别是对于大的分组。</a:t>
            </a:r>
          </a:p>
        </p:txBody>
      </p:sp>
      <p:grpSp>
        <p:nvGrpSpPr>
          <p:cNvPr id="116749" name="Group 12">
            <a:extLst>
              <a:ext uri="{FF2B5EF4-FFF2-40B4-BE49-F238E27FC236}">
                <a16:creationId xmlns:a16="http://schemas.microsoft.com/office/drawing/2014/main" id="{E9B423FA-B6A1-517F-6DD5-446F3926B13B}"/>
              </a:ext>
            </a:extLst>
          </p:cNvPr>
          <p:cNvGrpSpPr>
            <a:grpSpLocks/>
          </p:cNvGrpSpPr>
          <p:nvPr/>
        </p:nvGrpSpPr>
        <p:grpSpPr bwMode="auto">
          <a:xfrm>
            <a:off x="457200" y="1981200"/>
            <a:ext cx="1143000" cy="568325"/>
            <a:chOff x="0" y="0"/>
            <a:chExt cx="720" cy="357"/>
          </a:xfrm>
        </p:grpSpPr>
        <p:pic>
          <p:nvPicPr>
            <p:cNvPr id="116750" name="Picture 13">
              <a:extLst>
                <a:ext uri="{FF2B5EF4-FFF2-40B4-BE49-F238E27FC236}">
                  <a16:creationId xmlns:a16="http://schemas.microsoft.com/office/drawing/2014/main" id="{0AE54A71-E13E-252A-F875-0E90496D0B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51" name="Text Box 14">
              <a:extLst>
                <a:ext uri="{FF2B5EF4-FFF2-40B4-BE49-F238E27FC236}">
                  <a16:creationId xmlns:a16="http://schemas.microsoft.com/office/drawing/2014/main" id="{DFB8EE75-BFDD-F553-B066-AD24C5C63184}"/>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1">
            <a:extLst>
              <a:ext uri="{FF2B5EF4-FFF2-40B4-BE49-F238E27FC236}">
                <a16:creationId xmlns:a16="http://schemas.microsoft.com/office/drawing/2014/main" id="{C172C618-36AC-6286-B500-3335041DB78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9E05EB94-ACD2-4743-AE7C-25F0C44C9314}" type="slidenum">
              <a:rPr lang="en-US" altLang="zh-CN" sz="2000" baseline="0">
                <a:solidFill>
                  <a:schemeClr val="bg2"/>
                </a:solidFill>
              </a:rPr>
              <a:pPr/>
              <a:t>111</a:t>
            </a:fld>
            <a:endParaRPr lang="en-US" altLang="zh-CN" sz="2000" baseline="0">
              <a:solidFill>
                <a:schemeClr val="bg2"/>
              </a:solidFill>
            </a:endParaRPr>
          </a:p>
        </p:txBody>
      </p:sp>
      <p:sp>
        <p:nvSpPr>
          <p:cNvPr id="117763" name="Rectangle 2">
            <a:extLst>
              <a:ext uri="{FF2B5EF4-FFF2-40B4-BE49-F238E27FC236}">
                <a16:creationId xmlns:a16="http://schemas.microsoft.com/office/drawing/2014/main" id="{AD0C191F-1E9A-7F67-162D-6606DD1EC46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64" name="Rectangle 3">
            <a:extLst>
              <a:ext uri="{FF2B5EF4-FFF2-40B4-BE49-F238E27FC236}">
                <a16:creationId xmlns:a16="http://schemas.microsoft.com/office/drawing/2014/main" id="{48739815-0B1A-2949-6406-4BD2B7296DBE}"/>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65" name="Rectangle 4">
            <a:extLst>
              <a:ext uri="{FF2B5EF4-FFF2-40B4-BE49-F238E27FC236}">
                <a16:creationId xmlns:a16="http://schemas.microsoft.com/office/drawing/2014/main" id="{EC924CF3-1609-A7E5-155F-E234A388B4FD}"/>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66" name="Rectangle 5">
            <a:extLst>
              <a:ext uri="{FF2B5EF4-FFF2-40B4-BE49-F238E27FC236}">
                <a16:creationId xmlns:a16="http://schemas.microsoft.com/office/drawing/2014/main" id="{54E794E8-02A5-AE71-B340-ECA75B646393}"/>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67" name="Rectangle 6">
            <a:extLst>
              <a:ext uri="{FF2B5EF4-FFF2-40B4-BE49-F238E27FC236}">
                <a16:creationId xmlns:a16="http://schemas.microsoft.com/office/drawing/2014/main" id="{EEE1B1D2-CE89-AD37-60F9-C114606DA6E3}"/>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68" name="Rectangle 7">
            <a:extLst>
              <a:ext uri="{FF2B5EF4-FFF2-40B4-BE49-F238E27FC236}">
                <a16:creationId xmlns:a16="http://schemas.microsoft.com/office/drawing/2014/main" id="{0C827C62-E63F-85DB-C726-2C217B47061C}"/>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69" name="Rectangle 8">
            <a:extLst>
              <a:ext uri="{FF2B5EF4-FFF2-40B4-BE49-F238E27FC236}">
                <a16:creationId xmlns:a16="http://schemas.microsoft.com/office/drawing/2014/main" id="{00848AC3-3DB7-4017-5BE9-31AE4BB33C9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7770" name="Line 9">
            <a:extLst>
              <a:ext uri="{FF2B5EF4-FFF2-40B4-BE49-F238E27FC236}">
                <a16:creationId xmlns:a16="http://schemas.microsoft.com/office/drawing/2014/main" id="{44B3514F-7524-25E4-9E7F-DE3BAD314A3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71" name="Line 10">
            <a:extLst>
              <a:ext uri="{FF2B5EF4-FFF2-40B4-BE49-F238E27FC236}">
                <a16:creationId xmlns:a16="http://schemas.microsoft.com/office/drawing/2014/main" id="{8F568952-199E-232C-7E26-31D12D2902BF}"/>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72" name="Rectangle 11">
            <a:extLst>
              <a:ext uri="{FF2B5EF4-FFF2-40B4-BE49-F238E27FC236}">
                <a16:creationId xmlns:a16="http://schemas.microsoft.com/office/drawing/2014/main" id="{97A1CBB9-1943-52D5-3DAC-8DA4D362E359}"/>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在单播路由选择中，区域中的每一个路由器都有一张表，该表定义了到可能目的地址的一棵最短路径树。</a:t>
            </a:r>
          </a:p>
        </p:txBody>
      </p:sp>
      <p:grpSp>
        <p:nvGrpSpPr>
          <p:cNvPr id="117773" name="Group 12">
            <a:extLst>
              <a:ext uri="{FF2B5EF4-FFF2-40B4-BE49-F238E27FC236}">
                <a16:creationId xmlns:a16="http://schemas.microsoft.com/office/drawing/2014/main" id="{12A334B6-AB52-9B29-CD11-2A1431806764}"/>
              </a:ext>
            </a:extLst>
          </p:cNvPr>
          <p:cNvGrpSpPr>
            <a:grpSpLocks/>
          </p:cNvGrpSpPr>
          <p:nvPr/>
        </p:nvGrpSpPr>
        <p:grpSpPr bwMode="auto">
          <a:xfrm>
            <a:off x="457200" y="1981200"/>
            <a:ext cx="1143000" cy="566738"/>
            <a:chOff x="0" y="0"/>
            <a:chExt cx="720" cy="357"/>
          </a:xfrm>
        </p:grpSpPr>
        <p:pic>
          <p:nvPicPr>
            <p:cNvPr id="117774" name="Picture 13">
              <a:extLst>
                <a:ext uri="{FF2B5EF4-FFF2-40B4-BE49-F238E27FC236}">
                  <a16:creationId xmlns:a16="http://schemas.microsoft.com/office/drawing/2014/main" id="{CD40DD5F-B7AE-ADB2-A1A1-36A48B2ED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75" name="Text Box 14">
              <a:extLst>
                <a:ext uri="{FF2B5EF4-FFF2-40B4-BE49-F238E27FC236}">
                  <a16:creationId xmlns:a16="http://schemas.microsoft.com/office/drawing/2014/main" id="{DE8268E6-2664-CD00-E48A-9BB9DB9F675A}"/>
                </a:ext>
              </a:extLst>
            </p:cNvPr>
            <p:cNvSpPr txBox="1">
              <a:spLocks noChangeArrowheads="1"/>
            </p:cNvSpPr>
            <p:nvPr/>
          </p:nvSpPr>
          <p:spPr bwMode="auto">
            <a:xfrm>
              <a:off x="84" y="0"/>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endParaRPr lang="en-US" altLang="zh-CN" sz="2800" i="1" baseline="0">
                <a:solidFill>
                  <a:schemeClr val="hlink"/>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1">
            <a:extLst>
              <a:ext uri="{FF2B5EF4-FFF2-40B4-BE49-F238E27FC236}">
                <a16:creationId xmlns:a16="http://schemas.microsoft.com/office/drawing/2014/main" id="{750895AB-3090-D6BB-D6C6-FE984DF4F6D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B24CE2C3-1A96-490B-AC2D-9DB5FCC29FAC}" type="slidenum">
              <a:rPr lang="en-US" altLang="zh-CN" sz="2000" baseline="0">
                <a:solidFill>
                  <a:schemeClr val="bg2"/>
                </a:solidFill>
              </a:rPr>
              <a:pPr/>
              <a:t>112</a:t>
            </a:fld>
            <a:endParaRPr lang="en-US" altLang="zh-CN" sz="2000" baseline="0">
              <a:solidFill>
                <a:schemeClr val="bg2"/>
              </a:solidFill>
            </a:endParaRPr>
          </a:p>
        </p:txBody>
      </p:sp>
      <p:sp>
        <p:nvSpPr>
          <p:cNvPr id="118787" name="Line 2">
            <a:extLst>
              <a:ext uri="{FF2B5EF4-FFF2-40B4-BE49-F238E27FC236}">
                <a16:creationId xmlns:a16="http://schemas.microsoft.com/office/drawing/2014/main" id="{BC3A32A4-4BF2-035F-7E12-2A983AA57FA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88" name="Line 3">
            <a:extLst>
              <a:ext uri="{FF2B5EF4-FFF2-40B4-BE49-F238E27FC236}">
                <a16:creationId xmlns:a16="http://schemas.microsoft.com/office/drawing/2014/main" id="{F2704874-D843-4A2F-766C-7BAFEAA5583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789" name="Text Box 4">
            <a:extLst>
              <a:ext uri="{FF2B5EF4-FFF2-40B4-BE49-F238E27FC236}">
                <a16:creationId xmlns:a16="http://schemas.microsoft.com/office/drawing/2014/main" id="{CD4A8FA0-45F9-BAB6-F194-CAC930654093}"/>
              </a:ext>
            </a:extLst>
          </p:cNvPr>
          <p:cNvSpPr txBox="1">
            <a:spLocks noChangeArrowheads="1"/>
          </p:cNvSpPr>
          <p:nvPr/>
        </p:nvSpPr>
        <p:spPr bwMode="auto">
          <a:xfrm>
            <a:off x="304800" y="381000"/>
            <a:ext cx="470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22.36  </a:t>
            </a:r>
            <a:r>
              <a:rPr lang="zh-CN" altLang="en-US" sz="2000" i="1" baseline="0">
                <a:latin typeface="Times New Roman" panose="02020603050405020304" pitchFamily="18" charset="0"/>
                <a:ea typeface="宋体" panose="02010600030101010101" pitchFamily="2" charset="-122"/>
              </a:rPr>
              <a:t>单播路由选择中的最短路径树</a:t>
            </a:r>
          </a:p>
        </p:txBody>
      </p:sp>
      <p:sp>
        <p:nvSpPr>
          <p:cNvPr id="118790" name="Line 5">
            <a:extLst>
              <a:ext uri="{FF2B5EF4-FFF2-40B4-BE49-F238E27FC236}">
                <a16:creationId xmlns:a16="http://schemas.microsoft.com/office/drawing/2014/main" id="{618E6B45-E42B-B388-B3DA-7073B0EFC09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8791" name="Picture 6">
            <a:extLst>
              <a:ext uri="{FF2B5EF4-FFF2-40B4-BE49-F238E27FC236}">
                <a16:creationId xmlns:a16="http://schemas.microsoft.com/office/drawing/2014/main" id="{AB6EB970-3781-AF35-DFA2-CC09C3072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7761288" cy="449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1">
            <a:extLst>
              <a:ext uri="{FF2B5EF4-FFF2-40B4-BE49-F238E27FC236}">
                <a16:creationId xmlns:a16="http://schemas.microsoft.com/office/drawing/2014/main" id="{9226703D-70C6-F2BF-BD5C-AFDFA670CD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98BF19E5-67F4-4440-AC1B-0D0E03995FDC}" type="slidenum">
              <a:rPr lang="en-US" altLang="zh-CN" sz="2000" baseline="0">
                <a:solidFill>
                  <a:schemeClr val="bg2"/>
                </a:solidFill>
              </a:rPr>
              <a:pPr/>
              <a:t>113</a:t>
            </a:fld>
            <a:endParaRPr lang="en-US" altLang="zh-CN" sz="2000" baseline="0">
              <a:solidFill>
                <a:schemeClr val="bg2"/>
              </a:solidFill>
            </a:endParaRPr>
          </a:p>
        </p:txBody>
      </p:sp>
      <p:sp>
        <p:nvSpPr>
          <p:cNvPr id="119811" name="Rectangle 2">
            <a:extLst>
              <a:ext uri="{FF2B5EF4-FFF2-40B4-BE49-F238E27FC236}">
                <a16:creationId xmlns:a16="http://schemas.microsoft.com/office/drawing/2014/main" id="{505B0B28-8028-E2B0-B435-BDFEA503B282}"/>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2" name="Rectangle 3">
            <a:extLst>
              <a:ext uri="{FF2B5EF4-FFF2-40B4-BE49-F238E27FC236}">
                <a16:creationId xmlns:a16="http://schemas.microsoft.com/office/drawing/2014/main" id="{23DF0E2D-B101-2BC0-C08D-156A846A4673}"/>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3" name="Rectangle 4">
            <a:extLst>
              <a:ext uri="{FF2B5EF4-FFF2-40B4-BE49-F238E27FC236}">
                <a16:creationId xmlns:a16="http://schemas.microsoft.com/office/drawing/2014/main" id="{DE018BAB-1160-5256-04E5-3F1428EE1FBA}"/>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4" name="Rectangle 5">
            <a:extLst>
              <a:ext uri="{FF2B5EF4-FFF2-40B4-BE49-F238E27FC236}">
                <a16:creationId xmlns:a16="http://schemas.microsoft.com/office/drawing/2014/main" id="{8D30EBA7-8430-5172-3BB2-812863CF377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5" name="Rectangle 6">
            <a:extLst>
              <a:ext uri="{FF2B5EF4-FFF2-40B4-BE49-F238E27FC236}">
                <a16:creationId xmlns:a16="http://schemas.microsoft.com/office/drawing/2014/main" id="{23B132C4-5CD2-8787-6AD3-F42568695FD0}"/>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6" name="Rectangle 7">
            <a:extLst>
              <a:ext uri="{FF2B5EF4-FFF2-40B4-BE49-F238E27FC236}">
                <a16:creationId xmlns:a16="http://schemas.microsoft.com/office/drawing/2014/main" id="{4771AE70-544F-F431-66DE-96E961313A44}"/>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7" name="Rectangle 8">
            <a:extLst>
              <a:ext uri="{FF2B5EF4-FFF2-40B4-BE49-F238E27FC236}">
                <a16:creationId xmlns:a16="http://schemas.microsoft.com/office/drawing/2014/main" id="{8D9A2BD0-0716-0183-21EB-CC22702BE9C9}"/>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19818" name="Line 9">
            <a:extLst>
              <a:ext uri="{FF2B5EF4-FFF2-40B4-BE49-F238E27FC236}">
                <a16:creationId xmlns:a16="http://schemas.microsoft.com/office/drawing/2014/main" id="{7FE3E674-6B5D-E669-57CA-9238C07AC3F4}"/>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19" name="Line 10">
            <a:extLst>
              <a:ext uri="{FF2B5EF4-FFF2-40B4-BE49-F238E27FC236}">
                <a16:creationId xmlns:a16="http://schemas.microsoft.com/office/drawing/2014/main" id="{16589690-3F79-93F5-E41E-9904728B9CE7}"/>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20" name="Rectangle 11">
            <a:extLst>
              <a:ext uri="{FF2B5EF4-FFF2-40B4-BE49-F238E27FC236}">
                <a16:creationId xmlns:a16="http://schemas.microsoft.com/office/drawing/2014/main" id="{51FB4900-928B-3F99-6C2E-B4DB83D039CD}"/>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在多播路由选择中，每个相关的路由器都要为每个组构建一棵最短路径树。</a:t>
            </a:r>
          </a:p>
        </p:txBody>
      </p:sp>
      <p:grpSp>
        <p:nvGrpSpPr>
          <p:cNvPr id="119821" name="Group 12">
            <a:extLst>
              <a:ext uri="{FF2B5EF4-FFF2-40B4-BE49-F238E27FC236}">
                <a16:creationId xmlns:a16="http://schemas.microsoft.com/office/drawing/2014/main" id="{B6DE1F54-1D99-3674-EFE9-1B8A5AA1F3E7}"/>
              </a:ext>
            </a:extLst>
          </p:cNvPr>
          <p:cNvGrpSpPr>
            <a:grpSpLocks/>
          </p:cNvGrpSpPr>
          <p:nvPr/>
        </p:nvGrpSpPr>
        <p:grpSpPr bwMode="auto">
          <a:xfrm>
            <a:off x="457200" y="1981200"/>
            <a:ext cx="1143000" cy="566738"/>
            <a:chOff x="0" y="0"/>
            <a:chExt cx="720" cy="357"/>
          </a:xfrm>
        </p:grpSpPr>
        <p:pic>
          <p:nvPicPr>
            <p:cNvPr id="119822" name="Picture 13">
              <a:extLst>
                <a:ext uri="{FF2B5EF4-FFF2-40B4-BE49-F238E27FC236}">
                  <a16:creationId xmlns:a16="http://schemas.microsoft.com/office/drawing/2014/main" id="{FEAEB012-44C0-1412-39A8-BBE81449A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23" name="Text Box 14">
              <a:extLst>
                <a:ext uri="{FF2B5EF4-FFF2-40B4-BE49-F238E27FC236}">
                  <a16:creationId xmlns:a16="http://schemas.microsoft.com/office/drawing/2014/main" id="{9CDA04A6-3B33-654D-7FB1-281238144987}"/>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1">
            <a:extLst>
              <a:ext uri="{FF2B5EF4-FFF2-40B4-BE49-F238E27FC236}">
                <a16:creationId xmlns:a16="http://schemas.microsoft.com/office/drawing/2014/main" id="{3B76CABA-E235-6B8E-9900-625129E5010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48F988A-0A24-40CC-8545-F8BE2DDE3291}" type="slidenum">
              <a:rPr lang="en-US" altLang="zh-CN" sz="2000" baseline="0">
                <a:solidFill>
                  <a:schemeClr val="bg2"/>
                </a:solidFill>
              </a:rPr>
              <a:pPr/>
              <a:t>114</a:t>
            </a:fld>
            <a:endParaRPr lang="en-US" altLang="zh-CN" sz="2000" baseline="0">
              <a:solidFill>
                <a:schemeClr val="bg2"/>
              </a:solidFill>
            </a:endParaRPr>
          </a:p>
        </p:txBody>
      </p:sp>
      <p:sp>
        <p:nvSpPr>
          <p:cNvPr id="120835" name="Line 2">
            <a:extLst>
              <a:ext uri="{FF2B5EF4-FFF2-40B4-BE49-F238E27FC236}">
                <a16:creationId xmlns:a16="http://schemas.microsoft.com/office/drawing/2014/main" id="{41FA4942-977C-01E0-9F53-931C2B771EE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36" name="Line 3">
            <a:extLst>
              <a:ext uri="{FF2B5EF4-FFF2-40B4-BE49-F238E27FC236}">
                <a16:creationId xmlns:a16="http://schemas.microsoft.com/office/drawing/2014/main" id="{77FAE6C0-4D4F-4B04-3691-470F24B90EB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37" name="Text Box 4">
            <a:extLst>
              <a:ext uri="{FF2B5EF4-FFF2-40B4-BE49-F238E27FC236}">
                <a16:creationId xmlns:a16="http://schemas.microsoft.com/office/drawing/2014/main" id="{B7B1CABC-2FA3-7F11-4FBD-C19CAA577CDD}"/>
              </a:ext>
            </a:extLst>
          </p:cNvPr>
          <p:cNvSpPr txBox="1">
            <a:spLocks noChangeArrowheads="1"/>
          </p:cNvSpPr>
          <p:nvPr/>
        </p:nvSpPr>
        <p:spPr bwMode="auto">
          <a:xfrm>
            <a:off x="304800" y="381000"/>
            <a:ext cx="292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22.37  </a:t>
            </a:r>
            <a:r>
              <a:rPr lang="zh-CN" altLang="en-US" sz="2000" i="1" baseline="0">
                <a:latin typeface="Times New Roman" panose="02020603050405020304" pitchFamily="18" charset="0"/>
                <a:ea typeface="宋体" panose="02010600030101010101" pitchFamily="2" charset="-122"/>
              </a:rPr>
              <a:t>基于源树方法</a:t>
            </a:r>
          </a:p>
        </p:txBody>
      </p:sp>
      <p:sp>
        <p:nvSpPr>
          <p:cNvPr id="120838" name="Line 5">
            <a:extLst>
              <a:ext uri="{FF2B5EF4-FFF2-40B4-BE49-F238E27FC236}">
                <a16:creationId xmlns:a16="http://schemas.microsoft.com/office/drawing/2014/main" id="{988E6B1B-D9E3-9070-8E1E-9E3198357DF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20839" name="Picture 6">
            <a:extLst>
              <a:ext uri="{FF2B5EF4-FFF2-40B4-BE49-F238E27FC236}">
                <a16:creationId xmlns:a16="http://schemas.microsoft.com/office/drawing/2014/main" id="{D0BC8F88-9DE4-C1F2-886A-8070F7C92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763" y="1609725"/>
            <a:ext cx="7158037"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1">
            <a:extLst>
              <a:ext uri="{FF2B5EF4-FFF2-40B4-BE49-F238E27FC236}">
                <a16:creationId xmlns:a16="http://schemas.microsoft.com/office/drawing/2014/main" id="{4A8DD32D-ACB8-42C6-AE4C-4739F0E3503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63858D7D-FAD0-4B22-BFFA-935473341A64}" type="slidenum">
              <a:rPr lang="en-US" altLang="zh-CN" sz="2000" baseline="0">
                <a:solidFill>
                  <a:schemeClr val="bg2"/>
                </a:solidFill>
              </a:rPr>
              <a:pPr/>
              <a:t>115</a:t>
            </a:fld>
            <a:endParaRPr lang="en-US" altLang="zh-CN" sz="2000" baseline="0">
              <a:solidFill>
                <a:schemeClr val="bg2"/>
              </a:solidFill>
            </a:endParaRPr>
          </a:p>
        </p:txBody>
      </p:sp>
      <p:sp>
        <p:nvSpPr>
          <p:cNvPr id="121859" name="Rectangle 2">
            <a:extLst>
              <a:ext uri="{FF2B5EF4-FFF2-40B4-BE49-F238E27FC236}">
                <a16:creationId xmlns:a16="http://schemas.microsoft.com/office/drawing/2014/main" id="{726E73C1-446E-0CAB-7531-E6153229A41F}"/>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0" name="Rectangle 3">
            <a:extLst>
              <a:ext uri="{FF2B5EF4-FFF2-40B4-BE49-F238E27FC236}">
                <a16:creationId xmlns:a16="http://schemas.microsoft.com/office/drawing/2014/main" id="{555739A9-0DCF-3FE5-293C-8902F90DEC21}"/>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1" name="Rectangle 4">
            <a:extLst>
              <a:ext uri="{FF2B5EF4-FFF2-40B4-BE49-F238E27FC236}">
                <a16:creationId xmlns:a16="http://schemas.microsoft.com/office/drawing/2014/main" id="{64B0AED6-0A11-3EDE-AA03-7C552A11EDB8}"/>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2" name="Rectangle 5">
            <a:extLst>
              <a:ext uri="{FF2B5EF4-FFF2-40B4-BE49-F238E27FC236}">
                <a16:creationId xmlns:a16="http://schemas.microsoft.com/office/drawing/2014/main" id="{9B3618BE-191F-5658-32E8-DF9D2B8305C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3" name="Rectangle 6">
            <a:extLst>
              <a:ext uri="{FF2B5EF4-FFF2-40B4-BE49-F238E27FC236}">
                <a16:creationId xmlns:a16="http://schemas.microsoft.com/office/drawing/2014/main" id="{C9C9D470-0A2D-0250-9509-672B8111DB5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4" name="Rectangle 7">
            <a:extLst>
              <a:ext uri="{FF2B5EF4-FFF2-40B4-BE49-F238E27FC236}">
                <a16:creationId xmlns:a16="http://schemas.microsoft.com/office/drawing/2014/main" id="{7E0292C7-8655-FE05-5925-900B5B633253}"/>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5" name="Rectangle 8">
            <a:extLst>
              <a:ext uri="{FF2B5EF4-FFF2-40B4-BE49-F238E27FC236}">
                <a16:creationId xmlns:a16="http://schemas.microsoft.com/office/drawing/2014/main" id="{E47C28F5-994C-9ECE-7442-430D60B303C5}"/>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1866" name="Line 9">
            <a:extLst>
              <a:ext uri="{FF2B5EF4-FFF2-40B4-BE49-F238E27FC236}">
                <a16:creationId xmlns:a16="http://schemas.microsoft.com/office/drawing/2014/main" id="{70E49EC7-5CB8-DB1F-6C0A-85AB232FD59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67" name="Line 10">
            <a:extLst>
              <a:ext uri="{FF2B5EF4-FFF2-40B4-BE49-F238E27FC236}">
                <a16:creationId xmlns:a16="http://schemas.microsoft.com/office/drawing/2014/main" id="{DB97263B-9B67-9D3C-AFBA-0959A150BDB3}"/>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68" name="Rectangle 11">
            <a:extLst>
              <a:ext uri="{FF2B5EF4-FFF2-40B4-BE49-F238E27FC236}">
                <a16:creationId xmlns:a16="http://schemas.microsoft.com/office/drawing/2014/main" id="{158ED695-57E0-47AC-1E78-A4B1CAE47FA7}"/>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在基于源树方法中，对每个组每个路由器都需要有一个最短路径树。</a:t>
            </a:r>
          </a:p>
        </p:txBody>
      </p:sp>
      <p:grpSp>
        <p:nvGrpSpPr>
          <p:cNvPr id="121869" name="Group 12">
            <a:extLst>
              <a:ext uri="{FF2B5EF4-FFF2-40B4-BE49-F238E27FC236}">
                <a16:creationId xmlns:a16="http://schemas.microsoft.com/office/drawing/2014/main" id="{4D07710E-0328-FB1B-694C-CAB45E3EE82A}"/>
              </a:ext>
            </a:extLst>
          </p:cNvPr>
          <p:cNvGrpSpPr>
            <a:grpSpLocks/>
          </p:cNvGrpSpPr>
          <p:nvPr/>
        </p:nvGrpSpPr>
        <p:grpSpPr bwMode="auto">
          <a:xfrm>
            <a:off x="457200" y="1981200"/>
            <a:ext cx="1143000" cy="566738"/>
            <a:chOff x="0" y="0"/>
            <a:chExt cx="720" cy="357"/>
          </a:xfrm>
        </p:grpSpPr>
        <p:pic>
          <p:nvPicPr>
            <p:cNvPr id="121870" name="Picture 13">
              <a:extLst>
                <a:ext uri="{FF2B5EF4-FFF2-40B4-BE49-F238E27FC236}">
                  <a16:creationId xmlns:a16="http://schemas.microsoft.com/office/drawing/2014/main" id="{A67453D5-64C2-89AF-66DE-4108942CF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71" name="Text Box 14">
              <a:extLst>
                <a:ext uri="{FF2B5EF4-FFF2-40B4-BE49-F238E27FC236}">
                  <a16:creationId xmlns:a16="http://schemas.microsoft.com/office/drawing/2014/main" id="{E3DA6775-DEB6-148F-BCF2-27FDDB7355A4}"/>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1">
            <a:extLst>
              <a:ext uri="{FF2B5EF4-FFF2-40B4-BE49-F238E27FC236}">
                <a16:creationId xmlns:a16="http://schemas.microsoft.com/office/drawing/2014/main" id="{41C47BD6-F0E4-D5FA-9181-64E703B4F02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7B15C692-8E7A-4180-8EFD-56056D18ECAB}" type="slidenum">
              <a:rPr lang="en-US" altLang="zh-CN" sz="2000" baseline="0">
                <a:solidFill>
                  <a:schemeClr val="bg2"/>
                </a:solidFill>
              </a:rPr>
              <a:pPr/>
              <a:t>116</a:t>
            </a:fld>
            <a:endParaRPr lang="en-US" altLang="zh-CN" sz="2000" baseline="0">
              <a:solidFill>
                <a:schemeClr val="bg2"/>
              </a:solidFill>
            </a:endParaRPr>
          </a:p>
        </p:txBody>
      </p:sp>
      <p:sp>
        <p:nvSpPr>
          <p:cNvPr id="122883" name="Line 2">
            <a:extLst>
              <a:ext uri="{FF2B5EF4-FFF2-40B4-BE49-F238E27FC236}">
                <a16:creationId xmlns:a16="http://schemas.microsoft.com/office/drawing/2014/main" id="{38791138-2CAF-791C-0000-52E31EEF2F9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84" name="Line 3">
            <a:extLst>
              <a:ext uri="{FF2B5EF4-FFF2-40B4-BE49-F238E27FC236}">
                <a16:creationId xmlns:a16="http://schemas.microsoft.com/office/drawing/2014/main" id="{C9D01A62-9AC9-5D14-AB7C-B0C5A034D05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85" name="Text Box 4">
            <a:extLst>
              <a:ext uri="{FF2B5EF4-FFF2-40B4-BE49-F238E27FC236}">
                <a16:creationId xmlns:a16="http://schemas.microsoft.com/office/drawing/2014/main" id="{E468F2D2-37AD-D971-9E72-4484B5A690F4}"/>
              </a:ext>
            </a:extLst>
          </p:cNvPr>
          <p:cNvSpPr txBox="1">
            <a:spLocks noChangeArrowheads="1"/>
          </p:cNvSpPr>
          <p:nvPr/>
        </p:nvSpPr>
        <p:spPr bwMode="auto">
          <a:xfrm>
            <a:off x="304800" y="381000"/>
            <a:ext cx="241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22.38  </a:t>
            </a:r>
            <a:r>
              <a:rPr lang="zh-CN" altLang="en-US" sz="2000" i="1" baseline="0">
                <a:latin typeface="Times New Roman" panose="02020603050405020304" pitchFamily="18" charset="0"/>
                <a:ea typeface="宋体" panose="02010600030101010101" pitchFamily="2" charset="-122"/>
              </a:rPr>
              <a:t>组共享树</a:t>
            </a:r>
          </a:p>
        </p:txBody>
      </p:sp>
      <p:sp>
        <p:nvSpPr>
          <p:cNvPr id="122886" name="Line 5">
            <a:extLst>
              <a:ext uri="{FF2B5EF4-FFF2-40B4-BE49-F238E27FC236}">
                <a16:creationId xmlns:a16="http://schemas.microsoft.com/office/drawing/2014/main" id="{8749EAC6-4DB8-A165-6D53-F0087879B5C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22887" name="Picture 6">
            <a:extLst>
              <a:ext uri="{FF2B5EF4-FFF2-40B4-BE49-F238E27FC236}">
                <a16:creationId xmlns:a16="http://schemas.microsoft.com/office/drawing/2014/main" id="{9532917C-2A9A-88FB-BB98-586006E85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75" y="1066800"/>
            <a:ext cx="776922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1">
            <a:extLst>
              <a:ext uri="{FF2B5EF4-FFF2-40B4-BE49-F238E27FC236}">
                <a16:creationId xmlns:a16="http://schemas.microsoft.com/office/drawing/2014/main" id="{F30720BA-A1C9-0BD4-53AD-A063802E2CA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ED2B802-B324-491A-8EE2-5BA049B95DD8}" type="slidenum">
              <a:rPr lang="en-US" altLang="zh-CN" sz="2000" baseline="0">
                <a:solidFill>
                  <a:schemeClr val="bg2"/>
                </a:solidFill>
              </a:rPr>
              <a:pPr/>
              <a:t>117</a:t>
            </a:fld>
            <a:endParaRPr lang="en-US" altLang="zh-CN" sz="2000" baseline="0">
              <a:solidFill>
                <a:schemeClr val="bg2"/>
              </a:solidFill>
            </a:endParaRPr>
          </a:p>
        </p:txBody>
      </p:sp>
      <p:sp>
        <p:nvSpPr>
          <p:cNvPr id="123907" name="Rectangle 2">
            <a:extLst>
              <a:ext uri="{FF2B5EF4-FFF2-40B4-BE49-F238E27FC236}">
                <a16:creationId xmlns:a16="http://schemas.microsoft.com/office/drawing/2014/main" id="{D8DBD917-1879-7AA5-691D-DCECD36662DC}"/>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08" name="Rectangle 3">
            <a:extLst>
              <a:ext uri="{FF2B5EF4-FFF2-40B4-BE49-F238E27FC236}">
                <a16:creationId xmlns:a16="http://schemas.microsoft.com/office/drawing/2014/main" id="{75E5994F-0322-C950-907A-FD84C108B0ED}"/>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09" name="Rectangle 4">
            <a:extLst>
              <a:ext uri="{FF2B5EF4-FFF2-40B4-BE49-F238E27FC236}">
                <a16:creationId xmlns:a16="http://schemas.microsoft.com/office/drawing/2014/main" id="{C29E2734-46B1-C256-9331-CA8E3B49E319}"/>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10" name="Rectangle 5">
            <a:extLst>
              <a:ext uri="{FF2B5EF4-FFF2-40B4-BE49-F238E27FC236}">
                <a16:creationId xmlns:a16="http://schemas.microsoft.com/office/drawing/2014/main" id="{C949602D-43E2-F388-8CF1-C9D82B0A3D44}"/>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11" name="Rectangle 6">
            <a:extLst>
              <a:ext uri="{FF2B5EF4-FFF2-40B4-BE49-F238E27FC236}">
                <a16:creationId xmlns:a16="http://schemas.microsoft.com/office/drawing/2014/main" id="{072E7086-271C-2B07-585F-FD8E6C8E5636}"/>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12" name="Rectangle 7">
            <a:extLst>
              <a:ext uri="{FF2B5EF4-FFF2-40B4-BE49-F238E27FC236}">
                <a16:creationId xmlns:a16="http://schemas.microsoft.com/office/drawing/2014/main" id="{1009E30B-2273-8ECD-044A-8F8F2AE89E8B}"/>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13" name="Rectangle 8">
            <a:extLst>
              <a:ext uri="{FF2B5EF4-FFF2-40B4-BE49-F238E27FC236}">
                <a16:creationId xmlns:a16="http://schemas.microsoft.com/office/drawing/2014/main" id="{D112A73C-09A6-A1A4-0A76-29563D272BF3}"/>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3914" name="Line 9">
            <a:extLst>
              <a:ext uri="{FF2B5EF4-FFF2-40B4-BE49-F238E27FC236}">
                <a16:creationId xmlns:a16="http://schemas.microsoft.com/office/drawing/2014/main" id="{4D7B8291-24AB-CC99-E40F-1EEF9086DDF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5" name="Line 10">
            <a:extLst>
              <a:ext uri="{FF2B5EF4-FFF2-40B4-BE49-F238E27FC236}">
                <a16:creationId xmlns:a16="http://schemas.microsoft.com/office/drawing/2014/main" id="{443A0AB8-15BC-109A-7107-554D30C10B15}"/>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6" name="Rectangle 11">
            <a:extLst>
              <a:ext uri="{FF2B5EF4-FFF2-40B4-BE49-F238E27FC236}">
                <a16:creationId xmlns:a16="http://schemas.microsoft.com/office/drawing/2014/main" id="{DDC5CF2C-D5F5-C6A5-4DE5-0F6D69AF8937}"/>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在组共享树方法中，只有一个核心路由器，它对多播所涉及的每一个组有一个最短路</a:t>
            </a:r>
          </a:p>
          <a:p>
            <a:r>
              <a:rPr lang="zh-CN" altLang="en-US" baseline="0">
                <a:ea typeface="宋体" panose="02010600030101010101" pitchFamily="2" charset="-122"/>
              </a:rPr>
              <a:t>径树。</a:t>
            </a:r>
          </a:p>
        </p:txBody>
      </p:sp>
      <p:grpSp>
        <p:nvGrpSpPr>
          <p:cNvPr id="123917" name="Group 12">
            <a:extLst>
              <a:ext uri="{FF2B5EF4-FFF2-40B4-BE49-F238E27FC236}">
                <a16:creationId xmlns:a16="http://schemas.microsoft.com/office/drawing/2014/main" id="{B9E86273-AC4C-9440-C9D2-205B269D48A2}"/>
              </a:ext>
            </a:extLst>
          </p:cNvPr>
          <p:cNvGrpSpPr>
            <a:grpSpLocks/>
          </p:cNvGrpSpPr>
          <p:nvPr/>
        </p:nvGrpSpPr>
        <p:grpSpPr bwMode="auto">
          <a:xfrm>
            <a:off x="457200" y="1981200"/>
            <a:ext cx="1143000" cy="566738"/>
            <a:chOff x="0" y="0"/>
            <a:chExt cx="720" cy="357"/>
          </a:xfrm>
        </p:grpSpPr>
        <p:pic>
          <p:nvPicPr>
            <p:cNvPr id="123918" name="Picture 13">
              <a:extLst>
                <a:ext uri="{FF2B5EF4-FFF2-40B4-BE49-F238E27FC236}">
                  <a16:creationId xmlns:a16="http://schemas.microsoft.com/office/drawing/2014/main" id="{5E5C01EA-52CA-530B-45DC-95B60AD11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9" name="Text Box 14">
              <a:extLst>
                <a:ext uri="{FF2B5EF4-FFF2-40B4-BE49-F238E27FC236}">
                  <a16:creationId xmlns:a16="http://schemas.microsoft.com/office/drawing/2014/main" id="{0AEC8549-C484-54A7-2CEE-A6AEF5E10849}"/>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1">
            <a:extLst>
              <a:ext uri="{FF2B5EF4-FFF2-40B4-BE49-F238E27FC236}">
                <a16:creationId xmlns:a16="http://schemas.microsoft.com/office/drawing/2014/main" id="{2D18A503-EE26-4BCA-A83F-DED248478D2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9EFB8C91-44F1-45AB-A479-10815A860B67}" type="slidenum">
              <a:rPr lang="en-US" altLang="zh-CN" sz="2000" baseline="0">
                <a:solidFill>
                  <a:schemeClr val="bg2"/>
                </a:solidFill>
              </a:rPr>
              <a:pPr/>
              <a:t>118</a:t>
            </a:fld>
            <a:endParaRPr lang="en-US" altLang="zh-CN" sz="2000" baseline="0">
              <a:solidFill>
                <a:schemeClr val="bg2"/>
              </a:solidFill>
            </a:endParaRPr>
          </a:p>
        </p:txBody>
      </p:sp>
      <p:sp>
        <p:nvSpPr>
          <p:cNvPr id="124931" name="Line 2">
            <a:extLst>
              <a:ext uri="{FF2B5EF4-FFF2-40B4-BE49-F238E27FC236}">
                <a16:creationId xmlns:a16="http://schemas.microsoft.com/office/drawing/2014/main" id="{615748B9-E582-640F-C8A6-0AD225DE16E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32" name="Line 3">
            <a:extLst>
              <a:ext uri="{FF2B5EF4-FFF2-40B4-BE49-F238E27FC236}">
                <a16:creationId xmlns:a16="http://schemas.microsoft.com/office/drawing/2014/main" id="{8BF86C98-94CA-3024-C6CE-555992DA860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33" name="Text Box 4">
            <a:extLst>
              <a:ext uri="{FF2B5EF4-FFF2-40B4-BE49-F238E27FC236}">
                <a16:creationId xmlns:a16="http://schemas.microsoft.com/office/drawing/2014/main" id="{A850CC24-CC6E-DD36-A364-C25FF745E0A1}"/>
              </a:ext>
            </a:extLst>
          </p:cNvPr>
          <p:cNvSpPr txBox="1">
            <a:spLocks noChangeArrowheads="1"/>
          </p:cNvSpPr>
          <p:nvPr/>
        </p:nvSpPr>
        <p:spPr bwMode="auto">
          <a:xfrm>
            <a:off x="304800" y="381000"/>
            <a:ext cx="495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22.39  </a:t>
            </a:r>
            <a:r>
              <a:rPr lang="zh-CN" altLang="en-US" sz="2000" i="1" baseline="0">
                <a:latin typeface="Times New Roman" panose="02020603050405020304" pitchFamily="18" charset="0"/>
                <a:ea typeface="宋体" panose="02010600030101010101" pitchFamily="2" charset="-122"/>
              </a:rPr>
              <a:t>常用的多播路由选择协议的分类</a:t>
            </a:r>
          </a:p>
        </p:txBody>
      </p:sp>
      <p:sp>
        <p:nvSpPr>
          <p:cNvPr id="124934" name="Line 5">
            <a:extLst>
              <a:ext uri="{FF2B5EF4-FFF2-40B4-BE49-F238E27FC236}">
                <a16:creationId xmlns:a16="http://schemas.microsoft.com/office/drawing/2014/main" id="{CA081555-C052-CF62-85E7-67EE6B99E13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24935" name="Picture 6">
            <a:extLst>
              <a:ext uri="{FF2B5EF4-FFF2-40B4-BE49-F238E27FC236}">
                <a16:creationId xmlns:a16="http://schemas.microsoft.com/office/drawing/2014/main" id="{A1DBBB7F-E645-5BDE-DE8A-E6D9456ABC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150" y="1981200"/>
            <a:ext cx="8070850"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1">
            <a:extLst>
              <a:ext uri="{FF2B5EF4-FFF2-40B4-BE49-F238E27FC236}">
                <a16:creationId xmlns:a16="http://schemas.microsoft.com/office/drawing/2014/main" id="{D5B2BF75-E975-2C7D-8865-1A888F6127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EFB9F17-9892-4152-93E5-1C94EC9C4DA9}" type="slidenum">
              <a:rPr lang="en-US" altLang="zh-CN" sz="2000" baseline="0">
                <a:solidFill>
                  <a:schemeClr val="bg2"/>
                </a:solidFill>
              </a:rPr>
              <a:pPr/>
              <a:t>119</a:t>
            </a:fld>
            <a:endParaRPr lang="en-US" altLang="zh-CN" sz="2000" baseline="0">
              <a:solidFill>
                <a:schemeClr val="bg2"/>
              </a:solidFill>
            </a:endParaRPr>
          </a:p>
        </p:txBody>
      </p:sp>
      <p:sp>
        <p:nvSpPr>
          <p:cNvPr id="125955" name="Rectangle 2">
            <a:extLst>
              <a:ext uri="{FF2B5EF4-FFF2-40B4-BE49-F238E27FC236}">
                <a16:creationId xmlns:a16="http://schemas.microsoft.com/office/drawing/2014/main" id="{BA81E39F-39A1-3B64-73AA-A3C1B7A5E2C4}"/>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56" name="Rectangle 3">
            <a:extLst>
              <a:ext uri="{FF2B5EF4-FFF2-40B4-BE49-F238E27FC236}">
                <a16:creationId xmlns:a16="http://schemas.microsoft.com/office/drawing/2014/main" id="{A0582274-C75C-5214-05DC-053B050785E7}"/>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57" name="Rectangle 4">
            <a:extLst>
              <a:ext uri="{FF2B5EF4-FFF2-40B4-BE49-F238E27FC236}">
                <a16:creationId xmlns:a16="http://schemas.microsoft.com/office/drawing/2014/main" id="{81C09243-F18C-16D1-B05A-A24C7DE214B5}"/>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58" name="Rectangle 5">
            <a:extLst>
              <a:ext uri="{FF2B5EF4-FFF2-40B4-BE49-F238E27FC236}">
                <a16:creationId xmlns:a16="http://schemas.microsoft.com/office/drawing/2014/main" id="{08DBB0EC-72C9-3D92-92F2-EB75CA178750}"/>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59" name="Rectangle 6">
            <a:extLst>
              <a:ext uri="{FF2B5EF4-FFF2-40B4-BE49-F238E27FC236}">
                <a16:creationId xmlns:a16="http://schemas.microsoft.com/office/drawing/2014/main" id="{4D4CAE89-40DF-0A94-76CE-2A686848E753}"/>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60" name="Rectangle 7">
            <a:extLst>
              <a:ext uri="{FF2B5EF4-FFF2-40B4-BE49-F238E27FC236}">
                <a16:creationId xmlns:a16="http://schemas.microsoft.com/office/drawing/2014/main" id="{9C508E61-A973-EFB5-ABE6-2C651DC0CFBE}"/>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61" name="Rectangle 8">
            <a:extLst>
              <a:ext uri="{FF2B5EF4-FFF2-40B4-BE49-F238E27FC236}">
                <a16:creationId xmlns:a16="http://schemas.microsoft.com/office/drawing/2014/main" id="{50A52FBF-4B0C-55EA-A45F-E6B8AC96A067}"/>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5962" name="Line 9">
            <a:extLst>
              <a:ext uri="{FF2B5EF4-FFF2-40B4-BE49-F238E27FC236}">
                <a16:creationId xmlns:a16="http://schemas.microsoft.com/office/drawing/2014/main" id="{0DE134A9-054F-B321-7627-2AD0D50D945A}"/>
              </a:ext>
            </a:extLst>
          </p:cNvPr>
          <p:cNvSpPr>
            <a:spLocks noChangeShapeType="1"/>
          </p:cNvSpPr>
          <p:nvPr/>
        </p:nvSpPr>
        <p:spPr bwMode="auto">
          <a:xfrm>
            <a:off x="457200" y="2667000"/>
            <a:ext cx="7162800"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63" name="Line 10">
            <a:extLst>
              <a:ext uri="{FF2B5EF4-FFF2-40B4-BE49-F238E27FC236}">
                <a16:creationId xmlns:a16="http://schemas.microsoft.com/office/drawing/2014/main" id="{80D646C9-1B5F-56F4-CA94-E0D32E0A2159}"/>
              </a:ext>
            </a:extLst>
          </p:cNvPr>
          <p:cNvSpPr>
            <a:spLocks noChangeShapeType="1"/>
          </p:cNvSpPr>
          <p:nvPr/>
        </p:nvSpPr>
        <p:spPr bwMode="auto">
          <a:xfrm>
            <a:off x="458788" y="3886200"/>
            <a:ext cx="7161212"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64" name="Rectangle 11">
            <a:extLst>
              <a:ext uri="{FF2B5EF4-FFF2-40B4-BE49-F238E27FC236}">
                <a16:creationId xmlns:a16="http://schemas.microsoft.com/office/drawing/2014/main" id="{69350DBA-18D4-EF53-7607-70EA2D2C5171}"/>
              </a:ext>
            </a:extLst>
          </p:cNvPr>
          <p:cNvSpPr>
            <a:spLocks noChangeArrowheads="1"/>
          </p:cNvSpPr>
          <p:nvPr/>
        </p:nvSpPr>
        <p:spPr bwMode="auto">
          <a:xfrm>
            <a:off x="495300" y="2759075"/>
            <a:ext cx="7126288"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多播链路状态路由选择使用基于源树方法。</a:t>
            </a:r>
          </a:p>
        </p:txBody>
      </p:sp>
      <p:grpSp>
        <p:nvGrpSpPr>
          <p:cNvPr id="125965" name="Group 12">
            <a:extLst>
              <a:ext uri="{FF2B5EF4-FFF2-40B4-BE49-F238E27FC236}">
                <a16:creationId xmlns:a16="http://schemas.microsoft.com/office/drawing/2014/main" id="{11B67C70-630F-5646-02BA-9CBEC648BFD7}"/>
              </a:ext>
            </a:extLst>
          </p:cNvPr>
          <p:cNvGrpSpPr>
            <a:grpSpLocks/>
          </p:cNvGrpSpPr>
          <p:nvPr/>
        </p:nvGrpSpPr>
        <p:grpSpPr bwMode="auto">
          <a:xfrm>
            <a:off x="457200" y="1981200"/>
            <a:ext cx="1143000" cy="566738"/>
            <a:chOff x="0" y="0"/>
            <a:chExt cx="720" cy="357"/>
          </a:xfrm>
        </p:grpSpPr>
        <p:pic>
          <p:nvPicPr>
            <p:cNvPr id="125966" name="Picture 13">
              <a:extLst>
                <a:ext uri="{FF2B5EF4-FFF2-40B4-BE49-F238E27FC236}">
                  <a16:creationId xmlns:a16="http://schemas.microsoft.com/office/drawing/2014/main" id="{FEE42F36-0732-2BAF-F29F-A624052FF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67" name="Text Box 14">
              <a:extLst>
                <a:ext uri="{FF2B5EF4-FFF2-40B4-BE49-F238E27FC236}">
                  <a16:creationId xmlns:a16="http://schemas.microsoft.com/office/drawing/2014/main" id="{A6856031-3B30-AC33-1EE1-67D784BC69AF}"/>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1">
            <a:extLst>
              <a:ext uri="{FF2B5EF4-FFF2-40B4-BE49-F238E27FC236}">
                <a16:creationId xmlns:a16="http://schemas.microsoft.com/office/drawing/2014/main" id="{C8A0B680-4A0E-931A-15D5-A5D72F58173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4F182BB8-DCEF-4D47-AA8E-FC148F4EA746}" type="slidenum">
              <a:rPr lang="en-US" altLang="zh-CN" sz="2000" baseline="0">
                <a:solidFill>
                  <a:schemeClr val="bg2"/>
                </a:solidFill>
              </a:rPr>
              <a:pPr/>
              <a:t>120</a:t>
            </a:fld>
            <a:endParaRPr lang="en-US" altLang="zh-CN" sz="2000" baseline="0">
              <a:solidFill>
                <a:schemeClr val="bg2"/>
              </a:solidFill>
            </a:endParaRPr>
          </a:p>
        </p:txBody>
      </p:sp>
      <p:sp>
        <p:nvSpPr>
          <p:cNvPr id="126979" name="Rectangle 2">
            <a:extLst>
              <a:ext uri="{FF2B5EF4-FFF2-40B4-BE49-F238E27FC236}">
                <a16:creationId xmlns:a16="http://schemas.microsoft.com/office/drawing/2014/main" id="{BA2F2D9F-65CF-9834-DB81-DF13ED7F1AF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0" name="Rectangle 3">
            <a:extLst>
              <a:ext uri="{FF2B5EF4-FFF2-40B4-BE49-F238E27FC236}">
                <a16:creationId xmlns:a16="http://schemas.microsoft.com/office/drawing/2014/main" id="{AB730AF8-B486-6BCD-128D-E055919B24C9}"/>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1" name="Rectangle 4">
            <a:extLst>
              <a:ext uri="{FF2B5EF4-FFF2-40B4-BE49-F238E27FC236}">
                <a16:creationId xmlns:a16="http://schemas.microsoft.com/office/drawing/2014/main" id="{BBBA7231-401D-D2BC-EA17-735BA2D54B6C}"/>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2" name="Rectangle 5">
            <a:extLst>
              <a:ext uri="{FF2B5EF4-FFF2-40B4-BE49-F238E27FC236}">
                <a16:creationId xmlns:a16="http://schemas.microsoft.com/office/drawing/2014/main" id="{90FD0D81-00B8-8B48-CA6D-7F4B237518D3}"/>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3" name="Rectangle 6">
            <a:extLst>
              <a:ext uri="{FF2B5EF4-FFF2-40B4-BE49-F238E27FC236}">
                <a16:creationId xmlns:a16="http://schemas.microsoft.com/office/drawing/2014/main" id="{39ACA0F4-0B73-B961-3FFC-4DD59920204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4" name="Rectangle 7">
            <a:extLst>
              <a:ext uri="{FF2B5EF4-FFF2-40B4-BE49-F238E27FC236}">
                <a16:creationId xmlns:a16="http://schemas.microsoft.com/office/drawing/2014/main" id="{A3544059-6C97-F23F-E2F8-C6237DCCF8E0}"/>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5" name="Rectangle 8">
            <a:extLst>
              <a:ext uri="{FF2B5EF4-FFF2-40B4-BE49-F238E27FC236}">
                <a16:creationId xmlns:a16="http://schemas.microsoft.com/office/drawing/2014/main" id="{3C3E80D8-F901-1E18-F404-2BF40FC6CBE9}"/>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6986" name="Line 9">
            <a:extLst>
              <a:ext uri="{FF2B5EF4-FFF2-40B4-BE49-F238E27FC236}">
                <a16:creationId xmlns:a16="http://schemas.microsoft.com/office/drawing/2014/main" id="{AB9DEE1C-BBDA-20FA-2709-59E4582B745E}"/>
              </a:ext>
            </a:extLst>
          </p:cNvPr>
          <p:cNvSpPr>
            <a:spLocks noChangeShapeType="1"/>
          </p:cNvSpPr>
          <p:nvPr/>
        </p:nvSpPr>
        <p:spPr bwMode="auto">
          <a:xfrm>
            <a:off x="457200" y="2667000"/>
            <a:ext cx="7469188"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7" name="Line 10">
            <a:extLst>
              <a:ext uri="{FF2B5EF4-FFF2-40B4-BE49-F238E27FC236}">
                <a16:creationId xmlns:a16="http://schemas.microsoft.com/office/drawing/2014/main" id="{C943D7F7-B153-8EA6-E67B-EA61A81F93B2}"/>
              </a:ext>
            </a:extLst>
          </p:cNvPr>
          <p:cNvSpPr>
            <a:spLocks noChangeShapeType="1"/>
          </p:cNvSpPr>
          <p:nvPr/>
        </p:nvSpPr>
        <p:spPr bwMode="auto">
          <a:xfrm>
            <a:off x="458788" y="3886200"/>
            <a:ext cx="7466012"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8" name="Rectangle 11">
            <a:extLst>
              <a:ext uri="{FF2B5EF4-FFF2-40B4-BE49-F238E27FC236}">
                <a16:creationId xmlns:a16="http://schemas.microsoft.com/office/drawing/2014/main" id="{3844AB37-ABD6-07B8-D215-202CF05EB7BC}"/>
              </a:ext>
            </a:extLst>
          </p:cNvPr>
          <p:cNvSpPr>
            <a:spLocks noChangeArrowheads="1"/>
          </p:cNvSpPr>
          <p:nvPr/>
        </p:nvSpPr>
        <p:spPr bwMode="auto">
          <a:xfrm>
            <a:off x="495300" y="2759075"/>
            <a:ext cx="7431088"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洪泛策略广播分组，但在系统中形成回路。</a:t>
            </a:r>
          </a:p>
        </p:txBody>
      </p:sp>
      <p:grpSp>
        <p:nvGrpSpPr>
          <p:cNvPr id="126989" name="Group 12">
            <a:extLst>
              <a:ext uri="{FF2B5EF4-FFF2-40B4-BE49-F238E27FC236}">
                <a16:creationId xmlns:a16="http://schemas.microsoft.com/office/drawing/2014/main" id="{4E86917F-EE77-FD1F-0B7F-6B70CE273056}"/>
              </a:ext>
            </a:extLst>
          </p:cNvPr>
          <p:cNvGrpSpPr>
            <a:grpSpLocks/>
          </p:cNvGrpSpPr>
          <p:nvPr/>
        </p:nvGrpSpPr>
        <p:grpSpPr bwMode="auto">
          <a:xfrm>
            <a:off x="457200" y="1981200"/>
            <a:ext cx="1143000" cy="566738"/>
            <a:chOff x="0" y="0"/>
            <a:chExt cx="720" cy="357"/>
          </a:xfrm>
        </p:grpSpPr>
        <p:pic>
          <p:nvPicPr>
            <p:cNvPr id="126990" name="Picture 13">
              <a:extLst>
                <a:ext uri="{FF2B5EF4-FFF2-40B4-BE49-F238E27FC236}">
                  <a16:creationId xmlns:a16="http://schemas.microsoft.com/office/drawing/2014/main" id="{F2C11C36-3963-32F1-4589-F0D997EDA8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91" name="Text Box 14">
              <a:extLst>
                <a:ext uri="{FF2B5EF4-FFF2-40B4-BE49-F238E27FC236}">
                  <a16:creationId xmlns:a16="http://schemas.microsoft.com/office/drawing/2014/main" id="{20B84B4F-7182-6DB5-A0FC-19C43C8BA71D}"/>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1">
            <a:extLst>
              <a:ext uri="{FF2B5EF4-FFF2-40B4-BE49-F238E27FC236}">
                <a16:creationId xmlns:a16="http://schemas.microsoft.com/office/drawing/2014/main" id="{D6E57B5C-939F-6A06-8483-B48C5089373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244BE4FE-46A0-40F0-8A05-DB2693439DC5}" type="slidenum">
              <a:rPr lang="en-US" altLang="zh-CN" sz="2000" baseline="0">
                <a:solidFill>
                  <a:schemeClr val="bg2"/>
                </a:solidFill>
              </a:rPr>
              <a:pPr/>
              <a:t>121</a:t>
            </a:fld>
            <a:endParaRPr lang="en-US" altLang="zh-CN" sz="2000" baseline="0">
              <a:solidFill>
                <a:schemeClr val="bg2"/>
              </a:solidFill>
            </a:endParaRPr>
          </a:p>
        </p:txBody>
      </p:sp>
      <p:sp>
        <p:nvSpPr>
          <p:cNvPr id="128003" name="Rectangle 2">
            <a:extLst>
              <a:ext uri="{FF2B5EF4-FFF2-40B4-BE49-F238E27FC236}">
                <a16:creationId xmlns:a16="http://schemas.microsoft.com/office/drawing/2014/main" id="{D3FBB8AD-91DB-8E25-DFB1-CEAA0429D9B0}"/>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04" name="Rectangle 3">
            <a:extLst>
              <a:ext uri="{FF2B5EF4-FFF2-40B4-BE49-F238E27FC236}">
                <a16:creationId xmlns:a16="http://schemas.microsoft.com/office/drawing/2014/main" id="{02ACC7A7-5FE8-CC42-0020-A118DC12C48B}"/>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05" name="Rectangle 4">
            <a:extLst>
              <a:ext uri="{FF2B5EF4-FFF2-40B4-BE49-F238E27FC236}">
                <a16:creationId xmlns:a16="http://schemas.microsoft.com/office/drawing/2014/main" id="{5EC27504-31B4-171B-346D-B5BFF2F582BD}"/>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06" name="Rectangle 5">
            <a:extLst>
              <a:ext uri="{FF2B5EF4-FFF2-40B4-BE49-F238E27FC236}">
                <a16:creationId xmlns:a16="http://schemas.microsoft.com/office/drawing/2014/main" id="{4FA33EEA-0825-C127-B6BF-62F8F249F0E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07" name="Rectangle 6">
            <a:extLst>
              <a:ext uri="{FF2B5EF4-FFF2-40B4-BE49-F238E27FC236}">
                <a16:creationId xmlns:a16="http://schemas.microsoft.com/office/drawing/2014/main" id="{B2663EF6-2783-9B76-BADA-0D7563323D74}"/>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08" name="Rectangle 7">
            <a:extLst>
              <a:ext uri="{FF2B5EF4-FFF2-40B4-BE49-F238E27FC236}">
                <a16:creationId xmlns:a16="http://schemas.microsoft.com/office/drawing/2014/main" id="{8A8FD507-6B49-D2B8-7D75-1B7A02E3EED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09" name="Rectangle 8">
            <a:extLst>
              <a:ext uri="{FF2B5EF4-FFF2-40B4-BE49-F238E27FC236}">
                <a16:creationId xmlns:a16="http://schemas.microsoft.com/office/drawing/2014/main" id="{5CDB7F32-F4D4-1E10-8061-8E8ED1E6DAD2}"/>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28010" name="Line 9">
            <a:extLst>
              <a:ext uri="{FF2B5EF4-FFF2-40B4-BE49-F238E27FC236}">
                <a16:creationId xmlns:a16="http://schemas.microsoft.com/office/drawing/2014/main" id="{C8BA58F9-E133-1249-C946-717D519A48E7}"/>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11" name="Line 10">
            <a:extLst>
              <a:ext uri="{FF2B5EF4-FFF2-40B4-BE49-F238E27FC236}">
                <a16:creationId xmlns:a16="http://schemas.microsoft.com/office/drawing/2014/main" id="{20F7D82B-FF33-AAB7-4391-394B8FA4F1B5}"/>
              </a:ext>
            </a:extLst>
          </p:cNvPr>
          <p:cNvSpPr>
            <a:spLocks noChangeShapeType="1"/>
          </p:cNvSpPr>
          <p:nvPr/>
        </p:nvSpPr>
        <p:spPr bwMode="auto">
          <a:xfrm>
            <a:off x="457200" y="3429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12" name="Rectangle 11">
            <a:extLst>
              <a:ext uri="{FF2B5EF4-FFF2-40B4-BE49-F238E27FC236}">
                <a16:creationId xmlns:a16="http://schemas.microsoft.com/office/drawing/2014/main" id="{16746888-28D8-3A70-7901-062910345211}"/>
              </a:ext>
            </a:extLst>
          </p:cNvPr>
          <p:cNvSpPr>
            <a:spLocks noChangeArrowheads="1"/>
          </p:cNvSpPr>
          <p:nvPr/>
        </p:nvSpPr>
        <p:spPr bwMode="auto">
          <a:xfrm>
            <a:off x="495300" y="2759075"/>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baseline="0">
                <a:ea typeface="宋体" panose="02010600030101010101" pitchFamily="2" charset="-122"/>
              </a:rPr>
              <a:t>RPF消除了洪泛过程的回路。</a:t>
            </a:r>
          </a:p>
        </p:txBody>
      </p:sp>
      <p:grpSp>
        <p:nvGrpSpPr>
          <p:cNvPr id="128013" name="Group 12">
            <a:extLst>
              <a:ext uri="{FF2B5EF4-FFF2-40B4-BE49-F238E27FC236}">
                <a16:creationId xmlns:a16="http://schemas.microsoft.com/office/drawing/2014/main" id="{E45BD816-CD9E-8FB9-5CC1-5976625502F3}"/>
              </a:ext>
            </a:extLst>
          </p:cNvPr>
          <p:cNvGrpSpPr>
            <a:grpSpLocks/>
          </p:cNvGrpSpPr>
          <p:nvPr/>
        </p:nvGrpSpPr>
        <p:grpSpPr bwMode="auto">
          <a:xfrm>
            <a:off x="457200" y="1981200"/>
            <a:ext cx="1143000" cy="566738"/>
            <a:chOff x="0" y="0"/>
            <a:chExt cx="720" cy="357"/>
          </a:xfrm>
        </p:grpSpPr>
        <p:pic>
          <p:nvPicPr>
            <p:cNvPr id="128014" name="Picture 13">
              <a:extLst>
                <a:ext uri="{FF2B5EF4-FFF2-40B4-BE49-F238E27FC236}">
                  <a16:creationId xmlns:a16="http://schemas.microsoft.com/office/drawing/2014/main" id="{E4041B9B-7BF3-071F-B6AD-12989CA73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15" name="Text Box 14">
              <a:extLst>
                <a:ext uri="{FF2B5EF4-FFF2-40B4-BE49-F238E27FC236}">
                  <a16:creationId xmlns:a16="http://schemas.microsoft.com/office/drawing/2014/main" id="{20267282-1E30-5B10-A601-5859C5449C03}"/>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1">
            <a:extLst>
              <a:ext uri="{FF2B5EF4-FFF2-40B4-BE49-F238E27FC236}">
                <a16:creationId xmlns:a16="http://schemas.microsoft.com/office/drawing/2014/main" id="{6A63A8E3-9B1B-5DE2-4659-CC08C8BC10F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CE2D3D28-DC9F-42A0-AA41-47B5E31714CA}" type="slidenum">
              <a:rPr lang="en-US" altLang="zh-CN" sz="2000" baseline="0">
                <a:solidFill>
                  <a:schemeClr val="bg2"/>
                </a:solidFill>
              </a:rPr>
              <a:pPr/>
              <a:t>122</a:t>
            </a:fld>
            <a:endParaRPr lang="en-US" altLang="zh-CN" sz="2000" baseline="0">
              <a:solidFill>
                <a:schemeClr val="bg2"/>
              </a:solidFill>
            </a:endParaRPr>
          </a:p>
        </p:txBody>
      </p:sp>
      <p:sp>
        <p:nvSpPr>
          <p:cNvPr id="129027" name="Line 2">
            <a:extLst>
              <a:ext uri="{FF2B5EF4-FFF2-40B4-BE49-F238E27FC236}">
                <a16:creationId xmlns:a16="http://schemas.microsoft.com/office/drawing/2014/main" id="{20C9A188-3945-2002-A54B-92AF7EE7972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28" name="Line 3">
            <a:extLst>
              <a:ext uri="{FF2B5EF4-FFF2-40B4-BE49-F238E27FC236}">
                <a16:creationId xmlns:a16="http://schemas.microsoft.com/office/drawing/2014/main" id="{19D1513A-9EB3-9461-0EA1-EE018087EB6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29" name="Text Box 4">
            <a:extLst>
              <a:ext uri="{FF2B5EF4-FFF2-40B4-BE49-F238E27FC236}">
                <a16:creationId xmlns:a16="http://schemas.microsoft.com/office/drawing/2014/main" id="{FDA5E43E-613C-9AA6-51A6-00108ABF42BA}"/>
              </a:ext>
            </a:extLst>
          </p:cNvPr>
          <p:cNvSpPr txBox="1">
            <a:spLocks noChangeArrowheads="1"/>
          </p:cNvSpPr>
          <p:nvPr/>
        </p:nvSpPr>
        <p:spPr bwMode="auto">
          <a:xfrm>
            <a:off x="304800" y="381000"/>
            <a:ext cx="333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22.40  </a:t>
            </a:r>
            <a:r>
              <a:rPr lang="zh-CN" altLang="en-US" sz="2000" i="1" baseline="0">
                <a:latin typeface="Times New Roman" panose="02020603050405020304" pitchFamily="18" charset="0"/>
                <a:ea typeface="宋体" panose="02010600030101010101" pitchFamily="2" charset="-122"/>
              </a:rPr>
              <a:t>逆路径转发(RPF)</a:t>
            </a:r>
          </a:p>
        </p:txBody>
      </p:sp>
      <p:sp>
        <p:nvSpPr>
          <p:cNvPr id="129030" name="Line 5">
            <a:extLst>
              <a:ext uri="{FF2B5EF4-FFF2-40B4-BE49-F238E27FC236}">
                <a16:creationId xmlns:a16="http://schemas.microsoft.com/office/drawing/2014/main" id="{0EA0EBEF-B4C0-D5B1-7983-1DEE634838C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29031" name="Picture 6">
            <a:extLst>
              <a:ext uri="{FF2B5EF4-FFF2-40B4-BE49-F238E27FC236}">
                <a16:creationId xmlns:a16="http://schemas.microsoft.com/office/drawing/2014/main" id="{CDDB15DA-4635-E1F6-55B9-93834158AE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325" y="1130300"/>
            <a:ext cx="560387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1">
            <a:extLst>
              <a:ext uri="{FF2B5EF4-FFF2-40B4-BE49-F238E27FC236}">
                <a16:creationId xmlns:a16="http://schemas.microsoft.com/office/drawing/2014/main" id="{A3BF2FDE-61DF-FC9C-7612-5357915C9F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F7537B5-7AF0-41C8-BF4A-4127AFE3EFA5}" type="slidenum">
              <a:rPr lang="en-US" altLang="zh-CN" sz="2000" baseline="0">
                <a:solidFill>
                  <a:schemeClr val="bg2"/>
                </a:solidFill>
              </a:rPr>
              <a:pPr/>
              <a:t>123</a:t>
            </a:fld>
            <a:endParaRPr lang="en-US" altLang="zh-CN" sz="2000" baseline="0">
              <a:solidFill>
                <a:schemeClr val="bg2"/>
              </a:solidFill>
            </a:endParaRPr>
          </a:p>
        </p:txBody>
      </p:sp>
      <p:sp>
        <p:nvSpPr>
          <p:cNvPr id="130051" name="Line 2">
            <a:extLst>
              <a:ext uri="{FF2B5EF4-FFF2-40B4-BE49-F238E27FC236}">
                <a16:creationId xmlns:a16="http://schemas.microsoft.com/office/drawing/2014/main" id="{B480AAA1-6AEF-7843-8D1F-78724E3E215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2" name="Line 3">
            <a:extLst>
              <a:ext uri="{FF2B5EF4-FFF2-40B4-BE49-F238E27FC236}">
                <a16:creationId xmlns:a16="http://schemas.microsoft.com/office/drawing/2014/main" id="{44BA3CA2-347B-6AAD-3D24-8D48C427130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3" name="Text Box 4">
            <a:extLst>
              <a:ext uri="{FF2B5EF4-FFF2-40B4-BE49-F238E27FC236}">
                <a16:creationId xmlns:a16="http://schemas.microsoft.com/office/drawing/2014/main" id="{911DF382-D20F-9D0F-9110-3D9A0A789394}"/>
              </a:ext>
            </a:extLst>
          </p:cNvPr>
          <p:cNvSpPr txBox="1">
            <a:spLocks noChangeArrowheads="1"/>
          </p:cNvSpPr>
          <p:nvPr/>
        </p:nvSpPr>
        <p:spPr bwMode="auto">
          <a:xfrm>
            <a:off x="304800" y="381000"/>
            <a:ext cx="2659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22.41  </a:t>
            </a:r>
            <a:r>
              <a:rPr lang="zh-CN" altLang="en-US" sz="2000" i="1" baseline="0">
                <a:latin typeface="Times New Roman" panose="02020603050405020304" pitchFamily="18" charset="0"/>
                <a:ea typeface="宋体" panose="02010600030101010101" pitchFamily="2" charset="-122"/>
              </a:rPr>
              <a:t>RPF的问题</a:t>
            </a:r>
          </a:p>
        </p:txBody>
      </p:sp>
      <p:sp>
        <p:nvSpPr>
          <p:cNvPr id="130054" name="Line 5">
            <a:extLst>
              <a:ext uri="{FF2B5EF4-FFF2-40B4-BE49-F238E27FC236}">
                <a16:creationId xmlns:a16="http://schemas.microsoft.com/office/drawing/2014/main" id="{E0D657F3-C8D8-A05E-3DC1-DF941D34E99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0055" name="Picture 6">
            <a:extLst>
              <a:ext uri="{FF2B5EF4-FFF2-40B4-BE49-F238E27FC236}">
                <a16:creationId xmlns:a16="http://schemas.microsoft.com/office/drawing/2014/main" id="{603E43BE-7512-3FA7-0C28-EE250EDEE2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38" y="1846263"/>
            <a:ext cx="7751762" cy="318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灯片编号占位符 1">
            <a:extLst>
              <a:ext uri="{FF2B5EF4-FFF2-40B4-BE49-F238E27FC236}">
                <a16:creationId xmlns:a16="http://schemas.microsoft.com/office/drawing/2014/main" id="{AA549ED3-31BB-9946-4224-5AE5AD848F0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CAC3B8B1-241F-408B-8CA0-5012B844F30F}" type="slidenum">
              <a:rPr lang="en-US" altLang="zh-CN" sz="2000" baseline="0">
                <a:solidFill>
                  <a:schemeClr val="bg2"/>
                </a:solidFill>
              </a:rPr>
              <a:pPr/>
              <a:t>124</a:t>
            </a:fld>
            <a:endParaRPr lang="en-US" altLang="zh-CN" sz="2000" baseline="0">
              <a:solidFill>
                <a:schemeClr val="bg2"/>
              </a:solidFill>
            </a:endParaRPr>
          </a:p>
        </p:txBody>
      </p:sp>
      <p:sp>
        <p:nvSpPr>
          <p:cNvPr id="131075" name="Line 2">
            <a:extLst>
              <a:ext uri="{FF2B5EF4-FFF2-40B4-BE49-F238E27FC236}">
                <a16:creationId xmlns:a16="http://schemas.microsoft.com/office/drawing/2014/main" id="{826012BA-009F-8D48-A63A-4EE1AC0FC95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6" name="Line 3">
            <a:extLst>
              <a:ext uri="{FF2B5EF4-FFF2-40B4-BE49-F238E27FC236}">
                <a16:creationId xmlns:a16="http://schemas.microsoft.com/office/drawing/2014/main" id="{AF413C73-8094-7F1C-AB92-E1A46724F2E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7" name="Text Box 4">
            <a:extLst>
              <a:ext uri="{FF2B5EF4-FFF2-40B4-BE49-F238E27FC236}">
                <a16:creationId xmlns:a16="http://schemas.microsoft.com/office/drawing/2014/main" id="{5657E48E-1609-7F5A-4FBF-39121B67E0D3}"/>
              </a:ext>
            </a:extLst>
          </p:cNvPr>
          <p:cNvSpPr txBox="1">
            <a:spLocks noChangeArrowheads="1"/>
          </p:cNvSpPr>
          <p:nvPr/>
        </p:nvSpPr>
        <p:spPr bwMode="auto">
          <a:xfrm>
            <a:off x="304800" y="381000"/>
            <a:ext cx="3408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22.42  </a:t>
            </a:r>
            <a:r>
              <a:rPr lang="zh-CN" altLang="en-US" sz="2000" i="1" baseline="0">
                <a:latin typeface="Times New Roman" panose="02020603050405020304" pitchFamily="18" charset="0"/>
                <a:ea typeface="宋体" panose="02010600030101010101" pitchFamily="2" charset="-122"/>
              </a:rPr>
              <a:t>RPF与RPB的比较</a:t>
            </a:r>
          </a:p>
        </p:txBody>
      </p:sp>
      <p:sp>
        <p:nvSpPr>
          <p:cNvPr id="131078" name="Line 5">
            <a:extLst>
              <a:ext uri="{FF2B5EF4-FFF2-40B4-BE49-F238E27FC236}">
                <a16:creationId xmlns:a16="http://schemas.microsoft.com/office/drawing/2014/main" id="{4A04D181-59FF-601F-68D4-E5A436DC740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1079" name="Picture 6">
            <a:extLst>
              <a:ext uri="{FF2B5EF4-FFF2-40B4-BE49-F238E27FC236}">
                <a16:creationId xmlns:a16="http://schemas.microsoft.com/office/drawing/2014/main" id="{FA6B073C-4A7D-3CD1-5AE9-BDB8D6467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8" y="2352675"/>
            <a:ext cx="8501062"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1">
            <a:extLst>
              <a:ext uri="{FF2B5EF4-FFF2-40B4-BE49-F238E27FC236}">
                <a16:creationId xmlns:a16="http://schemas.microsoft.com/office/drawing/2014/main" id="{E7F588EA-4FBA-84E7-660F-5A483985F2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239549C6-CECE-4D42-A964-FB78E0697994}" type="slidenum">
              <a:rPr lang="en-US" altLang="zh-CN" sz="2000" baseline="0">
                <a:solidFill>
                  <a:schemeClr val="bg2"/>
                </a:solidFill>
              </a:rPr>
              <a:pPr/>
              <a:t>125</a:t>
            </a:fld>
            <a:endParaRPr lang="en-US" altLang="zh-CN" sz="2000" baseline="0">
              <a:solidFill>
                <a:schemeClr val="bg2"/>
              </a:solidFill>
            </a:endParaRPr>
          </a:p>
        </p:txBody>
      </p:sp>
      <p:sp>
        <p:nvSpPr>
          <p:cNvPr id="132099" name="Rectangle 2">
            <a:extLst>
              <a:ext uri="{FF2B5EF4-FFF2-40B4-BE49-F238E27FC236}">
                <a16:creationId xmlns:a16="http://schemas.microsoft.com/office/drawing/2014/main" id="{FD9C5879-B957-0742-6B62-3DA5232A75FD}"/>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0" name="Rectangle 3">
            <a:extLst>
              <a:ext uri="{FF2B5EF4-FFF2-40B4-BE49-F238E27FC236}">
                <a16:creationId xmlns:a16="http://schemas.microsoft.com/office/drawing/2014/main" id="{AFC4C157-A869-4947-9B1B-E286D2A6625C}"/>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1" name="Rectangle 4">
            <a:extLst>
              <a:ext uri="{FF2B5EF4-FFF2-40B4-BE49-F238E27FC236}">
                <a16:creationId xmlns:a16="http://schemas.microsoft.com/office/drawing/2014/main" id="{77BE9684-4A55-B030-24A5-927E2A3527E8}"/>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2" name="Rectangle 5">
            <a:extLst>
              <a:ext uri="{FF2B5EF4-FFF2-40B4-BE49-F238E27FC236}">
                <a16:creationId xmlns:a16="http://schemas.microsoft.com/office/drawing/2014/main" id="{ACA6BF38-1E38-1BF8-22A0-8544552D034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3" name="Rectangle 6">
            <a:extLst>
              <a:ext uri="{FF2B5EF4-FFF2-40B4-BE49-F238E27FC236}">
                <a16:creationId xmlns:a16="http://schemas.microsoft.com/office/drawing/2014/main" id="{7EBDEEFF-40F4-428E-0400-38A53ADE3064}"/>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4" name="Rectangle 7">
            <a:extLst>
              <a:ext uri="{FF2B5EF4-FFF2-40B4-BE49-F238E27FC236}">
                <a16:creationId xmlns:a16="http://schemas.microsoft.com/office/drawing/2014/main" id="{7261210F-2234-D020-A047-C44B0405836F}"/>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5" name="Rectangle 8">
            <a:extLst>
              <a:ext uri="{FF2B5EF4-FFF2-40B4-BE49-F238E27FC236}">
                <a16:creationId xmlns:a16="http://schemas.microsoft.com/office/drawing/2014/main" id="{04A2A09A-B101-B2AE-8025-D68DB5C379B1}"/>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2106" name="Line 9">
            <a:extLst>
              <a:ext uri="{FF2B5EF4-FFF2-40B4-BE49-F238E27FC236}">
                <a16:creationId xmlns:a16="http://schemas.microsoft.com/office/drawing/2014/main" id="{8E4B8B66-9E31-E55F-8FD8-E6FD08D7A2F8}"/>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07" name="Line 10">
            <a:extLst>
              <a:ext uri="{FF2B5EF4-FFF2-40B4-BE49-F238E27FC236}">
                <a16:creationId xmlns:a16="http://schemas.microsoft.com/office/drawing/2014/main" id="{E9FD6620-6C17-A607-DA60-30EDA7B1F2AB}"/>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08" name="Rectangle 11">
            <a:extLst>
              <a:ext uri="{FF2B5EF4-FFF2-40B4-BE49-F238E27FC236}">
                <a16:creationId xmlns:a16="http://schemas.microsoft.com/office/drawing/2014/main" id="{54B43B7D-FC1A-7A73-B542-3697AC04002C}"/>
              </a:ext>
            </a:extLst>
          </p:cNvPr>
          <p:cNvSpPr>
            <a:spLocks noChangeArrowheads="1"/>
          </p:cNvSpPr>
          <p:nvPr/>
        </p:nvSpPr>
        <p:spPr bwMode="auto">
          <a:xfrm>
            <a:off x="495300" y="2225675"/>
            <a:ext cx="80772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RPB创建从源端到每一个目的端的一个最短路径广播树，它保证每个目的端接收到分组的一个且仅有一个副本。</a:t>
            </a:r>
          </a:p>
        </p:txBody>
      </p:sp>
      <p:grpSp>
        <p:nvGrpSpPr>
          <p:cNvPr id="132109" name="Group 12">
            <a:extLst>
              <a:ext uri="{FF2B5EF4-FFF2-40B4-BE49-F238E27FC236}">
                <a16:creationId xmlns:a16="http://schemas.microsoft.com/office/drawing/2014/main" id="{608F1011-3D8A-6E04-B952-90FFA8A903A4}"/>
              </a:ext>
            </a:extLst>
          </p:cNvPr>
          <p:cNvGrpSpPr>
            <a:grpSpLocks/>
          </p:cNvGrpSpPr>
          <p:nvPr/>
        </p:nvGrpSpPr>
        <p:grpSpPr bwMode="auto">
          <a:xfrm>
            <a:off x="457200" y="1447800"/>
            <a:ext cx="1143000" cy="566738"/>
            <a:chOff x="0" y="0"/>
            <a:chExt cx="720" cy="357"/>
          </a:xfrm>
        </p:grpSpPr>
        <p:pic>
          <p:nvPicPr>
            <p:cNvPr id="132110" name="Picture 13">
              <a:extLst>
                <a:ext uri="{FF2B5EF4-FFF2-40B4-BE49-F238E27FC236}">
                  <a16:creationId xmlns:a16="http://schemas.microsoft.com/office/drawing/2014/main" id="{D37C9B1C-6EC8-D4DB-C550-EA9CA27A1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11" name="Text Box 14">
              <a:extLst>
                <a:ext uri="{FF2B5EF4-FFF2-40B4-BE49-F238E27FC236}">
                  <a16:creationId xmlns:a16="http://schemas.microsoft.com/office/drawing/2014/main" id="{C7029B09-7E67-5C59-A6E0-4A8D871A8ACB}"/>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1">
            <a:extLst>
              <a:ext uri="{FF2B5EF4-FFF2-40B4-BE49-F238E27FC236}">
                <a16:creationId xmlns:a16="http://schemas.microsoft.com/office/drawing/2014/main" id="{3E7167D8-8B24-F93D-DC9B-50E83133C8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9F2171B5-E991-4F12-BEF0-763BB13ACA68}" type="slidenum">
              <a:rPr lang="en-US" altLang="zh-CN" sz="2000" baseline="0">
                <a:solidFill>
                  <a:schemeClr val="bg2"/>
                </a:solidFill>
              </a:rPr>
              <a:pPr/>
              <a:t>126</a:t>
            </a:fld>
            <a:endParaRPr lang="en-US" altLang="zh-CN" sz="2000" baseline="0">
              <a:solidFill>
                <a:schemeClr val="bg2"/>
              </a:solidFill>
            </a:endParaRPr>
          </a:p>
        </p:txBody>
      </p:sp>
      <p:sp>
        <p:nvSpPr>
          <p:cNvPr id="133123" name="Line 2">
            <a:extLst>
              <a:ext uri="{FF2B5EF4-FFF2-40B4-BE49-F238E27FC236}">
                <a16:creationId xmlns:a16="http://schemas.microsoft.com/office/drawing/2014/main" id="{785F416F-9212-D581-16BF-71A535CBA76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4" name="Line 3">
            <a:extLst>
              <a:ext uri="{FF2B5EF4-FFF2-40B4-BE49-F238E27FC236}">
                <a16:creationId xmlns:a16="http://schemas.microsoft.com/office/drawing/2014/main" id="{610BCC78-813F-E62B-70C7-CCB54B55EFA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5" name="Text Box 4">
            <a:extLst>
              <a:ext uri="{FF2B5EF4-FFF2-40B4-BE49-F238E27FC236}">
                <a16:creationId xmlns:a16="http://schemas.microsoft.com/office/drawing/2014/main" id="{DC662D14-89ED-F301-A4E6-5F93CDC58942}"/>
              </a:ext>
            </a:extLst>
          </p:cNvPr>
          <p:cNvSpPr txBox="1">
            <a:spLocks noChangeArrowheads="1"/>
          </p:cNvSpPr>
          <p:nvPr/>
        </p:nvSpPr>
        <p:spPr bwMode="auto">
          <a:xfrm>
            <a:off x="304800" y="381000"/>
            <a:ext cx="3451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22.43  </a:t>
            </a:r>
            <a:r>
              <a:rPr lang="zh-CN" altLang="en-US" sz="2000" i="1" baseline="0">
                <a:latin typeface="Times New Roman" panose="02020603050405020304" pitchFamily="18" charset="0"/>
                <a:ea typeface="宋体" panose="02010600030101010101" pitchFamily="2" charset="-122"/>
              </a:rPr>
              <a:t>RPF, RPB,和 RPM</a:t>
            </a:r>
          </a:p>
        </p:txBody>
      </p:sp>
      <p:sp>
        <p:nvSpPr>
          <p:cNvPr id="133126" name="Line 5">
            <a:extLst>
              <a:ext uri="{FF2B5EF4-FFF2-40B4-BE49-F238E27FC236}">
                <a16:creationId xmlns:a16="http://schemas.microsoft.com/office/drawing/2014/main" id="{C832A06C-ED20-EC5C-0C4B-BF5FB8DD6B0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3127" name="Picture 6">
            <a:extLst>
              <a:ext uri="{FF2B5EF4-FFF2-40B4-BE49-F238E27FC236}">
                <a16:creationId xmlns:a16="http://schemas.microsoft.com/office/drawing/2014/main" id="{2EC57E2C-980A-51A7-75B2-CB97872DC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1295400"/>
            <a:ext cx="7386637" cy="458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1">
            <a:extLst>
              <a:ext uri="{FF2B5EF4-FFF2-40B4-BE49-F238E27FC236}">
                <a16:creationId xmlns:a16="http://schemas.microsoft.com/office/drawing/2014/main" id="{8D793DA9-9ECC-362D-6609-4137275A42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0C627BE4-BCC9-445C-B7CA-5915781A0B0F}" type="slidenum">
              <a:rPr lang="en-US" altLang="zh-CN" sz="2000" baseline="0">
                <a:solidFill>
                  <a:schemeClr val="bg2"/>
                </a:solidFill>
              </a:rPr>
              <a:pPr/>
              <a:t>127</a:t>
            </a:fld>
            <a:endParaRPr lang="en-US" altLang="zh-CN" sz="2000" baseline="0">
              <a:solidFill>
                <a:schemeClr val="bg2"/>
              </a:solidFill>
            </a:endParaRPr>
          </a:p>
        </p:txBody>
      </p:sp>
      <p:sp>
        <p:nvSpPr>
          <p:cNvPr id="134147" name="Rectangle 2">
            <a:extLst>
              <a:ext uri="{FF2B5EF4-FFF2-40B4-BE49-F238E27FC236}">
                <a16:creationId xmlns:a16="http://schemas.microsoft.com/office/drawing/2014/main" id="{83D91337-BE83-9D7F-7810-8D263D0DE6D5}"/>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48" name="Rectangle 3">
            <a:extLst>
              <a:ext uri="{FF2B5EF4-FFF2-40B4-BE49-F238E27FC236}">
                <a16:creationId xmlns:a16="http://schemas.microsoft.com/office/drawing/2014/main" id="{D255C361-99AB-00E1-9C24-BA6745E00B76}"/>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49" name="Rectangle 4">
            <a:extLst>
              <a:ext uri="{FF2B5EF4-FFF2-40B4-BE49-F238E27FC236}">
                <a16:creationId xmlns:a16="http://schemas.microsoft.com/office/drawing/2014/main" id="{AB14B770-EA2B-9CCA-6F23-CF21137AFD75}"/>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50" name="Rectangle 5">
            <a:extLst>
              <a:ext uri="{FF2B5EF4-FFF2-40B4-BE49-F238E27FC236}">
                <a16:creationId xmlns:a16="http://schemas.microsoft.com/office/drawing/2014/main" id="{58D37199-0F42-09C0-639B-235F9E40DAC7}"/>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51" name="Rectangle 6">
            <a:extLst>
              <a:ext uri="{FF2B5EF4-FFF2-40B4-BE49-F238E27FC236}">
                <a16:creationId xmlns:a16="http://schemas.microsoft.com/office/drawing/2014/main" id="{0996C15C-A062-78E3-EE27-BF361F63F77D}"/>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52" name="Rectangle 7">
            <a:extLst>
              <a:ext uri="{FF2B5EF4-FFF2-40B4-BE49-F238E27FC236}">
                <a16:creationId xmlns:a16="http://schemas.microsoft.com/office/drawing/2014/main" id="{23DB1266-9D9A-7C2E-6E7E-61682D7B133C}"/>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53" name="Rectangle 8">
            <a:extLst>
              <a:ext uri="{FF2B5EF4-FFF2-40B4-BE49-F238E27FC236}">
                <a16:creationId xmlns:a16="http://schemas.microsoft.com/office/drawing/2014/main" id="{467298CE-FC02-8D2E-3A39-5E9B7A23C29C}"/>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4154" name="Line 9">
            <a:extLst>
              <a:ext uri="{FF2B5EF4-FFF2-40B4-BE49-F238E27FC236}">
                <a16:creationId xmlns:a16="http://schemas.microsoft.com/office/drawing/2014/main" id="{A1B2360A-044E-BC02-91CD-A62F8FA40A0F}"/>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55" name="Line 10">
            <a:extLst>
              <a:ext uri="{FF2B5EF4-FFF2-40B4-BE49-F238E27FC236}">
                <a16:creationId xmlns:a16="http://schemas.microsoft.com/office/drawing/2014/main" id="{CEC0F67F-F59F-57C0-556B-7E92D9CE1C99}"/>
              </a:ext>
            </a:extLst>
          </p:cNvPr>
          <p:cNvSpPr>
            <a:spLocks noChangeShapeType="1"/>
          </p:cNvSpPr>
          <p:nvPr/>
        </p:nvSpPr>
        <p:spPr bwMode="auto">
          <a:xfrm>
            <a:off x="458788" y="4343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56" name="Rectangle 11">
            <a:extLst>
              <a:ext uri="{FF2B5EF4-FFF2-40B4-BE49-F238E27FC236}">
                <a16:creationId xmlns:a16="http://schemas.microsoft.com/office/drawing/2014/main" id="{0DA86AA2-5E3A-6B37-926C-406826E13648}"/>
              </a:ext>
            </a:extLst>
          </p:cNvPr>
          <p:cNvSpPr>
            <a:spLocks noChangeArrowheads="1"/>
          </p:cNvSpPr>
          <p:nvPr/>
        </p:nvSpPr>
        <p:spPr bwMode="auto">
          <a:xfrm>
            <a:off x="495300" y="2225675"/>
            <a:ext cx="80772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baseline="0">
                <a:ea typeface="宋体" panose="02010600030101010101" pitchFamily="2" charset="-122"/>
              </a:rPr>
              <a:t>RPM</a:t>
            </a:r>
            <a:r>
              <a:rPr lang="zh-CN" altLang="en-US" baseline="0">
                <a:ea typeface="宋体" panose="02010600030101010101" pitchFamily="2" charset="-122"/>
              </a:rPr>
              <a:t>将修剪和嫁接添加到</a:t>
            </a:r>
            <a:r>
              <a:rPr lang="en-US" altLang="zh-CN" baseline="0">
                <a:ea typeface="宋体" panose="02010600030101010101" pitchFamily="2" charset="-122"/>
              </a:rPr>
              <a:t>RPB</a:t>
            </a:r>
            <a:r>
              <a:rPr lang="zh-CN" altLang="en-US" baseline="0">
                <a:ea typeface="宋体" panose="02010600030101010101" pitchFamily="2" charset="-122"/>
              </a:rPr>
              <a:t>中，以创建一个多播最短路径树，该树支持动态成员关</a:t>
            </a:r>
          </a:p>
          <a:p>
            <a:r>
              <a:rPr lang="zh-CN" altLang="en-US" baseline="0">
                <a:ea typeface="宋体" panose="02010600030101010101" pitchFamily="2" charset="-122"/>
              </a:rPr>
              <a:t>系的改变。</a:t>
            </a:r>
          </a:p>
        </p:txBody>
      </p:sp>
      <p:grpSp>
        <p:nvGrpSpPr>
          <p:cNvPr id="134157" name="Group 12">
            <a:extLst>
              <a:ext uri="{FF2B5EF4-FFF2-40B4-BE49-F238E27FC236}">
                <a16:creationId xmlns:a16="http://schemas.microsoft.com/office/drawing/2014/main" id="{933EB91F-0CD4-5207-FE26-21C68C0D10F5}"/>
              </a:ext>
            </a:extLst>
          </p:cNvPr>
          <p:cNvGrpSpPr>
            <a:grpSpLocks/>
          </p:cNvGrpSpPr>
          <p:nvPr/>
        </p:nvGrpSpPr>
        <p:grpSpPr bwMode="auto">
          <a:xfrm>
            <a:off x="457200" y="1447800"/>
            <a:ext cx="1143000" cy="566738"/>
            <a:chOff x="0" y="0"/>
            <a:chExt cx="720" cy="357"/>
          </a:xfrm>
        </p:grpSpPr>
        <p:pic>
          <p:nvPicPr>
            <p:cNvPr id="134158" name="Picture 13">
              <a:extLst>
                <a:ext uri="{FF2B5EF4-FFF2-40B4-BE49-F238E27FC236}">
                  <a16:creationId xmlns:a16="http://schemas.microsoft.com/office/drawing/2014/main" id="{80A74C3A-077B-2C9C-2942-420FB0081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9" name="Text Box 14">
              <a:extLst>
                <a:ext uri="{FF2B5EF4-FFF2-40B4-BE49-F238E27FC236}">
                  <a16:creationId xmlns:a16="http://schemas.microsoft.com/office/drawing/2014/main" id="{255E56DD-7899-5A4A-E0FE-CC72A2ED2029}"/>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灯片编号占位符 1">
            <a:extLst>
              <a:ext uri="{FF2B5EF4-FFF2-40B4-BE49-F238E27FC236}">
                <a16:creationId xmlns:a16="http://schemas.microsoft.com/office/drawing/2014/main" id="{33B0A84A-E219-2D57-FE01-7BE6AF877A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F19BE961-C180-48A1-87E2-07695AD312A0}" type="slidenum">
              <a:rPr lang="en-US" altLang="zh-CN" sz="2000" baseline="0">
                <a:solidFill>
                  <a:schemeClr val="bg2"/>
                </a:solidFill>
              </a:rPr>
              <a:pPr/>
              <a:t>128</a:t>
            </a:fld>
            <a:endParaRPr lang="en-US" altLang="zh-CN" sz="2000" baseline="0">
              <a:solidFill>
                <a:schemeClr val="bg2"/>
              </a:solidFill>
            </a:endParaRPr>
          </a:p>
        </p:txBody>
      </p:sp>
      <p:sp>
        <p:nvSpPr>
          <p:cNvPr id="135171" name="Line 2">
            <a:extLst>
              <a:ext uri="{FF2B5EF4-FFF2-40B4-BE49-F238E27FC236}">
                <a16:creationId xmlns:a16="http://schemas.microsoft.com/office/drawing/2014/main" id="{03E57B5F-0D43-7D0D-5AE6-94EAF837A70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2" name="Line 3">
            <a:extLst>
              <a:ext uri="{FF2B5EF4-FFF2-40B4-BE49-F238E27FC236}">
                <a16:creationId xmlns:a16="http://schemas.microsoft.com/office/drawing/2014/main" id="{6FB78DCB-3E6D-7212-C263-EFDB43CE9DA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3" name="Text Box 4">
            <a:extLst>
              <a:ext uri="{FF2B5EF4-FFF2-40B4-BE49-F238E27FC236}">
                <a16:creationId xmlns:a16="http://schemas.microsoft.com/office/drawing/2014/main" id="{CCA83577-FF56-0141-7F42-32E3ECD1F8B9}"/>
              </a:ext>
            </a:extLst>
          </p:cNvPr>
          <p:cNvSpPr txBox="1">
            <a:spLocks noChangeArrowheads="1"/>
          </p:cNvSpPr>
          <p:nvPr/>
        </p:nvSpPr>
        <p:spPr bwMode="auto">
          <a:xfrm>
            <a:off x="304800" y="381000"/>
            <a:ext cx="444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22.44  </a:t>
            </a:r>
            <a:r>
              <a:rPr lang="zh-CN" altLang="en-US" sz="2000" i="1" baseline="0">
                <a:latin typeface="Times New Roman" panose="02020603050405020304" pitchFamily="18" charset="0"/>
                <a:ea typeface="宋体" panose="02010600030101010101" pitchFamily="2" charset="-122"/>
              </a:rPr>
              <a:t>具有会合路由器的组共享树</a:t>
            </a:r>
          </a:p>
        </p:txBody>
      </p:sp>
      <p:sp>
        <p:nvSpPr>
          <p:cNvPr id="135174" name="Line 5">
            <a:extLst>
              <a:ext uri="{FF2B5EF4-FFF2-40B4-BE49-F238E27FC236}">
                <a16:creationId xmlns:a16="http://schemas.microsoft.com/office/drawing/2014/main" id="{BA1DFA9F-B22D-CE03-50D6-F6DAFEFE123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5175" name="Picture 6">
            <a:extLst>
              <a:ext uri="{FF2B5EF4-FFF2-40B4-BE49-F238E27FC236}">
                <a16:creationId xmlns:a16="http://schemas.microsoft.com/office/drawing/2014/main" id="{F13F600A-E3AE-D227-B47E-41BC5F69A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763" y="1228725"/>
            <a:ext cx="7056437"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1">
            <a:extLst>
              <a:ext uri="{FF2B5EF4-FFF2-40B4-BE49-F238E27FC236}">
                <a16:creationId xmlns:a16="http://schemas.microsoft.com/office/drawing/2014/main" id="{22CBA628-9E1E-6B7A-488D-E7B5648DAA4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9BECEEA-D53E-4A2E-9E13-F13B85D21A9A}" type="slidenum">
              <a:rPr lang="en-US" altLang="zh-CN" sz="2000" baseline="0">
                <a:solidFill>
                  <a:schemeClr val="bg2"/>
                </a:solidFill>
              </a:rPr>
              <a:pPr/>
              <a:t>129</a:t>
            </a:fld>
            <a:endParaRPr lang="en-US" altLang="zh-CN" sz="2000" baseline="0">
              <a:solidFill>
                <a:schemeClr val="bg2"/>
              </a:solidFill>
            </a:endParaRPr>
          </a:p>
        </p:txBody>
      </p:sp>
      <p:sp>
        <p:nvSpPr>
          <p:cNvPr id="136195" name="Line 2">
            <a:extLst>
              <a:ext uri="{FF2B5EF4-FFF2-40B4-BE49-F238E27FC236}">
                <a16:creationId xmlns:a16="http://schemas.microsoft.com/office/drawing/2014/main" id="{0D9A7573-D5DE-10F6-9ED4-FF58EFF0710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196" name="Line 3">
            <a:extLst>
              <a:ext uri="{FF2B5EF4-FFF2-40B4-BE49-F238E27FC236}">
                <a16:creationId xmlns:a16="http://schemas.microsoft.com/office/drawing/2014/main" id="{2F145263-0AC1-0310-A125-D6ABAD04AA1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197" name="Text Box 4">
            <a:extLst>
              <a:ext uri="{FF2B5EF4-FFF2-40B4-BE49-F238E27FC236}">
                <a16:creationId xmlns:a16="http://schemas.microsoft.com/office/drawing/2014/main" id="{7656142E-CEFA-19E1-CA0B-245B4B71BE48}"/>
              </a:ext>
            </a:extLst>
          </p:cNvPr>
          <p:cNvSpPr txBox="1">
            <a:spLocks noChangeArrowheads="1"/>
          </p:cNvSpPr>
          <p:nvPr/>
        </p:nvSpPr>
        <p:spPr bwMode="auto">
          <a:xfrm>
            <a:off x="304800" y="381000"/>
            <a:ext cx="495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22.45  </a:t>
            </a:r>
            <a:r>
              <a:rPr lang="zh-CN" altLang="en-US" sz="2000" i="1" baseline="0">
                <a:latin typeface="Times New Roman" panose="02020603050405020304" pitchFamily="18" charset="0"/>
                <a:ea typeface="宋体" panose="02010600030101010101" pitchFamily="2" charset="-122"/>
              </a:rPr>
              <a:t>发送一个多播分组到会合路由器</a:t>
            </a:r>
          </a:p>
        </p:txBody>
      </p:sp>
      <p:sp>
        <p:nvSpPr>
          <p:cNvPr id="136198" name="Line 5">
            <a:extLst>
              <a:ext uri="{FF2B5EF4-FFF2-40B4-BE49-F238E27FC236}">
                <a16:creationId xmlns:a16="http://schemas.microsoft.com/office/drawing/2014/main" id="{3B8965E3-0CBD-DFED-D297-928A79430B5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6199" name="Picture 6">
            <a:extLst>
              <a:ext uri="{FF2B5EF4-FFF2-40B4-BE49-F238E27FC236}">
                <a16:creationId xmlns:a16="http://schemas.microsoft.com/office/drawing/2014/main" id="{338DDADF-D4A0-7DA3-1300-052A3AE99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171575"/>
            <a:ext cx="590550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灯片编号占位符 1">
            <a:extLst>
              <a:ext uri="{FF2B5EF4-FFF2-40B4-BE49-F238E27FC236}">
                <a16:creationId xmlns:a16="http://schemas.microsoft.com/office/drawing/2014/main" id="{AEFB3E81-A35F-1626-490D-1AE81670E3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4705EF88-A4AF-4FE1-8A68-550C9A8FF266}" type="slidenum">
              <a:rPr lang="en-US" altLang="zh-CN" sz="2000" baseline="0">
                <a:solidFill>
                  <a:schemeClr val="bg2"/>
                </a:solidFill>
              </a:rPr>
              <a:pPr/>
              <a:t>130</a:t>
            </a:fld>
            <a:endParaRPr lang="en-US" altLang="zh-CN" sz="2000" baseline="0">
              <a:solidFill>
                <a:schemeClr val="bg2"/>
              </a:solidFill>
            </a:endParaRPr>
          </a:p>
        </p:txBody>
      </p:sp>
      <p:sp>
        <p:nvSpPr>
          <p:cNvPr id="137219" name="Rectangle 2">
            <a:extLst>
              <a:ext uri="{FF2B5EF4-FFF2-40B4-BE49-F238E27FC236}">
                <a16:creationId xmlns:a16="http://schemas.microsoft.com/office/drawing/2014/main" id="{3505752A-21DE-901D-98BB-EFF61EDA43A9}"/>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0" name="Rectangle 3">
            <a:extLst>
              <a:ext uri="{FF2B5EF4-FFF2-40B4-BE49-F238E27FC236}">
                <a16:creationId xmlns:a16="http://schemas.microsoft.com/office/drawing/2014/main" id="{48FC7E5A-BBCF-16B1-923A-D7ADACD1530B}"/>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1" name="Rectangle 4">
            <a:extLst>
              <a:ext uri="{FF2B5EF4-FFF2-40B4-BE49-F238E27FC236}">
                <a16:creationId xmlns:a16="http://schemas.microsoft.com/office/drawing/2014/main" id="{7FF0744D-2B39-3C7E-583B-D95AE489ED9A}"/>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2" name="Rectangle 5">
            <a:extLst>
              <a:ext uri="{FF2B5EF4-FFF2-40B4-BE49-F238E27FC236}">
                <a16:creationId xmlns:a16="http://schemas.microsoft.com/office/drawing/2014/main" id="{AC5DDC8E-DA56-29FD-3F5D-4E6CF90958A9}"/>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3" name="Rectangle 6">
            <a:extLst>
              <a:ext uri="{FF2B5EF4-FFF2-40B4-BE49-F238E27FC236}">
                <a16:creationId xmlns:a16="http://schemas.microsoft.com/office/drawing/2014/main" id="{412E1D9B-DF4B-4CC5-FA3F-4EEDD8D1025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4" name="Rectangle 7">
            <a:extLst>
              <a:ext uri="{FF2B5EF4-FFF2-40B4-BE49-F238E27FC236}">
                <a16:creationId xmlns:a16="http://schemas.microsoft.com/office/drawing/2014/main" id="{045019E9-9FDE-AA2D-24A1-987F4544F631}"/>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5" name="Rectangle 8">
            <a:extLst>
              <a:ext uri="{FF2B5EF4-FFF2-40B4-BE49-F238E27FC236}">
                <a16:creationId xmlns:a16="http://schemas.microsoft.com/office/drawing/2014/main" id="{12D63DB3-AF5C-4718-FBBA-238803A7F2EC}"/>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7226" name="Line 9">
            <a:extLst>
              <a:ext uri="{FF2B5EF4-FFF2-40B4-BE49-F238E27FC236}">
                <a16:creationId xmlns:a16="http://schemas.microsoft.com/office/drawing/2014/main" id="{36BB0242-711E-79E2-F088-2E9682DC3A9E}"/>
              </a:ext>
            </a:extLst>
          </p:cNvPr>
          <p:cNvSpPr>
            <a:spLocks noChangeShapeType="1"/>
          </p:cNvSpPr>
          <p:nvPr/>
        </p:nvSpPr>
        <p:spPr bwMode="auto">
          <a:xfrm>
            <a:off x="457200" y="2209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7" name="Line 10">
            <a:extLst>
              <a:ext uri="{FF2B5EF4-FFF2-40B4-BE49-F238E27FC236}">
                <a16:creationId xmlns:a16="http://schemas.microsoft.com/office/drawing/2014/main" id="{01BA5CF6-128E-CF4C-88E5-C860A55415A7}"/>
              </a:ext>
            </a:extLst>
          </p:cNvPr>
          <p:cNvSpPr>
            <a:spLocks noChangeShapeType="1"/>
          </p:cNvSpPr>
          <p:nvPr/>
        </p:nvSpPr>
        <p:spPr bwMode="auto">
          <a:xfrm>
            <a:off x="458788" y="4953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8" name="Rectangle 11">
            <a:extLst>
              <a:ext uri="{FF2B5EF4-FFF2-40B4-BE49-F238E27FC236}">
                <a16:creationId xmlns:a16="http://schemas.microsoft.com/office/drawing/2014/main" id="{181F33BA-625C-E5BB-6629-C545C5AE5B17}"/>
              </a:ext>
            </a:extLst>
          </p:cNvPr>
          <p:cNvSpPr>
            <a:spLocks noChangeArrowheads="1"/>
          </p:cNvSpPr>
          <p:nvPr/>
        </p:nvSpPr>
        <p:spPr bwMode="auto">
          <a:xfrm>
            <a:off x="495300" y="2301875"/>
            <a:ext cx="8077200" cy="2062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在CBT中，源端给核心路由器发送多播分组(封装在一个单播分组中)。核心路由器分解该分组，并将其转发到所有有加入请求的主机。</a:t>
            </a:r>
          </a:p>
        </p:txBody>
      </p:sp>
      <p:grpSp>
        <p:nvGrpSpPr>
          <p:cNvPr id="137229" name="Group 12">
            <a:extLst>
              <a:ext uri="{FF2B5EF4-FFF2-40B4-BE49-F238E27FC236}">
                <a16:creationId xmlns:a16="http://schemas.microsoft.com/office/drawing/2014/main" id="{4230CF40-BC3E-CF63-2433-93C3E591C668}"/>
              </a:ext>
            </a:extLst>
          </p:cNvPr>
          <p:cNvGrpSpPr>
            <a:grpSpLocks/>
          </p:cNvGrpSpPr>
          <p:nvPr/>
        </p:nvGrpSpPr>
        <p:grpSpPr bwMode="auto">
          <a:xfrm>
            <a:off x="457200" y="1524000"/>
            <a:ext cx="1143000" cy="566738"/>
            <a:chOff x="0" y="0"/>
            <a:chExt cx="720" cy="357"/>
          </a:xfrm>
        </p:grpSpPr>
        <p:pic>
          <p:nvPicPr>
            <p:cNvPr id="137230" name="Picture 13">
              <a:extLst>
                <a:ext uri="{FF2B5EF4-FFF2-40B4-BE49-F238E27FC236}">
                  <a16:creationId xmlns:a16="http://schemas.microsoft.com/office/drawing/2014/main" id="{2C01C621-685B-35C8-87F9-62CC82BB04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31" name="Text Box 14">
              <a:extLst>
                <a:ext uri="{FF2B5EF4-FFF2-40B4-BE49-F238E27FC236}">
                  <a16:creationId xmlns:a16="http://schemas.microsoft.com/office/drawing/2014/main" id="{8B57BE0A-69AA-FA47-4CC0-CD1E3F9DFC25}"/>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1">
            <a:extLst>
              <a:ext uri="{FF2B5EF4-FFF2-40B4-BE49-F238E27FC236}">
                <a16:creationId xmlns:a16="http://schemas.microsoft.com/office/drawing/2014/main" id="{6078485C-AD5E-AC3F-5227-A373E30EAC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47FB1A5A-E7EB-4DAC-B962-F37815A3B925}" type="slidenum">
              <a:rPr lang="en-US" altLang="zh-CN" sz="2000" baseline="0">
                <a:solidFill>
                  <a:schemeClr val="bg2"/>
                </a:solidFill>
              </a:rPr>
              <a:pPr/>
              <a:t>131</a:t>
            </a:fld>
            <a:endParaRPr lang="en-US" altLang="zh-CN" sz="2000" baseline="0">
              <a:solidFill>
                <a:schemeClr val="bg2"/>
              </a:solidFill>
            </a:endParaRPr>
          </a:p>
        </p:txBody>
      </p:sp>
      <p:sp>
        <p:nvSpPr>
          <p:cNvPr id="138243" name="Rectangle 2">
            <a:extLst>
              <a:ext uri="{FF2B5EF4-FFF2-40B4-BE49-F238E27FC236}">
                <a16:creationId xmlns:a16="http://schemas.microsoft.com/office/drawing/2014/main" id="{C0413966-8918-D97C-BC11-BE606E87F33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44" name="Rectangle 3">
            <a:extLst>
              <a:ext uri="{FF2B5EF4-FFF2-40B4-BE49-F238E27FC236}">
                <a16:creationId xmlns:a16="http://schemas.microsoft.com/office/drawing/2014/main" id="{A68D031D-F7A2-4B2A-8B47-6307FAA126DE}"/>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45" name="Rectangle 4">
            <a:extLst>
              <a:ext uri="{FF2B5EF4-FFF2-40B4-BE49-F238E27FC236}">
                <a16:creationId xmlns:a16="http://schemas.microsoft.com/office/drawing/2014/main" id="{081D8082-0C95-0CD7-0093-11F91DDA32A2}"/>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46" name="Rectangle 5">
            <a:extLst>
              <a:ext uri="{FF2B5EF4-FFF2-40B4-BE49-F238E27FC236}">
                <a16:creationId xmlns:a16="http://schemas.microsoft.com/office/drawing/2014/main" id="{257D5CF7-6780-2995-B70C-F8FF5966A31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47" name="Rectangle 6">
            <a:extLst>
              <a:ext uri="{FF2B5EF4-FFF2-40B4-BE49-F238E27FC236}">
                <a16:creationId xmlns:a16="http://schemas.microsoft.com/office/drawing/2014/main" id="{7CAF35B2-0EBC-F594-36E8-894D949E319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48" name="Rectangle 7">
            <a:extLst>
              <a:ext uri="{FF2B5EF4-FFF2-40B4-BE49-F238E27FC236}">
                <a16:creationId xmlns:a16="http://schemas.microsoft.com/office/drawing/2014/main" id="{406E3A3D-C516-5A56-7474-E67FEA68ED5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49" name="Rectangle 8">
            <a:extLst>
              <a:ext uri="{FF2B5EF4-FFF2-40B4-BE49-F238E27FC236}">
                <a16:creationId xmlns:a16="http://schemas.microsoft.com/office/drawing/2014/main" id="{3CF551C1-4F03-99C7-5562-1990F74E791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8250" name="Line 9">
            <a:extLst>
              <a:ext uri="{FF2B5EF4-FFF2-40B4-BE49-F238E27FC236}">
                <a16:creationId xmlns:a16="http://schemas.microsoft.com/office/drawing/2014/main" id="{04D77361-08B1-C524-F143-EA55D02CFEA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51" name="Line 10">
            <a:extLst>
              <a:ext uri="{FF2B5EF4-FFF2-40B4-BE49-F238E27FC236}">
                <a16:creationId xmlns:a16="http://schemas.microsoft.com/office/drawing/2014/main" id="{50EC0FD2-237E-D5AD-8FA3-49F645F3569E}"/>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52" name="Rectangle 11">
            <a:extLst>
              <a:ext uri="{FF2B5EF4-FFF2-40B4-BE49-F238E27FC236}">
                <a16:creationId xmlns:a16="http://schemas.microsoft.com/office/drawing/2014/main" id="{1F5ECC60-839D-F7B4-E05D-57070B62D4D4}"/>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baseline="0">
                <a:ea typeface="宋体" panose="02010600030101010101" pitchFamily="2" charset="-122"/>
              </a:rPr>
              <a:t>PIM-DM</a:t>
            </a:r>
            <a:r>
              <a:rPr lang="zh-CN" altLang="en-US" baseline="0">
                <a:ea typeface="宋体" panose="02010600030101010101" pitchFamily="2" charset="-122"/>
              </a:rPr>
              <a:t>用于密集多播环境，如一个局域网中。</a:t>
            </a:r>
          </a:p>
        </p:txBody>
      </p:sp>
      <p:grpSp>
        <p:nvGrpSpPr>
          <p:cNvPr id="138253" name="Group 12">
            <a:extLst>
              <a:ext uri="{FF2B5EF4-FFF2-40B4-BE49-F238E27FC236}">
                <a16:creationId xmlns:a16="http://schemas.microsoft.com/office/drawing/2014/main" id="{59BD479E-7CF2-F8AC-95B9-AEEA4C8835E7}"/>
              </a:ext>
            </a:extLst>
          </p:cNvPr>
          <p:cNvGrpSpPr>
            <a:grpSpLocks/>
          </p:cNvGrpSpPr>
          <p:nvPr/>
        </p:nvGrpSpPr>
        <p:grpSpPr bwMode="auto">
          <a:xfrm>
            <a:off x="457200" y="1981200"/>
            <a:ext cx="1143000" cy="566738"/>
            <a:chOff x="0" y="0"/>
            <a:chExt cx="720" cy="357"/>
          </a:xfrm>
        </p:grpSpPr>
        <p:pic>
          <p:nvPicPr>
            <p:cNvPr id="138254" name="Picture 13">
              <a:extLst>
                <a:ext uri="{FF2B5EF4-FFF2-40B4-BE49-F238E27FC236}">
                  <a16:creationId xmlns:a16="http://schemas.microsoft.com/office/drawing/2014/main" id="{54B1D06C-01CE-5D36-73DF-D16A78E914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55" name="Text Box 14">
              <a:extLst>
                <a:ext uri="{FF2B5EF4-FFF2-40B4-BE49-F238E27FC236}">
                  <a16:creationId xmlns:a16="http://schemas.microsoft.com/office/drawing/2014/main" id="{8A8CD17F-6597-396C-3F5B-1EDD67C95228}"/>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灯片编号占位符 1">
            <a:extLst>
              <a:ext uri="{FF2B5EF4-FFF2-40B4-BE49-F238E27FC236}">
                <a16:creationId xmlns:a16="http://schemas.microsoft.com/office/drawing/2014/main" id="{7FD8B914-D61E-42E6-3E21-D901933CA5A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F7649FFF-9EF4-4590-ACA3-D2031058A951}" type="slidenum">
              <a:rPr lang="en-US" altLang="zh-CN" sz="2000" baseline="0">
                <a:solidFill>
                  <a:schemeClr val="bg2"/>
                </a:solidFill>
              </a:rPr>
              <a:pPr/>
              <a:t>132</a:t>
            </a:fld>
            <a:endParaRPr lang="en-US" altLang="zh-CN" sz="2000" baseline="0">
              <a:solidFill>
                <a:schemeClr val="bg2"/>
              </a:solidFill>
            </a:endParaRPr>
          </a:p>
        </p:txBody>
      </p:sp>
      <p:sp>
        <p:nvSpPr>
          <p:cNvPr id="139267" name="Rectangle 2">
            <a:extLst>
              <a:ext uri="{FF2B5EF4-FFF2-40B4-BE49-F238E27FC236}">
                <a16:creationId xmlns:a16="http://schemas.microsoft.com/office/drawing/2014/main" id="{F3931E16-96E2-CC33-D9C7-EA10EDE672A3}"/>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68" name="Rectangle 3">
            <a:extLst>
              <a:ext uri="{FF2B5EF4-FFF2-40B4-BE49-F238E27FC236}">
                <a16:creationId xmlns:a16="http://schemas.microsoft.com/office/drawing/2014/main" id="{2CADE7BE-B662-D3A7-66B9-E1D314A855F3}"/>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69" name="Rectangle 4">
            <a:extLst>
              <a:ext uri="{FF2B5EF4-FFF2-40B4-BE49-F238E27FC236}">
                <a16:creationId xmlns:a16="http://schemas.microsoft.com/office/drawing/2014/main" id="{64311105-873A-D03A-9811-107FFECCD6DC}"/>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70" name="Rectangle 5">
            <a:extLst>
              <a:ext uri="{FF2B5EF4-FFF2-40B4-BE49-F238E27FC236}">
                <a16:creationId xmlns:a16="http://schemas.microsoft.com/office/drawing/2014/main" id="{969BCE09-0012-89CE-26AD-AD6A5459A0C4}"/>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71" name="Rectangle 6">
            <a:extLst>
              <a:ext uri="{FF2B5EF4-FFF2-40B4-BE49-F238E27FC236}">
                <a16:creationId xmlns:a16="http://schemas.microsoft.com/office/drawing/2014/main" id="{0AC7A527-836E-CD43-FCB6-872610BFEBF6}"/>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72" name="Rectangle 7">
            <a:extLst>
              <a:ext uri="{FF2B5EF4-FFF2-40B4-BE49-F238E27FC236}">
                <a16:creationId xmlns:a16="http://schemas.microsoft.com/office/drawing/2014/main" id="{3B485662-DB8E-94C4-1543-3DDC27E5FF67}"/>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73" name="Rectangle 8">
            <a:extLst>
              <a:ext uri="{FF2B5EF4-FFF2-40B4-BE49-F238E27FC236}">
                <a16:creationId xmlns:a16="http://schemas.microsoft.com/office/drawing/2014/main" id="{CC6F7093-A2E4-6712-9C94-7F4E61AF1AD1}"/>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39274" name="Line 9">
            <a:extLst>
              <a:ext uri="{FF2B5EF4-FFF2-40B4-BE49-F238E27FC236}">
                <a16:creationId xmlns:a16="http://schemas.microsoft.com/office/drawing/2014/main" id="{6E85A4D6-40E4-66F7-E4C1-EED7C6C36884}"/>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5" name="Line 10">
            <a:extLst>
              <a:ext uri="{FF2B5EF4-FFF2-40B4-BE49-F238E27FC236}">
                <a16:creationId xmlns:a16="http://schemas.microsoft.com/office/drawing/2014/main" id="{BAC8AA47-9443-6473-FF00-17A551EBFB62}"/>
              </a:ext>
            </a:extLst>
          </p:cNvPr>
          <p:cNvSpPr>
            <a:spLocks noChangeShapeType="1"/>
          </p:cNvSpPr>
          <p:nvPr/>
        </p:nvSpPr>
        <p:spPr bwMode="auto">
          <a:xfrm>
            <a:off x="457200" y="4648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6" name="Rectangle 11">
            <a:extLst>
              <a:ext uri="{FF2B5EF4-FFF2-40B4-BE49-F238E27FC236}">
                <a16:creationId xmlns:a16="http://schemas.microsoft.com/office/drawing/2014/main" id="{77A7E541-E648-297D-8B14-148D16D0EF90}"/>
              </a:ext>
            </a:extLst>
          </p:cNvPr>
          <p:cNvSpPr>
            <a:spLocks noChangeArrowheads="1"/>
          </p:cNvSpPr>
          <p:nvPr/>
        </p:nvSpPr>
        <p:spPr bwMode="auto">
          <a:xfrm>
            <a:off x="495300" y="2759075"/>
            <a:ext cx="80772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baseline="0">
                <a:ea typeface="宋体" panose="02010600030101010101" pitchFamily="2" charset="-122"/>
              </a:rPr>
              <a:t>PIM-DM使用RPF和修剪/嫁接策略来处理多播路由选择。然而，它还是独立于底层的单播协议。</a:t>
            </a:r>
          </a:p>
        </p:txBody>
      </p:sp>
      <p:grpSp>
        <p:nvGrpSpPr>
          <p:cNvPr id="139277" name="Group 12">
            <a:extLst>
              <a:ext uri="{FF2B5EF4-FFF2-40B4-BE49-F238E27FC236}">
                <a16:creationId xmlns:a16="http://schemas.microsoft.com/office/drawing/2014/main" id="{430B5B93-6F9A-B76D-92F1-417B1A56CCA7}"/>
              </a:ext>
            </a:extLst>
          </p:cNvPr>
          <p:cNvGrpSpPr>
            <a:grpSpLocks/>
          </p:cNvGrpSpPr>
          <p:nvPr/>
        </p:nvGrpSpPr>
        <p:grpSpPr bwMode="auto">
          <a:xfrm>
            <a:off x="457200" y="1981200"/>
            <a:ext cx="1143000" cy="566738"/>
            <a:chOff x="0" y="0"/>
            <a:chExt cx="720" cy="357"/>
          </a:xfrm>
        </p:grpSpPr>
        <p:pic>
          <p:nvPicPr>
            <p:cNvPr id="139278" name="Picture 13">
              <a:extLst>
                <a:ext uri="{FF2B5EF4-FFF2-40B4-BE49-F238E27FC236}">
                  <a16:creationId xmlns:a16="http://schemas.microsoft.com/office/drawing/2014/main" id="{B612760A-034E-9AC4-5A91-CF488E19F0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9" name="Text Box 14">
              <a:extLst>
                <a:ext uri="{FF2B5EF4-FFF2-40B4-BE49-F238E27FC236}">
                  <a16:creationId xmlns:a16="http://schemas.microsoft.com/office/drawing/2014/main" id="{B6A2CF42-5CD1-F9B0-11DD-3259E2A4711D}"/>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1">
            <a:extLst>
              <a:ext uri="{FF2B5EF4-FFF2-40B4-BE49-F238E27FC236}">
                <a16:creationId xmlns:a16="http://schemas.microsoft.com/office/drawing/2014/main" id="{38E60667-3778-7CDD-3FD5-256412F20A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352CEE57-66D0-421C-9050-1CEE0DD972DA}" type="slidenum">
              <a:rPr lang="en-US" altLang="zh-CN" sz="2000" baseline="0">
                <a:solidFill>
                  <a:schemeClr val="bg2"/>
                </a:solidFill>
              </a:rPr>
              <a:pPr/>
              <a:t>133</a:t>
            </a:fld>
            <a:endParaRPr lang="en-US" altLang="zh-CN" sz="2000" baseline="0">
              <a:solidFill>
                <a:schemeClr val="bg2"/>
              </a:solidFill>
            </a:endParaRPr>
          </a:p>
        </p:txBody>
      </p:sp>
      <p:sp>
        <p:nvSpPr>
          <p:cNvPr id="140291" name="Rectangle 2">
            <a:extLst>
              <a:ext uri="{FF2B5EF4-FFF2-40B4-BE49-F238E27FC236}">
                <a16:creationId xmlns:a16="http://schemas.microsoft.com/office/drawing/2014/main" id="{C57BF882-12FA-2927-8BA6-D0E1F9F76E2B}"/>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2" name="Rectangle 3">
            <a:extLst>
              <a:ext uri="{FF2B5EF4-FFF2-40B4-BE49-F238E27FC236}">
                <a16:creationId xmlns:a16="http://schemas.microsoft.com/office/drawing/2014/main" id="{C1F33737-BE68-44CD-8CB9-10733718D0D0}"/>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3" name="Rectangle 4">
            <a:extLst>
              <a:ext uri="{FF2B5EF4-FFF2-40B4-BE49-F238E27FC236}">
                <a16:creationId xmlns:a16="http://schemas.microsoft.com/office/drawing/2014/main" id="{5D4A3B6D-1F07-734B-9A6D-6F8C6A7C4B49}"/>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4" name="Rectangle 5">
            <a:extLst>
              <a:ext uri="{FF2B5EF4-FFF2-40B4-BE49-F238E27FC236}">
                <a16:creationId xmlns:a16="http://schemas.microsoft.com/office/drawing/2014/main" id="{CFA569CD-800F-0553-88B4-965AEDD11D2B}"/>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5" name="Rectangle 6">
            <a:extLst>
              <a:ext uri="{FF2B5EF4-FFF2-40B4-BE49-F238E27FC236}">
                <a16:creationId xmlns:a16="http://schemas.microsoft.com/office/drawing/2014/main" id="{73A03F95-3C41-C89E-4638-D2363F486FAE}"/>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6" name="Rectangle 7">
            <a:extLst>
              <a:ext uri="{FF2B5EF4-FFF2-40B4-BE49-F238E27FC236}">
                <a16:creationId xmlns:a16="http://schemas.microsoft.com/office/drawing/2014/main" id="{9F732AE4-5486-DC85-F5E4-A3392042E775}"/>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7" name="Rectangle 8">
            <a:extLst>
              <a:ext uri="{FF2B5EF4-FFF2-40B4-BE49-F238E27FC236}">
                <a16:creationId xmlns:a16="http://schemas.microsoft.com/office/drawing/2014/main" id="{AF539FAC-2AE9-D850-041C-7D516F773B2D}"/>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0298" name="Line 9">
            <a:extLst>
              <a:ext uri="{FF2B5EF4-FFF2-40B4-BE49-F238E27FC236}">
                <a16:creationId xmlns:a16="http://schemas.microsoft.com/office/drawing/2014/main" id="{8B2DC7BE-0066-0BF9-EED3-9D4B18592799}"/>
              </a:ext>
            </a:extLst>
          </p:cNvPr>
          <p:cNvSpPr>
            <a:spLocks noChangeShapeType="1"/>
          </p:cNvSpPr>
          <p:nvPr/>
        </p:nvSpPr>
        <p:spPr bwMode="auto">
          <a:xfrm>
            <a:off x="457200" y="2667000"/>
            <a:ext cx="7162800"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299" name="Line 10">
            <a:extLst>
              <a:ext uri="{FF2B5EF4-FFF2-40B4-BE49-F238E27FC236}">
                <a16:creationId xmlns:a16="http://schemas.microsoft.com/office/drawing/2014/main" id="{0729F6E5-60AA-37D6-8A3A-1654E15B41CB}"/>
              </a:ext>
            </a:extLst>
          </p:cNvPr>
          <p:cNvSpPr>
            <a:spLocks noChangeShapeType="1"/>
          </p:cNvSpPr>
          <p:nvPr/>
        </p:nvSpPr>
        <p:spPr bwMode="auto">
          <a:xfrm>
            <a:off x="458788" y="3962400"/>
            <a:ext cx="7237412"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00" name="Rectangle 11">
            <a:extLst>
              <a:ext uri="{FF2B5EF4-FFF2-40B4-BE49-F238E27FC236}">
                <a16:creationId xmlns:a16="http://schemas.microsoft.com/office/drawing/2014/main" id="{649B0FE1-255C-1F77-D905-697CA9962015}"/>
              </a:ext>
            </a:extLst>
          </p:cNvPr>
          <p:cNvSpPr>
            <a:spLocks noChangeArrowheads="1"/>
          </p:cNvSpPr>
          <p:nvPr/>
        </p:nvSpPr>
        <p:spPr bwMode="auto">
          <a:xfrm>
            <a:off x="495300" y="2759075"/>
            <a:ext cx="7202488" cy="5842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baseline="0">
                <a:ea typeface="宋体" panose="02010600030101010101" pitchFamily="2" charset="-122"/>
              </a:rPr>
              <a:t>PIM-SM</a:t>
            </a:r>
            <a:r>
              <a:rPr lang="zh-CN" altLang="en-US" baseline="0">
                <a:ea typeface="宋体" panose="02010600030101010101" pitchFamily="2" charset="-122"/>
              </a:rPr>
              <a:t>用于稀疏多播坏境，如广域网</a:t>
            </a:r>
          </a:p>
        </p:txBody>
      </p:sp>
      <p:grpSp>
        <p:nvGrpSpPr>
          <p:cNvPr id="140301" name="Group 12">
            <a:extLst>
              <a:ext uri="{FF2B5EF4-FFF2-40B4-BE49-F238E27FC236}">
                <a16:creationId xmlns:a16="http://schemas.microsoft.com/office/drawing/2014/main" id="{153F06EE-6649-C0A3-B420-4905D30B0B88}"/>
              </a:ext>
            </a:extLst>
          </p:cNvPr>
          <p:cNvGrpSpPr>
            <a:grpSpLocks/>
          </p:cNvGrpSpPr>
          <p:nvPr/>
        </p:nvGrpSpPr>
        <p:grpSpPr bwMode="auto">
          <a:xfrm>
            <a:off x="457200" y="1981200"/>
            <a:ext cx="1143000" cy="566738"/>
            <a:chOff x="0" y="0"/>
            <a:chExt cx="720" cy="357"/>
          </a:xfrm>
        </p:grpSpPr>
        <p:pic>
          <p:nvPicPr>
            <p:cNvPr id="140302" name="Picture 13">
              <a:extLst>
                <a:ext uri="{FF2B5EF4-FFF2-40B4-BE49-F238E27FC236}">
                  <a16:creationId xmlns:a16="http://schemas.microsoft.com/office/drawing/2014/main" id="{1CB6BCAF-2FF6-5889-E9FB-3BE5D11EA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303" name="Text Box 14">
              <a:extLst>
                <a:ext uri="{FF2B5EF4-FFF2-40B4-BE49-F238E27FC236}">
                  <a16:creationId xmlns:a16="http://schemas.microsoft.com/office/drawing/2014/main" id="{B67A1EDD-FB73-B3B1-00D4-6F999491B6FF}"/>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灯片编号占位符 1">
            <a:extLst>
              <a:ext uri="{FF2B5EF4-FFF2-40B4-BE49-F238E27FC236}">
                <a16:creationId xmlns:a16="http://schemas.microsoft.com/office/drawing/2014/main" id="{CACCCD5C-4416-CD9A-2104-6E5013E9ED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E1C23CE-F0FC-4A2C-8785-EB6C8A973374}" type="slidenum">
              <a:rPr lang="en-US" altLang="zh-CN" sz="2000" baseline="0">
                <a:solidFill>
                  <a:schemeClr val="bg2"/>
                </a:solidFill>
              </a:rPr>
              <a:pPr/>
              <a:t>134</a:t>
            </a:fld>
            <a:endParaRPr lang="en-US" altLang="zh-CN" sz="2000" baseline="0">
              <a:solidFill>
                <a:schemeClr val="bg2"/>
              </a:solidFill>
            </a:endParaRPr>
          </a:p>
        </p:txBody>
      </p:sp>
      <p:sp>
        <p:nvSpPr>
          <p:cNvPr id="141315" name="Rectangle 2">
            <a:extLst>
              <a:ext uri="{FF2B5EF4-FFF2-40B4-BE49-F238E27FC236}">
                <a16:creationId xmlns:a16="http://schemas.microsoft.com/office/drawing/2014/main" id="{A4CC0AA3-6B1B-C1C8-599A-FA956485BC0E}"/>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16" name="Rectangle 3">
            <a:extLst>
              <a:ext uri="{FF2B5EF4-FFF2-40B4-BE49-F238E27FC236}">
                <a16:creationId xmlns:a16="http://schemas.microsoft.com/office/drawing/2014/main" id="{68FC5BD9-04D8-7E6E-0851-53CBE0927F6A}"/>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17" name="Rectangle 4">
            <a:extLst>
              <a:ext uri="{FF2B5EF4-FFF2-40B4-BE49-F238E27FC236}">
                <a16:creationId xmlns:a16="http://schemas.microsoft.com/office/drawing/2014/main" id="{B6D5A10B-BC0A-AE86-8595-78C4589DE158}"/>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18" name="Rectangle 5">
            <a:extLst>
              <a:ext uri="{FF2B5EF4-FFF2-40B4-BE49-F238E27FC236}">
                <a16:creationId xmlns:a16="http://schemas.microsoft.com/office/drawing/2014/main" id="{5E18BD96-7779-2F51-D6E7-545D8E70DA97}"/>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19" name="Rectangle 6">
            <a:extLst>
              <a:ext uri="{FF2B5EF4-FFF2-40B4-BE49-F238E27FC236}">
                <a16:creationId xmlns:a16="http://schemas.microsoft.com/office/drawing/2014/main" id="{8191715F-9609-6DB8-34B6-96FE1EF97A69}"/>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20" name="Rectangle 7">
            <a:extLst>
              <a:ext uri="{FF2B5EF4-FFF2-40B4-BE49-F238E27FC236}">
                <a16:creationId xmlns:a16="http://schemas.microsoft.com/office/drawing/2014/main" id="{DD0985AD-373C-1FBB-7243-3B856B0806EE}"/>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21" name="Rectangle 8">
            <a:extLst>
              <a:ext uri="{FF2B5EF4-FFF2-40B4-BE49-F238E27FC236}">
                <a16:creationId xmlns:a16="http://schemas.microsoft.com/office/drawing/2014/main" id="{B9A7953A-AB45-9D9E-8341-0410C2D4AEC5}"/>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lang="zh-CN" altLang="zh-CN" sz="2400" b="0" baseline="0">
              <a:latin typeface="Tahoma" panose="020B0604030504040204" pitchFamily="34" charset="0"/>
              <a:ea typeface="宋体" panose="02010600030101010101" pitchFamily="2" charset="-122"/>
            </a:endParaRPr>
          </a:p>
        </p:txBody>
      </p:sp>
      <p:sp>
        <p:nvSpPr>
          <p:cNvPr id="141322" name="Line 9">
            <a:extLst>
              <a:ext uri="{FF2B5EF4-FFF2-40B4-BE49-F238E27FC236}">
                <a16:creationId xmlns:a16="http://schemas.microsoft.com/office/drawing/2014/main" id="{77F662D5-95D9-15B8-0F44-0C3ED5CEA0CE}"/>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23" name="Line 10">
            <a:extLst>
              <a:ext uri="{FF2B5EF4-FFF2-40B4-BE49-F238E27FC236}">
                <a16:creationId xmlns:a16="http://schemas.microsoft.com/office/drawing/2014/main" id="{07677499-271B-7118-38DC-9AB9CDADDD51}"/>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24" name="Rectangle 11">
            <a:extLst>
              <a:ext uri="{FF2B5EF4-FFF2-40B4-BE49-F238E27FC236}">
                <a16:creationId xmlns:a16="http://schemas.microsoft.com/office/drawing/2014/main" id="{A50D143D-055F-8467-4A22-227EAB6E1AF2}"/>
              </a:ext>
            </a:extLst>
          </p:cNvPr>
          <p:cNvSpPr>
            <a:spLocks noChangeArrowheads="1"/>
          </p:cNvSpPr>
          <p:nvPr/>
        </p:nvSpPr>
        <p:spPr bwMode="auto">
          <a:xfrm>
            <a:off x="495300" y="2759075"/>
            <a:ext cx="8077200" cy="5842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zh-CN" altLang="en-US" baseline="0">
                <a:ea typeface="宋体" panose="02010600030101010101" pitchFamily="2" charset="-122"/>
              </a:rPr>
              <a:t>PIM-SM与CBT类似，但其实现过程更简洁</a:t>
            </a:r>
          </a:p>
        </p:txBody>
      </p:sp>
      <p:grpSp>
        <p:nvGrpSpPr>
          <p:cNvPr id="141325" name="Group 12">
            <a:extLst>
              <a:ext uri="{FF2B5EF4-FFF2-40B4-BE49-F238E27FC236}">
                <a16:creationId xmlns:a16="http://schemas.microsoft.com/office/drawing/2014/main" id="{E2D9D94E-16EF-116D-47A2-F48575285547}"/>
              </a:ext>
            </a:extLst>
          </p:cNvPr>
          <p:cNvGrpSpPr>
            <a:grpSpLocks/>
          </p:cNvGrpSpPr>
          <p:nvPr/>
        </p:nvGrpSpPr>
        <p:grpSpPr bwMode="auto">
          <a:xfrm>
            <a:off x="457200" y="1981200"/>
            <a:ext cx="1143000" cy="566738"/>
            <a:chOff x="0" y="0"/>
            <a:chExt cx="720" cy="357"/>
          </a:xfrm>
        </p:grpSpPr>
        <p:pic>
          <p:nvPicPr>
            <p:cNvPr id="141326" name="Picture 13">
              <a:extLst>
                <a:ext uri="{FF2B5EF4-FFF2-40B4-BE49-F238E27FC236}">
                  <a16:creationId xmlns:a16="http://schemas.microsoft.com/office/drawing/2014/main" id="{99AEA7E6-1BD5-1D50-6E1A-5995B300F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27" name="Text Box 14">
              <a:extLst>
                <a:ext uri="{FF2B5EF4-FFF2-40B4-BE49-F238E27FC236}">
                  <a16:creationId xmlns:a16="http://schemas.microsoft.com/office/drawing/2014/main" id="{6EE78C09-80B3-76EE-1FC1-F2595B5E0430}"/>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800" i="1" baseline="0">
                  <a:solidFill>
                    <a:schemeClr val="hlink"/>
                  </a:solidFill>
                  <a:latin typeface="Times New Roman" panose="02020603050405020304" pitchFamily="18" charset="0"/>
                  <a:ea typeface="宋体" panose="02010600030101010101" pitchFamily="2" charset="-122"/>
                </a:rPr>
                <a:t>注意</a:t>
              </a:r>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1">
            <a:extLst>
              <a:ext uri="{FF2B5EF4-FFF2-40B4-BE49-F238E27FC236}">
                <a16:creationId xmlns:a16="http://schemas.microsoft.com/office/drawing/2014/main" id="{E5BF46D2-0C93-4562-8EA7-2AB99FFAD25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555C52D0-8E1D-4A42-9474-68FF6A0179B7}" type="slidenum">
              <a:rPr lang="en-US" altLang="zh-CN" sz="2000" baseline="0">
                <a:solidFill>
                  <a:schemeClr val="bg2"/>
                </a:solidFill>
              </a:rPr>
              <a:pPr/>
              <a:t>135</a:t>
            </a:fld>
            <a:endParaRPr lang="en-US" altLang="zh-CN" sz="2000" baseline="0">
              <a:solidFill>
                <a:schemeClr val="bg2"/>
              </a:solidFill>
            </a:endParaRPr>
          </a:p>
        </p:txBody>
      </p:sp>
      <p:sp>
        <p:nvSpPr>
          <p:cNvPr id="142339" name="Line 2">
            <a:extLst>
              <a:ext uri="{FF2B5EF4-FFF2-40B4-BE49-F238E27FC236}">
                <a16:creationId xmlns:a16="http://schemas.microsoft.com/office/drawing/2014/main" id="{96225302-729D-8CB5-B9C8-38B325EA001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0" name="Line 3">
            <a:extLst>
              <a:ext uri="{FF2B5EF4-FFF2-40B4-BE49-F238E27FC236}">
                <a16:creationId xmlns:a16="http://schemas.microsoft.com/office/drawing/2014/main" id="{BD6EB414-5DE7-0FA4-E74E-69849D2A28F0}"/>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1" name="Text Box 4">
            <a:extLst>
              <a:ext uri="{FF2B5EF4-FFF2-40B4-BE49-F238E27FC236}">
                <a16:creationId xmlns:a16="http://schemas.microsoft.com/office/drawing/2014/main" id="{4BCD5A5E-D9A8-6FEF-09D3-C989A6C4C7C5}"/>
              </a:ext>
            </a:extLst>
          </p:cNvPr>
          <p:cNvSpPr txBox="1">
            <a:spLocks noChangeArrowheads="1"/>
          </p:cNvSpPr>
          <p:nvPr/>
        </p:nvSpPr>
        <p:spPr bwMode="auto">
          <a:xfrm>
            <a:off x="304800" y="381000"/>
            <a:ext cx="241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 22.46  </a:t>
            </a:r>
            <a:r>
              <a:rPr lang="zh-CN" altLang="en-US" sz="2000" i="1" baseline="0">
                <a:latin typeface="Times New Roman" panose="02020603050405020304" pitchFamily="18" charset="0"/>
                <a:ea typeface="宋体" panose="02010600030101010101" pitchFamily="2" charset="-122"/>
              </a:rPr>
              <a:t>逻辑隧道</a:t>
            </a:r>
          </a:p>
        </p:txBody>
      </p:sp>
      <p:sp>
        <p:nvSpPr>
          <p:cNvPr id="142342" name="Line 5">
            <a:extLst>
              <a:ext uri="{FF2B5EF4-FFF2-40B4-BE49-F238E27FC236}">
                <a16:creationId xmlns:a16="http://schemas.microsoft.com/office/drawing/2014/main" id="{24312E32-7106-8687-4FF5-343FE81ED37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2343" name="Picture 6">
            <a:extLst>
              <a:ext uri="{FF2B5EF4-FFF2-40B4-BE49-F238E27FC236}">
                <a16:creationId xmlns:a16="http://schemas.microsoft.com/office/drawing/2014/main" id="{A3958DB6-EB23-7719-CC41-6B8A26AB4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1524000"/>
            <a:ext cx="6143625"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灯片编号占位符 1">
            <a:extLst>
              <a:ext uri="{FF2B5EF4-FFF2-40B4-BE49-F238E27FC236}">
                <a16:creationId xmlns:a16="http://schemas.microsoft.com/office/drawing/2014/main" id="{DD2B1F9B-491A-D482-1845-3DCFF3A9DE2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2000" baseline="0">
                <a:solidFill>
                  <a:schemeClr val="bg2"/>
                </a:solidFill>
              </a:rPr>
              <a:t>22.</a:t>
            </a:r>
            <a:fld id="{4A807C57-811C-4605-A0E2-14ACAA87190C}" type="slidenum">
              <a:rPr lang="en-US" altLang="zh-CN" sz="2000" baseline="0">
                <a:solidFill>
                  <a:schemeClr val="bg2"/>
                </a:solidFill>
              </a:rPr>
              <a:pPr/>
              <a:t>136</a:t>
            </a:fld>
            <a:endParaRPr lang="en-US" altLang="zh-CN" sz="2000" baseline="0">
              <a:solidFill>
                <a:schemeClr val="bg2"/>
              </a:solidFill>
            </a:endParaRPr>
          </a:p>
        </p:txBody>
      </p:sp>
      <p:sp>
        <p:nvSpPr>
          <p:cNvPr id="143363" name="Line 2">
            <a:extLst>
              <a:ext uri="{FF2B5EF4-FFF2-40B4-BE49-F238E27FC236}">
                <a16:creationId xmlns:a16="http://schemas.microsoft.com/office/drawing/2014/main" id="{2E1FABD1-E23A-B267-CC8D-FF1E72F721BE}"/>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364" name="Line 3">
            <a:extLst>
              <a:ext uri="{FF2B5EF4-FFF2-40B4-BE49-F238E27FC236}">
                <a16:creationId xmlns:a16="http://schemas.microsoft.com/office/drawing/2014/main" id="{D8968428-98DB-1E21-EC4C-DB38E41AE80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365" name="Text Box 4">
            <a:extLst>
              <a:ext uri="{FF2B5EF4-FFF2-40B4-BE49-F238E27FC236}">
                <a16:creationId xmlns:a16="http://schemas.microsoft.com/office/drawing/2014/main" id="{15FEC7AA-6D1C-44F4-842E-457803DC9675}"/>
              </a:ext>
            </a:extLst>
          </p:cNvPr>
          <p:cNvSpPr txBox="1">
            <a:spLocks noChangeArrowheads="1"/>
          </p:cNvSpPr>
          <p:nvPr/>
        </p:nvSpPr>
        <p:spPr bwMode="auto">
          <a:xfrm>
            <a:off x="304800" y="381000"/>
            <a:ext cx="2259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2400" baseline="0">
                <a:solidFill>
                  <a:schemeClr val="folHlink"/>
                </a:solidFill>
                <a:latin typeface="Times New Roman" panose="02020603050405020304" pitchFamily="18" charset="0"/>
                <a:ea typeface="宋体" panose="02010600030101010101" pitchFamily="2" charset="-122"/>
              </a:rPr>
              <a:t>图22.47  </a:t>
            </a:r>
            <a:r>
              <a:rPr lang="zh-CN" altLang="en-US" sz="2000" i="1" baseline="0">
                <a:latin typeface="Times New Roman" panose="02020603050405020304" pitchFamily="18" charset="0"/>
                <a:ea typeface="宋体" panose="02010600030101010101" pitchFamily="2" charset="-122"/>
              </a:rPr>
              <a:t>MBONE</a:t>
            </a:r>
          </a:p>
        </p:txBody>
      </p:sp>
      <p:sp>
        <p:nvSpPr>
          <p:cNvPr id="143366" name="Line 5">
            <a:extLst>
              <a:ext uri="{FF2B5EF4-FFF2-40B4-BE49-F238E27FC236}">
                <a16:creationId xmlns:a16="http://schemas.microsoft.com/office/drawing/2014/main" id="{AD8CBA1F-3A14-FAC6-DF1D-360794038BE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3367" name="Picture 6">
            <a:extLst>
              <a:ext uri="{FF2B5EF4-FFF2-40B4-BE49-F238E27FC236}">
                <a16:creationId xmlns:a16="http://schemas.microsoft.com/office/drawing/2014/main" id="{81986EEB-414B-A50A-A069-957B819996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76400"/>
            <a:ext cx="6929438"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TotalTime>
  <Pages>0</Pages>
  <Words>4992</Words>
  <Characters>0</Characters>
  <Application>Microsoft Office PowerPoint</Application>
  <DocSecurity>0</DocSecurity>
  <PresentationFormat>全屏显示(4:3)</PresentationFormat>
  <Lines>0</Lines>
  <Paragraphs>713</Paragraphs>
  <Slides>136</Slides>
  <Notes>25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136</vt:i4>
      </vt:variant>
    </vt:vector>
  </HeadingPairs>
  <TitlesOfParts>
    <vt:vector size="147" baseType="lpstr">
      <vt:lpstr>Arial</vt:lpstr>
      <vt:lpstr>Tahoma</vt:lpstr>
      <vt:lpstr>Wingdings</vt:lpstr>
      <vt:lpstr>Times New Roman</vt:lpstr>
      <vt:lpstr>宋体</vt:lpstr>
      <vt:lpstr>McGrawHill-Italic</vt:lpstr>
      <vt:lpstr>Times</vt:lpstr>
      <vt:lpstr>Symbol</vt:lpstr>
      <vt:lpstr>Blends</vt:lpstr>
      <vt:lpstr>Microsoft Visio 绘图</vt:lpstr>
      <vt:lpstr>MathType 5.0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增加：路由器路由表介绍</vt:lpstr>
      <vt:lpstr>6.1路由表</vt:lpstr>
      <vt:lpstr>6.1.2 路由表结构</vt:lpstr>
      <vt:lpstr>1．路由来源</vt:lpstr>
      <vt:lpstr>2．目标网络地址</vt:lpstr>
      <vt:lpstr>3．管理距离和代价</vt:lpstr>
      <vt:lpstr>常见的管理距离值 </vt:lpstr>
      <vt:lpstr>管理距离 </vt:lpstr>
      <vt:lpstr>路由代价 </vt:lpstr>
      <vt:lpstr>4．下一跳</vt:lpstr>
      <vt:lpstr>6.路由表匹配过程和原则</vt:lpstr>
      <vt:lpstr>增加：通行的路由策略</vt:lpstr>
      <vt:lpstr>电路交换网中的路由选择</vt:lpstr>
      <vt:lpstr>交替路由选择</vt:lpstr>
      <vt:lpstr>分组交换网中的路由</vt:lpstr>
      <vt:lpstr>分组交换网路由代价</vt:lpstr>
      <vt:lpstr>判决时间和地点</vt:lpstr>
      <vt:lpstr>网络信息资源和更新定时</vt:lpstr>
      <vt:lpstr>路由策略</vt:lpstr>
      <vt:lpstr>固定路由</vt:lpstr>
      <vt:lpstr>固定路由选择</vt:lpstr>
      <vt:lpstr>洪泛</vt:lpstr>
      <vt:lpstr>洪泛</vt:lpstr>
      <vt:lpstr>洪泛特点</vt:lpstr>
      <vt:lpstr>随机路由</vt:lpstr>
      <vt:lpstr>自适应路由</vt:lpstr>
      <vt:lpstr>自适应路由优缺点</vt:lpstr>
      <vt:lpstr>自适应路由分类</vt:lpstr>
      <vt:lpstr>独立的自适应路由</vt:lpstr>
      <vt:lpstr>ARPANET 路由策略(1)</vt:lpstr>
      <vt:lpstr>ARPANET 路由策略(2)</vt:lpstr>
      <vt:lpstr>ARPANET 路由策略(3)</vt:lpstr>
      <vt:lpstr>PowerPoint 演示文稿</vt:lpstr>
      <vt:lpstr>6.2路由协议的分类</vt:lpstr>
      <vt:lpstr>PowerPoint 演示文稿</vt:lpstr>
      <vt:lpstr>6.2.2 内部网关协议（IGP）和外部网关协议（EGP）</vt:lpstr>
      <vt:lpstr>内部网关协议和外部网关协议 </vt:lpstr>
      <vt:lpstr>PowerPoint 演示文稿</vt:lpstr>
      <vt:lpstr>PowerPoint 演示文稿</vt:lpstr>
      <vt:lpstr>6.2.1 直连路由、动态路由和静态路由</vt:lpstr>
      <vt:lpstr>直连路由、动态路由和静态路由</vt:lpstr>
      <vt:lpstr>距离矢量路由选择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增加：BellmanFord算法</vt:lpstr>
      <vt:lpstr>Bellman-Ford 算法的定义</vt:lpstr>
      <vt:lpstr>Bellman-Ford 算法</vt:lpstr>
      <vt:lpstr>Bellman-Ford算法结果</vt:lpstr>
      <vt:lpstr>Bellman-Ford算法结果</vt:lpstr>
      <vt:lpstr>Bellman-Ford 算法最小生成树</vt:lpstr>
      <vt:lpstr>PowerPoint 演示文稿</vt:lpstr>
      <vt:lpstr>链路状态路由选择协议工作流程 </vt:lpstr>
      <vt:lpstr>PowerPoint 演示文稿</vt:lpstr>
      <vt:lpstr>PowerPoint 演示文稿</vt:lpstr>
      <vt:lpstr>PowerPoint 演示文稿</vt:lpstr>
      <vt:lpstr>PowerPoint 演示文稿</vt:lpstr>
      <vt:lpstr>PowerPoint 演示文稿</vt:lpstr>
      <vt:lpstr>增加：Dijkstra算法</vt:lpstr>
      <vt:lpstr>Dijkstra’s 算法的定义</vt:lpstr>
      <vt:lpstr>Dijkstra’s 算法</vt:lpstr>
      <vt:lpstr>Dijkstra’s 算法</vt:lpstr>
      <vt:lpstr>Dijkstra’s 算法结果</vt:lpstr>
      <vt:lpstr>Dijkstra’s算法最小生成树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有类路由和无类路由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Valued Gateway Client</dc:creator>
  <cp:keywords/>
  <dc:description/>
  <cp:lastModifiedBy>浩嘉 申</cp:lastModifiedBy>
  <cp:revision>202</cp:revision>
  <dcterms:created xsi:type="dcterms:W3CDTF">2000-01-15T04:50:39Z</dcterms:created>
  <dcterms:modified xsi:type="dcterms:W3CDTF">2026-06-02T07:12:18Z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2052-8.1.0.3260</vt:lpwstr>
  </property>
</Properties>
</file>