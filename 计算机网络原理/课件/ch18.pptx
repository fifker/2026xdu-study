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40"/>
  </p:notesMasterIdLst>
  <p:sldIdLst>
    <p:sldId id="782" r:id="rId2"/>
    <p:sldId id="535" r:id="rId3"/>
    <p:sldId id="748" r:id="rId4"/>
    <p:sldId id="777" r:id="rId5"/>
    <p:sldId id="749" r:id="rId6"/>
    <p:sldId id="778" r:id="rId7"/>
    <p:sldId id="750" r:id="rId8"/>
    <p:sldId id="779" r:id="rId9"/>
    <p:sldId id="751" r:id="rId10"/>
    <p:sldId id="752" r:id="rId11"/>
    <p:sldId id="746" r:id="rId12"/>
    <p:sldId id="753" r:id="rId13"/>
    <p:sldId id="781" r:id="rId14"/>
    <p:sldId id="754" r:id="rId15"/>
    <p:sldId id="755" r:id="rId16"/>
    <p:sldId id="756" r:id="rId17"/>
    <p:sldId id="757" r:id="rId18"/>
    <p:sldId id="758" r:id="rId19"/>
    <p:sldId id="780" r:id="rId20"/>
    <p:sldId id="759" r:id="rId21"/>
    <p:sldId id="760" r:id="rId22"/>
    <p:sldId id="761" r:id="rId23"/>
    <p:sldId id="762" r:id="rId24"/>
    <p:sldId id="763" r:id="rId25"/>
    <p:sldId id="764" r:id="rId26"/>
    <p:sldId id="765" r:id="rId27"/>
    <p:sldId id="766" r:id="rId28"/>
    <p:sldId id="767" r:id="rId29"/>
    <p:sldId id="768" r:id="rId30"/>
    <p:sldId id="769" r:id="rId31"/>
    <p:sldId id="770" r:id="rId32"/>
    <p:sldId id="747" r:id="rId33"/>
    <p:sldId id="771" r:id="rId34"/>
    <p:sldId id="772" r:id="rId35"/>
    <p:sldId id="773" r:id="rId36"/>
    <p:sldId id="774" r:id="rId37"/>
    <p:sldId id="775" r:id="rId38"/>
    <p:sldId id="776" r:id="rId39"/>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9" d="100"/>
          <a:sy n="89" d="100"/>
        </p:scale>
        <p:origin x="-256" y="-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4978" name="Rectangle 2">
            <a:extLst>
              <a:ext uri="{FF2B5EF4-FFF2-40B4-BE49-F238E27FC236}">
                <a16:creationId xmlns:a16="http://schemas.microsoft.com/office/drawing/2014/main" id="{4416024F-82E1-8BD1-9BB8-06CFDED9699C}"/>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eaLnBrk="1" hangingPunct="1">
              <a:defRPr sz="1200" b="0" smtClean="0">
                <a:latin typeface="Times New Roman" charset="0"/>
                <a:ea typeface="宋体" charset="0"/>
              </a:defRPr>
            </a:lvl1pPr>
          </a:lstStyle>
          <a:p>
            <a:pPr>
              <a:defRPr/>
            </a:pPr>
            <a:endParaRPr lang="en-US" altLang="zh-CN"/>
          </a:p>
        </p:txBody>
      </p:sp>
      <p:sp>
        <p:nvSpPr>
          <p:cNvPr id="894979" name="Rectangle 3">
            <a:extLst>
              <a:ext uri="{FF2B5EF4-FFF2-40B4-BE49-F238E27FC236}">
                <a16:creationId xmlns:a16="http://schemas.microsoft.com/office/drawing/2014/main" id="{5E4D8C15-E7AA-1C09-9EEC-94B3D46B2CB2}"/>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eaLnBrk="1" hangingPunct="1">
              <a:defRPr sz="1200" b="0" smtClean="0">
                <a:latin typeface="Times New Roman" charset="0"/>
                <a:ea typeface="宋体" charset="0"/>
              </a:defRPr>
            </a:lvl1pPr>
          </a:lstStyle>
          <a:p>
            <a:pPr>
              <a:defRPr/>
            </a:pPr>
            <a:endParaRPr lang="en-US" altLang="zh-CN"/>
          </a:p>
        </p:txBody>
      </p:sp>
      <p:sp>
        <p:nvSpPr>
          <p:cNvPr id="894980" name="Rectangle 4">
            <a:extLst>
              <a:ext uri="{FF2B5EF4-FFF2-40B4-BE49-F238E27FC236}">
                <a16:creationId xmlns:a16="http://schemas.microsoft.com/office/drawing/2014/main" id="{013F8C3E-566B-1B73-C118-DA33F49D82D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894981" name="Rectangle 5">
            <a:extLst>
              <a:ext uri="{FF2B5EF4-FFF2-40B4-BE49-F238E27FC236}">
                <a16:creationId xmlns:a16="http://schemas.microsoft.com/office/drawing/2014/main" id="{BCB1B74B-72C7-4CC1-0798-8FE757803FD2}"/>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894982" name="Rectangle 6">
            <a:extLst>
              <a:ext uri="{FF2B5EF4-FFF2-40B4-BE49-F238E27FC236}">
                <a16:creationId xmlns:a16="http://schemas.microsoft.com/office/drawing/2014/main" id="{093E75F3-7234-A56E-4079-2525F7873712}"/>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eaLnBrk="1" hangingPunct="1">
              <a:defRPr sz="1200" b="0" smtClean="0">
                <a:latin typeface="Times New Roman" charset="0"/>
                <a:ea typeface="宋体" charset="0"/>
              </a:defRPr>
            </a:lvl1pPr>
          </a:lstStyle>
          <a:p>
            <a:pPr>
              <a:defRPr/>
            </a:pPr>
            <a:endParaRPr lang="en-US" altLang="zh-CN"/>
          </a:p>
        </p:txBody>
      </p:sp>
      <p:sp>
        <p:nvSpPr>
          <p:cNvPr id="894983" name="Rectangle 7">
            <a:extLst>
              <a:ext uri="{FF2B5EF4-FFF2-40B4-BE49-F238E27FC236}">
                <a16:creationId xmlns:a16="http://schemas.microsoft.com/office/drawing/2014/main" id="{107CECDB-9A00-E56F-0D48-E623C899E08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137BED5C-4636-4057-94A8-F2A52758775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charset="0"/>
        <a:ea typeface="宋体" charset="0"/>
        <a:cs typeface="+mn-cs"/>
      </a:defRPr>
    </a:lvl1pPr>
    <a:lvl2pPr marL="457200" algn="l" rtl="0" fontAlgn="base">
      <a:spcBef>
        <a:spcPct val="30000"/>
      </a:spcBef>
      <a:spcAft>
        <a:spcPct val="0"/>
      </a:spcAft>
      <a:defRPr kumimoji="1" sz="1200" kern="1200">
        <a:solidFill>
          <a:schemeClr val="tx1"/>
        </a:solidFill>
        <a:latin typeface="Times New Roman" charset="0"/>
        <a:ea typeface="宋体" charset="0"/>
        <a:cs typeface="+mn-cs"/>
      </a:defRPr>
    </a:lvl2pPr>
    <a:lvl3pPr marL="914400" algn="l" rtl="0" fontAlgn="base">
      <a:spcBef>
        <a:spcPct val="30000"/>
      </a:spcBef>
      <a:spcAft>
        <a:spcPct val="0"/>
      </a:spcAft>
      <a:defRPr kumimoji="1" sz="1200" kern="1200">
        <a:solidFill>
          <a:schemeClr val="tx1"/>
        </a:solidFill>
        <a:latin typeface="Times New Roman" charset="0"/>
        <a:ea typeface="宋体" charset="0"/>
        <a:cs typeface="+mn-cs"/>
      </a:defRPr>
    </a:lvl3pPr>
    <a:lvl4pPr marL="1371600" algn="l" rtl="0" fontAlgn="base">
      <a:spcBef>
        <a:spcPct val="30000"/>
      </a:spcBef>
      <a:spcAft>
        <a:spcPct val="0"/>
      </a:spcAft>
      <a:defRPr kumimoji="1" sz="1200" kern="1200">
        <a:solidFill>
          <a:schemeClr val="tx1"/>
        </a:solidFill>
        <a:latin typeface="Times New Roman" charset="0"/>
        <a:ea typeface="宋体" charset="0"/>
        <a:cs typeface="+mn-cs"/>
      </a:defRPr>
    </a:lvl4pPr>
    <a:lvl5pPr marL="1828800" algn="l" rtl="0" fontAlgn="base">
      <a:spcBef>
        <a:spcPct val="30000"/>
      </a:spcBef>
      <a:spcAft>
        <a:spcPct val="0"/>
      </a:spcAft>
      <a:defRPr kumimoji="1" sz="1200" kern="1200">
        <a:solidFill>
          <a:schemeClr val="tx1"/>
        </a:solidFill>
        <a:latin typeface="Times New Roman" charset="0"/>
        <a:ea typeface="宋体"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AC956B9-E9BA-3A4B-16D4-D4AF8A03181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9509A2A9-7BF2-41AB-9F89-ABC723330565}" type="slidenum">
              <a:rPr lang="en-US" altLang="zh-CN" sz="1200" b="0">
                <a:latin typeface="Times New Roman" panose="02020603050405020304" pitchFamily="18" charset="0"/>
              </a:rPr>
              <a:pPr/>
              <a:t>1</a:t>
            </a:fld>
            <a:endParaRPr lang="en-US" altLang="zh-CN" sz="1200" b="0">
              <a:latin typeface="Times New Roman" panose="02020603050405020304" pitchFamily="18" charset="0"/>
            </a:endParaRPr>
          </a:p>
        </p:txBody>
      </p:sp>
      <p:sp>
        <p:nvSpPr>
          <p:cNvPr id="935938" name="Rectangle 2">
            <a:extLst>
              <a:ext uri="{FF2B5EF4-FFF2-40B4-BE49-F238E27FC236}">
                <a16:creationId xmlns:a16="http://schemas.microsoft.com/office/drawing/2014/main" id="{273062B5-81E0-162E-A526-4F8C7006790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35939" name="Rectangle 3">
            <a:extLst>
              <a:ext uri="{FF2B5EF4-FFF2-40B4-BE49-F238E27FC236}">
                <a16:creationId xmlns:a16="http://schemas.microsoft.com/office/drawing/2014/main" id="{3E7063A7-ACAC-9892-0735-0952305D987E}"/>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37AE2FA-6317-2811-C8FA-8B10891B676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D441E4CE-092E-4396-96DE-3AD52082CB9B}" type="slidenum">
              <a:rPr lang="en-US" altLang="zh-CN" sz="1200" b="0">
                <a:latin typeface="Times New Roman" panose="02020603050405020304" pitchFamily="18" charset="0"/>
              </a:rPr>
              <a:pPr/>
              <a:t>2</a:t>
            </a:fld>
            <a:endParaRPr lang="en-US" altLang="zh-CN" sz="1200" b="0">
              <a:latin typeface="Times New Roman" panose="02020603050405020304" pitchFamily="18" charset="0"/>
            </a:endParaRPr>
          </a:p>
        </p:txBody>
      </p:sp>
      <p:sp>
        <p:nvSpPr>
          <p:cNvPr id="897026" name="Rectangle 2">
            <a:extLst>
              <a:ext uri="{FF2B5EF4-FFF2-40B4-BE49-F238E27FC236}">
                <a16:creationId xmlns:a16="http://schemas.microsoft.com/office/drawing/2014/main" id="{ED40452C-B871-D26D-F4A3-331C202F62FD}"/>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97027" name="Rectangle 3">
            <a:extLst>
              <a:ext uri="{FF2B5EF4-FFF2-40B4-BE49-F238E27FC236}">
                <a16:creationId xmlns:a16="http://schemas.microsoft.com/office/drawing/2014/main" id="{F130844C-9C57-03AD-0E5E-B32D2CD143E2}"/>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0A7B290-CA76-69D6-DAE1-07D476F9423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E415DE53-8AE8-40AA-BE13-430546298729}" type="slidenum">
              <a:rPr lang="en-US" altLang="zh-CN" sz="1200" b="0">
                <a:latin typeface="Times New Roman" panose="02020603050405020304" pitchFamily="18" charset="0"/>
              </a:rPr>
              <a:pPr/>
              <a:t>3</a:t>
            </a:fld>
            <a:endParaRPr lang="en-US" altLang="zh-CN" sz="1200" b="0">
              <a:latin typeface="Times New Roman" panose="02020603050405020304" pitchFamily="18" charset="0"/>
            </a:endParaRPr>
          </a:p>
        </p:txBody>
      </p:sp>
      <p:sp>
        <p:nvSpPr>
          <p:cNvPr id="898050" name="Rectangle 2">
            <a:extLst>
              <a:ext uri="{FF2B5EF4-FFF2-40B4-BE49-F238E27FC236}">
                <a16:creationId xmlns:a16="http://schemas.microsoft.com/office/drawing/2014/main" id="{1CB8EC68-D27E-BFF6-AD07-E59FDFA9E38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98051" name="Rectangle 3">
            <a:extLst>
              <a:ext uri="{FF2B5EF4-FFF2-40B4-BE49-F238E27FC236}">
                <a16:creationId xmlns:a16="http://schemas.microsoft.com/office/drawing/2014/main" id="{81917206-6833-710F-2AF1-E6AD7B01913F}"/>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FE7B193-6677-1FED-7E29-367C6681493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5D9AF0C0-BFE9-4C0A-BF0D-7FAC9054EE4A}" type="slidenum">
              <a:rPr lang="en-US" altLang="zh-CN" sz="1200" b="0">
                <a:latin typeface="Times New Roman" panose="02020603050405020304" pitchFamily="18" charset="0"/>
              </a:rPr>
              <a:pPr/>
              <a:t>4</a:t>
            </a:fld>
            <a:endParaRPr lang="en-US" altLang="zh-CN" sz="1200" b="0">
              <a:latin typeface="Times New Roman" panose="02020603050405020304" pitchFamily="18" charset="0"/>
            </a:endParaRPr>
          </a:p>
        </p:txBody>
      </p:sp>
      <p:sp>
        <p:nvSpPr>
          <p:cNvPr id="899074" name="Rectangle 2">
            <a:extLst>
              <a:ext uri="{FF2B5EF4-FFF2-40B4-BE49-F238E27FC236}">
                <a16:creationId xmlns:a16="http://schemas.microsoft.com/office/drawing/2014/main" id="{B3EF57E6-0458-B052-9076-B6D7E87F658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99075" name="Rectangle 3">
            <a:extLst>
              <a:ext uri="{FF2B5EF4-FFF2-40B4-BE49-F238E27FC236}">
                <a16:creationId xmlns:a16="http://schemas.microsoft.com/office/drawing/2014/main" id="{FF7A674B-3D84-EF67-8B40-CD3916D99CDA}"/>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4D251D7-CCDD-0047-7FBF-3EA427C85AA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4E6D8A56-6D8C-4AED-80D9-DA25516E0EF2}" type="slidenum">
              <a:rPr lang="en-US" altLang="zh-CN" sz="1200" b="0">
                <a:latin typeface="Times New Roman" panose="02020603050405020304" pitchFamily="18" charset="0"/>
              </a:rPr>
              <a:pPr/>
              <a:t>5</a:t>
            </a:fld>
            <a:endParaRPr lang="en-US" altLang="zh-CN" sz="1200" b="0">
              <a:latin typeface="Times New Roman" panose="02020603050405020304" pitchFamily="18" charset="0"/>
            </a:endParaRPr>
          </a:p>
        </p:txBody>
      </p:sp>
      <p:sp>
        <p:nvSpPr>
          <p:cNvPr id="900098" name="Rectangle 2">
            <a:extLst>
              <a:ext uri="{FF2B5EF4-FFF2-40B4-BE49-F238E27FC236}">
                <a16:creationId xmlns:a16="http://schemas.microsoft.com/office/drawing/2014/main" id="{AE01048E-86E8-F656-CBEF-AB2815B3F73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0099" name="Rectangle 3">
            <a:extLst>
              <a:ext uri="{FF2B5EF4-FFF2-40B4-BE49-F238E27FC236}">
                <a16:creationId xmlns:a16="http://schemas.microsoft.com/office/drawing/2014/main" id="{4A09A6E2-104D-B063-2A1D-3A5C70C78284}"/>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AA3A2F-C5AC-A411-8773-9850D7832FB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492720A7-01DA-41E2-BB08-6A584D7AC695}" type="slidenum">
              <a:rPr lang="en-US" altLang="zh-CN" sz="1200" b="0">
                <a:latin typeface="Times New Roman" panose="02020603050405020304" pitchFamily="18" charset="0"/>
              </a:rPr>
              <a:pPr/>
              <a:t>6</a:t>
            </a:fld>
            <a:endParaRPr lang="en-US" altLang="zh-CN" sz="1200" b="0">
              <a:latin typeface="Times New Roman" panose="02020603050405020304" pitchFamily="18" charset="0"/>
            </a:endParaRPr>
          </a:p>
        </p:txBody>
      </p:sp>
      <p:sp>
        <p:nvSpPr>
          <p:cNvPr id="901122" name="Rectangle 2">
            <a:extLst>
              <a:ext uri="{FF2B5EF4-FFF2-40B4-BE49-F238E27FC236}">
                <a16:creationId xmlns:a16="http://schemas.microsoft.com/office/drawing/2014/main" id="{B1E9D532-3445-B8FD-BD65-27421B1FF20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1123" name="Rectangle 3">
            <a:extLst>
              <a:ext uri="{FF2B5EF4-FFF2-40B4-BE49-F238E27FC236}">
                <a16:creationId xmlns:a16="http://schemas.microsoft.com/office/drawing/2014/main" id="{5E389767-D6D9-A720-6719-EEB23F5D848C}"/>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2B4D3B-EEC1-EF05-EF17-FD4BF004D18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3351836E-5D2A-4681-B973-D1CFA25A8698}" type="slidenum">
              <a:rPr lang="en-US" altLang="zh-CN" sz="1200" b="0">
                <a:latin typeface="Times New Roman" panose="02020603050405020304" pitchFamily="18" charset="0"/>
              </a:rPr>
              <a:pPr/>
              <a:t>7</a:t>
            </a:fld>
            <a:endParaRPr lang="en-US" altLang="zh-CN" sz="1200" b="0">
              <a:latin typeface="Times New Roman" panose="02020603050405020304" pitchFamily="18" charset="0"/>
            </a:endParaRPr>
          </a:p>
        </p:txBody>
      </p:sp>
      <p:sp>
        <p:nvSpPr>
          <p:cNvPr id="902146" name="Rectangle 2">
            <a:extLst>
              <a:ext uri="{FF2B5EF4-FFF2-40B4-BE49-F238E27FC236}">
                <a16:creationId xmlns:a16="http://schemas.microsoft.com/office/drawing/2014/main" id="{D9E020EF-721C-A971-8ED0-E092389D434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2147" name="Rectangle 3">
            <a:extLst>
              <a:ext uri="{FF2B5EF4-FFF2-40B4-BE49-F238E27FC236}">
                <a16:creationId xmlns:a16="http://schemas.microsoft.com/office/drawing/2014/main" id="{0121626C-1F30-7958-179C-C70136249FB1}"/>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07D1160-DF6B-6BD0-3BE6-C6835740A46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99E7FB8D-0CD7-4C6B-B584-CCDEC770683E}" type="slidenum">
              <a:rPr lang="en-US" altLang="zh-CN" sz="1200" b="0">
                <a:latin typeface="Times New Roman" panose="02020603050405020304" pitchFamily="18" charset="0"/>
              </a:rPr>
              <a:pPr/>
              <a:t>8</a:t>
            </a:fld>
            <a:endParaRPr lang="en-US" altLang="zh-CN" sz="1200" b="0">
              <a:latin typeface="Times New Roman" panose="02020603050405020304" pitchFamily="18" charset="0"/>
            </a:endParaRPr>
          </a:p>
        </p:txBody>
      </p:sp>
      <p:sp>
        <p:nvSpPr>
          <p:cNvPr id="903170" name="Rectangle 2">
            <a:extLst>
              <a:ext uri="{FF2B5EF4-FFF2-40B4-BE49-F238E27FC236}">
                <a16:creationId xmlns:a16="http://schemas.microsoft.com/office/drawing/2014/main" id="{38CEC095-CBCA-20F5-7E2C-1AA86D99273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3171" name="Rectangle 3">
            <a:extLst>
              <a:ext uri="{FF2B5EF4-FFF2-40B4-BE49-F238E27FC236}">
                <a16:creationId xmlns:a16="http://schemas.microsoft.com/office/drawing/2014/main" id="{D3F71191-8578-FB06-8C39-4A870B38815B}"/>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7AE74DC-9A6B-9937-AFF8-C022CB703B8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E392204C-F22F-409C-87D3-42281345975A}" type="slidenum">
              <a:rPr lang="en-US" altLang="zh-CN" sz="1200" b="0">
                <a:latin typeface="Times New Roman" panose="02020603050405020304" pitchFamily="18" charset="0"/>
              </a:rPr>
              <a:pPr/>
              <a:t>9</a:t>
            </a:fld>
            <a:endParaRPr lang="en-US" altLang="zh-CN" sz="1200" b="0">
              <a:latin typeface="Times New Roman" panose="02020603050405020304" pitchFamily="18" charset="0"/>
            </a:endParaRPr>
          </a:p>
        </p:txBody>
      </p:sp>
      <p:sp>
        <p:nvSpPr>
          <p:cNvPr id="904194" name="Rectangle 2">
            <a:extLst>
              <a:ext uri="{FF2B5EF4-FFF2-40B4-BE49-F238E27FC236}">
                <a16:creationId xmlns:a16="http://schemas.microsoft.com/office/drawing/2014/main" id="{8B9D7CF2-419E-E6BB-3CD5-A3FD71670C2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4195" name="Rectangle 3">
            <a:extLst>
              <a:ext uri="{FF2B5EF4-FFF2-40B4-BE49-F238E27FC236}">
                <a16:creationId xmlns:a16="http://schemas.microsoft.com/office/drawing/2014/main" id="{633D06B9-E5DC-1F13-706A-DF60F4E53D63}"/>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080D543-DC6F-618F-424B-4F801462ABC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9A159A51-2D1F-448C-9054-DAB37025E6BC}" type="slidenum">
              <a:rPr lang="en-US" altLang="zh-CN" sz="1200" b="0">
                <a:latin typeface="Times New Roman" panose="02020603050405020304" pitchFamily="18" charset="0"/>
              </a:rPr>
              <a:pPr/>
              <a:t>10</a:t>
            </a:fld>
            <a:endParaRPr lang="en-US" altLang="zh-CN" sz="1200" b="0">
              <a:latin typeface="Times New Roman" panose="02020603050405020304" pitchFamily="18" charset="0"/>
            </a:endParaRPr>
          </a:p>
        </p:txBody>
      </p:sp>
      <p:sp>
        <p:nvSpPr>
          <p:cNvPr id="905218" name="Rectangle 2">
            <a:extLst>
              <a:ext uri="{FF2B5EF4-FFF2-40B4-BE49-F238E27FC236}">
                <a16:creationId xmlns:a16="http://schemas.microsoft.com/office/drawing/2014/main" id="{64E5984E-FE2C-0001-6D0A-67889F1FAE9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5219" name="Rectangle 3">
            <a:extLst>
              <a:ext uri="{FF2B5EF4-FFF2-40B4-BE49-F238E27FC236}">
                <a16:creationId xmlns:a16="http://schemas.microsoft.com/office/drawing/2014/main" id="{33150458-2C9A-A204-3331-4DB112885E85}"/>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1745A61-3297-CC70-87D1-51FB2419481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A41F094B-A0CE-4A7D-A508-9484D37CDE07}" type="slidenum">
              <a:rPr lang="en-US" altLang="zh-CN" sz="1200" b="0">
                <a:latin typeface="Times New Roman" panose="02020603050405020304" pitchFamily="18" charset="0"/>
              </a:rPr>
              <a:pPr/>
              <a:t>11</a:t>
            </a:fld>
            <a:endParaRPr lang="en-US" altLang="zh-CN" sz="1200" b="0">
              <a:latin typeface="Times New Roman" panose="02020603050405020304" pitchFamily="18" charset="0"/>
            </a:endParaRPr>
          </a:p>
        </p:txBody>
      </p:sp>
      <p:sp>
        <p:nvSpPr>
          <p:cNvPr id="906242" name="Rectangle 2">
            <a:extLst>
              <a:ext uri="{FF2B5EF4-FFF2-40B4-BE49-F238E27FC236}">
                <a16:creationId xmlns:a16="http://schemas.microsoft.com/office/drawing/2014/main" id="{F40E1BF8-348C-34E2-FD65-BA865309608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6243" name="Rectangle 3">
            <a:extLst>
              <a:ext uri="{FF2B5EF4-FFF2-40B4-BE49-F238E27FC236}">
                <a16:creationId xmlns:a16="http://schemas.microsoft.com/office/drawing/2014/main" id="{218B6148-8583-0E57-3753-52D47CF79EEB}"/>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2175E72-7380-DF17-DC69-CFA0C34AF84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3AF9C652-CBF0-40BD-80C1-BF337D8EEC22}" type="slidenum">
              <a:rPr lang="en-US" altLang="zh-CN" sz="1200" b="0">
                <a:latin typeface="Times New Roman" panose="02020603050405020304" pitchFamily="18" charset="0"/>
              </a:rPr>
              <a:pPr/>
              <a:t>12</a:t>
            </a:fld>
            <a:endParaRPr lang="en-US" altLang="zh-CN" sz="1200" b="0">
              <a:latin typeface="Times New Roman" panose="02020603050405020304" pitchFamily="18" charset="0"/>
            </a:endParaRPr>
          </a:p>
        </p:txBody>
      </p:sp>
      <p:sp>
        <p:nvSpPr>
          <p:cNvPr id="907266" name="Rectangle 2">
            <a:extLst>
              <a:ext uri="{FF2B5EF4-FFF2-40B4-BE49-F238E27FC236}">
                <a16:creationId xmlns:a16="http://schemas.microsoft.com/office/drawing/2014/main" id="{941DA0B6-4248-FE8B-4454-FCED028D563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7267" name="Rectangle 3">
            <a:extLst>
              <a:ext uri="{FF2B5EF4-FFF2-40B4-BE49-F238E27FC236}">
                <a16:creationId xmlns:a16="http://schemas.microsoft.com/office/drawing/2014/main" id="{A28BF6AF-3EB2-DFA9-367A-299773AF6B38}"/>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EB8879A-3752-B9FD-C198-6F173685B33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8E814447-B0A6-4428-B279-8BD1C1B2052B}" type="slidenum">
              <a:rPr lang="en-US" altLang="zh-CN" sz="1200" b="0">
                <a:latin typeface="Times New Roman" panose="02020603050405020304" pitchFamily="18" charset="0"/>
              </a:rPr>
              <a:pPr/>
              <a:t>13</a:t>
            </a:fld>
            <a:endParaRPr lang="en-US" altLang="zh-CN" sz="1200" b="0">
              <a:latin typeface="Times New Roman" panose="02020603050405020304" pitchFamily="18" charset="0"/>
            </a:endParaRPr>
          </a:p>
        </p:txBody>
      </p:sp>
      <p:sp>
        <p:nvSpPr>
          <p:cNvPr id="908290" name="Rectangle 2">
            <a:extLst>
              <a:ext uri="{FF2B5EF4-FFF2-40B4-BE49-F238E27FC236}">
                <a16:creationId xmlns:a16="http://schemas.microsoft.com/office/drawing/2014/main" id="{8CF77B5D-0831-7A50-5259-7C4383BC22CD}"/>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8291" name="Rectangle 3">
            <a:extLst>
              <a:ext uri="{FF2B5EF4-FFF2-40B4-BE49-F238E27FC236}">
                <a16:creationId xmlns:a16="http://schemas.microsoft.com/office/drawing/2014/main" id="{D5B3F641-1762-DC6C-27D7-AFF9EF897B63}"/>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C1C75BC-5C0E-EADA-9F41-1BB7B723836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F185F462-95FC-4A97-8D08-5F2EFC706277}" type="slidenum">
              <a:rPr lang="en-US" altLang="zh-CN" sz="1200" b="0">
                <a:latin typeface="Times New Roman" panose="02020603050405020304" pitchFamily="18" charset="0"/>
              </a:rPr>
              <a:pPr/>
              <a:t>14</a:t>
            </a:fld>
            <a:endParaRPr lang="en-US" altLang="zh-CN" sz="1200" b="0">
              <a:latin typeface="Times New Roman" panose="02020603050405020304" pitchFamily="18" charset="0"/>
            </a:endParaRPr>
          </a:p>
        </p:txBody>
      </p:sp>
      <p:sp>
        <p:nvSpPr>
          <p:cNvPr id="909314" name="Rectangle 2">
            <a:extLst>
              <a:ext uri="{FF2B5EF4-FFF2-40B4-BE49-F238E27FC236}">
                <a16:creationId xmlns:a16="http://schemas.microsoft.com/office/drawing/2014/main" id="{07850FBC-F02E-79E3-990E-D29F2AB3C00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9315" name="Rectangle 3">
            <a:extLst>
              <a:ext uri="{FF2B5EF4-FFF2-40B4-BE49-F238E27FC236}">
                <a16:creationId xmlns:a16="http://schemas.microsoft.com/office/drawing/2014/main" id="{9C0E6F0F-5720-57EE-4C66-C596726E7E6C}"/>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E5B134D-951D-348C-8DFC-076F312A054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942A9D10-FD4D-4365-A9C9-4B87DEDBF495}" type="slidenum">
              <a:rPr lang="en-US" altLang="zh-CN" sz="1200" b="0">
                <a:latin typeface="Times New Roman" panose="02020603050405020304" pitchFamily="18" charset="0"/>
              </a:rPr>
              <a:pPr/>
              <a:t>15</a:t>
            </a:fld>
            <a:endParaRPr lang="en-US" altLang="zh-CN" sz="1200" b="0">
              <a:latin typeface="Times New Roman" panose="02020603050405020304" pitchFamily="18" charset="0"/>
            </a:endParaRPr>
          </a:p>
        </p:txBody>
      </p:sp>
      <p:sp>
        <p:nvSpPr>
          <p:cNvPr id="910338" name="Rectangle 2">
            <a:extLst>
              <a:ext uri="{FF2B5EF4-FFF2-40B4-BE49-F238E27FC236}">
                <a16:creationId xmlns:a16="http://schemas.microsoft.com/office/drawing/2014/main" id="{E4346572-51D0-9B44-368D-1EA3D3D06C4C}"/>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0339" name="Rectangle 3">
            <a:extLst>
              <a:ext uri="{FF2B5EF4-FFF2-40B4-BE49-F238E27FC236}">
                <a16:creationId xmlns:a16="http://schemas.microsoft.com/office/drawing/2014/main" id="{B6703882-199D-F47F-F39A-301DF946AEBC}"/>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1145BE-04DC-7E0D-5E87-552D3220246B}"/>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50A6847E-0870-4286-BCBC-5D1B5416C168}" type="slidenum">
              <a:rPr lang="en-US" altLang="zh-CN" sz="1200" b="0">
                <a:latin typeface="Times New Roman" panose="02020603050405020304" pitchFamily="18" charset="0"/>
              </a:rPr>
              <a:pPr/>
              <a:t>16</a:t>
            </a:fld>
            <a:endParaRPr lang="en-US" altLang="zh-CN" sz="1200" b="0">
              <a:latin typeface="Times New Roman" panose="02020603050405020304" pitchFamily="18" charset="0"/>
            </a:endParaRPr>
          </a:p>
        </p:txBody>
      </p:sp>
      <p:sp>
        <p:nvSpPr>
          <p:cNvPr id="911362" name="Rectangle 2">
            <a:extLst>
              <a:ext uri="{FF2B5EF4-FFF2-40B4-BE49-F238E27FC236}">
                <a16:creationId xmlns:a16="http://schemas.microsoft.com/office/drawing/2014/main" id="{E5BDD229-FF61-B09F-D180-2C1E9AF4868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1363" name="Rectangle 3">
            <a:extLst>
              <a:ext uri="{FF2B5EF4-FFF2-40B4-BE49-F238E27FC236}">
                <a16:creationId xmlns:a16="http://schemas.microsoft.com/office/drawing/2014/main" id="{40193EB1-9F69-80EC-CC84-40ECE793B5AB}"/>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0CBD611-4703-ADAF-854B-3BB7BD4BB3E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8479BDC3-A9BE-482B-9C47-3D2ACEF05591}" type="slidenum">
              <a:rPr lang="en-US" altLang="zh-CN" sz="1200" b="0">
                <a:latin typeface="Times New Roman" panose="02020603050405020304" pitchFamily="18" charset="0"/>
              </a:rPr>
              <a:pPr/>
              <a:t>17</a:t>
            </a:fld>
            <a:endParaRPr lang="en-US" altLang="zh-CN" sz="1200" b="0">
              <a:latin typeface="Times New Roman" panose="02020603050405020304" pitchFamily="18" charset="0"/>
            </a:endParaRPr>
          </a:p>
        </p:txBody>
      </p:sp>
      <p:sp>
        <p:nvSpPr>
          <p:cNvPr id="912386" name="Rectangle 2">
            <a:extLst>
              <a:ext uri="{FF2B5EF4-FFF2-40B4-BE49-F238E27FC236}">
                <a16:creationId xmlns:a16="http://schemas.microsoft.com/office/drawing/2014/main" id="{EE10FE6E-FFEE-B847-7C5C-EEAF7234B48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2387" name="Rectangle 3">
            <a:extLst>
              <a:ext uri="{FF2B5EF4-FFF2-40B4-BE49-F238E27FC236}">
                <a16:creationId xmlns:a16="http://schemas.microsoft.com/office/drawing/2014/main" id="{243F6456-D5D1-24EF-BEAB-ABD837ED6D4F}"/>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4D0CD95-D130-92FD-373C-5D05E14F934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9C95761F-4161-4B11-9A91-5B4FB3BC06CA}" type="slidenum">
              <a:rPr lang="en-US" altLang="zh-CN" sz="1200" b="0">
                <a:latin typeface="Times New Roman" panose="02020603050405020304" pitchFamily="18" charset="0"/>
              </a:rPr>
              <a:pPr/>
              <a:t>18</a:t>
            </a:fld>
            <a:endParaRPr lang="en-US" altLang="zh-CN" sz="1200" b="0">
              <a:latin typeface="Times New Roman" panose="02020603050405020304" pitchFamily="18" charset="0"/>
            </a:endParaRPr>
          </a:p>
        </p:txBody>
      </p:sp>
      <p:sp>
        <p:nvSpPr>
          <p:cNvPr id="913410" name="Rectangle 2">
            <a:extLst>
              <a:ext uri="{FF2B5EF4-FFF2-40B4-BE49-F238E27FC236}">
                <a16:creationId xmlns:a16="http://schemas.microsoft.com/office/drawing/2014/main" id="{13CF29B5-E09B-3DB5-7D20-5984FCF7461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3411" name="Rectangle 3">
            <a:extLst>
              <a:ext uri="{FF2B5EF4-FFF2-40B4-BE49-F238E27FC236}">
                <a16:creationId xmlns:a16="http://schemas.microsoft.com/office/drawing/2014/main" id="{6CF746CE-9DA5-5869-8F42-802F35D610B8}"/>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B24B02C-6C1B-3C16-9B78-6B80223C924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FF83CB91-1067-472E-87A2-68018ECE845A}" type="slidenum">
              <a:rPr lang="en-US" altLang="zh-CN" sz="1200" b="0">
                <a:latin typeface="Times New Roman" panose="02020603050405020304" pitchFamily="18" charset="0"/>
              </a:rPr>
              <a:pPr/>
              <a:t>19</a:t>
            </a:fld>
            <a:endParaRPr lang="en-US" altLang="zh-CN" sz="1200" b="0">
              <a:latin typeface="Times New Roman" panose="02020603050405020304" pitchFamily="18" charset="0"/>
            </a:endParaRPr>
          </a:p>
        </p:txBody>
      </p:sp>
      <p:sp>
        <p:nvSpPr>
          <p:cNvPr id="914434" name="Rectangle 2">
            <a:extLst>
              <a:ext uri="{FF2B5EF4-FFF2-40B4-BE49-F238E27FC236}">
                <a16:creationId xmlns:a16="http://schemas.microsoft.com/office/drawing/2014/main" id="{49B129CF-713D-8286-3962-9CBF432B8DA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4435" name="Rectangle 3">
            <a:extLst>
              <a:ext uri="{FF2B5EF4-FFF2-40B4-BE49-F238E27FC236}">
                <a16:creationId xmlns:a16="http://schemas.microsoft.com/office/drawing/2014/main" id="{F33481F5-23C6-ABD9-55EA-9B4861F5D1F1}"/>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068B88D-5CD4-CCBD-CF81-7105157B4E0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C232187B-C68A-48EF-B742-30AB019C5DE0}" type="slidenum">
              <a:rPr lang="en-US" altLang="zh-CN" sz="1200" b="0">
                <a:latin typeface="Times New Roman" panose="02020603050405020304" pitchFamily="18" charset="0"/>
              </a:rPr>
              <a:pPr/>
              <a:t>20</a:t>
            </a:fld>
            <a:endParaRPr lang="en-US" altLang="zh-CN" sz="1200" b="0">
              <a:latin typeface="Times New Roman" panose="02020603050405020304" pitchFamily="18" charset="0"/>
            </a:endParaRPr>
          </a:p>
        </p:txBody>
      </p:sp>
      <p:sp>
        <p:nvSpPr>
          <p:cNvPr id="915458" name="Rectangle 2">
            <a:extLst>
              <a:ext uri="{FF2B5EF4-FFF2-40B4-BE49-F238E27FC236}">
                <a16:creationId xmlns:a16="http://schemas.microsoft.com/office/drawing/2014/main" id="{66A9761C-4169-66B7-00FC-CBCC59C1A44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5459" name="Rectangle 3">
            <a:extLst>
              <a:ext uri="{FF2B5EF4-FFF2-40B4-BE49-F238E27FC236}">
                <a16:creationId xmlns:a16="http://schemas.microsoft.com/office/drawing/2014/main" id="{768D7CEF-A9F6-2D2A-B8D4-7DC806C7B912}"/>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93DCD7B-FEE3-1D78-D067-B9AFABC2927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BCE71EA4-F342-481D-807C-BACBD9EADF14}" type="slidenum">
              <a:rPr lang="en-US" altLang="zh-CN" sz="1200" b="0">
                <a:latin typeface="Times New Roman" panose="02020603050405020304" pitchFamily="18" charset="0"/>
              </a:rPr>
              <a:pPr/>
              <a:t>21</a:t>
            </a:fld>
            <a:endParaRPr lang="en-US" altLang="zh-CN" sz="1200" b="0">
              <a:latin typeface="Times New Roman" panose="02020603050405020304" pitchFamily="18" charset="0"/>
            </a:endParaRPr>
          </a:p>
        </p:txBody>
      </p:sp>
      <p:sp>
        <p:nvSpPr>
          <p:cNvPr id="916482" name="Rectangle 2">
            <a:extLst>
              <a:ext uri="{FF2B5EF4-FFF2-40B4-BE49-F238E27FC236}">
                <a16:creationId xmlns:a16="http://schemas.microsoft.com/office/drawing/2014/main" id="{AE83F70B-F9BD-0A3F-13A4-BBE0B14EE2C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6483" name="Rectangle 3">
            <a:extLst>
              <a:ext uri="{FF2B5EF4-FFF2-40B4-BE49-F238E27FC236}">
                <a16:creationId xmlns:a16="http://schemas.microsoft.com/office/drawing/2014/main" id="{CA2D8842-BFCE-25FA-94D3-914C1894F63C}"/>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1F486EE-B59E-2991-5E9C-3795B75C1D0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AE54FAB9-0F0E-42D0-9DB3-BC52CC683652}" type="slidenum">
              <a:rPr lang="en-US" altLang="zh-CN" sz="1200" b="0">
                <a:latin typeface="Times New Roman" panose="02020603050405020304" pitchFamily="18" charset="0"/>
              </a:rPr>
              <a:pPr/>
              <a:t>22</a:t>
            </a:fld>
            <a:endParaRPr lang="en-US" altLang="zh-CN" sz="1200" b="0">
              <a:latin typeface="Times New Roman" panose="02020603050405020304" pitchFamily="18" charset="0"/>
            </a:endParaRPr>
          </a:p>
        </p:txBody>
      </p:sp>
      <p:sp>
        <p:nvSpPr>
          <p:cNvPr id="917506" name="Rectangle 2">
            <a:extLst>
              <a:ext uri="{FF2B5EF4-FFF2-40B4-BE49-F238E27FC236}">
                <a16:creationId xmlns:a16="http://schemas.microsoft.com/office/drawing/2014/main" id="{4F26C7AD-D725-B034-7B38-DEF1F4AB165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7507" name="Rectangle 3">
            <a:extLst>
              <a:ext uri="{FF2B5EF4-FFF2-40B4-BE49-F238E27FC236}">
                <a16:creationId xmlns:a16="http://schemas.microsoft.com/office/drawing/2014/main" id="{3632DC25-43FB-73F4-AE3E-8223807302BE}"/>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F708E2-A1DB-1565-0262-3295570F077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D526B8D4-786E-4E01-B87E-85540152308C}" type="slidenum">
              <a:rPr lang="en-US" altLang="zh-CN" sz="1200" b="0">
                <a:latin typeface="Times New Roman" panose="02020603050405020304" pitchFamily="18" charset="0"/>
              </a:rPr>
              <a:pPr/>
              <a:t>23</a:t>
            </a:fld>
            <a:endParaRPr lang="en-US" altLang="zh-CN" sz="1200" b="0">
              <a:latin typeface="Times New Roman" panose="02020603050405020304" pitchFamily="18" charset="0"/>
            </a:endParaRPr>
          </a:p>
        </p:txBody>
      </p:sp>
      <p:sp>
        <p:nvSpPr>
          <p:cNvPr id="918530" name="Rectangle 2">
            <a:extLst>
              <a:ext uri="{FF2B5EF4-FFF2-40B4-BE49-F238E27FC236}">
                <a16:creationId xmlns:a16="http://schemas.microsoft.com/office/drawing/2014/main" id="{C77E6D7C-A83E-0670-2B38-49C86273A97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8531" name="Rectangle 3">
            <a:extLst>
              <a:ext uri="{FF2B5EF4-FFF2-40B4-BE49-F238E27FC236}">
                <a16:creationId xmlns:a16="http://schemas.microsoft.com/office/drawing/2014/main" id="{2487C99B-141B-E11D-7F21-B18CAF8EC3EF}"/>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1BFC735-622C-9A19-CC93-AD168BED25D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5C552467-9409-4A66-BCA8-CF0D7645A967}" type="slidenum">
              <a:rPr lang="en-US" altLang="zh-CN" sz="1200" b="0">
                <a:latin typeface="Times New Roman" panose="02020603050405020304" pitchFamily="18" charset="0"/>
              </a:rPr>
              <a:pPr/>
              <a:t>24</a:t>
            </a:fld>
            <a:endParaRPr lang="en-US" altLang="zh-CN" sz="1200" b="0">
              <a:latin typeface="Times New Roman" panose="02020603050405020304" pitchFamily="18" charset="0"/>
            </a:endParaRPr>
          </a:p>
        </p:txBody>
      </p:sp>
      <p:sp>
        <p:nvSpPr>
          <p:cNvPr id="919554" name="Rectangle 2">
            <a:extLst>
              <a:ext uri="{FF2B5EF4-FFF2-40B4-BE49-F238E27FC236}">
                <a16:creationId xmlns:a16="http://schemas.microsoft.com/office/drawing/2014/main" id="{F3D50C2F-CB01-7D61-3C8F-8857206BEB2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19555" name="Rectangle 3">
            <a:extLst>
              <a:ext uri="{FF2B5EF4-FFF2-40B4-BE49-F238E27FC236}">
                <a16:creationId xmlns:a16="http://schemas.microsoft.com/office/drawing/2014/main" id="{ABCAE303-CE7B-A8E5-C87F-4DDC368683DE}"/>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4976CB5-C3E8-35A4-CA11-B94F9E33449D}"/>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58CE818E-D0EA-45D0-B3EF-2B96917C3619}" type="slidenum">
              <a:rPr lang="en-US" altLang="zh-CN" sz="1200" b="0">
                <a:latin typeface="Times New Roman" panose="02020603050405020304" pitchFamily="18" charset="0"/>
              </a:rPr>
              <a:pPr/>
              <a:t>25</a:t>
            </a:fld>
            <a:endParaRPr lang="en-US" altLang="zh-CN" sz="1200" b="0">
              <a:latin typeface="Times New Roman" panose="02020603050405020304" pitchFamily="18" charset="0"/>
            </a:endParaRPr>
          </a:p>
        </p:txBody>
      </p:sp>
      <p:sp>
        <p:nvSpPr>
          <p:cNvPr id="920578" name="Rectangle 2">
            <a:extLst>
              <a:ext uri="{FF2B5EF4-FFF2-40B4-BE49-F238E27FC236}">
                <a16:creationId xmlns:a16="http://schemas.microsoft.com/office/drawing/2014/main" id="{A8CF90A3-CA91-7F65-0E20-15EAF723380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0579" name="Rectangle 3">
            <a:extLst>
              <a:ext uri="{FF2B5EF4-FFF2-40B4-BE49-F238E27FC236}">
                <a16:creationId xmlns:a16="http://schemas.microsoft.com/office/drawing/2014/main" id="{144ABDA2-3F89-ECF6-398C-F7487FE25AEC}"/>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A77A45D-A5B1-73C4-A9B9-9D60A060B7B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682522C3-ACEA-414E-A1B4-46A668B3258A}" type="slidenum">
              <a:rPr lang="en-US" altLang="zh-CN" sz="1200" b="0">
                <a:latin typeface="Times New Roman" panose="02020603050405020304" pitchFamily="18" charset="0"/>
              </a:rPr>
              <a:pPr/>
              <a:t>26</a:t>
            </a:fld>
            <a:endParaRPr lang="en-US" altLang="zh-CN" sz="1200" b="0">
              <a:latin typeface="Times New Roman" panose="02020603050405020304" pitchFamily="18" charset="0"/>
            </a:endParaRPr>
          </a:p>
        </p:txBody>
      </p:sp>
      <p:sp>
        <p:nvSpPr>
          <p:cNvPr id="921602" name="Rectangle 2">
            <a:extLst>
              <a:ext uri="{FF2B5EF4-FFF2-40B4-BE49-F238E27FC236}">
                <a16:creationId xmlns:a16="http://schemas.microsoft.com/office/drawing/2014/main" id="{CB82274D-944E-A236-B545-4276D6E3355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1603" name="Rectangle 3">
            <a:extLst>
              <a:ext uri="{FF2B5EF4-FFF2-40B4-BE49-F238E27FC236}">
                <a16:creationId xmlns:a16="http://schemas.microsoft.com/office/drawing/2014/main" id="{DA44395C-2F2D-B5F9-1803-93591576A397}"/>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9E38D6-55C4-6DA2-C9B0-F2F5D503A51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36DA9644-054C-4383-8DE0-DD0D6344B963}" type="slidenum">
              <a:rPr lang="en-US" altLang="zh-CN" sz="1200" b="0">
                <a:latin typeface="Times New Roman" panose="02020603050405020304" pitchFamily="18" charset="0"/>
              </a:rPr>
              <a:pPr/>
              <a:t>27</a:t>
            </a:fld>
            <a:endParaRPr lang="en-US" altLang="zh-CN" sz="1200" b="0">
              <a:latin typeface="Times New Roman" panose="02020603050405020304" pitchFamily="18" charset="0"/>
            </a:endParaRPr>
          </a:p>
        </p:txBody>
      </p:sp>
      <p:sp>
        <p:nvSpPr>
          <p:cNvPr id="922626" name="Rectangle 2">
            <a:extLst>
              <a:ext uri="{FF2B5EF4-FFF2-40B4-BE49-F238E27FC236}">
                <a16:creationId xmlns:a16="http://schemas.microsoft.com/office/drawing/2014/main" id="{ADCD083F-256A-5B79-141A-05E6E19EF63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2627" name="Rectangle 3">
            <a:extLst>
              <a:ext uri="{FF2B5EF4-FFF2-40B4-BE49-F238E27FC236}">
                <a16:creationId xmlns:a16="http://schemas.microsoft.com/office/drawing/2014/main" id="{B6D187C6-63C9-5B3D-1941-35ED66F74BB3}"/>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6BF2BA8-65FC-0D0C-A54C-385E373FC42B}"/>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A4DDB8F8-0E2E-4888-9800-CF10A9625111}" type="slidenum">
              <a:rPr lang="en-US" altLang="zh-CN" sz="1200" b="0">
                <a:latin typeface="Times New Roman" panose="02020603050405020304" pitchFamily="18" charset="0"/>
              </a:rPr>
              <a:pPr/>
              <a:t>28</a:t>
            </a:fld>
            <a:endParaRPr lang="en-US" altLang="zh-CN" sz="1200" b="0">
              <a:latin typeface="Times New Roman" panose="02020603050405020304" pitchFamily="18" charset="0"/>
            </a:endParaRPr>
          </a:p>
        </p:txBody>
      </p:sp>
      <p:sp>
        <p:nvSpPr>
          <p:cNvPr id="923650" name="Rectangle 2">
            <a:extLst>
              <a:ext uri="{FF2B5EF4-FFF2-40B4-BE49-F238E27FC236}">
                <a16:creationId xmlns:a16="http://schemas.microsoft.com/office/drawing/2014/main" id="{FD15326B-32E1-F827-617E-55C8C718865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3651" name="Rectangle 3">
            <a:extLst>
              <a:ext uri="{FF2B5EF4-FFF2-40B4-BE49-F238E27FC236}">
                <a16:creationId xmlns:a16="http://schemas.microsoft.com/office/drawing/2014/main" id="{137DA412-50D7-97E6-4FC2-86C6B77321E2}"/>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349FE6-902F-8F5C-F2C4-029650DEA9A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600C3700-0518-4646-AAAB-CABEDDE06823}" type="slidenum">
              <a:rPr lang="en-US" altLang="zh-CN" sz="1200" b="0">
                <a:latin typeface="Times New Roman" panose="02020603050405020304" pitchFamily="18" charset="0"/>
              </a:rPr>
              <a:pPr/>
              <a:t>29</a:t>
            </a:fld>
            <a:endParaRPr lang="en-US" altLang="zh-CN" sz="1200" b="0">
              <a:latin typeface="Times New Roman" panose="02020603050405020304" pitchFamily="18" charset="0"/>
            </a:endParaRPr>
          </a:p>
        </p:txBody>
      </p:sp>
      <p:sp>
        <p:nvSpPr>
          <p:cNvPr id="924674" name="Rectangle 2">
            <a:extLst>
              <a:ext uri="{FF2B5EF4-FFF2-40B4-BE49-F238E27FC236}">
                <a16:creationId xmlns:a16="http://schemas.microsoft.com/office/drawing/2014/main" id="{EC546E49-429B-821F-D66E-536E4EEEB85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4675" name="Rectangle 3">
            <a:extLst>
              <a:ext uri="{FF2B5EF4-FFF2-40B4-BE49-F238E27FC236}">
                <a16:creationId xmlns:a16="http://schemas.microsoft.com/office/drawing/2014/main" id="{C52B93D6-C163-612A-015F-14A345317120}"/>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2A93164-4696-30C6-D9D7-76938F463D8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F9894A1B-8DAB-4FD5-9CD5-EDD0C92B99EA}" type="slidenum">
              <a:rPr lang="en-US" altLang="zh-CN" sz="1200" b="0">
                <a:latin typeface="Times New Roman" panose="02020603050405020304" pitchFamily="18" charset="0"/>
              </a:rPr>
              <a:pPr/>
              <a:t>30</a:t>
            </a:fld>
            <a:endParaRPr lang="en-US" altLang="zh-CN" sz="1200" b="0">
              <a:latin typeface="Times New Roman" panose="02020603050405020304" pitchFamily="18" charset="0"/>
            </a:endParaRPr>
          </a:p>
        </p:txBody>
      </p:sp>
      <p:sp>
        <p:nvSpPr>
          <p:cNvPr id="925698" name="Rectangle 2">
            <a:extLst>
              <a:ext uri="{FF2B5EF4-FFF2-40B4-BE49-F238E27FC236}">
                <a16:creationId xmlns:a16="http://schemas.microsoft.com/office/drawing/2014/main" id="{EB99A251-F596-AAF9-F4D6-237E6741EC1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5699" name="Rectangle 3">
            <a:extLst>
              <a:ext uri="{FF2B5EF4-FFF2-40B4-BE49-F238E27FC236}">
                <a16:creationId xmlns:a16="http://schemas.microsoft.com/office/drawing/2014/main" id="{BCE9D198-EF99-CF96-22F2-B94F9B110169}"/>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4F181E8-9872-4624-4594-E65282458E3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C46753C9-E177-43CD-BAA6-5F2E085AD617}" type="slidenum">
              <a:rPr lang="en-US" altLang="zh-CN" sz="1200" b="0">
                <a:latin typeface="Times New Roman" panose="02020603050405020304" pitchFamily="18" charset="0"/>
              </a:rPr>
              <a:pPr/>
              <a:t>31</a:t>
            </a:fld>
            <a:endParaRPr lang="en-US" altLang="zh-CN" sz="1200" b="0">
              <a:latin typeface="Times New Roman" panose="02020603050405020304" pitchFamily="18" charset="0"/>
            </a:endParaRPr>
          </a:p>
        </p:txBody>
      </p:sp>
      <p:sp>
        <p:nvSpPr>
          <p:cNvPr id="926722" name="Rectangle 2">
            <a:extLst>
              <a:ext uri="{FF2B5EF4-FFF2-40B4-BE49-F238E27FC236}">
                <a16:creationId xmlns:a16="http://schemas.microsoft.com/office/drawing/2014/main" id="{DE6D04AA-5833-3BA1-5CD8-8F7D237D0102}"/>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6723" name="Rectangle 3">
            <a:extLst>
              <a:ext uri="{FF2B5EF4-FFF2-40B4-BE49-F238E27FC236}">
                <a16:creationId xmlns:a16="http://schemas.microsoft.com/office/drawing/2014/main" id="{8F79B26B-4101-92DA-0582-828BA02B302F}"/>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5A0E201-97D8-9E18-C8BB-144F742A432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3C09314B-BFAC-4641-94FC-63E030619B7D}" type="slidenum">
              <a:rPr lang="en-US" altLang="zh-CN" sz="1200" b="0">
                <a:latin typeface="Times New Roman" panose="02020603050405020304" pitchFamily="18" charset="0"/>
              </a:rPr>
              <a:pPr/>
              <a:t>32</a:t>
            </a:fld>
            <a:endParaRPr lang="en-US" altLang="zh-CN" sz="1200" b="0">
              <a:latin typeface="Times New Roman" panose="02020603050405020304" pitchFamily="18" charset="0"/>
            </a:endParaRPr>
          </a:p>
        </p:txBody>
      </p:sp>
      <p:sp>
        <p:nvSpPr>
          <p:cNvPr id="927746" name="Rectangle 2">
            <a:extLst>
              <a:ext uri="{FF2B5EF4-FFF2-40B4-BE49-F238E27FC236}">
                <a16:creationId xmlns:a16="http://schemas.microsoft.com/office/drawing/2014/main" id="{27924D2D-51C1-60C7-45E5-59C738D3369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7747" name="Rectangle 3">
            <a:extLst>
              <a:ext uri="{FF2B5EF4-FFF2-40B4-BE49-F238E27FC236}">
                <a16:creationId xmlns:a16="http://schemas.microsoft.com/office/drawing/2014/main" id="{AF3D4EB4-5B67-4EDD-4197-DAE47B348387}"/>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19C5E0F-8303-634B-8803-7F9303FD565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69BCAA1D-E201-476D-8560-2C8568B803AF}" type="slidenum">
              <a:rPr lang="en-US" altLang="zh-CN" sz="1200" b="0">
                <a:latin typeface="Times New Roman" panose="02020603050405020304" pitchFamily="18" charset="0"/>
              </a:rPr>
              <a:pPr/>
              <a:t>33</a:t>
            </a:fld>
            <a:endParaRPr lang="en-US" altLang="zh-CN" sz="1200" b="0">
              <a:latin typeface="Times New Roman" panose="02020603050405020304" pitchFamily="18" charset="0"/>
            </a:endParaRPr>
          </a:p>
        </p:txBody>
      </p:sp>
      <p:sp>
        <p:nvSpPr>
          <p:cNvPr id="928770" name="Rectangle 2">
            <a:extLst>
              <a:ext uri="{FF2B5EF4-FFF2-40B4-BE49-F238E27FC236}">
                <a16:creationId xmlns:a16="http://schemas.microsoft.com/office/drawing/2014/main" id="{98F4187A-9A15-8931-C269-4E440EE7ED0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8771" name="Rectangle 3">
            <a:extLst>
              <a:ext uri="{FF2B5EF4-FFF2-40B4-BE49-F238E27FC236}">
                <a16:creationId xmlns:a16="http://schemas.microsoft.com/office/drawing/2014/main" id="{1B31831A-CEFA-45E0-9271-3DD88DE268E4}"/>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06723DD-1F36-319E-A435-5183D5DD2EB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C9AE602D-DF9A-4BAA-9EF0-1BDCA67012AD}" type="slidenum">
              <a:rPr lang="en-US" altLang="zh-CN" sz="1200" b="0">
                <a:latin typeface="Times New Roman" panose="02020603050405020304" pitchFamily="18" charset="0"/>
              </a:rPr>
              <a:pPr/>
              <a:t>34</a:t>
            </a:fld>
            <a:endParaRPr lang="en-US" altLang="zh-CN" sz="1200" b="0">
              <a:latin typeface="Times New Roman" panose="02020603050405020304" pitchFamily="18" charset="0"/>
            </a:endParaRPr>
          </a:p>
        </p:txBody>
      </p:sp>
      <p:sp>
        <p:nvSpPr>
          <p:cNvPr id="929794" name="Rectangle 2">
            <a:extLst>
              <a:ext uri="{FF2B5EF4-FFF2-40B4-BE49-F238E27FC236}">
                <a16:creationId xmlns:a16="http://schemas.microsoft.com/office/drawing/2014/main" id="{7B29DE03-D02A-2348-F797-66BD1C5E340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9795" name="Rectangle 3">
            <a:extLst>
              <a:ext uri="{FF2B5EF4-FFF2-40B4-BE49-F238E27FC236}">
                <a16:creationId xmlns:a16="http://schemas.microsoft.com/office/drawing/2014/main" id="{691DF34C-FF8F-9941-2F03-A0321B4D4092}"/>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99542D6-6BF9-46F9-9651-7EC69447471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CC893F55-AC5D-44EB-A968-721B79F0EF67}" type="slidenum">
              <a:rPr lang="en-US" altLang="zh-CN" sz="1200" b="0">
                <a:latin typeface="Times New Roman" panose="02020603050405020304" pitchFamily="18" charset="0"/>
              </a:rPr>
              <a:pPr/>
              <a:t>35</a:t>
            </a:fld>
            <a:endParaRPr lang="en-US" altLang="zh-CN" sz="1200" b="0">
              <a:latin typeface="Times New Roman" panose="02020603050405020304" pitchFamily="18" charset="0"/>
            </a:endParaRPr>
          </a:p>
        </p:txBody>
      </p:sp>
      <p:sp>
        <p:nvSpPr>
          <p:cNvPr id="930818" name="Rectangle 2">
            <a:extLst>
              <a:ext uri="{FF2B5EF4-FFF2-40B4-BE49-F238E27FC236}">
                <a16:creationId xmlns:a16="http://schemas.microsoft.com/office/drawing/2014/main" id="{1AC25286-4076-01CD-1D79-FA2E3B22AE0F}"/>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30819" name="Rectangle 3">
            <a:extLst>
              <a:ext uri="{FF2B5EF4-FFF2-40B4-BE49-F238E27FC236}">
                <a16:creationId xmlns:a16="http://schemas.microsoft.com/office/drawing/2014/main" id="{23509C3D-C254-600B-4423-4846449D214C}"/>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F7F4BD-385D-EA6A-87BD-FE81A8BB3B2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0D38B7C2-B75B-4D50-9ED2-83E669BB4D13}" type="slidenum">
              <a:rPr lang="en-US" altLang="zh-CN" sz="1200" b="0">
                <a:latin typeface="Times New Roman" panose="02020603050405020304" pitchFamily="18" charset="0"/>
              </a:rPr>
              <a:pPr/>
              <a:t>36</a:t>
            </a:fld>
            <a:endParaRPr lang="en-US" altLang="zh-CN" sz="1200" b="0">
              <a:latin typeface="Times New Roman" panose="02020603050405020304" pitchFamily="18" charset="0"/>
            </a:endParaRPr>
          </a:p>
        </p:txBody>
      </p:sp>
      <p:sp>
        <p:nvSpPr>
          <p:cNvPr id="931842" name="Rectangle 2">
            <a:extLst>
              <a:ext uri="{FF2B5EF4-FFF2-40B4-BE49-F238E27FC236}">
                <a16:creationId xmlns:a16="http://schemas.microsoft.com/office/drawing/2014/main" id="{C6B8EC3E-E686-CD00-A416-E78587EB5AD3}"/>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31843" name="Rectangle 3">
            <a:extLst>
              <a:ext uri="{FF2B5EF4-FFF2-40B4-BE49-F238E27FC236}">
                <a16:creationId xmlns:a16="http://schemas.microsoft.com/office/drawing/2014/main" id="{75A1B32E-7B64-4614-CE8F-CFEBAA6BB607}"/>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4FEB68F-299E-1853-0073-D64DFCE039B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DD3B0431-1A2D-4D93-BE39-69991E9ECF2C}" type="slidenum">
              <a:rPr lang="en-US" altLang="zh-CN" sz="1200" b="0">
                <a:latin typeface="Times New Roman" panose="02020603050405020304" pitchFamily="18" charset="0"/>
              </a:rPr>
              <a:pPr/>
              <a:t>37</a:t>
            </a:fld>
            <a:endParaRPr lang="en-US" altLang="zh-CN" sz="1200" b="0">
              <a:latin typeface="Times New Roman" panose="02020603050405020304" pitchFamily="18" charset="0"/>
            </a:endParaRPr>
          </a:p>
        </p:txBody>
      </p:sp>
      <p:sp>
        <p:nvSpPr>
          <p:cNvPr id="932866" name="Rectangle 2">
            <a:extLst>
              <a:ext uri="{FF2B5EF4-FFF2-40B4-BE49-F238E27FC236}">
                <a16:creationId xmlns:a16="http://schemas.microsoft.com/office/drawing/2014/main" id="{C83594DE-9477-0E43-F3BB-7DC50386AB7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32867" name="Rectangle 3">
            <a:extLst>
              <a:ext uri="{FF2B5EF4-FFF2-40B4-BE49-F238E27FC236}">
                <a16:creationId xmlns:a16="http://schemas.microsoft.com/office/drawing/2014/main" id="{AC07C78A-BCF3-98E5-BAF5-2AD83A86DA9E}"/>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57259F-244C-BE57-2968-2D8F1A7350E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fld id="{E8273043-4784-4C45-9CC6-30BF2C7EAFF4}" type="slidenum">
              <a:rPr lang="en-US" altLang="zh-CN" sz="1200" b="0">
                <a:latin typeface="Times New Roman" panose="02020603050405020304" pitchFamily="18" charset="0"/>
              </a:rPr>
              <a:pPr/>
              <a:t>38</a:t>
            </a:fld>
            <a:endParaRPr lang="en-US" altLang="zh-CN" sz="1200" b="0">
              <a:latin typeface="Times New Roman" panose="02020603050405020304" pitchFamily="18" charset="0"/>
            </a:endParaRPr>
          </a:p>
        </p:txBody>
      </p:sp>
      <p:sp>
        <p:nvSpPr>
          <p:cNvPr id="933890" name="Rectangle 2">
            <a:extLst>
              <a:ext uri="{FF2B5EF4-FFF2-40B4-BE49-F238E27FC236}">
                <a16:creationId xmlns:a16="http://schemas.microsoft.com/office/drawing/2014/main" id="{0ABE7BBD-D8C1-51F6-4205-64E4DC5D473D}"/>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33891" name="Rectangle 3">
            <a:extLst>
              <a:ext uri="{FF2B5EF4-FFF2-40B4-BE49-F238E27FC236}">
                <a16:creationId xmlns:a16="http://schemas.microsoft.com/office/drawing/2014/main" id="{D2662438-B5A9-1552-DBD1-3603543C22B6}"/>
              </a:ext>
            </a:extLst>
          </p:cNvPr>
          <p:cNvSpPr>
            <a:spLocks noGrp="1" noChangeArrowheads="1"/>
          </p:cNvSpPr>
          <p:nvPr>
            <p:ph type="body" idx="1"/>
          </p:nvPr>
        </p:nvSpPr>
        <p:spPr/>
        <p:txBody>
          <a:bodyPr/>
          <a:lstStyle/>
          <a:p>
            <a:pPr>
              <a:defRPr/>
            </a:pPr>
            <a:endParaRPr kumimoji="0"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D464A59-79E5-70C0-889B-5903A74C002D}"/>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63A74B31-2A03-4B6D-0D13-F1F021CA81DC}"/>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D30322DA-100E-5E42-88E5-E8D9799568FF}"/>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endParaRPr>
              </a:p>
            </p:txBody>
          </p:sp>
          <p:sp>
            <p:nvSpPr>
              <p:cNvPr id="11" name="Rectangle 5">
                <a:extLst>
                  <a:ext uri="{FF2B5EF4-FFF2-40B4-BE49-F238E27FC236}">
                    <a16:creationId xmlns:a16="http://schemas.microsoft.com/office/drawing/2014/main" id="{D6FC3AEB-00C6-1F12-154D-DB1800A1BA2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endParaRPr>
              </a:p>
            </p:txBody>
          </p:sp>
        </p:grpSp>
        <p:grpSp>
          <p:nvGrpSpPr>
            <p:cNvPr id="4" name="Group 6">
              <a:extLst>
                <a:ext uri="{FF2B5EF4-FFF2-40B4-BE49-F238E27FC236}">
                  <a16:creationId xmlns:a16="http://schemas.microsoft.com/office/drawing/2014/main" id="{E15F4268-34C1-CDC2-005F-2AC8B918495E}"/>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57F1D02D-9576-4ACF-3C26-55EF18CF987C}"/>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endParaRPr>
              </a:p>
            </p:txBody>
          </p:sp>
          <p:sp>
            <p:nvSpPr>
              <p:cNvPr id="9" name="Rectangle 8">
                <a:extLst>
                  <a:ext uri="{FF2B5EF4-FFF2-40B4-BE49-F238E27FC236}">
                    <a16:creationId xmlns:a16="http://schemas.microsoft.com/office/drawing/2014/main" id="{B00C92BA-7104-4AF1-A653-E191B718FCFF}"/>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5" name="Rectangle 9">
              <a:extLst>
                <a:ext uri="{FF2B5EF4-FFF2-40B4-BE49-F238E27FC236}">
                  <a16:creationId xmlns:a16="http://schemas.microsoft.com/office/drawing/2014/main" id="{E9DCDE8B-2EF1-0D56-AEB9-15140C05104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endParaRPr>
            </a:p>
          </p:txBody>
        </p:sp>
        <p:sp>
          <p:nvSpPr>
            <p:cNvPr id="6" name="Rectangle 10">
              <a:extLst>
                <a:ext uri="{FF2B5EF4-FFF2-40B4-BE49-F238E27FC236}">
                  <a16:creationId xmlns:a16="http://schemas.microsoft.com/office/drawing/2014/main" id="{B804B626-52CF-15AD-6054-FC3D4C45FEE7}"/>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endParaRPr>
            </a:p>
          </p:txBody>
        </p:sp>
        <p:sp>
          <p:nvSpPr>
            <p:cNvPr id="7" name="Rectangle 11">
              <a:extLst>
                <a:ext uri="{FF2B5EF4-FFF2-40B4-BE49-F238E27FC236}">
                  <a16:creationId xmlns:a16="http://schemas.microsoft.com/office/drawing/2014/main" id="{9AAB6D88-9872-FD13-B8E1-4522691F624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12" name="Text Box 17">
            <a:extLst>
              <a:ext uri="{FF2B5EF4-FFF2-40B4-BE49-F238E27FC236}">
                <a16:creationId xmlns:a16="http://schemas.microsoft.com/office/drawing/2014/main" id="{70977DDB-9D7C-742D-D37E-06611CD6AC0D}"/>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400" b="0">
                <a:latin typeface="McGrawHill-Italic" charset="0"/>
                <a:ea typeface="宋体" charset="0"/>
              </a:rPr>
              <a:t>McGraw-Hill</a:t>
            </a:r>
            <a:endParaRPr lang="en-US" sz="2400" b="0">
              <a:latin typeface="Times New Roman" charset="0"/>
              <a:ea typeface="宋体" charset="0"/>
            </a:endParaRPr>
          </a:p>
        </p:txBody>
      </p:sp>
      <p:sp>
        <p:nvSpPr>
          <p:cNvPr id="13" name="Text Box 18">
            <a:extLst>
              <a:ext uri="{FF2B5EF4-FFF2-40B4-BE49-F238E27FC236}">
                <a16:creationId xmlns:a16="http://schemas.microsoft.com/office/drawing/2014/main" id="{6AF492C6-CBAA-E1AF-804A-80BB8844D48C}"/>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r" eaLnBrk="1" hangingPunct="1">
              <a:spcBef>
                <a:spcPct val="50000"/>
              </a:spcBef>
              <a:buFontTx/>
              <a:buChar char="©"/>
              <a:defRPr/>
            </a:pPr>
            <a:r>
              <a:rPr lang="en-US" sz="1400" b="0">
                <a:latin typeface="McGrawHill-Italic" charset="0"/>
                <a:ea typeface="宋体" charset="0"/>
              </a:rPr>
              <a:t>The McGraw-Hill Companies, Inc., 2000</a:t>
            </a:r>
            <a:endParaRPr lang="en-US" sz="2400" b="0">
              <a:latin typeface="Times New Roman" charset="0"/>
              <a:ea typeface="宋体"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0" indent="0" algn="ctr">
              <a:buFont typeface="Wingdings" charset="0"/>
              <a:buNone/>
              <a:defRPr/>
            </a:lvl1pPr>
          </a:lstStyle>
          <a:p>
            <a:pPr lvl="0"/>
            <a:r>
              <a:rPr lang="en-US" altLang="zh-CN" noProof="0"/>
              <a:t>Click to edit Master subtitle style</a:t>
            </a:r>
          </a:p>
        </p:txBody>
      </p:sp>
      <p:sp>
        <p:nvSpPr>
          <p:cNvPr id="14" name="Rectangle 14">
            <a:extLst>
              <a:ext uri="{FF2B5EF4-FFF2-40B4-BE49-F238E27FC236}">
                <a16:creationId xmlns:a16="http://schemas.microsoft.com/office/drawing/2014/main" id="{104A5977-5620-FBFF-6F17-228D726D4A17}"/>
              </a:ext>
            </a:extLst>
          </p:cNvPr>
          <p:cNvSpPr>
            <a:spLocks noGrp="1" noChangeArrowheads="1"/>
          </p:cNvSpPr>
          <p:nvPr>
            <p:ph type="dt" sz="half" idx="10"/>
          </p:nvPr>
        </p:nvSpPr>
        <p:spPr bwMode="auto">
          <a:xfrm>
            <a:off x="990600" y="6248400"/>
            <a:ext cx="1905000" cy="45720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eaLnBrk="1" hangingPunct="1">
              <a:defRPr sz="1400" b="0" smtClean="0">
                <a:solidFill>
                  <a:schemeClr val="bg2"/>
                </a:solidFill>
                <a:latin typeface="+mn-lt"/>
                <a:ea typeface="宋体" charset="0"/>
              </a:defRPr>
            </a:lvl1pPr>
          </a:lstStyle>
          <a:p>
            <a:pPr>
              <a:defRPr/>
            </a:pPr>
            <a:endParaRPr lang="en-US" altLang="zh-CN"/>
          </a:p>
        </p:txBody>
      </p:sp>
      <p:sp>
        <p:nvSpPr>
          <p:cNvPr id="15" name="Rectangle 15">
            <a:extLst>
              <a:ext uri="{FF2B5EF4-FFF2-40B4-BE49-F238E27FC236}">
                <a16:creationId xmlns:a16="http://schemas.microsoft.com/office/drawing/2014/main" id="{50CACF90-A201-B7B8-302F-8E440A485EDA}"/>
              </a:ext>
            </a:extLst>
          </p:cNvPr>
          <p:cNvSpPr>
            <a:spLocks noGrp="1" noChangeArrowheads="1"/>
          </p:cNvSpPr>
          <p:nvPr>
            <p:ph type="ftr" sz="quarter" idx="11"/>
          </p:nvPr>
        </p:nvSpPr>
        <p:spPr bwMode="auto">
          <a:xfrm>
            <a:off x="3429000" y="6248400"/>
            <a:ext cx="2895600" cy="45720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ctr" eaLnBrk="1" hangingPunct="1">
              <a:defRPr sz="1400" b="0" smtClean="0">
                <a:solidFill>
                  <a:schemeClr val="bg2"/>
                </a:solidFill>
                <a:latin typeface="+mn-lt"/>
                <a:ea typeface="宋体" charset="0"/>
              </a:defRPr>
            </a:lvl1pPr>
          </a:lstStyle>
          <a:p>
            <a:pPr>
              <a:defRPr/>
            </a:pPr>
            <a:endParaRPr lang="en-US" altLang="zh-CN"/>
          </a:p>
        </p:txBody>
      </p:sp>
      <p:sp>
        <p:nvSpPr>
          <p:cNvPr id="16" name="Rectangle 16">
            <a:extLst>
              <a:ext uri="{FF2B5EF4-FFF2-40B4-BE49-F238E27FC236}">
                <a16:creationId xmlns:a16="http://schemas.microsoft.com/office/drawing/2014/main" id="{CDC212AF-0B67-1B0D-10CE-F139A9919C2F}"/>
              </a:ext>
            </a:extLst>
          </p:cNvPr>
          <p:cNvSpPr>
            <a:spLocks noGrp="1" noChangeArrowheads="1"/>
          </p:cNvSpPr>
          <p:nvPr>
            <p:ph type="sldNum" sz="quarter" idx="12"/>
          </p:nvPr>
        </p:nvSpPr>
        <p:spPr>
          <a:xfrm>
            <a:off x="6858000" y="6248400"/>
            <a:ext cx="1905000" cy="457200"/>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lgn="r">
              <a:defRPr sz="1400" b="0">
                <a:latin typeface="Tahoma" panose="020B0604030504040204" pitchFamily="34" charset="0"/>
              </a:defRPr>
            </a:lvl1pPr>
          </a:lstStyle>
          <a:p>
            <a:fld id="{FB5D57AC-7EDF-42DF-BE50-F636352F2C0F}" type="slidenum">
              <a:rPr lang="en-US" altLang="zh-CN"/>
              <a:pPr/>
              <a:t>‹#›</a:t>
            </a:fld>
            <a:endParaRPr lang="en-US" altLang="zh-CN"/>
          </a:p>
        </p:txBody>
      </p:sp>
    </p:spTree>
    <p:extLst>
      <p:ext uri="{BB962C8B-B14F-4D97-AF65-F5344CB8AC3E}">
        <p14:creationId xmlns:p14="http://schemas.microsoft.com/office/powerpoint/2010/main" val="3198592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vert="horz"/>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vert="horz"/>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6">
            <a:extLst>
              <a:ext uri="{FF2B5EF4-FFF2-40B4-BE49-F238E27FC236}">
                <a16:creationId xmlns:a16="http://schemas.microsoft.com/office/drawing/2014/main" id="{EB0EBD01-8759-C2DC-742D-02E2442E21CD}"/>
              </a:ext>
            </a:extLst>
          </p:cNvPr>
          <p:cNvSpPr>
            <a:spLocks noGrp="1" noChangeArrowheads="1"/>
          </p:cNvSpPr>
          <p:nvPr>
            <p:ph type="sldNum" sz="quarter" idx="10"/>
          </p:nvPr>
        </p:nvSpPr>
        <p:spPr>
          <a:ln/>
        </p:spPr>
        <p:txBody>
          <a:bodyPr/>
          <a:lstStyle>
            <a:lvl1pPr>
              <a:defRPr/>
            </a:lvl1pPr>
          </a:lstStyle>
          <a:p>
            <a:r>
              <a:rPr lang="en-US" altLang="zh-CN"/>
              <a:t>18.</a:t>
            </a:r>
            <a:fld id="{E85DFABD-A624-481E-896D-EAF556FEC900}" type="slidenum">
              <a:rPr lang="en-US" altLang="zh-CN"/>
              <a:pPr/>
              <a:t>‹#›</a:t>
            </a:fld>
            <a:endParaRPr lang="en-US" altLang="zh-CN"/>
          </a:p>
        </p:txBody>
      </p:sp>
    </p:spTree>
    <p:extLst>
      <p:ext uri="{BB962C8B-B14F-4D97-AF65-F5344CB8AC3E}">
        <p14:creationId xmlns:p14="http://schemas.microsoft.com/office/powerpoint/2010/main" val="2843018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vert="horz"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6">
            <a:extLst>
              <a:ext uri="{FF2B5EF4-FFF2-40B4-BE49-F238E27FC236}">
                <a16:creationId xmlns:a16="http://schemas.microsoft.com/office/drawing/2014/main" id="{4A7FCAFE-F68F-73BA-AAAB-A809DBF2557B}"/>
              </a:ext>
            </a:extLst>
          </p:cNvPr>
          <p:cNvSpPr>
            <a:spLocks noGrp="1" noChangeArrowheads="1"/>
          </p:cNvSpPr>
          <p:nvPr>
            <p:ph type="sldNum" sz="quarter" idx="10"/>
          </p:nvPr>
        </p:nvSpPr>
        <p:spPr>
          <a:ln/>
        </p:spPr>
        <p:txBody>
          <a:bodyPr/>
          <a:lstStyle>
            <a:lvl1pPr>
              <a:defRPr/>
            </a:lvl1pPr>
          </a:lstStyle>
          <a:p>
            <a:r>
              <a:rPr lang="en-US" altLang="zh-CN"/>
              <a:t>18.</a:t>
            </a:r>
            <a:fld id="{2DA25550-4606-41E0-A982-0B98AACE2450}" type="slidenum">
              <a:rPr lang="en-US" altLang="zh-CN"/>
              <a:pPr/>
              <a:t>‹#›</a:t>
            </a:fld>
            <a:endParaRPr lang="en-US" altLang="zh-CN"/>
          </a:p>
        </p:txBody>
      </p:sp>
    </p:spTree>
    <p:extLst>
      <p:ext uri="{BB962C8B-B14F-4D97-AF65-F5344CB8AC3E}">
        <p14:creationId xmlns:p14="http://schemas.microsoft.com/office/powerpoint/2010/main" val="78850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vert="horz"/>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16">
            <a:extLst>
              <a:ext uri="{FF2B5EF4-FFF2-40B4-BE49-F238E27FC236}">
                <a16:creationId xmlns:a16="http://schemas.microsoft.com/office/drawing/2014/main" id="{07C2B3CC-A5AD-A809-ECB6-9B48BC51E4ED}"/>
              </a:ext>
            </a:extLst>
          </p:cNvPr>
          <p:cNvSpPr>
            <a:spLocks noGrp="1" noChangeArrowheads="1"/>
          </p:cNvSpPr>
          <p:nvPr>
            <p:ph type="sldNum" sz="quarter" idx="10"/>
          </p:nvPr>
        </p:nvSpPr>
        <p:spPr>
          <a:ln/>
        </p:spPr>
        <p:txBody>
          <a:bodyPr/>
          <a:lstStyle>
            <a:lvl1pPr>
              <a:defRPr/>
            </a:lvl1pPr>
          </a:lstStyle>
          <a:p>
            <a:r>
              <a:rPr lang="en-US" altLang="zh-CN"/>
              <a:t>18.</a:t>
            </a:r>
            <a:fld id="{2C7ED5C5-36B9-4F01-B827-021EBADF530B}" type="slidenum">
              <a:rPr lang="en-US" altLang="zh-CN"/>
              <a:pPr/>
              <a:t>‹#›</a:t>
            </a:fld>
            <a:endParaRPr lang="en-US" altLang="zh-CN"/>
          </a:p>
        </p:txBody>
      </p:sp>
    </p:spTree>
    <p:extLst>
      <p:ext uri="{BB962C8B-B14F-4D97-AF65-F5344CB8AC3E}">
        <p14:creationId xmlns:p14="http://schemas.microsoft.com/office/powerpoint/2010/main" val="2807598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vert="horz"/>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16">
            <a:extLst>
              <a:ext uri="{FF2B5EF4-FFF2-40B4-BE49-F238E27FC236}">
                <a16:creationId xmlns:a16="http://schemas.microsoft.com/office/drawing/2014/main" id="{8C782FA5-C13A-C55F-4C54-C3CA3EFAA59C}"/>
              </a:ext>
            </a:extLst>
          </p:cNvPr>
          <p:cNvSpPr>
            <a:spLocks noGrp="1" noChangeArrowheads="1"/>
          </p:cNvSpPr>
          <p:nvPr>
            <p:ph type="sldNum" sz="quarter" idx="10"/>
          </p:nvPr>
        </p:nvSpPr>
        <p:spPr>
          <a:ln/>
        </p:spPr>
        <p:txBody>
          <a:bodyPr/>
          <a:lstStyle>
            <a:lvl1pPr>
              <a:defRPr/>
            </a:lvl1pPr>
          </a:lstStyle>
          <a:p>
            <a:r>
              <a:rPr lang="en-US" altLang="zh-CN"/>
              <a:t>18.</a:t>
            </a:r>
            <a:fld id="{BD61B5C6-6DD1-4168-91ED-A4FD873ADEDF}" type="slidenum">
              <a:rPr lang="en-US" altLang="zh-CN"/>
              <a:pPr/>
              <a:t>‹#›</a:t>
            </a:fld>
            <a:endParaRPr lang="en-US" altLang="zh-CN"/>
          </a:p>
        </p:txBody>
      </p:sp>
    </p:spTree>
    <p:extLst>
      <p:ext uri="{BB962C8B-B14F-4D97-AF65-F5344CB8AC3E}">
        <p14:creationId xmlns:p14="http://schemas.microsoft.com/office/powerpoint/2010/main" val="172526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vert="horz"/>
          <a:lstStyle/>
          <a:p>
            <a:r>
              <a:rPr lang="zh-CN" altLang="en-US"/>
              <a:t>单击此处编辑母版标题样式</a:t>
            </a:r>
          </a:p>
        </p:txBody>
      </p:sp>
      <p:sp>
        <p:nvSpPr>
          <p:cNvPr id="3" name="Rectangle 16">
            <a:extLst>
              <a:ext uri="{FF2B5EF4-FFF2-40B4-BE49-F238E27FC236}">
                <a16:creationId xmlns:a16="http://schemas.microsoft.com/office/drawing/2014/main" id="{0BC4E436-2BCD-9BBA-8630-6E9B32BEDD13}"/>
              </a:ext>
            </a:extLst>
          </p:cNvPr>
          <p:cNvSpPr>
            <a:spLocks noGrp="1" noChangeArrowheads="1"/>
          </p:cNvSpPr>
          <p:nvPr>
            <p:ph type="sldNum" sz="quarter" idx="10"/>
          </p:nvPr>
        </p:nvSpPr>
        <p:spPr>
          <a:ln/>
        </p:spPr>
        <p:txBody>
          <a:bodyPr/>
          <a:lstStyle>
            <a:lvl1pPr>
              <a:defRPr/>
            </a:lvl1pPr>
          </a:lstStyle>
          <a:p>
            <a:r>
              <a:rPr lang="en-US" altLang="zh-CN"/>
              <a:t>18.</a:t>
            </a:r>
            <a:fld id="{27BA1235-0A7F-42D8-9C0E-DE91680342E6}" type="slidenum">
              <a:rPr lang="en-US" altLang="zh-CN"/>
              <a:pPr/>
              <a:t>‹#›</a:t>
            </a:fld>
            <a:endParaRPr lang="en-US" altLang="zh-CN"/>
          </a:p>
        </p:txBody>
      </p:sp>
    </p:spTree>
    <p:extLst>
      <p:ext uri="{BB962C8B-B14F-4D97-AF65-F5344CB8AC3E}">
        <p14:creationId xmlns:p14="http://schemas.microsoft.com/office/powerpoint/2010/main" val="1332329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D0509E25-2B7A-883C-2D8B-F0D3C4EFF921}"/>
              </a:ext>
            </a:extLst>
          </p:cNvPr>
          <p:cNvSpPr>
            <a:spLocks noGrp="1" noChangeArrowheads="1"/>
          </p:cNvSpPr>
          <p:nvPr>
            <p:ph type="sldNum" sz="quarter" idx="10"/>
          </p:nvPr>
        </p:nvSpPr>
        <p:spPr>
          <a:ln/>
        </p:spPr>
        <p:txBody>
          <a:bodyPr/>
          <a:lstStyle>
            <a:lvl1pPr>
              <a:defRPr/>
            </a:lvl1pPr>
          </a:lstStyle>
          <a:p>
            <a:r>
              <a:rPr lang="en-US" altLang="zh-CN"/>
              <a:t>18.</a:t>
            </a:r>
            <a:fld id="{BA599B43-4D7F-4164-90EC-83B487229C03}" type="slidenum">
              <a:rPr lang="en-US" altLang="zh-CN"/>
              <a:pPr/>
              <a:t>‹#›</a:t>
            </a:fld>
            <a:endParaRPr lang="en-US" altLang="zh-CN"/>
          </a:p>
        </p:txBody>
      </p:sp>
    </p:spTree>
    <p:extLst>
      <p:ext uri="{BB962C8B-B14F-4D97-AF65-F5344CB8AC3E}">
        <p14:creationId xmlns:p14="http://schemas.microsoft.com/office/powerpoint/2010/main" val="2104823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vert="horz"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28DD2B2A-9079-E3E5-DC2F-E1F312D4A544}"/>
              </a:ext>
            </a:extLst>
          </p:cNvPr>
          <p:cNvSpPr>
            <a:spLocks noGrp="1" noChangeArrowheads="1"/>
          </p:cNvSpPr>
          <p:nvPr>
            <p:ph type="sldNum" sz="quarter" idx="10"/>
          </p:nvPr>
        </p:nvSpPr>
        <p:spPr>
          <a:ln/>
        </p:spPr>
        <p:txBody>
          <a:bodyPr/>
          <a:lstStyle>
            <a:lvl1pPr>
              <a:defRPr/>
            </a:lvl1pPr>
          </a:lstStyle>
          <a:p>
            <a:r>
              <a:rPr lang="en-US" altLang="zh-CN"/>
              <a:t>18.</a:t>
            </a:r>
            <a:fld id="{F0907323-E33F-440E-A0F9-05AF1CB221BB}" type="slidenum">
              <a:rPr lang="en-US" altLang="zh-CN"/>
              <a:pPr/>
              <a:t>‹#›</a:t>
            </a:fld>
            <a:endParaRPr lang="en-US" altLang="zh-CN"/>
          </a:p>
        </p:txBody>
      </p:sp>
    </p:spTree>
    <p:extLst>
      <p:ext uri="{BB962C8B-B14F-4D97-AF65-F5344CB8AC3E}">
        <p14:creationId xmlns:p14="http://schemas.microsoft.com/office/powerpoint/2010/main" val="3035616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vert="horz"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B99B6328-390D-C24C-F27F-0923D46EBB3E}"/>
              </a:ext>
            </a:extLst>
          </p:cNvPr>
          <p:cNvSpPr>
            <a:spLocks noGrp="1" noChangeArrowheads="1"/>
          </p:cNvSpPr>
          <p:nvPr>
            <p:ph type="sldNum" sz="quarter" idx="10"/>
          </p:nvPr>
        </p:nvSpPr>
        <p:spPr>
          <a:ln/>
        </p:spPr>
        <p:txBody>
          <a:bodyPr/>
          <a:lstStyle>
            <a:lvl1pPr>
              <a:defRPr/>
            </a:lvl1pPr>
          </a:lstStyle>
          <a:p>
            <a:r>
              <a:rPr lang="en-US" altLang="zh-CN"/>
              <a:t>18.</a:t>
            </a:r>
            <a:fld id="{D3AC23AC-A959-42B7-9418-D353421EA122}" type="slidenum">
              <a:rPr lang="en-US" altLang="zh-CN"/>
              <a:pPr/>
              <a:t>‹#›</a:t>
            </a:fld>
            <a:endParaRPr lang="en-US" altLang="zh-CN"/>
          </a:p>
        </p:txBody>
      </p:sp>
    </p:spTree>
    <p:extLst>
      <p:ext uri="{BB962C8B-B14F-4D97-AF65-F5344CB8AC3E}">
        <p14:creationId xmlns:p14="http://schemas.microsoft.com/office/powerpoint/2010/main" val="1731434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vert="horz"/>
          <a:lstStyle/>
          <a:p>
            <a:r>
              <a:rPr lang="zh-CN" altLang="en-US"/>
              <a:t>单击此处编辑母版标题样式</a:t>
            </a:r>
          </a:p>
        </p:txBody>
      </p:sp>
      <p:sp>
        <p:nvSpPr>
          <p:cNvPr id="3" name="竖排文本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6">
            <a:extLst>
              <a:ext uri="{FF2B5EF4-FFF2-40B4-BE49-F238E27FC236}">
                <a16:creationId xmlns:a16="http://schemas.microsoft.com/office/drawing/2014/main" id="{BABBCED3-6E62-A90A-178B-7846E916C840}"/>
              </a:ext>
            </a:extLst>
          </p:cNvPr>
          <p:cNvSpPr>
            <a:spLocks noGrp="1" noChangeArrowheads="1"/>
          </p:cNvSpPr>
          <p:nvPr>
            <p:ph type="sldNum" sz="quarter" idx="10"/>
          </p:nvPr>
        </p:nvSpPr>
        <p:spPr>
          <a:ln/>
        </p:spPr>
        <p:txBody>
          <a:bodyPr/>
          <a:lstStyle>
            <a:lvl1pPr>
              <a:defRPr/>
            </a:lvl1pPr>
          </a:lstStyle>
          <a:p>
            <a:r>
              <a:rPr lang="en-US" altLang="zh-CN"/>
              <a:t>18.</a:t>
            </a:r>
            <a:fld id="{89D0E4B6-84E7-4F99-8073-FDCE41173735}" type="slidenum">
              <a:rPr lang="en-US" altLang="zh-CN"/>
              <a:pPr/>
              <a:t>‹#›</a:t>
            </a:fld>
            <a:endParaRPr lang="en-US" altLang="zh-CN"/>
          </a:p>
        </p:txBody>
      </p:sp>
    </p:spTree>
    <p:extLst>
      <p:ext uri="{BB962C8B-B14F-4D97-AF65-F5344CB8AC3E}">
        <p14:creationId xmlns:p14="http://schemas.microsoft.com/office/powerpoint/2010/main" val="2853535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6">
            <a:extLst>
              <a:ext uri="{FF2B5EF4-FFF2-40B4-BE49-F238E27FC236}">
                <a16:creationId xmlns:a16="http://schemas.microsoft.com/office/drawing/2014/main" id="{37308093-47FA-CE62-A0B3-9E75C9DB2650}"/>
              </a:ext>
            </a:extLst>
          </p:cNvPr>
          <p:cNvSpPr>
            <a:spLocks noGrp="1" noChangeArrowheads="1"/>
          </p:cNvSpPr>
          <p:nvPr>
            <p:ph type="sldNum" sz="quarter" idx="10"/>
          </p:nvPr>
        </p:nvSpPr>
        <p:spPr>
          <a:ln/>
        </p:spPr>
        <p:txBody>
          <a:bodyPr/>
          <a:lstStyle>
            <a:lvl1pPr>
              <a:defRPr/>
            </a:lvl1pPr>
          </a:lstStyle>
          <a:p>
            <a:r>
              <a:rPr lang="en-US" altLang="zh-CN"/>
              <a:t>18.</a:t>
            </a:r>
            <a:fld id="{A3AD3149-6003-49D3-AF56-131656C257D9}" type="slidenum">
              <a:rPr lang="en-US" altLang="zh-CN"/>
              <a:pPr/>
              <a:t>‹#›</a:t>
            </a:fld>
            <a:endParaRPr lang="en-US" altLang="zh-CN"/>
          </a:p>
        </p:txBody>
      </p:sp>
    </p:spTree>
    <p:extLst>
      <p:ext uri="{BB962C8B-B14F-4D97-AF65-F5344CB8AC3E}">
        <p14:creationId xmlns:p14="http://schemas.microsoft.com/office/powerpoint/2010/main" val="23401117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vert="horz"/>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Rectangle 16">
            <a:extLst>
              <a:ext uri="{FF2B5EF4-FFF2-40B4-BE49-F238E27FC236}">
                <a16:creationId xmlns:a16="http://schemas.microsoft.com/office/drawing/2014/main" id="{3FE8A532-5AD1-7293-254F-E72582A5B78F}"/>
              </a:ext>
            </a:extLst>
          </p:cNvPr>
          <p:cNvSpPr>
            <a:spLocks noGrp="1" noChangeArrowheads="1"/>
          </p:cNvSpPr>
          <p:nvPr>
            <p:ph type="sldNum" sz="quarter" idx="10"/>
          </p:nvPr>
        </p:nvSpPr>
        <p:spPr>
          <a:ln/>
        </p:spPr>
        <p:txBody>
          <a:bodyPr/>
          <a:lstStyle>
            <a:lvl1pPr>
              <a:defRPr/>
            </a:lvl1pPr>
          </a:lstStyle>
          <a:p>
            <a:r>
              <a:rPr lang="en-US" altLang="zh-CN"/>
              <a:t>18.</a:t>
            </a:r>
            <a:fld id="{FA1EBFDF-AEDA-4D5E-82EC-4D9C167FD7BA}" type="slidenum">
              <a:rPr lang="en-US" altLang="zh-CN"/>
              <a:pPr/>
              <a:t>‹#›</a:t>
            </a:fld>
            <a:endParaRPr lang="en-US" altLang="zh-CN"/>
          </a:p>
        </p:txBody>
      </p:sp>
    </p:spTree>
    <p:extLst>
      <p:ext uri="{BB962C8B-B14F-4D97-AF65-F5344CB8AC3E}">
        <p14:creationId xmlns:p14="http://schemas.microsoft.com/office/powerpoint/2010/main" val="3499243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999807F9-5680-544F-5AEC-A07E357EDA93}"/>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zh-CN"/>
              <a:t>18.</a:t>
            </a:r>
            <a:fld id="{77FFB223-DF71-4537-8240-606C96910A8E}"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fontAlgn="base">
        <a:spcBef>
          <a:spcPct val="0"/>
        </a:spcBef>
        <a:spcAft>
          <a:spcPct val="0"/>
        </a:spcAft>
        <a:defRPr kumimoji="1" sz="44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Tahoma" charset="0"/>
          <a:ea typeface="宋体" charset="0"/>
        </a:defRPr>
      </a:lvl2pPr>
      <a:lvl3pPr algn="l" rtl="0" fontAlgn="base">
        <a:spcBef>
          <a:spcPct val="0"/>
        </a:spcBef>
        <a:spcAft>
          <a:spcPct val="0"/>
        </a:spcAft>
        <a:defRPr kumimoji="1" sz="4400">
          <a:solidFill>
            <a:schemeClr val="tx2"/>
          </a:solidFill>
          <a:latin typeface="Tahoma" charset="0"/>
          <a:ea typeface="宋体" charset="0"/>
        </a:defRPr>
      </a:lvl3pPr>
      <a:lvl4pPr algn="l" rtl="0" fontAlgn="base">
        <a:spcBef>
          <a:spcPct val="0"/>
        </a:spcBef>
        <a:spcAft>
          <a:spcPct val="0"/>
        </a:spcAft>
        <a:defRPr kumimoji="1" sz="4400">
          <a:solidFill>
            <a:schemeClr val="tx2"/>
          </a:solidFill>
          <a:latin typeface="Tahoma" charset="0"/>
          <a:ea typeface="宋体" charset="0"/>
        </a:defRPr>
      </a:lvl4pPr>
      <a:lvl5pPr algn="l" rtl="0" fontAlgn="base">
        <a:spcBef>
          <a:spcPct val="0"/>
        </a:spcBef>
        <a:spcAft>
          <a:spcPct val="0"/>
        </a:spcAft>
        <a:defRPr kumimoji="1" sz="4400">
          <a:solidFill>
            <a:schemeClr val="tx2"/>
          </a:solidFill>
          <a:latin typeface="Tahoma" charset="0"/>
          <a:ea typeface="宋体" charset="0"/>
        </a:defRPr>
      </a:lvl5pPr>
      <a:lvl6pPr marL="457200" algn="l" rtl="0" fontAlgn="base">
        <a:spcBef>
          <a:spcPct val="0"/>
        </a:spcBef>
        <a:spcAft>
          <a:spcPct val="0"/>
        </a:spcAft>
        <a:defRPr sz="4400">
          <a:solidFill>
            <a:schemeClr val="tx2"/>
          </a:solidFill>
          <a:latin typeface="Tahoma" charset="0"/>
          <a:ea typeface="宋体" charset="0"/>
        </a:defRPr>
      </a:lvl6pPr>
      <a:lvl7pPr marL="914400" algn="l" rtl="0" fontAlgn="base">
        <a:spcBef>
          <a:spcPct val="0"/>
        </a:spcBef>
        <a:spcAft>
          <a:spcPct val="0"/>
        </a:spcAft>
        <a:defRPr sz="4400">
          <a:solidFill>
            <a:schemeClr val="tx2"/>
          </a:solidFill>
          <a:latin typeface="Tahoma" charset="0"/>
          <a:ea typeface="宋体" charset="0"/>
        </a:defRPr>
      </a:lvl7pPr>
      <a:lvl8pPr marL="1371600" algn="l" rtl="0" fontAlgn="base">
        <a:spcBef>
          <a:spcPct val="0"/>
        </a:spcBef>
        <a:spcAft>
          <a:spcPct val="0"/>
        </a:spcAft>
        <a:defRPr sz="4400">
          <a:solidFill>
            <a:schemeClr val="tx2"/>
          </a:solidFill>
          <a:latin typeface="Tahoma" charset="0"/>
          <a:ea typeface="宋体" charset="0"/>
        </a:defRPr>
      </a:lvl8pPr>
      <a:lvl9pPr marL="1828800" algn="l" rtl="0" fontAlgn="base">
        <a:spcBef>
          <a:spcPct val="0"/>
        </a:spcBef>
        <a:spcAft>
          <a:spcPct val="0"/>
        </a:spcAft>
        <a:defRPr sz="4400">
          <a:solidFill>
            <a:schemeClr val="tx2"/>
          </a:solidFill>
          <a:latin typeface="Tahoma" charset="0"/>
          <a:ea typeface="宋体" charset="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charset="0"/>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charset="0"/>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charset="0"/>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charset="0"/>
        <a:buChar char="n"/>
        <a:defRPr sz="2000">
          <a:solidFill>
            <a:schemeClr val="tx1"/>
          </a:solidFill>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编号占位符 2">
            <a:extLst>
              <a:ext uri="{FF2B5EF4-FFF2-40B4-BE49-F238E27FC236}">
                <a16:creationId xmlns:a16="http://schemas.microsoft.com/office/drawing/2014/main" id="{63FC158C-725C-FE74-7D2E-A5CE9430B783}"/>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6AEAEC09-6847-4772-8288-472DA1A99A9F}" type="slidenum">
              <a:rPr lang="en-US" altLang="zh-CN" sz="2000">
                <a:solidFill>
                  <a:schemeClr val="bg2"/>
                </a:solidFill>
              </a:rPr>
              <a:pPr/>
              <a:t>1</a:t>
            </a:fld>
            <a:endParaRPr lang="en-US" altLang="zh-CN" sz="2000">
              <a:solidFill>
                <a:schemeClr val="bg2"/>
              </a:solidFill>
            </a:endParaRPr>
          </a:p>
        </p:txBody>
      </p:sp>
      <p:pic>
        <p:nvPicPr>
          <p:cNvPr id="934914" name="Picture 2" descr="Forouzan4e07_banner">
            <a:extLst>
              <a:ext uri="{FF2B5EF4-FFF2-40B4-BE49-F238E27FC236}">
                <a16:creationId xmlns:a16="http://schemas.microsoft.com/office/drawing/2014/main" id="{6446ACA2-8E89-6800-18FF-B518AC6E6BFD}"/>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934915" name="Rectangle 3">
            <a:extLst>
              <a:ext uri="{FF2B5EF4-FFF2-40B4-BE49-F238E27FC236}">
                <a16:creationId xmlns:a16="http://schemas.microsoft.com/office/drawing/2014/main" id="{6B011DB7-B6FA-0205-BAEA-9FEA4E9233C6}"/>
              </a:ext>
            </a:extLst>
          </p:cNvPr>
          <p:cNvSpPr>
            <a:spLocks noChangeArrowheads="1"/>
          </p:cNvSpPr>
          <p:nvPr/>
        </p:nvSpPr>
        <p:spPr bwMode="auto">
          <a:xfrm>
            <a:off x="1143000" y="2514600"/>
            <a:ext cx="6858000" cy="2432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en-US" altLang="zh-CN" sz="4400">
                <a:solidFill>
                  <a:schemeClr val="tx2"/>
                </a:solidFill>
              </a:rPr>
              <a:t>Chapter 18</a:t>
            </a:r>
          </a:p>
          <a:p>
            <a:pPr algn="ctr"/>
            <a:endParaRPr lang="en-US" altLang="zh-CN" sz="2000">
              <a:solidFill>
                <a:schemeClr val="tx2"/>
              </a:solidFill>
            </a:endParaRPr>
          </a:p>
          <a:p>
            <a:pPr algn="ctr"/>
            <a:r>
              <a:rPr lang="zh-CN" altLang="en-US" sz="4400"/>
              <a:t>虚电路网络</a:t>
            </a:r>
            <a:r>
              <a:rPr lang="en-US" altLang="zh-CN" sz="4400"/>
              <a:t>:</a:t>
            </a:r>
          </a:p>
          <a:p>
            <a:pPr algn="ctr"/>
            <a:r>
              <a:rPr lang="zh-CN" altLang="en-US" sz="4400"/>
              <a:t>帧中继和</a:t>
            </a:r>
            <a:r>
              <a:rPr lang="en-US" altLang="zh-CN" sz="4400"/>
              <a:t>ATM</a:t>
            </a:r>
          </a:p>
        </p:txBody>
      </p:sp>
      <p:sp>
        <p:nvSpPr>
          <p:cNvPr id="934916" name="Text Box 4">
            <a:extLst>
              <a:ext uri="{FF2B5EF4-FFF2-40B4-BE49-F238E27FC236}">
                <a16:creationId xmlns:a16="http://schemas.microsoft.com/office/drawing/2014/main" id="{7EA83763-8DB8-C944-4302-158D3FE42270}"/>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幻灯片编号占位符 1">
            <a:extLst>
              <a:ext uri="{FF2B5EF4-FFF2-40B4-BE49-F238E27FC236}">
                <a16:creationId xmlns:a16="http://schemas.microsoft.com/office/drawing/2014/main" id="{4B75861F-6D03-0176-67AD-31B1EF8EF55A}"/>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89CD9200-7B17-45AE-B1B6-D9F491A51845}" type="slidenum">
              <a:rPr lang="en-US" altLang="zh-CN" sz="2000">
                <a:solidFill>
                  <a:schemeClr val="bg2"/>
                </a:solidFill>
              </a:rPr>
              <a:pPr/>
              <a:t>2</a:t>
            </a:fld>
            <a:endParaRPr lang="en-US" altLang="zh-CN" sz="2000">
              <a:solidFill>
                <a:schemeClr val="bg2"/>
              </a:solidFill>
            </a:endParaRPr>
          </a:p>
        </p:txBody>
      </p:sp>
      <p:sp>
        <p:nvSpPr>
          <p:cNvPr id="565250" name="Rectangle 2">
            <a:extLst>
              <a:ext uri="{FF2B5EF4-FFF2-40B4-BE49-F238E27FC236}">
                <a16:creationId xmlns:a16="http://schemas.microsoft.com/office/drawing/2014/main" id="{DD6A6C88-FFC9-5D36-2A2F-20D53C2A0A3E}"/>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zh-CN" altLang="en-US">
              <a:effectLst>
                <a:outerShdw blurRad="38100" dist="38100" dir="2700000" algn="tl">
                  <a:srgbClr val="FFFFFF"/>
                </a:outerShdw>
              </a:effectLst>
              <a:latin typeface="Times New Roman" charset="0"/>
              <a:ea typeface="宋体" charset="0"/>
            </a:endParaRPr>
          </a:p>
        </p:txBody>
      </p:sp>
      <p:sp>
        <p:nvSpPr>
          <p:cNvPr id="565251" name="Text Box 3">
            <a:extLst>
              <a:ext uri="{FF2B5EF4-FFF2-40B4-BE49-F238E27FC236}">
                <a16:creationId xmlns:a16="http://schemas.microsoft.com/office/drawing/2014/main" id="{7C50DDDC-B746-C2E0-6831-4BDA9F83FED1}"/>
              </a:ext>
            </a:extLst>
          </p:cNvPr>
          <p:cNvSpPr txBox="1">
            <a:spLocks noChangeArrowheads="1"/>
          </p:cNvSpPr>
          <p:nvPr/>
        </p:nvSpPr>
        <p:spPr bwMode="auto">
          <a:xfrm>
            <a:off x="228600" y="406400"/>
            <a:ext cx="2476500" cy="584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a:effectLst>
                  <a:outerShdw blurRad="38100" dist="38100" dir="2700000" algn="tl">
                    <a:srgbClr val="C0C0C0"/>
                  </a:outerShdw>
                </a:effectLst>
                <a:latin typeface="Times" panose="02020603050405020304" pitchFamily="18" charset="0"/>
              </a:rPr>
              <a:t>18-1   </a:t>
            </a:r>
            <a:r>
              <a:rPr lang="zh-CN" altLang="en-US">
                <a:effectLst>
                  <a:outerShdw blurRad="38100" dist="38100" dir="2700000" algn="tl">
                    <a:srgbClr val="C0C0C0"/>
                  </a:outerShdw>
                </a:effectLst>
                <a:latin typeface="Times" panose="02020603050405020304" pitchFamily="18" charset="0"/>
              </a:rPr>
              <a:t>帧中继</a:t>
            </a:r>
            <a:endParaRPr lang="en-US" altLang="zh-CN">
              <a:effectLst>
                <a:outerShdw blurRad="38100" dist="38100" dir="2700000" algn="tl">
                  <a:srgbClr val="C0C0C0"/>
                </a:outerShdw>
              </a:effectLst>
              <a:latin typeface="Times" panose="02020603050405020304" pitchFamily="18" charset="0"/>
            </a:endParaRPr>
          </a:p>
        </p:txBody>
      </p:sp>
      <p:sp>
        <p:nvSpPr>
          <p:cNvPr id="565252" name="Text Box 4">
            <a:extLst>
              <a:ext uri="{FF2B5EF4-FFF2-40B4-BE49-F238E27FC236}">
                <a16:creationId xmlns:a16="http://schemas.microsoft.com/office/drawing/2014/main" id="{7D43456B-6351-AE0F-2665-8412242D8454}"/>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zh-CN" altLang="en-US" sz="1800">
              <a:latin typeface="Times New Roman" charset="0"/>
              <a:ea typeface="宋体" charset="0"/>
            </a:endParaRPr>
          </a:p>
        </p:txBody>
      </p:sp>
      <p:sp>
        <p:nvSpPr>
          <p:cNvPr id="565253" name="Rectangle 5">
            <a:extLst>
              <a:ext uri="{FF2B5EF4-FFF2-40B4-BE49-F238E27FC236}">
                <a16:creationId xmlns:a16="http://schemas.microsoft.com/office/drawing/2014/main" id="{B1F75DF3-EBD4-529C-DFA1-5E61901C5656}"/>
              </a:ext>
            </a:extLst>
          </p:cNvPr>
          <p:cNvSpPr>
            <a:spLocks noChangeArrowheads="1"/>
          </p:cNvSpPr>
          <p:nvPr/>
        </p:nvSpPr>
        <p:spPr bwMode="auto">
          <a:xfrm>
            <a:off x="304800" y="1663700"/>
            <a:ext cx="8229600" cy="1384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800">
                <a:effectLst>
                  <a:outerShdw blurRad="38100" dist="38100" dir="2700000" algn="tl">
                    <a:srgbClr val="C0C0C0"/>
                  </a:outerShdw>
                </a:effectLst>
                <a:latin typeface="Times New Roman" panose="02020603050405020304" pitchFamily="18" charset="0"/>
              </a:rPr>
              <a:t>帧中继</a:t>
            </a:r>
            <a:r>
              <a:rPr lang="en-US" altLang="zh-CN" sz="2800">
                <a:effectLst>
                  <a:outerShdw blurRad="38100" dist="38100" dir="2700000" algn="tl">
                    <a:srgbClr val="C0C0C0"/>
                  </a:outerShdw>
                </a:effectLst>
                <a:latin typeface="Times New Roman" panose="02020603050405020304" pitchFamily="18" charset="0"/>
              </a:rPr>
              <a:t>(Frame Relay)</a:t>
            </a:r>
            <a:r>
              <a:rPr lang="zh-CN" altLang="en-US" sz="2800">
                <a:effectLst>
                  <a:outerShdw blurRad="38100" dist="38100" dir="2700000" algn="tl">
                    <a:srgbClr val="C0C0C0"/>
                  </a:outerShdw>
                </a:effectLst>
                <a:latin typeface="Times New Roman" panose="02020603050405020304" pitchFamily="18" charset="0"/>
              </a:rPr>
              <a:t>是一种虚电路广域网</a:t>
            </a:r>
            <a:r>
              <a:rPr lang="en-US" altLang="zh-CN" sz="2800">
                <a:effectLst>
                  <a:outerShdw blurRad="38100" dist="38100" dir="2700000" algn="tl">
                    <a:srgbClr val="C0C0C0"/>
                  </a:outerShdw>
                </a:effectLst>
                <a:latin typeface="Times New Roman" panose="02020603050405020304" pitchFamily="18" charset="0"/>
              </a:rPr>
              <a:t>,</a:t>
            </a:r>
            <a:r>
              <a:rPr lang="zh-CN" altLang="en-US" sz="2800">
                <a:effectLst>
                  <a:outerShdw blurRad="38100" dist="38100" dir="2700000" algn="tl">
                    <a:srgbClr val="C0C0C0"/>
                  </a:outerShdw>
                </a:effectLst>
                <a:latin typeface="Times New Roman" panose="02020603050405020304" pitchFamily="18" charset="0"/>
              </a:rPr>
              <a:t> 设计用来满足在</a:t>
            </a:r>
            <a:r>
              <a:rPr lang="en-US" altLang="zh-CN" sz="2800">
                <a:effectLst>
                  <a:outerShdw blurRad="38100" dist="38100" dir="2700000" algn="tl">
                    <a:srgbClr val="C0C0C0"/>
                  </a:outerShdw>
                </a:effectLst>
                <a:latin typeface="Times New Roman" panose="02020603050405020304" pitchFamily="18" charset="0"/>
              </a:rPr>
              <a:t>20</a:t>
            </a:r>
            <a:r>
              <a:rPr lang="zh-CN" altLang="en-US" sz="2800">
                <a:effectLst>
                  <a:outerShdw blurRad="38100" dist="38100" dir="2700000" algn="tl">
                    <a:srgbClr val="C0C0C0"/>
                  </a:outerShdw>
                </a:effectLst>
                <a:latin typeface="Times New Roman" panose="02020603050405020304" pitchFamily="18" charset="0"/>
              </a:rPr>
              <a:t>世纪</a:t>
            </a:r>
            <a:r>
              <a:rPr lang="en-US" altLang="zh-CN" sz="2800">
                <a:effectLst>
                  <a:outerShdw blurRad="38100" dist="38100" dir="2700000" algn="tl">
                    <a:srgbClr val="C0C0C0"/>
                  </a:outerShdw>
                </a:effectLst>
                <a:latin typeface="Times New Roman" panose="02020603050405020304" pitchFamily="18" charset="0"/>
              </a:rPr>
              <a:t>80</a:t>
            </a:r>
            <a:r>
              <a:rPr lang="zh-CN" altLang="en-US" sz="2800">
                <a:effectLst>
                  <a:outerShdw blurRad="38100" dist="38100" dir="2700000" algn="tl">
                    <a:srgbClr val="C0C0C0"/>
                  </a:outerShdw>
                </a:effectLst>
                <a:latin typeface="Times New Roman" panose="02020603050405020304" pitchFamily="18" charset="0"/>
              </a:rPr>
              <a:t>年代末期到</a:t>
            </a:r>
            <a:r>
              <a:rPr lang="en-US" altLang="zh-CN" sz="2800">
                <a:effectLst>
                  <a:outerShdw blurRad="38100" dist="38100" dir="2700000" algn="tl">
                    <a:srgbClr val="C0C0C0"/>
                  </a:outerShdw>
                </a:effectLst>
                <a:latin typeface="Times New Roman" panose="02020603050405020304" pitchFamily="18" charset="0"/>
              </a:rPr>
              <a:t>90</a:t>
            </a:r>
            <a:r>
              <a:rPr lang="zh-CN" altLang="en-US" sz="2800">
                <a:effectLst>
                  <a:outerShdw blurRad="38100" dist="38100" dir="2700000" algn="tl">
                    <a:srgbClr val="C0C0C0"/>
                  </a:outerShdw>
                </a:effectLst>
                <a:latin typeface="Times New Roman" panose="02020603050405020304" pitchFamily="18" charset="0"/>
              </a:rPr>
              <a:t>年代早期对新型广域网的需求</a:t>
            </a:r>
            <a:r>
              <a:rPr lang="en-US" altLang="zh-CN" sz="2800">
                <a:effectLst>
                  <a:outerShdw blurRad="38100" dist="38100" dir="2700000" algn="tl">
                    <a:srgbClr val="C0C0C0"/>
                  </a:outerShdw>
                </a:effectLst>
                <a:latin typeface="Times New Roman" panose="02020603050405020304" pitchFamily="18" charset="0"/>
              </a:rPr>
              <a:t>.</a:t>
            </a:r>
          </a:p>
        </p:txBody>
      </p:sp>
      <p:sp>
        <p:nvSpPr>
          <p:cNvPr id="565277" name="Rectangle 29">
            <a:extLst>
              <a:ext uri="{FF2B5EF4-FFF2-40B4-BE49-F238E27FC236}">
                <a16:creationId xmlns:a16="http://schemas.microsoft.com/office/drawing/2014/main" id="{9B85DA5E-6019-9819-44AC-3129784E54B7}"/>
              </a:ext>
            </a:extLst>
          </p:cNvPr>
          <p:cNvSpPr>
            <a:spLocks noChangeArrowheads="1"/>
          </p:cNvSpPr>
          <p:nvPr/>
        </p:nvSpPr>
        <p:spPr bwMode="auto">
          <a:xfrm>
            <a:off x="152400" y="3905250"/>
            <a:ext cx="8839200" cy="2308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体系结构</a:t>
            </a:r>
            <a:r>
              <a:rPr lang="en-US" altLang="zh-CN" sz="2400">
                <a:solidFill>
                  <a:srgbClr val="0033CC"/>
                </a:solidFill>
                <a:latin typeface="Times New Roman" panose="02020603050405020304" pitchFamily="18" charset="0"/>
              </a:rPr>
              <a:t> Architecture</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帧中继层 </a:t>
            </a:r>
            <a:r>
              <a:rPr lang="fr-FR" altLang="zh-CN" sz="2400">
                <a:solidFill>
                  <a:srgbClr val="0033CC"/>
                </a:solidFill>
                <a:latin typeface="Times New Roman" panose="02020603050405020304" pitchFamily="18" charset="0"/>
              </a:rPr>
              <a:t>Frame Relay Layers</a:t>
            </a: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扩展地址 </a:t>
            </a:r>
            <a:r>
              <a:rPr lang="fr-FR" altLang="zh-CN" sz="2400">
                <a:solidFill>
                  <a:srgbClr val="0033CC"/>
                </a:solidFill>
                <a:latin typeface="Times New Roman" panose="02020603050405020304" pitchFamily="18" charset="0"/>
              </a:rPr>
              <a:t>Extended Address</a:t>
            </a: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帧中继组装器</a:t>
            </a:r>
            <a:r>
              <a:rPr lang="en-US" altLang="zh-CN" sz="2400">
                <a:solidFill>
                  <a:srgbClr val="0033CC"/>
                </a:solidFill>
                <a:latin typeface="Times New Roman" panose="02020603050405020304" pitchFamily="18" charset="0"/>
              </a:rPr>
              <a:t>/</a:t>
            </a:r>
            <a:r>
              <a:rPr lang="zh-CN" altLang="en-US" sz="2400">
                <a:solidFill>
                  <a:srgbClr val="0033CC"/>
                </a:solidFill>
                <a:latin typeface="Times New Roman" panose="02020603050405020304" pitchFamily="18" charset="0"/>
              </a:rPr>
              <a:t>分解器 </a:t>
            </a:r>
            <a:r>
              <a:rPr lang="en-US" altLang="zh-CN" sz="2400">
                <a:solidFill>
                  <a:srgbClr val="0033CC"/>
                </a:solidFill>
                <a:latin typeface="Times New Roman" panose="02020603050405020304" pitchFamily="18" charset="0"/>
              </a:rPr>
              <a:t>FRAD</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(Frame</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Relay</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assembler/disassemble)</a:t>
            </a:r>
            <a:endParaRPr lang="en-US" altLang="zh-CN" sz="2400">
              <a:solidFill>
                <a:srgbClr val="0033CC"/>
              </a:solidFill>
              <a:latin typeface="Times New Roman" panose="02020603050405020304" pitchFamily="18" charset="0"/>
            </a:endParaRP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帧中继语音</a:t>
            </a:r>
            <a:r>
              <a:rPr lang="zh-CN" altLang="zh-CN" sz="2400">
                <a:solidFill>
                  <a:srgbClr val="0033CC"/>
                </a:solidFill>
                <a:latin typeface="Times New Roman" panose="02020603050405020304" pitchFamily="18" charset="0"/>
              </a:rPr>
              <a:t> </a:t>
            </a:r>
            <a:r>
              <a:rPr lang="en-US" altLang="zh-CN" sz="2400">
                <a:solidFill>
                  <a:srgbClr val="0033CC"/>
                </a:solidFill>
                <a:latin typeface="Times New Roman" panose="02020603050405020304" pitchFamily="18" charset="0"/>
              </a:rPr>
              <a:t>VOFR</a:t>
            </a:r>
            <a:r>
              <a:rPr lang="zh-CN" altLang="en-US" sz="24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(Voice</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Over</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Frame</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Relay)</a:t>
            </a:r>
            <a:endParaRPr lang="en-US" altLang="zh-CN" sz="2400">
              <a:solidFill>
                <a:srgbClr val="0033CC"/>
              </a:solidFill>
              <a:latin typeface="Times New Roman" panose="02020603050405020304" pitchFamily="18" charset="0"/>
            </a:endParaRP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本地管理信息 </a:t>
            </a:r>
            <a:r>
              <a:rPr lang="en-US" altLang="zh-CN" sz="2400">
                <a:solidFill>
                  <a:srgbClr val="0033CC"/>
                </a:solidFill>
                <a:latin typeface="Times New Roman" panose="02020603050405020304" pitchFamily="18" charset="0"/>
              </a:rPr>
              <a:t>LMI</a:t>
            </a:r>
            <a:r>
              <a:rPr lang="zh-CN" altLang="en-US" sz="24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(Local</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management</a:t>
            </a:r>
            <a:r>
              <a:rPr lang="zh-CN" altLang="en-US" sz="2000">
                <a:solidFill>
                  <a:srgbClr val="0033CC"/>
                </a:solidFill>
                <a:latin typeface="Times New Roman" panose="02020603050405020304" pitchFamily="18" charset="0"/>
              </a:rPr>
              <a:t> </a:t>
            </a:r>
            <a:r>
              <a:rPr lang="en-US" altLang="zh-CN" sz="2000">
                <a:solidFill>
                  <a:srgbClr val="0033CC"/>
                </a:solidFill>
                <a:latin typeface="Times New Roman" panose="02020603050405020304" pitchFamily="18" charset="0"/>
              </a:rPr>
              <a:t>information)</a:t>
            </a:r>
            <a:endParaRPr lang="en-US" altLang="zh-CN" sz="2400">
              <a:solidFill>
                <a:srgbClr val="0033CC"/>
              </a:solidFill>
              <a:latin typeface="Times New Roman" panose="02020603050405020304" pitchFamily="18" charset="0"/>
            </a:endParaRPr>
          </a:p>
        </p:txBody>
      </p:sp>
      <p:sp>
        <p:nvSpPr>
          <p:cNvPr id="565278" name="Text Box 30">
            <a:extLst>
              <a:ext uri="{FF2B5EF4-FFF2-40B4-BE49-F238E27FC236}">
                <a16:creationId xmlns:a16="http://schemas.microsoft.com/office/drawing/2014/main" id="{5DBBE263-9FB2-D73F-2AB8-04BD3D6BEF85}"/>
              </a:ext>
            </a:extLst>
          </p:cNvPr>
          <p:cNvSpPr txBox="1">
            <a:spLocks noChangeArrowheads="1"/>
          </p:cNvSpPr>
          <p:nvPr/>
        </p:nvSpPr>
        <p:spPr bwMode="auto">
          <a:xfrm>
            <a:off x="165100" y="3429000"/>
            <a:ext cx="48625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en-US" altLang="zh-CN"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78206030-6A36-E495-EC9E-7F748404790E}"/>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2F111AE9-2D01-45B5-B817-A6B2F6EAB233}" type="slidenum">
              <a:rPr lang="en-US" altLang="zh-CN" sz="2000">
                <a:solidFill>
                  <a:schemeClr val="bg2"/>
                </a:solidFill>
              </a:rPr>
              <a:pPr/>
              <a:t>3</a:t>
            </a:fld>
            <a:endParaRPr lang="en-US" altLang="zh-CN" sz="2000">
              <a:solidFill>
                <a:schemeClr val="bg2"/>
              </a:solidFill>
            </a:endParaRPr>
          </a:p>
        </p:txBody>
      </p:sp>
      <p:sp>
        <p:nvSpPr>
          <p:cNvPr id="860162" name="Line 2">
            <a:extLst>
              <a:ext uri="{FF2B5EF4-FFF2-40B4-BE49-F238E27FC236}">
                <a16:creationId xmlns:a16="http://schemas.microsoft.com/office/drawing/2014/main" id="{7514A187-2E0F-4010-1215-0AB54F1D2BA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0163" name="Line 3">
            <a:extLst>
              <a:ext uri="{FF2B5EF4-FFF2-40B4-BE49-F238E27FC236}">
                <a16:creationId xmlns:a16="http://schemas.microsoft.com/office/drawing/2014/main" id="{E48A0D0C-2A5B-A948-EE13-D2271C079F2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0164" name="Text Box 4">
            <a:extLst>
              <a:ext uri="{FF2B5EF4-FFF2-40B4-BE49-F238E27FC236}">
                <a16:creationId xmlns:a16="http://schemas.microsoft.com/office/drawing/2014/main" id="{D6CE4B21-A7F1-F00F-78A9-E50248ADFD6F}"/>
              </a:ext>
            </a:extLst>
          </p:cNvPr>
          <p:cNvSpPr txBox="1">
            <a:spLocks noChangeArrowheads="1"/>
          </p:cNvSpPr>
          <p:nvPr/>
        </p:nvSpPr>
        <p:spPr bwMode="auto">
          <a:xfrm>
            <a:off x="304800" y="762000"/>
            <a:ext cx="335915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18.1  </a:t>
            </a:r>
            <a:r>
              <a:rPr lang="zh-CN" altLang="en-US" sz="2400">
                <a:latin typeface="Times New Roman" panose="02020603050405020304" pitchFamily="18" charset="0"/>
              </a:rPr>
              <a:t>帧中继网络</a:t>
            </a:r>
            <a:endParaRPr lang="en-US" altLang="zh-CN" sz="2000">
              <a:latin typeface="Times New Roman" panose="02020603050405020304" pitchFamily="18" charset="0"/>
            </a:endParaRPr>
          </a:p>
        </p:txBody>
      </p:sp>
      <p:sp>
        <p:nvSpPr>
          <p:cNvPr id="860165" name="Line 5">
            <a:extLst>
              <a:ext uri="{FF2B5EF4-FFF2-40B4-BE49-F238E27FC236}">
                <a16:creationId xmlns:a16="http://schemas.microsoft.com/office/drawing/2014/main" id="{B229795F-7295-575D-3455-23B3353EC5E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0166" name="Picture 6">
            <a:extLst>
              <a:ext uri="{FF2B5EF4-FFF2-40B4-BE49-F238E27FC236}">
                <a16:creationId xmlns:a16="http://schemas.microsoft.com/office/drawing/2014/main" id="{4FCC0AF7-B50D-F8F2-7692-0F4091839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2057400"/>
            <a:ext cx="7394575" cy="3008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幻灯片编号占位符 1">
            <a:extLst>
              <a:ext uri="{FF2B5EF4-FFF2-40B4-BE49-F238E27FC236}">
                <a16:creationId xmlns:a16="http://schemas.microsoft.com/office/drawing/2014/main" id="{BA43D546-028F-9BD8-6EB6-DC9BF0C8F78B}"/>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C4D4D46D-C86F-4351-A5D5-269B76951C7B}" type="slidenum">
              <a:rPr lang="en-US" altLang="zh-CN" sz="2000">
                <a:solidFill>
                  <a:schemeClr val="bg2"/>
                </a:solidFill>
              </a:rPr>
              <a:pPr/>
              <a:t>4</a:t>
            </a:fld>
            <a:endParaRPr lang="en-US" altLang="zh-CN" sz="2000">
              <a:solidFill>
                <a:schemeClr val="bg2"/>
              </a:solidFill>
            </a:endParaRPr>
          </a:p>
        </p:txBody>
      </p:sp>
      <p:sp>
        <p:nvSpPr>
          <p:cNvPr id="889858" name="Rectangle 2">
            <a:extLst>
              <a:ext uri="{FF2B5EF4-FFF2-40B4-BE49-F238E27FC236}">
                <a16:creationId xmlns:a16="http://schemas.microsoft.com/office/drawing/2014/main" id="{67F73099-7D8F-56A0-4906-4A2B2C28F46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89859" name="Rectangle 3">
            <a:extLst>
              <a:ext uri="{FF2B5EF4-FFF2-40B4-BE49-F238E27FC236}">
                <a16:creationId xmlns:a16="http://schemas.microsoft.com/office/drawing/2014/main" id="{C1BDB8D7-038C-B568-44B0-CAACF6CBC47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89860" name="Rectangle 4">
            <a:extLst>
              <a:ext uri="{FF2B5EF4-FFF2-40B4-BE49-F238E27FC236}">
                <a16:creationId xmlns:a16="http://schemas.microsoft.com/office/drawing/2014/main" id="{93828C79-DC15-826B-E4B8-DE1F02DB749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89861" name="Rectangle 5">
            <a:extLst>
              <a:ext uri="{FF2B5EF4-FFF2-40B4-BE49-F238E27FC236}">
                <a16:creationId xmlns:a16="http://schemas.microsoft.com/office/drawing/2014/main" id="{59F7E490-BDB6-F762-C3FA-5AF170A9E9F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89862" name="Rectangle 6">
            <a:extLst>
              <a:ext uri="{FF2B5EF4-FFF2-40B4-BE49-F238E27FC236}">
                <a16:creationId xmlns:a16="http://schemas.microsoft.com/office/drawing/2014/main" id="{91AD5FA5-919D-64AD-A930-C42A9A136FD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89863" name="Rectangle 7">
            <a:extLst>
              <a:ext uri="{FF2B5EF4-FFF2-40B4-BE49-F238E27FC236}">
                <a16:creationId xmlns:a16="http://schemas.microsoft.com/office/drawing/2014/main" id="{4E716C2A-4D94-6D7F-F9AF-9047A94007B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89864" name="Rectangle 8">
            <a:extLst>
              <a:ext uri="{FF2B5EF4-FFF2-40B4-BE49-F238E27FC236}">
                <a16:creationId xmlns:a16="http://schemas.microsoft.com/office/drawing/2014/main" id="{129ACD7D-27C8-E2CD-E1A8-5592DD5B8B6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89865" name="Line 9">
            <a:extLst>
              <a:ext uri="{FF2B5EF4-FFF2-40B4-BE49-F238E27FC236}">
                <a16:creationId xmlns:a16="http://schemas.microsoft.com/office/drawing/2014/main" id="{07E5FF97-D11B-1533-12AF-1928115F663A}"/>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9866" name="Line 10">
            <a:extLst>
              <a:ext uri="{FF2B5EF4-FFF2-40B4-BE49-F238E27FC236}">
                <a16:creationId xmlns:a16="http://schemas.microsoft.com/office/drawing/2014/main" id="{8A70FFBC-B8F8-A110-82B7-EEB8A24795C7}"/>
              </a:ext>
            </a:extLst>
          </p:cNvPr>
          <p:cNvSpPr>
            <a:spLocks noChangeShapeType="1"/>
          </p:cNvSpPr>
          <p:nvPr/>
        </p:nvSpPr>
        <p:spPr bwMode="auto">
          <a:xfrm>
            <a:off x="458788" y="3429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9867" name="Rectangle 11">
            <a:extLst>
              <a:ext uri="{FF2B5EF4-FFF2-40B4-BE49-F238E27FC236}">
                <a16:creationId xmlns:a16="http://schemas.microsoft.com/office/drawing/2014/main" id="{BC498128-02AA-03D5-252B-04770CD4DEE9}"/>
              </a:ext>
            </a:extLst>
          </p:cNvPr>
          <p:cNvSpPr>
            <a:spLocks noChangeArrowheads="1"/>
          </p:cNvSpPr>
          <p:nvPr/>
        </p:nvSpPr>
        <p:spPr bwMode="auto">
          <a:xfrm>
            <a:off x="495300" y="2759075"/>
            <a:ext cx="8077200" cy="584200"/>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zh-CN" altLang="en-US"/>
              <a:t>帧中继中的</a:t>
            </a:r>
            <a:r>
              <a:rPr lang="en-US" altLang="zh-CN"/>
              <a:t>VCI</a:t>
            </a:r>
            <a:r>
              <a:rPr lang="zh-CN" altLang="en-US"/>
              <a:t>称为</a:t>
            </a:r>
            <a:r>
              <a:rPr lang="en-US" altLang="zh-CN"/>
              <a:t>DLCI.</a:t>
            </a:r>
          </a:p>
        </p:txBody>
      </p:sp>
      <p:grpSp>
        <p:nvGrpSpPr>
          <p:cNvPr id="10252" name="Group 12">
            <a:extLst>
              <a:ext uri="{FF2B5EF4-FFF2-40B4-BE49-F238E27FC236}">
                <a16:creationId xmlns:a16="http://schemas.microsoft.com/office/drawing/2014/main" id="{C1A7F8D5-48B3-B7DA-E60B-B4EFAFAA99EA}"/>
              </a:ext>
            </a:extLst>
          </p:cNvPr>
          <p:cNvGrpSpPr>
            <a:grpSpLocks/>
          </p:cNvGrpSpPr>
          <p:nvPr/>
        </p:nvGrpSpPr>
        <p:grpSpPr bwMode="auto">
          <a:xfrm>
            <a:off x="457200" y="2024063"/>
            <a:ext cx="1143000" cy="566737"/>
            <a:chOff x="1200" y="1248"/>
            <a:chExt cx="720" cy="357"/>
          </a:xfrm>
        </p:grpSpPr>
        <p:pic>
          <p:nvPicPr>
            <p:cNvPr id="889869" name="Picture 13">
              <a:extLst>
                <a:ext uri="{FF2B5EF4-FFF2-40B4-BE49-F238E27FC236}">
                  <a16:creationId xmlns:a16="http://schemas.microsoft.com/office/drawing/2014/main" id="{ACD41353-A4CC-59FC-2F01-D52B86E8D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89870" name="Text Box 14">
              <a:extLst>
                <a:ext uri="{FF2B5EF4-FFF2-40B4-BE49-F238E27FC236}">
                  <a16:creationId xmlns:a16="http://schemas.microsoft.com/office/drawing/2014/main" id="{8E0F1FAE-68E1-9710-DE8B-4F6D1509EA7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800" i="1">
                  <a:solidFill>
                    <a:schemeClr val="hlink"/>
                  </a:solidFill>
                  <a:latin typeface="Times New Roman" charset="0"/>
                  <a:ea typeface="宋体" charset="0"/>
                </a:rPr>
                <a:t>Note</a:t>
              </a:r>
            </a:p>
          </p:txBody>
        </p:sp>
      </p:grpSp>
      <p:sp>
        <p:nvSpPr>
          <p:cNvPr id="10253" name="文本框 1">
            <a:extLst>
              <a:ext uri="{FF2B5EF4-FFF2-40B4-BE49-F238E27FC236}">
                <a16:creationId xmlns:a16="http://schemas.microsoft.com/office/drawing/2014/main" id="{A2C9168B-794E-DF1C-4308-73322B6DF6D0}"/>
              </a:ext>
            </a:extLst>
          </p:cNvPr>
          <p:cNvSpPr txBox="1">
            <a:spLocks noChangeArrowheads="1"/>
          </p:cNvSpPr>
          <p:nvPr/>
        </p:nvSpPr>
        <p:spPr bwMode="auto">
          <a:xfrm>
            <a:off x="304800" y="5257800"/>
            <a:ext cx="8686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kumimoji="1" lang="en-US" altLang="zh-CN" sz="2400"/>
              <a:t>VCI:</a:t>
            </a:r>
            <a:r>
              <a:rPr kumimoji="1" lang="zh-CN" altLang="en-US" sz="2400"/>
              <a:t> 虚电路标识符 </a:t>
            </a:r>
            <a:r>
              <a:rPr kumimoji="1" lang="en-US" altLang="zh-CN" sz="2400"/>
              <a:t>(virtual</a:t>
            </a:r>
            <a:r>
              <a:rPr kumimoji="1" lang="zh-CN" altLang="en-US" sz="2400"/>
              <a:t> </a:t>
            </a:r>
            <a:r>
              <a:rPr kumimoji="1" lang="en-US" altLang="zh-CN" sz="2400"/>
              <a:t>circuit</a:t>
            </a:r>
            <a:r>
              <a:rPr kumimoji="1" lang="zh-CN" altLang="en-US" sz="2400"/>
              <a:t> </a:t>
            </a:r>
            <a:r>
              <a:rPr kumimoji="1" lang="en-US" altLang="zh-CN" sz="2400"/>
              <a:t>identifier)</a:t>
            </a:r>
          </a:p>
          <a:p>
            <a:r>
              <a:rPr kumimoji="1" lang="en-US" altLang="zh-CN" sz="2400"/>
              <a:t>DLCI:</a:t>
            </a:r>
            <a:r>
              <a:rPr kumimoji="1" lang="zh-CN" altLang="en-US" sz="2400"/>
              <a:t> 数字链路连接标识符 </a:t>
            </a:r>
            <a:r>
              <a:rPr kumimoji="1" lang="en-US" altLang="zh-CN" sz="2400"/>
              <a:t>(data</a:t>
            </a:r>
            <a:r>
              <a:rPr kumimoji="1" lang="zh-CN" altLang="en-US" sz="2400"/>
              <a:t> </a:t>
            </a:r>
            <a:r>
              <a:rPr kumimoji="1" lang="en-US" altLang="zh-CN" sz="2400"/>
              <a:t>link</a:t>
            </a:r>
            <a:r>
              <a:rPr kumimoji="1" lang="zh-CN" altLang="en-US" sz="2400"/>
              <a:t> </a:t>
            </a:r>
            <a:r>
              <a:rPr kumimoji="1" lang="en-US" altLang="zh-CN" sz="2400"/>
              <a:t>connection</a:t>
            </a:r>
            <a:r>
              <a:rPr kumimoji="1" lang="zh-CN" altLang="en-US" sz="2400"/>
              <a:t> </a:t>
            </a:r>
            <a:r>
              <a:rPr kumimoji="1" lang="en-US" altLang="zh-CN" sz="2400"/>
              <a:t>identifier)</a:t>
            </a:r>
            <a:endParaRPr kumimoji="1" lang="zh-CN"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FFBC6AEF-B4E2-9D51-4084-B1CF7865D27C}"/>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86B6BB58-DC36-4FF9-8C50-E98E92C5B1F0}" type="slidenum">
              <a:rPr lang="en-US" altLang="zh-CN" sz="2000">
                <a:solidFill>
                  <a:schemeClr val="bg2"/>
                </a:solidFill>
              </a:rPr>
              <a:pPr/>
              <a:t>5</a:t>
            </a:fld>
            <a:endParaRPr lang="en-US" altLang="zh-CN" sz="2000">
              <a:solidFill>
                <a:schemeClr val="bg2"/>
              </a:solidFill>
            </a:endParaRPr>
          </a:p>
        </p:txBody>
      </p:sp>
      <p:sp>
        <p:nvSpPr>
          <p:cNvPr id="861186" name="Line 2">
            <a:extLst>
              <a:ext uri="{FF2B5EF4-FFF2-40B4-BE49-F238E27FC236}">
                <a16:creationId xmlns:a16="http://schemas.microsoft.com/office/drawing/2014/main" id="{994E7E46-F4CE-C791-0FAE-60A8C3E0B7A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1187" name="Line 3">
            <a:extLst>
              <a:ext uri="{FF2B5EF4-FFF2-40B4-BE49-F238E27FC236}">
                <a16:creationId xmlns:a16="http://schemas.microsoft.com/office/drawing/2014/main" id="{081F65B8-FDF1-6E93-05A0-8E1E5C9B960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1188" name="Text Box 4">
            <a:extLst>
              <a:ext uri="{FF2B5EF4-FFF2-40B4-BE49-F238E27FC236}">
                <a16:creationId xmlns:a16="http://schemas.microsoft.com/office/drawing/2014/main" id="{FAD13989-F7C2-7EC6-242A-3ED0F6AB8329}"/>
              </a:ext>
            </a:extLst>
          </p:cNvPr>
          <p:cNvSpPr txBox="1">
            <a:spLocks noChangeArrowheads="1"/>
          </p:cNvSpPr>
          <p:nvPr/>
        </p:nvSpPr>
        <p:spPr bwMode="auto">
          <a:xfrm>
            <a:off x="304800" y="762000"/>
            <a:ext cx="3051175"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18.2  </a:t>
            </a:r>
            <a:r>
              <a:rPr lang="zh-CN" altLang="en-US" sz="2400">
                <a:latin typeface="Times New Roman" panose="02020603050405020304" pitchFamily="18" charset="0"/>
              </a:rPr>
              <a:t>帧中继层</a:t>
            </a:r>
            <a:endParaRPr lang="en-US" altLang="zh-CN" sz="2000">
              <a:latin typeface="Times New Roman" panose="02020603050405020304" pitchFamily="18" charset="0"/>
            </a:endParaRPr>
          </a:p>
        </p:txBody>
      </p:sp>
      <p:sp>
        <p:nvSpPr>
          <p:cNvPr id="861189" name="Line 5">
            <a:extLst>
              <a:ext uri="{FF2B5EF4-FFF2-40B4-BE49-F238E27FC236}">
                <a16:creationId xmlns:a16="http://schemas.microsoft.com/office/drawing/2014/main" id="{1A1EB8C1-78DF-D999-6713-97B0847DE0D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1190" name="Picture 6">
            <a:extLst>
              <a:ext uri="{FF2B5EF4-FFF2-40B4-BE49-F238E27FC236}">
                <a16:creationId xmlns:a16="http://schemas.microsoft.com/office/drawing/2014/main" id="{B968E11F-1279-ADF4-8128-0790AE6F8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0388" y="2216150"/>
            <a:ext cx="4799012" cy="2813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幻灯片编号占位符 1">
            <a:extLst>
              <a:ext uri="{FF2B5EF4-FFF2-40B4-BE49-F238E27FC236}">
                <a16:creationId xmlns:a16="http://schemas.microsoft.com/office/drawing/2014/main" id="{1075D168-D0B3-3714-88DA-0C60EEBF1201}"/>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BD8C813A-79EF-41F7-B1B3-972E1916D3E8}" type="slidenum">
              <a:rPr lang="en-US" altLang="zh-CN" sz="2000">
                <a:solidFill>
                  <a:schemeClr val="bg2"/>
                </a:solidFill>
              </a:rPr>
              <a:pPr/>
              <a:t>6</a:t>
            </a:fld>
            <a:endParaRPr lang="en-US" altLang="zh-CN" sz="2000">
              <a:solidFill>
                <a:schemeClr val="bg2"/>
              </a:solidFill>
            </a:endParaRPr>
          </a:p>
        </p:txBody>
      </p:sp>
      <p:sp>
        <p:nvSpPr>
          <p:cNvPr id="890882" name="Rectangle 2">
            <a:extLst>
              <a:ext uri="{FF2B5EF4-FFF2-40B4-BE49-F238E27FC236}">
                <a16:creationId xmlns:a16="http://schemas.microsoft.com/office/drawing/2014/main" id="{EF8EF8EA-6D92-F6C5-44FA-24D3D95B56E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0883" name="Rectangle 3">
            <a:extLst>
              <a:ext uri="{FF2B5EF4-FFF2-40B4-BE49-F238E27FC236}">
                <a16:creationId xmlns:a16="http://schemas.microsoft.com/office/drawing/2014/main" id="{B013C655-A712-1CD5-522C-A0EF055F722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0884" name="Rectangle 4">
            <a:extLst>
              <a:ext uri="{FF2B5EF4-FFF2-40B4-BE49-F238E27FC236}">
                <a16:creationId xmlns:a16="http://schemas.microsoft.com/office/drawing/2014/main" id="{17E61E31-3ADA-AC43-3C9F-9AE83DC9782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0885" name="Rectangle 5">
            <a:extLst>
              <a:ext uri="{FF2B5EF4-FFF2-40B4-BE49-F238E27FC236}">
                <a16:creationId xmlns:a16="http://schemas.microsoft.com/office/drawing/2014/main" id="{D2730227-3314-B5AD-D126-F199DBAE8F4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0886" name="Rectangle 6">
            <a:extLst>
              <a:ext uri="{FF2B5EF4-FFF2-40B4-BE49-F238E27FC236}">
                <a16:creationId xmlns:a16="http://schemas.microsoft.com/office/drawing/2014/main" id="{BFE2C01D-443C-9F7B-EA51-E19ADB4C188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0887" name="Rectangle 7">
            <a:extLst>
              <a:ext uri="{FF2B5EF4-FFF2-40B4-BE49-F238E27FC236}">
                <a16:creationId xmlns:a16="http://schemas.microsoft.com/office/drawing/2014/main" id="{79DE2267-3863-1285-3CD3-6EDE80FF937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0888" name="Rectangle 8">
            <a:extLst>
              <a:ext uri="{FF2B5EF4-FFF2-40B4-BE49-F238E27FC236}">
                <a16:creationId xmlns:a16="http://schemas.microsoft.com/office/drawing/2014/main" id="{C12CF687-E2E0-1B67-28FA-C3DA7A94A5A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0889" name="Line 9">
            <a:extLst>
              <a:ext uri="{FF2B5EF4-FFF2-40B4-BE49-F238E27FC236}">
                <a16:creationId xmlns:a16="http://schemas.microsoft.com/office/drawing/2014/main" id="{A26971CA-3599-2CB6-C968-B127CB1041EC}"/>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0890" name="Line 10">
            <a:extLst>
              <a:ext uri="{FF2B5EF4-FFF2-40B4-BE49-F238E27FC236}">
                <a16:creationId xmlns:a16="http://schemas.microsoft.com/office/drawing/2014/main" id="{AEC2F0AE-B759-FA42-A151-207A2F5859C7}"/>
              </a:ext>
            </a:extLst>
          </p:cNvPr>
          <p:cNvSpPr>
            <a:spLocks noChangeShapeType="1"/>
          </p:cNvSpPr>
          <p:nvPr/>
        </p:nvSpPr>
        <p:spPr bwMode="auto">
          <a:xfrm>
            <a:off x="458788" y="3429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0891" name="Rectangle 11">
            <a:extLst>
              <a:ext uri="{FF2B5EF4-FFF2-40B4-BE49-F238E27FC236}">
                <a16:creationId xmlns:a16="http://schemas.microsoft.com/office/drawing/2014/main" id="{95503224-C97D-35C5-E81C-FBFAF26D6C14}"/>
              </a:ext>
            </a:extLst>
          </p:cNvPr>
          <p:cNvSpPr>
            <a:spLocks noChangeArrowheads="1"/>
          </p:cNvSpPr>
          <p:nvPr/>
        </p:nvSpPr>
        <p:spPr bwMode="auto">
          <a:xfrm>
            <a:off x="495300" y="2759075"/>
            <a:ext cx="8077200" cy="584200"/>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zh-CN" altLang="en-US"/>
              <a:t>帧中继仅工作在物理层和数据链路层</a:t>
            </a:r>
            <a:r>
              <a:rPr lang="en-US" altLang="zh-CN"/>
              <a:t>.</a:t>
            </a:r>
          </a:p>
        </p:txBody>
      </p:sp>
      <p:grpSp>
        <p:nvGrpSpPr>
          <p:cNvPr id="14348" name="Group 12">
            <a:extLst>
              <a:ext uri="{FF2B5EF4-FFF2-40B4-BE49-F238E27FC236}">
                <a16:creationId xmlns:a16="http://schemas.microsoft.com/office/drawing/2014/main" id="{B6F69851-EFFD-EB97-DB13-B1FE6858C54B}"/>
              </a:ext>
            </a:extLst>
          </p:cNvPr>
          <p:cNvGrpSpPr>
            <a:grpSpLocks/>
          </p:cNvGrpSpPr>
          <p:nvPr/>
        </p:nvGrpSpPr>
        <p:grpSpPr bwMode="auto">
          <a:xfrm>
            <a:off x="457200" y="1981200"/>
            <a:ext cx="1143000" cy="566738"/>
            <a:chOff x="1200" y="1248"/>
            <a:chExt cx="720" cy="357"/>
          </a:xfrm>
        </p:grpSpPr>
        <p:pic>
          <p:nvPicPr>
            <p:cNvPr id="890893" name="Picture 13">
              <a:extLst>
                <a:ext uri="{FF2B5EF4-FFF2-40B4-BE49-F238E27FC236}">
                  <a16:creationId xmlns:a16="http://schemas.microsoft.com/office/drawing/2014/main" id="{2320C047-7996-D662-46E3-CF9EDC52C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90894" name="Text Box 14">
              <a:extLst>
                <a:ext uri="{FF2B5EF4-FFF2-40B4-BE49-F238E27FC236}">
                  <a16:creationId xmlns:a16="http://schemas.microsoft.com/office/drawing/2014/main" id="{BB95A049-5CBD-1169-394E-422DF0212D3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800" i="1">
                  <a:solidFill>
                    <a:schemeClr val="hlink"/>
                  </a:solidFill>
                  <a:latin typeface="Times New Roman" charset="0"/>
                  <a:ea typeface="宋体" charset="0"/>
                </a:rPr>
                <a:t>Note</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633354B1-EDE6-7449-16E1-B6655227548C}"/>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EB7E6B6E-C527-4E7D-91E8-51D338BB7052}" type="slidenum">
              <a:rPr lang="en-US" altLang="zh-CN" sz="2000">
                <a:solidFill>
                  <a:schemeClr val="bg2"/>
                </a:solidFill>
              </a:rPr>
              <a:pPr/>
              <a:t>7</a:t>
            </a:fld>
            <a:endParaRPr lang="en-US" altLang="zh-CN" sz="2000">
              <a:solidFill>
                <a:schemeClr val="bg2"/>
              </a:solidFill>
            </a:endParaRPr>
          </a:p>
        </p:txBody>
      </p:sp>
      <p:sp>
        <p:nvSpPr>
          <p:cNvPr id="862210" name="Line 2">
            <a:extLst>
              <a:ext uri="{FF2B5EF4-FFF2-40B4-BE49-F238E27FC236}">
                <a16:creationId xmlns:a16="http://schemas.microsoft.com/office/drawing/2014/main" id="{B2CD6ECB-CB17-AF39-6EB4-36F5C48DA3A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2211" name="Line 3">
            <a:extLst>
              <a:ext uri="{FF2B5EF4-FFF2-40B4-BE49-F238E27FC236}">
                <a16:creationId xmlns:a16="http://schemas.microsoft.com/office/drawing/2014/main" id="{2604AB22-5784-AD7C-BDB2-DD682F1A0D8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2212" name="Text Box 4">
            <a:extLst>
              <a:ext uri="{FF2B5EF4-FFF2-40B4-BE49-F238E27FC236}">
                <a16:creationId xmlns:a16="http://schemas.microsoft.com/office/drawing/2014/main" id="{0D490232-57AB-8FD1-6B8B-5CACDD9FB345}"/>
              </a:ext>
            </a:extLst>
          </p:cNvPr>
          <p:cNvSpPr txBox="1">
            <a:spLocks noChangeArrowheads="1"/>
          </p:cNvSpPr>
          <p:nvPr/>
        </p:nvSpPr>
        <p:spPr bwMode="auto">
          <a:xfrm>
            <a:off x="304800" y="762000"/>
            <a:ext cx="3051175"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18.3  </a:t>
            </a:r>
            <a:r>
              <a:rPr lang="zh-CN" altLang="en-US" sz="2400">
                <a:latin typeface="Times New Roman" panose="02020603050405020304" pitchFamily="18" charset="0"/>
              </a:rPr>
              <a:t>帧中继帧</a:t>
            </a:r>
            <a:endParaRPr lang="en-US" altLang="zh-CN" sz="2000">
              <a:latin typeface="Times New Roman" panose="02020603050405020304" pitchFamily="18" charset="0"/>
            </a:endParaRPr>
          </a:p>
        </p:txBody>
      </p:sp>
      <p:sp>
        <p:nvSpPr>
          <p:cNvPr id="862213" name="Line 5">
            <a:extLst>
              <a:ext uri="{FF2B5EF4-FFF2-40B4-BE49-F238E27FC236}">
                <a16:creationId xmlns:a16="http://schemas.microsoft.com/office/drawing/2014/main" id="{530D05D6-3001-5361-2631-A49F3727A4C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2214" name="Picture 6">
            <a:extLst>
              <a:ext uri="{FF2B5EF4-FFF2-40B4-BE49-F238E27FC236}">
                <a16:creationId xmlns:a16="http://schemas.microsoft.com/office/drawing/2014/main" id="{91530F8F-BA8D-DC7A-1730-BEFF0AA295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390775"/>
            <a:ext cx="7851775" cy="24098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幻灯片编号占位符 1">
            <a:extLst>
              <a:ext uri="{FF2B5EF4-FFF2-40B4-BE49-F238E27FC236}">
                <a16:creationId xmlns:a16="http://schemas.microsoft.com/office/drawing/2014/main" id="{6E95B8C6-8E4D-1820-9810-A7ABBEAB5A3A}"/>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338EE08B-6731-4833-9D80-129EA7E188C8}" type="slidenum">
              <a:rPr lang="en-US" altLang="zh-CN" sz="2000">
                <a:solidFill>
                  <a:schemeClr val="bg2"/>
                </a:solidFill>
              </a:rPr>
              <a:pPr/>
              <a:t>8</a:t>
            </a:fld>
            <a:endParaRPr lang="en-US" altLang="zh-CN" sz="2000">
              <a:solidFill>
                <a:schemeClr val="bg2"/>
              </a:solidFill>
            </a:endParaRPr>
          </a:p>
        </p:txBody>
      </p:sp>
      <p:sp>
        <p:nvSpPr>
          <p:cNvPr id="891906" name="Rectangle 2">
            <a:extLst>
              <a:ext uri="{FF2B5EF4-FFF2-40B4-BE49-F238E27FC236}">
                <a16:creationId xmlns:a16="http://schemas.microsoft.com/office/drawing/2014/main" id="{2BA6FF3F-588E-2174-6210-D2A8AE44B3A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1907" name="Rectangle 3">
            <a:extLst>
              <a:ext uri="{FF2B5EF4-FFF2-40B4-BE49-F238E27FC236}">
                <a16:creationId xmlns:a16="http://schemas.microsoft.com/office/drawing/2014/main" id="{8876FB16-F6C2-D869-6F5B-6198DDC0A55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1908" name="Rectangle 4">
            <a:extLst>
              <a:ext uri="{FF2B5EF4-FFF2-40B4-BE49-F238E27FC236}">
                <a16:creationId xmlns:a16="http://schemas.microsoft.com/office/drawing/2014/main" id="{0D53C84D-620F-59CD-B2B6-C5F490C8358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1909" name="Rectangle 5">
            <a:extLst>
              <a:ext uri="{FF2B5EF4-FFF2-40B4-BE49-F238E27FC236}">
                <a16:creationId xmlns:a16="http://schemas.microsoft.com/office/drawing/2014/main" id="{290C320E-9C45-689F-6137-D2017FC3D79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1910" name="Rectangle 6">
            <a:extLst>
              <a:ext uri="{FF2B5EF4-FFF2-40B4-BE49-F238E27FC236}">
                <a16:creationId xmlns:a16="http://schemas.microsoft.com/office/drawing/2014/main" id="{935B6488-CB4F-14D4-B3F3-449632FE24D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1911" name="Rectangle 7">
            <a:extLst>
              <a:ext uri="{FF2B5EF4-FFF2-40B4-BE49-F238E27FC236}">
                <a16:creationId xmlns:a16="http://schemas.microsoft.com/office/drawing/2014/main" id="{B4B46316-13E2-4A46-E1D2-3390CB44DF5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1912" name="Rectangle 8">
            <a:extLst>
              <a:ext uri="{FF2B5EF4-FFF2-40B4-BE49-F238E27FC236}">
                <a16:creationId xmlns:a16="http://schemas.microsoft.com/office/drawing/2014/main" id="{20E60F19-AB95-407B-0D9D-62C7B9A0022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1913" name="Line 9">
            <a:extLst>
              <a:ext uri="{FF2B5EF4-FFF2-40B4-BE49-F238E27FC236}">
                <a16:creationId xmlns:a16="http://schemas.microsoft.com/office/drawing/2014/main" id="{5C34680E-3717-3BE4-58DB-14C13AD1ECA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1914" name="Line 10">
            <a:extLst>
              <a:ext uri="{FF2B5EF4-FFF2-40B4-BE49-F238E27FC236}">
                <a16:creationId xmlns:a16="http://schemas.microsoft.com/office/drawing/2014/main" id="{353F2DC9-085B-5A67-AE7A-D0292B2B544C}"/>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1915" name="Rectangle 11">
            <a:extLst>
              <a:ext uri="{FF2B5EF4-FFF2-40B4-BE49-F238E27FC236}">
                <a16:creationId xmlns:a16="http://schemas.microsoft.com/office/drawing/2014/main" id="{0382EB06-E6E0-1E48-54FE-404BAA4B12F3}"/>
              </a:ext>
            </a:extLst>
          </p:cNvPr>
          <p:cNvSpPr>
            <a:spLocks noChangeArrowheads="1"/>
          </p:cNvSpPr>
          <p:nvPr/>
        </p:nvSpPr>
        <p:spPr bwMode="auto">
          <a:xfrm>
            <a:off x="495300" y="2759075"/>
            <a:ext cx="8077200" cy="1077913"/>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zh-CN" altLang="en-US"/>
              <a:t>帧中继不提供流量和差错控制</a:t>
            </a:r>
            <a:r>
              <a:rPr lang="en-US" altLang="zh-CN"/>
              <a:t>,</a:t>
            </a:r>
            <a:r>
              <a:rPr lang="zh-CN" altLang="en-US"/>
              <a:t> </a:t>
            </a:r>
            <a:br>
              <a:rPr lang="en-US" altLang="zh-CN"/>
            </a:br>
            <a:r>
              <a:rPr lang="zh-CN" altLang="en-US"/>
              <a:t>这些必须由上层协议提供</a:t>
            </a:r>
            <a:r>
              <a:rPr lang="en-US" altLang="zh-CN"/>
              <a:t>.</a:t>
            </a:r>
          </a:p>
        </p:txBody>
      </p:sp>
      <p:grpSp>
        <p:nvGrpSpPr>
          <p:cNvPr id="18444" name="Group 12">
            <a:extLst>
              <a:ext uri="{FF2B5EF4-FFF2-40B4-BE49-F238E27FC236}">
                <a16:creationId xmlns:a16="http://schemas.microsoft.com/office/drawing/2014/main" id="{DDF90EDB-9F33-C845-EFF7-146D16623D3A}"/>
              </a:ext>
            </a:extLst>
          </p:cNvPr>
          <p:cNvGrpSpPr>
            <a:grpSpLocks/>
          </p:cNvGrpSpPr>
          <p:nvPr/>
        </p:nvGrpSpPr>
        <p:grpSpPr bwMode="auto">
          <a:xfrm>
            <a:off x="457200" y="2057400"/>
            <a:ext cx="1143000" cy="566738"/>
            <a:chOff x="1200" y="1248"/>
            <a:chExt cx="720" cy="357"/>
          </a:xfrm>
        </p:grpSpPr>
        <p:pic>
          <p:nvPicPr>
            <p:cNvPr id="891917" name="Picture 13">
              <a:extLst>
                <a:ext uri="{FF2B5EF4-FFF2-40B4-BE49-F238E27FC236}">
                  <a16:creationId xmlns:a16="http://schemas.microsoft.com/office/drawing/2014/main" id="{6EC92FAE-90F9-8860-0C79-DDD6C0C7DE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91918" name="Text Box 14">
              <a:extLst>
                <a:ext uri="{FF2B5EF4-FFF2-40B4-BE49-F238E27FC236}">
                  <a16:creationId xmlns:a16="http://schemas.microsoft.com/office/drawing/2014/main" id="{E8C97D35-2BDC-6631-BEB2-70E442EBE48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800" i="1">
                  <a:solidFill>
                    <a:schemeClr val="hlink"/>
                  </a:solidFill>
                  <a:latin typeface="Times New Roman" charset="0"/>
                  <a:ea typeface="宋体" charset="0"/>
                </a:rPr>
                <a:t>Note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BF9AFE7F-CF4A-693B-0BB1-CC1542CA2D22}"/>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87A81DAB-6134-4214-A53F-A3571657C239}" type="slidenum">
              <a:rPr lang="en-US" altLang="zh-CN" sz="2000">
                <a:solidFill>
                  <a:schemeClr val="bg2"/>
                </a:solidFill>
              </a:rPr>
              <a:pPr/>
              <a:t>9</a:t>
            </a:fld>
            <a:endParaRPr lang="en-US" altLang="zh-CN" sz="2000">
              <a:solidFill>
                <a:schemeClr val="bg2"/>
              </a:solidFill>
            </a:endParaRPr>
          </a:p>
        </p:txBody>
      </p:sp>
      <p:sp>
        <p:nvSpPr>
          <p:cNvPr id="863234" name="Line 2">
            <a:extLst>
              <a:ext uri="{FF2B5EF4-FFF2-40B4-BE49-F238E27FC236}">
                <a16:creationId xmlns:a16="http://schemas.microsoft.com/office/drawing/2014/main" id="{6A20D622-5F3A-E083-E8F0-ADC9B1157B0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3235" name="Line 3">
            <a:extLst>
              <a:ext uri="{FF2B5EF4-FFF2-40B4-BE49-F238E27FC236}">
                <a16:creationId xmlns:a16="http://schemas.microsoft.com/office/drawing/2014/main" id="{716E6E33-D353-E240-DBF7-922785ACFBA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3236" name="Text Box 4">
            <a:extLst>
              <a:ext uri="{FF2B5EF4-FFF2-40B4-BE49-F238E27FC236}">
                <a16:creationId xmlns:a16="http://schemas.microsoft.com/office/drawing/2014/main" id="{3B834363-DD27-2486-BF36-7964769BA05A}"/>
              </a:ext>
            </a:extLst>
          </p:cNvPr>
          <p:cNvSpPr txBox="1">
            <a:spLocks noChangeArrowheads="1"/>
          </p:cNvSpPr>
          <p:nvPr/>
        </p:nvSpPr>
        <p:spPr bwMode="auto">
          <a:xfrm>
            <a:off x="304800" y="762000"/>
            <a:ext cx="3673475"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18.4  </a:t>
            </a:r>
            <a:r>
              <a:rPr lang="zh-CN" altLang="en-US" sz="2400">
                <a:latin typeface="Times New Roman" panose="02020603050405020304" pitchFamily="18" charset="0"/>
              </a:rPr>
              <a:t>三种地址格式</a:t>
            </a:r>
            <a:endParaRPr lang="en-US" altLang="zh-CN" sz="2400">
              <a:latin typeface="Times New Roman" panose="02020603050405020304" pitchFamily="18" charset="0"/>
            </a:endParaRPr>
          </a:p>
        </p:txBody>
      </p:sp>
      <p:sp>
        <p:nvSpPr>
          <p:cNvPr id="863237" name="Line 5">
            <a:extLst>
              <a:ext uri="{FF2B5EF4-FFF2-40B4-BE49-F238E27FC236}">
                <a16:creationId xmlns:a16="http://schemas.microsoft.com/office/drawing/2014/main" id="{53BFDBF5-6A18-E25F-C7AE-8081EBE750B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3238" name="Picture 6">
            <a:extLst>
              <a:ext uri="{FF2B5EF4-FFF2-40B4-BE49-F238E27FC236}">
                <a16:creationId xmlns:a16="http://schemas.microsoft.com/office/drawing/2014/main" id="{A6A77C3F-02EF-D07B-211B-EFB2BDA0D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38" y="2360613"/>
            <a:ext cx="8272462" cy="2493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7CC9D6C2-2CDE-DC35-6BB6-AA925E27F0F1}"/>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74DA6E1F-DF8F-4487-80F5-8111B70CE419}" type="slidenum">
              <a:rPr lang="en-US" altLang="zh-CN" sz="2000">
                <a:solidFill>
                  <a:schemeClr val="bg2"/>
                </a:solidFill>
              </a:rPr>
              <a:pPr/>
              <a:t>10</a:t>
            </a:fld>
            <a:endParaRPr lang="en-US" altLang="zh-CN" sz="2000">
              <a:solidFill>
                <a:schemeClr val="bg2"/>
              </a:solidFill>
            </a:endParaRPr>
          </a:p>
        </p:txBody>
      </p:sp>
      <p:sp>
        <p:nvSpPr>
          <p:cNvPr id="864258" name="Line 2">
            <a:extLst>
              <a:ext uri="{FF2B5EF4-FFF2-40B4-BE49-F238E27FC236}">
                <a16:creationId xmlns:a16="http://schemas.microsoft.com/office/drawing/2014/main" id="{E6A8CC4D-F08E-A0E7-56E1-9B80D0C24E0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4259" name="Line 3">
            <a:extLst>
              <a:ext uri="{FF2B5EF4-FFF2-40B4-BE49-F238E27FC236}">
                <a16:creationId xmlns:a16="http://schemas.microsoft.com/office/drawing/2014/main" id="{D79FA311-2BF9-C625-4A72-1ECA3B11329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4260" name="Text Box 4">
            <a:extLst>
              <a:ext uri="{FF2B5EF4-FFF2-40B4-BE49-F238E27FC236}">
                <a16:creationId xmlns:a16="http://schemas.microsoft.com/office/drawing/2014/main" id="{0FAD9246-1FCE-E0F9-9BB6-CC04836BDF50}"/>
              </a:ext>
            </a:extLst>
          </p:cNvPr>
          <p:cNvSpPr txBox="1">
            <a:spLocks noChangeArrowheads="1"/>
          </p:cNvSpPr>
          <p:nvPr/>
        </p:nvSpPr>
        <p:spPr bwMode="auto">
          <a:xfrm>
            <a:off x="304800" y="762000"/>
            <a:ext cx="267493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18.5  </a:t>
            </a:r>
            <a:r>
              <a:rPr lang="en-US" altLang="zh-CN" sz="2400" dirty="0">
                <a:latin typeface="Times New Roman" charset="0"/>
                <a:ea typeface="宋体" charset="0"/>
              </a:rPr>
              <a:t>FRAD</a:t>
            </a:r>
            <a:endParaRPr lang="en-US" altLang="zh-CN" sz="2000" dirty="0">
              <a:latin typeface="Times New Roman" charset="0"/>
              <a:ea typeface="宋体" charset="0"/>
            </a:endParaRPr>
          </a:p>
        </p:txBody>
      </p:sp>
      <p:sp>
        <p:nvSpPr>
          <p:cNvPr id="864261" name="Line 5">
            <a:extLst>
              <a:ext uri="{FF2B5EF4-FFF2-40B4-BE49-F238E27FC236}">
                <a16:creationId xmlns:a16="http://schemas.microsoft.com/office/drawing/2014/main" id="{A510D63F-FB16-9F01-AF87-8CACD1ADD79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4262" name="Picture 6">
            <a:extLst>
              <a:ext uri="{FF2B5EF4-FFF2-40B4-BE49-F238E27FC236}">
                <a16:creationId xmlns:a16="http://schemas.microsoft.com/office/drawing/2014/main" id="{F512CE85-A2CC-ACEC-5F0F-4C504D542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2760663"/>
            <a:ext cx="6856412" cy="1430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幻灯片编号占位符 1">
            <a:extLst>
              <a:ext uri="{FF2B5EF4-FFF2-40B4-BE49-F238E27FC236}">
                <a16:creationId xmlns:a16="http://schemas.microsoft.com/office/drawing/2014/main" id="{927ADC07-B3EC-ECF0-B8C1-A4DC9D092532}"/>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B5938DE9-5341-4B97-8263-FFFF5252B76F}" type="slidenum">
              <a:rPr lang="en-US" altLang="zh-CN" sz="2000">
                <a:solidFill>
                  <a:schemeClr val="bg2"/>
                </a:solidFill>
              </a:rPr>
              <a:pPr/>
              <a:t>11</a:t>
            </a:fld>
            <a:endParaRPr lang="en-US" altLang="zh-CN" sz="2000">
              <a:solidFill>
                <a:schemeClr val="bg2"/>
              </a:solidFill>
            </a:endParaRPr>
          </a:p>
        </p:txBody>
      </p:sp>
      <p:sp>
        <p:nvSpPr>
          <p:cNvPr id="858114" name="Rectangle 2">
            <a:extLst>
              <a:ext uri="{FF2B5EF4-FFF2-40B4-BE49-F238E27FC236}">
                <a16:creationId xmlns:a16="http://schemas.microsoft.com/office/drawing/2014/main" id="{998D6800-B5FB-0F05-D325-08098B7C36B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zh-CN" altLang="en-US">
              <a:effectLst>
                <a:outerShdw blurRad="38100" dist="38100" dir="2700000" algn="tl">
                  <a:srgbClr val="FFFFFF"/>
                </a:outerShdw>
              </a:effectLst>
              <a:latin typeface="Times New Roman" charset="0"/>
              <a:ea typeface="宋体" charset="0"/>
            </a:endParaRPr>
          </a:p>
        </p:txBody>
      </p:sp>
      <p:sp>
        <p:nvSpPr>
          <p:cNvPr id="858115" name="Text Box 3">
            <a:extLst>
              <a:ext uri="{FF2B5EF4-FFF2-40B4-BE49-F238E27FC236}">
                <a16:creationId xmlns:a16="http://schemas.microsoft.com/office/drawing/2014/main" id="{963CFB22-D688-0136-0FEE-9875295C0307}"/>
              </a:ext>
            </a:extLst>
          </p:cNvPr>
          <p:cNvSpPr txBox="1">
            <a:spLocks noChangeArrowheads="1"/>
          </p:cNvSpPr>
          <p:nvPr/>
        </p:nvSpPr>
        <p:spPr bwMode="auto">
          <a:xfrm>
            <a:off x="228600" y="406400"/>
            <a:ext cx="2182813"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a:effectLst>
                  <a:outerShdw blurRad="38100" dist="38100" dir="2700000" algn="tl">
                    <a:srgbClr val="C0C0C0"/>
                  </a:outerShdw>
                </a:effectLst>
                <a:latin typeface="Times" panose="02020603050405020304" pitchFamily="18" charset="0"/>
              </a:rPr>
              <a:t>18-2   ATM</a:t>
            </a:r>
          </a:p>
        </p:txBody>
      </p:sp>
      <p:sp>
        <p:nvSpPr>
          <p:cNvPr id="858116" name="Text Box 4">
            <a:extLst>
              <a:ext uri="{FF2B5EF4-FFF2-40B4-BE49-F238E27FC236}">
                <a16:creationId xmlns:a16="http://schemas.microsoft.com/office/drawing/2014/main" id="{26E6BFA9-566E-91F2-DBCE-F1B181BAF0F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zh-CN" altLang="en-US" sz="1800">
              <a:latin typeface="Times New Roman" charset="0"/>
              <a:ea typeface="宋体" charset="0"/>
            </a:endParaRPr>
          </a:p>
        </p:txBody>
      </p:sp>
      <p:sp>
        <p:nvSpPr>
          <p:cNvPr id="858117" name="Rectangle 5">
            <a:extLst>
              <a:ext uri="{FF2B5EF4-FFF2-40B4-BE49-F238E27FC236}">
                <a16:creationId xmlns:a16="http://schemas.microsoft.com/office/drawing/2014/main" id="{D6CE2B17-D10A-40BD-1563-7F8D33DF27D2}"/>
              </a:ext>
            </a:extLst>
          </p:cNvPr>
          <p:cNvSpPr>
            <a:spLocks noChangeArrowheads="1"/>
          </p:cNvSpPr>
          <p:nvPr/>
        </p:nvSpPr>
        <p:spPr bwMode="auto">
          <a:xfrm>
            <a:off x="304800" y="1816100"/>
            <a:ext cx="8229600" cy="1384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800">
                <a:effectLst>
                  <a:outerShdw blurRad="38100" dist="38100" dir="2700000" algn="tl">
                    <a:srgbClr val="C0C0C0"/>
                  </a:outerShdw>
                </a:effectLst>
                <a:latin typeface="Times New Roman" panose="02020603050405020304" pitchFamily="18" charset="0"/>
              </a:rPr>
              <a:t>异步传输模式</a:t>
            </a:r>
            <a:r>
              <a:rPr lang="en-US" altLang="zh-CN" sz="2800">
                <a:effectLst>
                  <a:outerShdw blurRad="38100" dist="38100" dir="2700000" algn="tl">
                    <a:srgbClr val="C0C0C0"/>
                  </a:outerShdw>
                </a:effectLst>
                <a:latin typeface="Times New Roman" panose="02020603050405020304" pitchFamily="18" charset="0"/>
              </a:rPr>
              <a:t> (Asynchronous Transfer Mode, ATM) </a:t>
            </a:r>
            <a:r>
              <a:rPr lang="zh-CN" altLang="en-US" sz="2800">
                <a:effectLst>
                  <a:outerShdw blurRad="38100" dist="38100" dir="2700000" algn="tl">
                    <a:srgbClr val="C0C0C0"/>
                  </a:outerShdw>
                </a:effectLst>
                <a:latin typeface="Times New Roman" panose="02020603050405020304" pitchFamily="18" charset="0"/>
              </a:rPr>
              <a:t>是由</a:t>
            </a:r>
            <a:r>
              <a:rPr lang="en-US" altLang="zh-CN" sz="2800">
                <a:effectLst>
                  <a:outerShdw blurRad="38100" dist="38100" dir="2700000" algn="tl">
                    <a:srgbClr val="C0C0C0"/>
                  </a:outerShdw>
                </a:effectLst>
                <a:latin typeface="Times New Roman" panose="02020603050405020304" pitchFamily="18" charset="0"/>
              </a:rPr>
              <a:t>ATM</a:t>
            </a:r>
            <a:r>
              <a:rPr lang="zh-CN" altLang="en-US" sz="2800">
                <a:effectLst>
                  <a:outerShdw blurRad="38100" dist="38100" dir="2700000" algn="tl">
                    <a:srgbClr val="C0C0C0"/>
                  </a:outerShdw>
                </a:effectLst>
                <a:latin typeface="Times New Roman" panose="02020603050405020304" pitchFamily="18" charset="0"/>
              </a:rPr>
              <a:t>论坛设计的</a:t>
            </a:r>
            <a:r>
              <a:rPr lang="zh-CN" altLang="en-US" sz="2800">
                <a:solidFill>
                  <a:srgbClr val="FF0000"/>
                </a:solidFill>
                <a:effectLst>
                  <a:outerShdw blurRad="38100" dist="38100" dir="2700000" algn="tl">
                    <a:srgbClr val="C0C0C0"/>
                  </a:outerShdw>
                </a:effectLst>
                <a:latin typeface="Times New Roman" panose="02020603050405020304" pitchFamily="18" charset="0"/>
              </a:rPr>
              <a:t>信元中继</a:t>
            </a:r>
            <a:r>
              <a:rPr lang="en-US" altLang="zh-CN" sz="2800">
                <a:effectLst>
                  <a:outerShdw blurRad="38100" dist="38100" dir="2700000" algn="tl">
                    <a:srgbClr val="C0C0C0"/>
                  </a:outerShdw>
                </a:effectLst>
                <a:latin typeface="Times New Roman" panose="02020603050405020304" pitchFamily="18" charset="0"/>
              </a:rPr>
              <a:t>(cell</a:t>
            </a:r>
            <a:r>
              <a:rPr lang="zh-CN" altLang="en-US" sz="2800">
                <a:effectLst>
                  <a:outerShdw blurRad="38100" dist="38100" dir="2700000" algn="tl">
                    <a:srgbClr val="C0C0C0"/>
                  </a:outerShdw>
                </a:effectLst>
                <a:latin typeface="Times New Roman" panose="02020603050405020304" pitchFamily="18" charset="0"/>
              </a:rPr>
              <a:t> </a:t>
            </a:r>
            <a:r>
              <a:rPr lang="en-US" altLang="zh-CN" sz="2800">
                <a:effectLst>
                  <a:outerShdw blurRad="38100" dist="38100" dir="2700000" algn="tl">
                    <a:srgbClr val="C0C0C0"/>
                  </a:outerShdw>
                </a:effectLst>
                <a:latin typeface="Times New Roman" panose="02020603050405020304" pitchFamily="18" charset="0"/>
              </a:rPr>
              <a:t>relay)</a:t>
            </a:r>
            <a:r>
              <a:rPr lang="zh-CN" altLang="en-US" sz="2800">
                <a:effectLst>
                  <a:outerShdw blurRad="38100" dist="38100" dir="2700000" algn="tl">
                    <a:srgbClr val="C0C0C0"/>
                  </a:outerShdw>
                </a:effectLst>
                <a:latin typeface="Times New Roman" panose="02020603050405020304" pitchFamily="18" charset="0"/>
              </a:rPr>
              <a:t>协议，并被</a:t>
            </a:r>
            <a:r>
              <a:rPr lang="en-US" altLang="zh-CN" sz="2800">
                <a:effectLst>
                  <a:outerShdw blurRad="38100" dist="38100" dir="2700000" algn="tl">
                    <a:srgbClr val="C0C0C0"/>
                  </a:outerShdw>
                </a:effectLst>
                <a:latin typeface="Times New Roman" panose="02020603050405020304" pitchFamily="18" charset="0"/>
              </a:rPr>
              <a:t>ITU-T</a:t>
            </a:r>
            <a:r>
              <a:rPr lang="zh-CN" altLang="en-US" sz="2800">
                <a:effectLst>
                  <a:outerShdw blurRad="38100" dist="38100" dir="2700000" algn="tl">
                    <a:srgbClr val="C0C0C0"/>
                  </a:outerShdw>
                </a:effectLst>
                <a:latin typeface="Times New Roman" panose="02020603050405020304" pitchFamily="18" charset="0"/>
              </a:rPr>
              <a:t>采纳</a:t>
            </a:r>
            <a:r>
              <a:rPr lang="en-US" altLang="zh-CN" sz="2800">
                <a:effectLst>
                  <a:outerShdw blurRad="38100" dist="38100" dir="2700000" algn="tl">
                    <a:srgbClr val="C0C0C0"/>
                  </a:outerShdw>
                </a:effectLst>
                <a:latin typeface="Times New Roman" panose="02020603050405020304" pitchFamily="18" charset="0"/>
              </a:rPr>
              <a:t>. </a:t>
            </a:r>
          </a:p>
        </p:txBody>
      </p:sp>
      <p:sp>
        <p:nvSpPr>
          <p:cNvPr id="858118" name="Rectangle 6">
            <a:extLst>
              <a:ext uri="{FF2B5EF4-FFF2-40B4-BE49-F238E27FC236}">
                <a16:creationId xmlns:a16="http://schemas.microsoft.com/office/drawing/2014/main" id="{EF5C2899-D124-BB72-2501-8102535505CC}"/>
              </a:ext>
            </a:extLst>
          </p:cNvPr>
          <p:cNvSpPr>
            <a:spLocks noChangeArrowheads="1"/>
          </p:cNvSpPr>
          <p:nvPr/>
        </p:nvSpPr>
        <p:spPr bwMode="auto">
          <a:xfrm>
            <a:off x="152400" y="4330700"/>
            <a:ext cx="6705600" cy="19383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设计目标 </a:t>
            </a:r>
            <a:r>
              <a:rPr lang="en-US" altLang="zh-CN" sz="2400">
                <a:solidFill>
                  <a:srgbClr val="0033CC"/>
                </a:solidFill>
                <a:latin typeface="Times New Roman" panose="02020603050405020304" pitchFamily="18" charset="0"/>
              </a:rPr>
              <a:t>Design Goals</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问题 </a:t>
            </a:r>
            <a:r>
              <a:rPr lang="fr-FR" altLang="zh-CN" sz="2400">
                <a:solidFill>
                  <a:srgbClr val="0033CC"/>
                </a:solidFill>
                <a:latin typeface="Times New Roman" panose="02020603050405020304" pitchFamily="18" charset="0"/>
              </a:rPr>
              <a:t>Problems</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体系结构 </a:t>
            </a:r>
            <a:r>
              <a:rPr lang="fr-FR" altLang="zh-CN" sz="2400">
                <a:solidFill>
                  <a:srgbClr val="0033CC"/>
                </a:solidFill>
                <a:latin typeface="Times New Roman" panose="02020603050405020304" pitchFamily="18" charset="0"/>
              </a:rPr>
              <a:t>Architecture</a:t>
            </a: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交换 </a:t>
            </a:r>
            <a:r>
              <a:rPr lang="en-US" altLang="zh-CN" sz="2400">
                <a:solidFill>
                  <a:srgbClr val="0033CC"/>
                </a:solidFill>
                <a:latin typeface="Times New Roman" panose="02020603050405020304" pitchFamily="18" charset="0"/>
              </a:rPr>
              <a:t>Switching</a:t>
            </a:r>
          </a:p>
          <a:p>
            <a:pPr>
              <a:buClr>
                <a:schemeClr val="tx1"/>
              </a:buClr>
              <a:buSzPct val="117000"/>
              <a:buFont typeface="Wingdings" panose="05000000000000000000" pitchFamily="2" charset="2"/>
              <a:buNone/>
            </a:pPr>
            <a:r>
              <a:rPr lang="en-US" altLang="zh-CN" sz="2400">
                <a:solidFill>
                  <a:srgbClr val="0033CC"/>
                </a:solidFill>
                <a:latin typeface="Times New Roman" panose="02020603050405020304" pitchFamily="18" charset="0"/>
              </a:rPr>
              <a:t>ATM</a:t>
            </a:r>
            <a:r>
              <a:rPr lang="zh-CN" altLang="en-US" sz="2400">
                <a:solidFill>
                  <a:srgbClr val="0033CC"/>
                </a:solidFill>
                <a:latin typeface="Times New Roman" panose="02020603050405020304" pitchFamily="18" charset="0"/>
              </a:rPr>
              <a:t>层 </a:t>
            </a:r>
            <a:r>
              <a:rPr lang="en-US" altLang="zh-CN" sz="2400">
                <a:solidFill>
                  <a:srgbClr val="0033CC"/>
                </a:solidFill>
                <a:latin typeface="Times New Roman" panose="02020603050405020304" pitchFamily="18" charset="0"/>
              </a:rPr>
              <a:t>ATM Layers</a:t>
            </a:r>
          </a:p>
        </p:txBody>
      </p:sp>
      <p:sp>
        <p:nvSpPr>
          <p:cNvPr id="858119" name="Text Box 7">
            <a:extLst>
              <a:ext uri="{FF2B5EF4-FFF2-40B4-BE49-F238E27FC236}">
                <a16:creationId xmlns:a16="http://schemas.microsoft.com/office/drawing/2014/main" id="{8F8F3E68-F90F-72A3-07A8-68290AF0AB3A}"/>
              </a:ext>
            </a:extLst>
          </p:cNvPr>
          <p:cNvSpPr txBox="1">
            <a:spLocks noChangeArrowheads="1"/>
          </p:cNvSpPr>
          <p:nvPr/>
        </p:nvSpPr>
        <p:spPr bwMode="auto">
          <a:xfrm>
            <a:off x="165100" y="3854450"/>
            <a:ext cx="48625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en-US" altLang="zh-CN"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8C341FDD-974C-BE09-5407-71B7CA84877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A049B389-C8FF-43DA-8FDF-5E76BAE6EF1D}" type="slidenum">
              <a:rPr lang="en-US" altLang="zh-CN" sz="2000">
                <a:solidFill>
                  <a:schemeClr val="bg2"/>
                </a:solidFill>
              </a:rPr>
              <a:pPr/>
              <a:t>12</a:t>
            </a:fld>
            <a:endParaRPr lang="en-US" altLang="zh-CN" sz="2000">
              <a:solidFill>
                <a:schemeClr val="bg2"/>
              </a:solidFill>
            </a:endParaRPr>
          </a:p>
        </p:txBody>
      </p:sp>
      <p:sp>
        <p:nvSpPr>
          <p:cNvPr id="865282" name="Line 2">
            <a:extLst>
              <a:ext uri="{FF2B5EF4-FFF2-40B4-BE49-F238E27FC236}">
                <a16:creationId xmlns:a16="http://schemas.microsoft.com/office/drawing/2014/main" id="{1889AB06-A113-FA9B-64EE-98989213714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5283" name="Line 3">
            <a:extLst>
              <a:ext uri="{FF2B5EF4-FFF2-40B4-BE49-F238E27FC236}">
                <a16:creationId xmlns:a16="http://schemas.microsoft.com/office/drawing/2014/main" id="{2658BA14-6FA6-73EF-95EA-C5259588FBF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5284" name="Text Box 4">
            <a:extLst>
              <a:ext uri="{FF2B5EF4-FFF2-40B4-BE49-F238E27FC236}">
                <a16:creationId xmlns:a16="http://schemas.microsoft.com/office/drawing/2014/main" id="{38221D62-428C-15FF-B227-11916EF025CA}"/>
              </a:ext>
            </a:extLst>
          </p:cNvPr>
          <p:cNvSpPr txBox="1">
            <a:spLocks noChangeArrowheads="1"/>
          </p:cNvSpPr>
          <p:nvPr/>
        </p:nvSpPr>
        <p:spPr bwMode="auto">
          <a:xfrm>
            <a:off x="304800" y="762000"/>
            <a:ext cx="489743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18.6  </a:t>
            </a:r>
            <a:r>
              <a:rPr lang="zh-CN" altLang="en-US" sz="2400">
                <a:latin typeface="Times New Roman" panose="02020603050405020304" pitchFamily="18" charset="0"/>
              </a:rPr>
              <a:t>使用不同帧大小的复用</a:t>
            </a:r>
            <a:endParaRPr lang="en-US" altLang="zh-CN" sz="2000">
              <a:latin typeface="Times New Roman" panose="02020603050405020304" pitchFamily="18" charset="0"/>
            </a:endParaRPr>
          </a:p>
        </p:txBody>
      </p:sp>
      <p:sp>
        <p:nvSpPr>
          <p:cNvPr id="865285" name="Line 5">
            <a:extLst>
              <a:ext uri="{FF2B5EF4-FFF2-40B4-BE49-F238E27FC236}">
                <a16:creationId xmlns:a16="http://schemas.microsoft.com/office/drawing/2014/main" id="{281BF512-80E5-D733-3213-1D288D57E61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5286" name="Picture 6">
            <a:extLst>
              <a:ext uri="{FF2B5EF4-FFF2-40B4-BE49-F238E27FC236}">
                <a16:creationId xmlns:a16="http://schemas.microsoft.com/office/drawing/2014/main" id="{9B8B9D60-9C50-D0F8-8EEA-5DEBA58DD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2722563"/>
            <a:ext cx="7277100" cy="1468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幻灯片编号占位符 1">
            <a:extLst>
              <a:ext uri="{FF2B5EF4-FFF2-40B4-BE49-F238E27FC236}">
                <a16:creationId xmlns:a16="http://schemas.microsoft.com/office/drawing/2014/main" id="{07890364-A62C-B959-809A-D7B31EFEA269}"/>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D319DEBC-54AC-42CE-B84E-CF6AE5AE0656}" type="slidenum">
              <a:rPr lang="en-US" altLang="zh-CN" sz="2000">
                <a:solidFill>
                  <a:schemeClr val="bg2"/>
                </a:solidFill>
              </a:rPr>
              <a:pPr/>
              <a:t>13</a:t>
            </a:fld>
            <a:endParaRPr lang="en-US" altLang="zh-CN" sz="2000">
              <a:solidFill>
                <a:schemeClr val="bg2"/>
              </a:solidFill>
            </a:endParaRPr>
          </a:p>
        </p:txBody>
      </p:sp>
      <p:sp>
        <p:nvSpPr>
          <p:cNvPr id="893954" name="Rectangle 2">
            <a:extLst>
              <a:ext uri="{FF2B5EF4-FFF2-40B4-BE49-F238E27FC236}">
                <a16:creationId xmlns:a16="http://schemas.microsoft.com/office/drawing/2014/main" id="{4A9139AD-649E-ED56-2882-26C57717042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3955" name="Rectangle 3">
            <a:extLst>
              <a:ext uri="{FF2B5EF4-FFF2-40B4-BE49-F238E27FC236}">
                <a16:creationId xmlns:a16="http://schemas.microsoft.com/office/drawing/2014/main" id="{A89174B1-8205-49A1-7563-8E7FF05D1D5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3956" name="Rectangle 4">
            <a:extLst>
              <a:ext uri="{FF2B5EF4-FFF2-40B4-BE49-F238E27FC236}">
                <a16:creationId xmlns:a16="http://schemas.microsoft.com/office/drawing/2014/main" id="{C2EEC2DF-2F44-EAD3-4429-9988C5D0A48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3957" name="Rectangle 5">
            <a:extLst>
              <a:ext uri="{FF2B5EF4-FFF2-40B4-BE49-F238E27FC236}">
                <a16:creationId xmlns:a16="http://schemas.microsoft.com/office/drawing/2014/main" id="{2AC7BF6F-B515-79AD-487A-7EC01A121C0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3958" name="Rectangle 6">
            <a:extLst>
              <a:ext uri="{FF2B5EF4-FFF2-40B4-BE49-F238E27FC236}">
                <a16:creationId xmlns:a16="http://schemas.microsoft.com/office/drawing/2014/main" id="{B0B49364-3175-DE08-ECC9-E6D1E071F50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3959" name="Rectangle 7">
            <a:extLst>
              <a:ext uri="{FF2B5EF4-FFF2-40B4-BE49-F238E27FC236}">
                <a16:creationId xmlns:a16="http://schemas.microsoft.com/office/drawing/2014/main" id="{6F15AEF6-5960-5DA9-4E4D-A98F40B9B9F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3960" name="Rectangle 8">
            <a:extLst>
              <a:ext uri="{FF2B5EF4-FFF2-40B4-BE49-F238E27FC236}">
                <a16:creationId xmlns:a16="http://schemas.microsoft.com/office/drawing/2014/main" id="{1ECA28CA-6912-8FCA-1266-BEB60BA8D80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3961" name="Line 9">
            <a:extLst>
              <a:ext uri="{FF2B5EF4-FFF2-40B4-BE49-F238E27FC236}">
                <a16:creationId xmlns:a16="http://schemas.microsoft.com/office/drawing/2014/main" id="{364F75EF-F767-5026-FCCD-19953118003D}"/>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3962" name="Line 10">
            <a:extLst>
              <a:ext uri="{FF2B5EF4-FFF2-40B4-BE49-F238E27FC236}">
                <a16:creationId xmlns:a16="http://schemas.microsoft.com/office/drawing/2014/main" id="{C9D7C6C7-A0AF-7418-12B7-B98A0FF1D3A7}"/>
              </a:ext>
            </a:extLst>
          </p:cNvPr>
          <p:cNvSpPr>
            <a:spLocks noChangeShapeType="1"/>
          </p:cNvSpPr>
          <p:nvPr/>
        </p:nvSpPr>
        <p:spPr bwMode="auto">
          <a:xfrm>
            <a:off x="458788" y="3581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3963" name="Rectangle 11">
            <a:extLst>
              <a:ext uri="{FF2B5EF4-FFF2-40B4-BE49-F238E27FC236}">
                <a16:creationId xmlns:a16="http://schemas.microsoft.com/office/drawing/2014/main" id="{52AA0A54-7E46-9D1B-27BD-A5881FE1B2BE}"/>
              </a:ext>
            </a:extLst>
          </p:cNvPr>
          <p:cNvSpPr>
            <a:spLocks noChangeArrowheads="1"/>
          </p:cNvSpPr>
          <p:nvPr/>
        </p:nvSpPr>
        <p:spPr bwMode="auto">
          <a:xfrm>
            <a:off x="495300" y="2378075"/>
            <a:ext cx="8077200" cy="1077913"/>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zh-CN" altLang="en-US"/>
              <a:t>信元网络使用信元作为数据交换的基本单位</a:t>
            </a:r>
            <a:r>
              <a:rPr lang="en-US" altLang="zh-CN"/>
              <a:t>.</a:t>
            </a:r>
          </a:p>
          <a:p>
            <a:pPr algn="ctr"/>
            <a:r>
              <a:rPr lang="zh-CN" altLang="en-US"/>
              <a:t>信元定义为一个小的、固定大小的信息块</a:t>
            </a:r>
            <a:r>
              <a:rPr lang="en-US" altLang="zh-CN"/>
              <a:t>.</a:t>
            </a:r>
          </a:p>
        </p:txBody>
      </p:sp>
      <p:grpSp>
        <p:nvGrpSpPr>
          <p:cNvPr id="28684" name="Group 12">
            <a:extLst>
              <a:ext uri="{FF2B5EF4-FFF2-40B4-BE49-F238E27FC236}">
                <a16:creationId xmlns:a16="http://schemas.microsoft.com/office/drawing/2014/main" id="{6D4AEE54-23C9-E3A6-CEFE-91FF780957A5}"/>
              </a:ext>
            </a:extLst>
          </p:cNvPr>
          <p:cNvGrpSpPr>
            <a:grpSpLocks/>
          </p:cNvGrpSpPr>
          <p:nvPr/>
        </p:nvGrpSpPr>
        <p:grpSpPr bwMode="auto">
          <a:xfrm>
            <a:off x="457200" y="1643063"/>
            <a:ext cx="1143000" cy="566737"/>
            <a:chOff x="1200" y="1248"/>
            <a:chExt cx="720" cy="357"/>
          </a:xfrm>
        </p:grpSpPr>
        <p:pic>
          <p:nvPicPr>
            <p:cNvPr id="893965" name="Picture 13">
              <a:extLst>
                <a:ext uri="{FF2B5EF4-FFF2-40B4-BE49-F238E27FC236}">
                  <a16:creationId xmlns:a16="http://schemas.microsoft.com/office/drawing/2014/main" id="{675C742F-1870-50F6-83EF-2C85FB6D7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93966" name="Text Box 14">
              <a:extLst>
                <a:ext uri="{FF2B5EF4-FFF2-40B4-BE49-F238E27FC236}">
                  <a16:creationId xmlns:a16="http://schemas.microsoft.com/office/drawing/2014/main" id="{A7A91DCA-7257-5DA4-B322-E8597FEAD3E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800" i="1">
                  <a:solidFill>
                    <a:schemeClr val="hlink"/>
                  </a:solidFill>
                  <a:latin typeface="Times New Roman" charset="0"/>
                  <a:ea typeface="宋体" charset="0"/>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34D88856-84D0-3FA6-2C79-3C8D4F789797}"/>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5DA41FA5-C9FF-4C80-B141-077D69D02C78}" type="slidenum">
              <a:rPr lang="en-US" altLang="zh-CN" sz="2000">
                <a:solidFill>
                  <a:schemeClr val="bg2"/>
                </a:solidFill>
              </a:rPr>
              <a:pPr/>
              <a:t>14</a:t>
            </a:fld>
            <a:endParaRPr lang="en-US" altLang="zh-CN" sz="2000">
              <a:solidFill>
                <a:schemeClr val="bg2"/>
              </a:solidFill>
            </a:endParaRPr>
          </a:p>
        </p:txBody>
      </p:sp>
      <p:sp>
        <p:nvSpPr>
          <p:cNvPr id="866306" name="Line 2">
            <a:extLst>
              <a:ext uri="{FF2B5EF4-FFF2-40B4-BE49-F238E27FC236}">
                <a16:creationId xmlns:a16="http://schemas.microsoft.com/office/drawing/2014/main" id="{620FDE39-72EF-1A8D-4190-2C3D8F5F45B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6307" name="Line 3">
            <a:extLst>
              <a:ext uri="{FF2B5EF4-FFF2-40B4-BE49-F238E27FC236}">
                <a16:creationId xmlns:a16="http://schemas.microsoft.com/office/drawing/2014/main" id="{6DABB7C3-3371-080D-291D-DF32DCE7A60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6308" name="Text Box 4">
            <a:extLst>
              <a:ext uri="{FF2B5EF4-FFF2-40B4-BE49-F238E27FC236}">
                <a16:creationId xmlns:a16="http://schemas.microsoft.com/office/drawing/2014/main" id="{00D91C8E-BF34-0044-B4FF-356A03538D92}"/>
              </a:ext>
            </a:extLst>
          </p:cNvPr>
          <p:cNvSpPr txBox="1">
            <a:spLocks noChangeArrowheads="1"/>
          </p:cNvSpPr>
          <p:nvPr/>
        </p:nvSpPr>
        <p:spPr bwMode="auto">
          <a:xfrm>
            <a:off x="304800" y="762000"/>
            <a:ext cx="459105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18.7  </a:t>
            </a:r>
            <a:r>
              <a:rPr lang="zh-CN" altLang="en-US" sz="2400">
                <a:latin typeface="Times New Roman" panose="02020603050405020304" pitchFamily="18" charset="0"/>
              </a:rPr>
              <a:t>使用信元的多路复用</a:t>
            </a:r>
            <a:endParaRPr lang="en-US" altLang="zh-CN" sz="2000">
              <a:latin typeface="Times New Roman" panose="02020603050405020304" pitchFamily="18" charset="0"/>
            </a:endParaRPr>
          </a:p>
        </p:txBody>
      </p:sp>
      <p:sp>
        <p:nvSpPr>
          <p:cNvPr id="866309" name="Line 5">
            <a:extLst>
              <a:ext uri="{FF2B5EF4-FFF2-40B4-BE49-F238E27FC236}">
                <a16:creationId xmlns:a16="http://schemas.microsoft.com/office/drawing/2014/main" id="{1D588AF4-D191-78B5-9919-513A89E1F9C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6310" name="Picture 6">
            <a:extLst>
              <a:ext uri="{FF2B5EF4-FFF2-40B4-BE49-F238E27FC236}">
                <a16:creationId xmlns:a16="http://schemas.microsoft.com/office/drawing/2014/main" id="{9E233482-8AB9-0FDC-A0AC-A82E695EE0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475" y="2824163"/>
            <a:ext cx="7121525" cy="1443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FA4FBF89-9E64-EF35-3225-DFE96483C8FC}"/>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A063F7F6-9DC8-4267-8445-B961A79F6607}" type="slidenum">
              <a:rPr lang="en-US" altLang="zh-CN" sz="2000">
                <a:solidFill>
                  <a:schemeClr val="bg2"/>
                </a:solidFill>
              </a:rPr>
              <a:pPr/>
              <a:t>15</a:t>
            </a:fld>
            <a:endParaRPr lang="en-US" altLang="zh-CN" sz="2000">
              <a:solidFill>
                <a:schemeClr val="bg2"/>
              </a:solidFill>
            </a:endParaRPr>
          </a:p>
        </p:txBody>
      </p:sp>
      <p:sp>
        <p:nvSpPr>
          <p:cNvPr id="867330" name="Line 2">
            <a:extLst>
              <a:ext uri="{FF2B5EF4-FFF2-40B4-BE49-F238E27FC236}">
                <a16:creationId xmlns:a16="http://schemas.microsoft.com/office/drawing/2014/main" id="{BDA07937-CC74-5229-1D5C-5C799BC0347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7331" name="Line 3">
            <a:extLst>
              <a:ext uri="{FF2B5EF4-FFF2-40B4-BE49-F238E27FC236}">
                <a16:creationId xmlns:a16="http://schemas.microsoft.com/office/drawing/2014/main" id="{5441A06C-8A5A-8BF9-95D2-6BC63DFCCDC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7332" name="Text Box 4">
            <a:extLst>
              <a:ext uri="{FF2B5EF4-FFF2-40B4-BE49-F238E27FC236}">
                <a16:creationId xmlns:a16="http://schemas.microsoft.com/office/drawing/2014/main" id="{E3020015-0CAA-2304-B2CF-5DAA8B8EE147}"/>
              </a:ext>
            </a:extLst>
          </p:cNvPr>
          <p:cNvSpPr txBox="1">
            <a:spLocks noChangeArrowheads="1"/>
          </p:cNvSpPr>
          <p:nvPr/>
        </p:nvSpPr>
        <p:spPr bwMode="auto">
          <a:xfrm>
            <a:off x="304800" y="762000"/>
            <a:ext cx="3114675"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18.8  </a:t>
            </a:r>
            <a:r>
              <a:rPr lang="en-US" altLang="zh-CN" sz="2400">
                <a:latin typeface="Times New Roman" panose="02020603050405020304" pitchFamily="18" charset="0"/>
              </a:rPr>
              <a:t>ATM</a:t>
            </a:r>
            <a:r>
              <a:rPr lang="zh-CN" altLang="en-US" sz="2400">
                <a:latin typeface="Times New Roman" panose="02020603050405020304" pitchFamily="18" charset="0"/>
              </a:rPr>
              <a:t>复用</a:t>
            </a:r>
            <a:endParaRPr lang="en-US" altLang="zh-CN" sz="2000">
              <a:latin typeface="Times New Roman" panose="02020603050405020304" pitchFamily="18" charset="0"/>
            </a:endParaRPr>
          </a:p>
        </p:txBody>
      </p:sp>
      <p:sp>
        <p:nvSpPr>
          <p:cNvPr id="867333" name="Line 5">
            <a:extLst>
              <a:ext uri="{FF2B5EF4-FFF2-40B4-BE49-F238E27FC236}">
                <a16:creationId xmlns:a16="http://schemas.microsoft.com/office/drawing/2014/main" id="{1145F79E-9141-2871-9686-0AE3A7E4FDB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7334" name="Picture 6">
            <a:extLst>
              <a:ext uri="{FF2B5EF4-FFF2-40B4-BE49-F238E27FC236}">
                <a16:creationId xmlns:a16="http://schemas.microsoft.com/office/drawing/2014/main" id="{80B37E4A-7465-5CE1-5254-03960928D2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300" y="2524125"/>
            <a:ext cx="7861300" cy="2047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76441BF3-C229-0E40-CA1D-FBB0A19E962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A82F3CBC-759E-4472-BEBA-C947E171AD99}" type="slidenum">
              <a:rPr lang="en-US" altLang="zh-CN" sz="2000">
                <a:solidFill>
                  <a:schemeClr val="bg2"/>
                </a:solidFill>
              </a:rPr>
              <a:pPr/>
              <a:t>16</a:t>
            </a:fld>
            <a:endParaRPr lang="en-US" altLang="zh-CN" sz="2000">
              <a:solidFill>
                <a:schemeClr val="bg2"/>
              </a:solidFill>
            </a:endParaRPr>
          </a:p>
        </p:txBody>
      </p:sp>
      <p:sp>
        <p:nvSpPr>
          <p:cNvPr id="868354" name="Line 2">
            <a:extLst>
              <a:ext uri="{FF2B5EF4-FFF2-40B4-BE49-F238E27FC236}">
                <a16:creationId xmlns:a16="http://schemas.microsoft.com/office/drawing/2014/main" id="{A44D281C-3041-FC83-FC8F-FDA164A37FB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8355" name="Line 3">
            <a:extLst>
              <a:ext uri="{FF2B5EF4-FFF2-40B4-BE49-F238E27FC236}">
                <a16:creationId xmlns:a16="http://schemas.microsoft.com/office/drawing/2014/main" id="{034954E4-E9BB-F826-9B95-4162415EF1F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8356" name="Text Box 4">
            <a:extLst>
              <a:ext uri="{FF2B5EF4-FFF2-40B4-BE49-F238E27FC236}">
                <a16:creationId xmlns:a16="http://schemas.microsoft.com/office/drawing/2014/main" id="{E2897CD1-204E-F4DD-AC62-91347A2C0307}"/>
              </a:ext>
            </a:extLst>
          </p:cNvPr>
          <p:cNvSpPr txBox="1">
            <a:spLocks noChangeArrowheads="1"/>
          </p:cNvSpPr>
          <p:nvPr/>
        </p:nvSpPr>
        <p:spPr bwMode="auto">
          <a:xfrm>
            <a:off x="304800" y="762000"/>
            <a:ext cx="46529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18.9  </a:t>
            </a:r>
            <a:r>
              <a:rPr lang="en-US" altLang="zh-CN" sz="2400">
                <a:latin typeface="Times New Roman" panose="02020603050405020304" pitchFamily="18" charset="0"/>
              </a:rPr>
              <a:t>ATM</a:t>
            </a:r>
            <a:r>
              <a:rPr lang="zh-CN" altLang="en-US" sz="2400">
                <a:latin typeface="Times New Roman" panose="02020603050405020304" pitchFamily="18" charset="0"/>
              </a:rPr>
              <a:t>网络的体系结构</a:t>
            </a:r>
            <a:endParaRPr lang="en-US" altLang="zh-CN" sz="2000">
              <a:latin typeface="Times New Roman" panose="02020603050405020304" pitchFamily="18" charset="0"/>
            </a:endParaRPr>
          </a:p>
        </p:txBody>
      </p:sp>
      <p:sp>
        <p:nvSpPr>
          <p:cNvPr id="868357" name="Line 5">
            <a:extLst>
              <a:ext uri="{FF2B5EF4-FFF2-40B4-BE49-F238E27FC236}">
                <a16:creationId xmlns:a16="http://schemas.microsoft.com/office/drawing/2014/main" id="{0B3A4050-9338-D7AC-68EC-0D500D37E3D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8359" name="Picture 7">
            <a:extLst>
              <a:ext uri="{FF2B5EF4-FFF2-40B4-BE49-F238E27FC236}">
                <a16:creationId xmlns:a16="http://schemas.microsoft.com/office/drawing/2014/main" id="{98009455-82FD-C56B-DFDD-7A6B1407A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3188" y="2154238"/>
            <a:ext cx="5942012" cy="29511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D1B4B442-219B-CD85-E3AD-78743418DC1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D6224D2D-1D2D-4FCC-AF6D-97DF225B6375}" type="slidenum">
              <a:rPr lang="en-US" altLang="zh-CN" sz="2000">
                <a:solidFill>
                  <a:schemeClr val="bg2"/>
                </a:solidFill>
              </a:rPr>
              <a:pPr/>
              <a:t>17</a:t>
            </a:fld>
            <a:endParaRPr lang="en-US" altLang="zh-CN" sz="2000">
              <a:solidFill>
                <a:schemeClr val="bg2"/>
              </a:solidFill>
            </a:endParaRPr>
          </a:p>
        </p:txBody>
      </p:sp>
      <p:sp>
        <p:nvSpPr>
          <p:cNvPr id="869378" name="Line 2">
            <a:extLst>
              <a:ext uri="{FF2B5EF4-FFF2-40B4-BE49-F238E27FC236}">
                <a16:creationId xmlns:a16="http://schemas.microsoft.com/office/drawing/2014/main" id="{3FF9CD04-3BEB-174B-66F3-6F5697881F0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9379" name="Line 3">
            <a:extLst>
              <a:ext uri="{FF2B5EF4-FFF2-40B4-BE49-F238E27FC236}">
                <a16:creationId xmlns:a16="http://schemas.microsoft.com/office/drawing/2014/main" id="{BAB0E09B-39A5-DC39-A30B-04ED20CC3BE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69380" name="Text Box 4">
            <a:extLst>
              <a:ext uri="{FF2B5EF4-FFF2-40B4-BE49-F238E27FC236}">
                <a16:creationId xmlns:a16="http://schemas.microsoft.com/office/drawing/2014/main" id="{A4E2B120-E8FD-FB23-F577-F64517AF351B}"/>
              </a:ext>
            </a:extLst>
          </p:cNvPr>
          <p:cNvSpPr txBox="1">
            <a:spLocks noChangeArrowheads="1"/>
          </p:cNvSpPr>
          <p:nvPr/>
        </p:nvSpPr>
        <p:spPr bwMode="auto">
          <a:xfrm>
            <a:off x="304800" y="762000"/>
            <a:ext cx="364490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18.10  </a:t>
            </a:r>
            <a:r>
              <a:rPr lang="en-US" altLang="zh-CN" sz="2400" dirty="0">
                <a:latin typeface="Times New Roman" charset="0"/>
                <a:ea typeface="宋体" charset="0"/>
              </a:rPr>
              <a:t>TP, VP</a:t>
            </a:r>
            <a:r>
              <a:rPr lang="zh-CN" altLang="en-US" sz="2400" dirty="0">
                <a:latin typeface="Times New Roman" charset="0"/>
                <a:ea typeface="宋体" charset="0"/>
              </a:rPr>
              <a:t>和</a:t>
            </a:r>
            <a:r>
              <a:rPr lang="en-US" altLang="zh-CN" sz="2400" dirty="0">
                <a:latin typeface="Times New Roman" charset="0"/>
                <a:ea typeface="宋体" charset="0"/>
              </a:rPr>
              <a:t>VC</a:t>
            </a:r>
            <a:endParaRPr lang="en-US" altLang="zh-CN" sz="2000" dirty="0">
              <a:latin typeface="Times New Roman" charset="0"/>
              <a:ea typeface="宋体" charset="0"/>
            </a:endParaRPr>
          </a:p>
        </p:txBody>
      </p:sp>
      <p:sp>
        <p:nvSpPr>
          <p:cNvPr id="869381" name="Line 5">
            <a:extLst>
              <a:ext uri="{FF2B5EF4-FFF2-40B4-BE49-F238E27FC236}">
                <a16:creationId xmlns:a16="http://schemas.microsoft.com/office/drawing/2014/main" id="{03526A17-99C1-1403-5E6C-9FAE1537361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69382" name="Picture 6">
            <a:extLst>
              <a:ext uri="{FF2B5EF4-FFF2-40B4-BE49-F238E27FC236}">
                <a16:creationId xmlns:a16="http://schemas.microsoft.com/office/drawing/2014/main" id="{A3F73385-0DDD-B9F9-0579-85613CECA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2286000"/>
            <a:ext cx="6015037" cy="17700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6871" name="文本框 1">
            <a:extLst>
              <a:ext uri="{FF2B5EF4-FFF2-40B4-BE49-F238E27FC236}">
                <a16:creationId xmlns:a16="http://schemas.microsoft.com/office/drawing/2014/main" id="{AC22ED13-D656-884F-7070-0D74E7BC1B92}"/>
              </a:ext>
            </a:extLst>
          </p:cNvPr>
          <p:cNvSpPr txBox="1">
            <a:spLocks noChangeArrowheads="1"/>
          </p:cNvSpPr>
          <p:nvPr/>
        </p:nvSpPr>
        <p:spPr bwMode="auto">
          <a:xfrm>
            <a:off x="838200" y="4724400"/>
            <a:ext cx="6400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kumimoji="1" lang="en-US" altLang="zh-CN" sz="2000"/>
              <a:t>TP:</a:t>
            </a:r>
            <a:r>
              <a:rPr kumimoji="1" lang="zh-CN" altLang="en-US" sz="2000"/>
              <a:t> </a:t>
            </a:r>
            <a:r>
              <a:rPr kumimoji="1" lang="en-US" altLang="zh-CN" sz="2000"/>
              <a:t>transmission</a:t>
            </a:r>
            <a:r>
              <a:rPr kumimoji="1" lang="zh-CN" altLang="en-US" sz="2000"/>
              <a:t> </a:t>
            </a:r>
            <a:r>
              <a:rPr kumimoji="1" lang="en-US" altLang="zh-CN" sz="2000"/>
              <a:t>path,</a:t>
            </a:r>
            <a:r>
              <a:rPr kumimoji="1" lang="zh-CN" altLang="en-US" sz="2000"/>
              <a:t> 传输路径</a:t>
            </a:r>
            <a:endParaRPr kumimoji="1" lang="en-US" altLang="zh-CN" sz="2000"/>
          </a:p>
          <a:p>
            <a:r>
              <a:rPr kumimoji="1" lang="en-US" altLang="zh-CN" sz="2000"/>
              <a:t>VP:</a:t>
            </a:r>
            <a:r>
              <a:rPr kumimoji="1" lang="zh-CN" altLang="en-US" sz="2000"/>
              <a:t> </a:t>
            </a:r>
            <a:r>
              <a:rPr kumimoji="1" lang="en-US" altLang="zh-CN" sz="2000"/>
              <a:t>virtual</a:t>
            </a:r>
            <a:r>
              <a:rPr kumimoji="1" lang="zh-CN" altLang="en-US" sz="2000"/>
              <a:t> </a:t>
            </a:r>
            <a:r>
              <a:rPr kumimoji="1" lang="en-US" altLang="zh-CN" sz="2000"/>
              <a:t>path,</a:t>
            </a:r>
            <a:r>
              <a:rPr kumimoji="1" lang="zh-CN" altLang="en-US" sz="2000"/>
              <a:t> 虚路径</a:t>
            </a:r>
            <a:endParaRPr kumimoji="1" lang="en-US" altLang="zh-CN" sz="2000"/>
          </a:p>
          <a:p>
            <a:r>
              <a:rPr kumimoji="1" lang="en-US" altLang="zh-CN" sz="2000"/>
              <a:t>VC:</a:t>
            </a:r>
            <a:r>
              <a:rPr kumimoji="1" lang="zh-CN" altLang="en-US" sz="2000"/>
              <a:t> </a:t>
            </a:r>
            <a:r>
              <a:rPr kumimoji="1" lang="en-US" altLang="zh-CN" sz="2000"/>
              <a:t>virtual</a:t>
            </a:r>
            <a:r>
              <a:rPr kumimoji="1" lang="zh-CN" altLang="en-US" sz="2000"/>
              <a:t> </a:t>
            </a:r>
            <a:r>
              <a:rPr kumimoji="1" lang="en-US" altLang="zh-CN" sz="2000"/>
              <a:t>circuit,</a:t>
            </a:r>
            <a:r>
              <a:rPr kumimoji="1" lang="zh-CN" altLang="en-US" sz="2000"/>
              <a:t> 虚电路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2B9D4901-F7F0-CFAD-5D4F-B22FE75B364F}"/>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077DC57F-5D9D-4AC4-A734-32A74CA682BA}" type="slidenum">
              <a:rPr lang="en-US" altLang="zh-CN" sz="2000">
                <a:solidFill>
                  <a:schemeClr val="bg2"/>
                </a:solidFill>
              </a:rPr>
              <a:pPr/>
              <a:t>18</a:t>
            </a:fld>
            <a:endParaRPr lang="en-US" altLang="zh-CN" sz="2000">
              <a:solidFill>
                <a:schemeClr val="bg2"/>
              </a:solidFill>
            </a:endParaRPr>
          </a:p>
        </p:txBody>
      </p:sp>
      <p:sp>
        <p:nvSpPr>
          <p:cNvPr id="870402" name="Line 2">
            <a:extLst>
              <a:ext uri="{FF2B5EF4-FFF2-40B4-BE49-F238E27FC236}">
                <a16:creationId xmlns:a16="http://schemas.microsoft.com/office/drawing/2014/main" id="{EF45B1DD-8C66-9C57-C44C-96CFAE95CB7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0403" name="Line 3">
            <a:extLst>
              <a:ext uri="{FF2B5EF4-FFF2-40B4-BE49-F238E27FC236}">
                <a16:creationId xmlns:a16="http://schemas.microsoft.com/office/drawing/2014/main" id="{C7B4440D-3EAE-A15C-57A7-0299F0EA26D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0404" name="Text Box 4">
            <a:extLst>
              <a:ext uri="{FF2B5EF4-FFF2-40B4-BE49-F238E27FC236}">
                <a16:creationId xmlns:a16="http://schemas.microsoft.com/office/drawing/2014/main" id="{E8A0AD73-EE57-A363-3C78-2A64D82BA56D}"/>
              </a:ext>
            </a:extLst>
          </p:cNvPr>
          <p:cNvSpPr txBox="1">
            <a:spLocks noChangeArrowheads="1"/>
          </p:cNvSpPr>
          <p:nvPr/>
        </p:nvSpPr>
        <p:spPr bwMode="auto">
          <a:xfrm>
            <a:off x="304800" y="762000"/>
            <a:ext cx="403701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18.11  </a:t>
            </a:r>
            <a:r>
              <a:rPr lang="en-US" altLang="zh-CN" sz="2400" dirty="0">
                <a:latin typeface="Times New Roman" charset="0"/>
                <a:ea typeface="宋体" charset="0"/>
              </a:rPr>
              <a:t>VP</a:t>
            </a:r>
            <a:r>
              <a:rPr lang="zh-CN" altLang="en-US" sz="2400" dirty="0">
                <a:latin typeface="Times New Roman" charset="0"/>
                <a:ea typeface="宋体" charset="0"/>
              </a:rPr>
              <a:t>和</a:t>
            </a:r>
            <a:r>
              <a:rPr lang="en-US" altLang="zh-CN" sz="2400" dirty="0">
                <a:latin typeface="Times New Roman" charset="0"/>
                <a:ea typeface="宋体" charset="0"/>
              </a:rPr>
              <a:t>VC</a:t>
            </a:r>
            <a:r>
              <a:rPr lang="zh-CN" altLang="en-US" sz="2400" dirty="0">
                <a:latin typeface="Times New Roman" charset="0"/>
                <a:ea typeface="宋体" charset="0"/>
              </a:rPr>
              <a:t>的例子</a:t>
            </a:r>
            <a:endParaRPr lang="en-US" altLang="zh-CN" sz="2000" dirty="0">
              <a:latin typeface="Times New Roman" charset="0"/>
              <a:ea typeface="宋体" charset="0"/>
            </a:endParaRPr>
          </a:p>
        </p:txBody>
      </p:sp>
      <p:sp>
        <p:nvSpPr>
          <p:cNvPr id="870405" name="Line 5">
            <a:extLst>
              <a:ext uri="{FF2B5EF4-FFF2-40B4-BE49-F238E27FC236}">
                <a16:creationId xmlns:a16="http://schemas.microsoft.com/office/drawing/2014/main" id="{DCA2F654-4FDB-EFFD-7CD1-4560C4B64B8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0406" name="Picture 6">
            <a:extLst>
              <a:ext uri="{FF2B5EF4-FFF2-40B4-BE49-F238E27FC236}">
                <a16:creationId xmlns:a16="http://schemas.microsoft.com/office/drawing/2014/main" id="{271554FA-4D3A-B020-B787-05D3C7D8B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2232025"/>
            <a:ext cx="5538787" cy="2797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幻灯片编号占位符 1">
            <a:extLst>
              <a:ext uri="{FF2B5EF4-FFF2-40B4-BE49-F238E27FC236}">
                <a16:creationId xmlns:a16="http://schemas.microsoft.com/office/drawing/2014/main" id="{7BDE2177-DDBC-6472-CB76-625FECB1C2D0}"/>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A6A9ECB7-4937-4193-B3F5-23D564E5613B}" type="slidenum">
              <a:rPr lang="en-US" altLang="zh-CN" sz="2000">
                <a:solidFill>
                  <a:schemeClr val="bg2"/>
                </a:solidFill>
              </a:rPr>
              <a:pPr/>
              <a:t>19</a:t>
            </a:fld>
            <a:endParaRPr lang="en-US" altLang="zh-CN" sz="2000">
              <a:solidFill>
                <a:schemeClr val="bg2"/>
              </a:solidFill>
            </a:endParaRPr>
          </a:p>
        </p:txBody>
      </p:sp>
      <p:sp>
        <p:nvSpPr>
          <p:cNvPr id="892930" name="Rectangle 2">
            <a:extLst>
              <a:ext uri="{FF2B5EF4-FFF2-40B4-BE49-F238E27FC236}">
                <a16:creationId xmlns:a16="http://schemas.microsoft.com/office/drawing/2014/main" id="{16CF164C-6330-9B95-974E-ACAE7A1DE23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2931" name="Rectangle 3">
            <a:extLst>
              <a:ext uri="{FF2B5EF4-FFF2-40B4-BE49-F238E27FC236}">
                <a16:creationId xmlns:a16="http://schemas.microsoft.com/office/drawing/2014/main" id="{74AEAF37-803C-06C4-4081-9F99F94B007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2932" name="Rectangle 4">
            <a:extLst>
              <a:ext uri="{FF2B5EF4-FFF2-40B4-BE49-F238E27FC236}">
                <a16:creationId xmlns:a16="http://schemas.microsoft.com/office/drawing/2014/main" id="{4EAFCDA2-C7F5-E22A-B86E-8938DC3FAA4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2933" name="Rectangle 5">
            <a:extLst>
              <a:ext uri="{FF2B5EF4-FFF2-40B4-BE49-F238E27FC236}">
                <a16:creationId xmlns:a16="http://schemas.microsoft.com/office/drawing/2014/main" id="{21E0B87D-988A-F693-E39A-5633E0E7838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2934" name="Rectangle 6">
            <a:extLst>
              <a:ext uri="{FF2B5EF4-FFF2-40B4-BE49-F238E27FC236}">
                <a16:creationId xmlns:a16="http://schemas.microsoft.com/office/drawing/2014/main" id="{34DBC255-18DA-9772-EA35-792271ED75B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2935" name="Rectangle 7">
            <a:extLst>
              <a:ext uri="{FF2B5EF4-FFF2-40B4-BE49-F238E27FC236}">
                <a16:creationId xmlns:a16="http://schemas.microsoft.com/office/drawing/2014/main" id="{268B7F40-95D4-98DD-F6C7-A80E9ADB190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2936" name="Rectangle 8">
            <a:extLst>
              <a:ext uri="{FF2B5EF4-FFF2-40B4-BE49-F238E27FC236}">
                <a16:creationId xmlns:a16="http://schemas.microsoft.com/office/drawing/2014/main" id="{FA292B8F-6C22-2534-B2FC-3D900192FA7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zh-CN" altLang="en-US" sz="2400" b="0">
              <a:latin typeface="Tahoma" charset="0"/>
              <a:ea typeface="宋体" charset="0"/>
            </a:endParaRPr>
          </a:p>
        </p:txBody>
      </p:sp>
      <p:sp>
        <p:nvSpPr>
          <p:cNvPr id="892937" name="Line 9">
            <a:extLst>
              <a:ext uri="{FF2B5EF4-FFF2-40B4-BE49-F238E27FC236}">
                <a16:creationId xmlns:a16="http://schemas.microsoft.com/office/drawing/2014/main" id="{7DA4A66E-3FA3-2A3A-8DD1-04F133CB4C0B}"/>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2938" name="Line 10">
            <a:extLst>
              <a:ext uri="{FF2B5EF4-FFF2-40B4-BE49-F238E27FC236}">
                <a16:creationId xmlns:a16="http://schemas.microsoft.com/office/drawing/2014/main" id="{3AFF0F07-6859-00BF-70F5-BF3AE9396882}"/>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92939" name="Rectangle 11">
            <a:extLst>
              <a:ext uri="{FF2B5EF4-FFF2-40B4-BE49-F238E27FC236}">
                <a16:creationId xmlns:a16="http://schemas.microsoft.com/office/drawing/2014/main" id="{3C67033F-EFDA-E641-79C0-A5300E615057}"/>
              </a:ext>
            </a:extLst>
          </p:cNvPr>
          <p:cNvSpPr>
            <a:spLocks noChangeArrowheads="1"/>
          </p:cNvSpPr>
          <p:nvPr/>
        </p:nvSpPr>
        <p:spPr bwMode="auto">
          <a:xfrm>
            <a:off x="495300" y="2759075"/>
            <a:ext cx="8077200" cy="1077913"/>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zh-CN" altLang="en-US"/>
              <a:t>一个虚连接由一对数字定义</a:t>
            </a:r>
            <a:r>
              <a:rPr lang="en-US" altLang="zh-CN"/>
              <a:t>: </a:t>
            </a:r>
            <a:br>
              <a:rPr lang="en-US" altLang="zh-CN"/>
            </a:br>
            <a:r>
              <a:rPr lang="en-US" altLang="zh-CN"/>
              <a:t>VPI</a:t>
            </a:r>
            <a:r>
              <a:rPr lang="zh-CN" altLang="en-US"/>
              <a:t>和</a:t>
            </a:r>
            <a:r>
              <a:rPr lang="en-US" altLang="zh-CN"/>
              <a:t>VCI.</a:t>
            </a:r>
          </a:p>
        </p:txBody>
      </p:sp>
      <p:grpSp>
        <p:nvGrpSpPr>
          <p:cNvPr id="40972" name="Group 12">
            <a:extLst>
              <a:ext uri="{FF2B5EF4-FFF2-40B4-BE49-F238E27FC236}">
                <a16:creationId xmlns:a16="http://schemas.microsoft.com/office/drawing/2014/main" id="{FA025487-471C-C2C5-34CF-027EE2793362}"/>
              </a:ext>
            </a:extLst>
          </p:cNvPr>
          <p:cNvGrpSpPr>
            <a:grpSpLocks/>
          </p:cNvGrpSpPr>
          <p:nvPr/>
        </p:nvGrpSpPr>
        <p:grpSpPr bwMode="auto">
          <a:xfrm>
            <a:off x="457200" y="1981200"/>
            <a:ext cx="1143000" cy="566738"/>
            <a:chOff x="1200" y="1248"/>
            <a:chExt cx="720" cy="357"/>
          </a:xfrm>
        </p:grpSpPr>
        <p:pic>
          <p:nvPicPr>
            <p:cNvPr id="892941" name="Picture 13">
              <a:extLst>
                <a:ext uri="{FF2B5EF4-FFF2-40B4-BE49-F238E27FC236}">
                  <a16:creationId xmlns:a16="http://schemas.microsoft.com/office/drawing/2014/main" id="{2694B0B6-C7B2-9BC5-C800-AB18AF791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92942" name="Text Box 14">
              <a:extLst>
                <a:ext uri="{FF2B5EF4-FFF2-40B4-BE49-F238E27FC236}">
                  <a16:creationId xmlns:a16="http://schemas.microsoft.com/office/drawing/2014/main" id="{E38FA303-D5F6-2C47-8444-DF9BC3B039B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800" i="1">
                  <a:solidFill>
                    <a:schemeClr val="hlink"/>
                  </a:solidFill>
                  <a:latin typeface="Times New Roman" charset="0"/>
                  <a:ea typeface="宋体" charset="0"/>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C1B367CF-3A36-894F-0E05-5EE532D25A33}"/>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7EAA558A-BB68-43D1-8CD3-1A0CD2E3D450}" type="slidenum">
              <a:rPr lang="en-US" altLang="zh-CN" sz="2000">
                <a:solidFill>
                  <a:schemeClr val="bg2"/>
                </a:solidFill>
              </a:rPr>
              <a:pPr/>
              <a:t>20</a:t>
            </a:fld>
            <a:endParaRPr lang="en-US" altLang="zh-CN" sz="2000">
              <a:solidFill>
                <a:schemeClr val="bg2"/>
              </a:solidFill>
            </a:endParaRPr>
          </a:p>
        </p:txBody>
      </p:sp>
      <p:sp>
        <p:nvSpPr>
          <p:cNvPr id="871426" name="Line 2">
            <a:extLst>
              <a:ext uri="{FF2B5EF4-FFF2-40B4-BE49-F238E27FC236}">
                <a16:creationId xmlns:a16="http://schemas.microsoft.com/office/drawing/2014/main" id="{CD52A171-7455-3FDD-55A8-7CF16643D60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1427" name="Line 3">
            <a:extLst>
              <a:ext uri="{FF2B5EF4-FFF2-40B4-BE49-F238E27FC236}">
                <a16:creationId xmlns:a16="http://schemas.microsoft.com/office/drawing/2014/main" id="{3D4263B9-1E18-95B8-3A91-F10A0E9CF6F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1428" name="Text Box 4">
            <a:extLst>
              <a:ext uri="{FF2B5EF4-FFF2-40B4-BE49-F238E27FC236}">
                <a16:creationId xmlns:a16="http://schemas.microsoft.com/office/drawing/2014/main" id="{2E6F7A68-F386-7D41-AEF9-DE1BF3A31E52}"/>
              </a:ext>
            </a:extLst>
          </p:cNvPr>
          <p:cNvSpPr txBox="1">
            <a:spLocks noChangeArrowheads="1"/>
          </p:cNvSpPr>
          <p:nvPr/>
        </p:nvSpPr>
        <p:spPr bwMode="auto">
          <a:xfrm>
            <a:off x="304800" y="762000"/>
            <a:ext cx="351313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18.12  </a:t>
            </a:r>
            <a:r>
              <a:rPr lang="zh-CN" altLang="en-US" sz="2400">
                <a:latin typeface="Times New Roman" panose="02020603050405020304" pitchFamily="18" charset="0"/>
              </a:rPr>
              <a:t>连接标识符</a:t>
            </a:r>
            <a:endParaRPr lang="en-US" altLang="zh-CN" sz="2000">
              <a:latin typeface="Times New Roman" panose="02020603050405020304" pitchFamily="18" charset="0"/>
            </a:endParaRPr>
          </a:p>
        </p:txBody>
      </p:sp>
      <p:sp>
        <p:nvSpPr>
          <p:cNvPr id="871429" name="Line 5">
            <a:extLst>
              <a:ext uri="{FF2B5EF4-FFF2-40B4-BE49-F238E27FC236}">
                <a16:creationId xmlns:a16="http://schemas.microsoft.com/office/drawing/2014/main" id="{872E9F94-B545-6AFE-4D8A-43C8546B77C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1430" name="Picture 6">
            <a:extLst>
              <a:ext uri="{FF2B5EF4-FFF2-40B4-BE49-F238E27FC236}">
                <a16:creationId xmlns:a16="http://schemas.microsoft.com/office/drawing/2014/main" id="{EE45E44D-2BF6-AFA7-CFF4-7682E7079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025" y="1751013"/>
            <a:ext cx="7394575" cy="39639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D8DA6AF6-5E6C-1397-6C74-C0CB97B89F9A}"/>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FB9CC772-7560-40B5-9D63-770358681B95}" type="slidenum">
              <a:rPr lang="en-US" altLang="zh-CN" sz="2000">
                <a:solidFill>
                  <a:schemeClr val="bg2"/>
                </a:solidFill>
              </a:rPr>
              <a:pPr/>
              <a:t>21</a:t>
            </a:fld>
            <a:endParaRPr lang="en-US" altLang="zh-CN" sz="2000">
              <a:solidFill>
                <a:schemeClr val="bg2"/>
              </a:solidFill>
            </a:endParaRPr>
          </a:p>
        </p:txBody>
      </p:sp>
      <p:sp>
        <p:nvSpPr>
          <p:cNvPr id="872450" name="Line 2">
            <a:extLst>
              <a:ext uri="{FF2B5EF4-FFF2-40B4-BE49-F238E27FC236}">
                <a16:creationId xmlns:a16="http://schemas.microsoft.com/office/drawing/2014/main" id="{133947C0-08DA-C492-720D-3CB230CAC33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2451" name="Line 3">
            <a:extLst>
              <a:ext uri="{FF2B5EF4-FFF2-40B4-BE49-F238E27FC236}">
                <a16:creationId xmlns:a16="http://schemas.microsoft.com/office/drawing/2014/main" id="{60A6DE78-43DB-84B3-17E8-69B43EDD919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2452" name="Text Box 4">
            <a:extLst>
              <a:ext uri="{FF2B5EF4-FFF2-40B4-BE49-F238E27FC236}">
                <a16:creationId xmlns:a16="http://schemas.microsoft.com/office/drawing/2014/main" id="{D506AED2-A9D4-C959-F40B-453F0CB6C9DB}"/>
              </a:ext>
            </a:extLst>
          </p:cNvPr>
          <p:cNvSpPr txBox="1">
            <a:spLocks noChangeArrowheads="1"/>
          </p:cNvSpPr>
          <p:nvPr/>
        </p:nvSpPr>
        <p:spPr bwMode="auto">
          <a:xfrm>
            <a:off x="304800" y="762000"/>
            <a:ext cx="58721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18.13  </a:t>
            </a:r>
            <a:r>
              <a:rPr lang="en-US" altLang="zh-CN" sz="2400">
                <a:latin typeface="Times New Roman" panose="02020603050405020304" pitchFamily="18" charset="0"/>
              </a:rPr>
              <a:t>UNI</a:t>
            </a:r>
            <a:r>
              <a:rPr lang="zh-CN" altLang="en-US" sz="2400">
                <a:latin typeface="Times New Roman" panose="02020603050405020304" pitchFamily="18" charset="0"/>
              </a:rPr>
              <a:t>和</a:t>
            </a:r>
            <a:r>
              <a:rPr lang="en-US" altLang="zh-CN" sz="2400">
                <a:latin typeface="Times New Roman" panose="02020603050405020304" pitchFamily="18" charset="0"/>
              </a:rPr>
              <a:t>NNI</a:t>
            </a:r>
            <a:r>
              <a:rPr lang="zh-CN" altLang="en-US" sz="2400">
                <a:latin typeface="Times New Roman" panose="02020603050405020304" pitchFamily="18" charset="0"/>
              </a:rPr>
              <a:t>中的虚连接标识符</a:t>
            </a:r>
            <a:endParaRPr lang="en-US" altLang="zh-CN" sz="2000">
              <a:latin typeface="Times New Roman" panose="02020603050405020304" pitchFamily="18" charset="0"/>
            </a:endParaRPr>
          </a:p>
        </p:txBody>
      </p:sp>
      <p:sp>
        <p:nvSpPr>
          <p:cNvPr id="872453" name="Line 5">
            <a:extLst>
              <a:ext uri="{FF2B5EF4-FFF2-40B4-BE49-F238E27FC236}">
                <a16:creationId xmlns:a16="http://schemas.microsoft.com/office/drawing/2014/main" id="{9A28EEA1-2CD2-7C9D-4257-D3698F5FF1A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2454" name="Picture 6">
            <a:extLst>
              <a:ext uri="{FF2B5EF4-FFF2-40B4-BE49-F238E27FC236}">
                <a16:creationId xmlns:a16="http://schemas.microsoft.com/office/drawing/2014/main" id="{09689480-DE6B-92B5-8A4B-130DAA0D0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862263"/>
            <a:ext cx="8839200" cy="1557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3E252789-215C-62EC-E52E-5B1E34DEAB85}"/>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9DE4C85B-E28C-4D5C-A349-7D0F7FB24E7B}" type="slidenum">
              <a:rPr lang="en-US" altLang="zh-CN" sz="2000">
                <a:solidFill>
                  <a:schemeClr val="bg2"/>
                </a:solidFill>
              </a:rPr>
              <a:pPr/>
              <a:t>22</a:t>
            </a:fld>
            <a:endParaRPr lang="en-US" altLang="zh-CN" sz="2000">
              <a:solidFill>
                <a:schemeClr val="bg2"/>
              </a:solidFill>
            </a:endParaRPr>
          </a:p>
        </p:txBody>
      </p:sp>
      <p:sp>
        <p:nvSpPr>
          <p:cNvPr id="873474" name="Line 2">
            <a:extLst>
              <a:ext uri="{FF2B5EF4-FFF2-40B4-BE49-F238E27FC236}">
                <a16:creationId xmlns:a16="http://schemas.microsoft.com/office/drawing/2014/main" id="{832CD398-8C03-1B47-3168-BBCA41E7485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3475" name="Line 3">
            <a:extLst>
              <a:ext uri="{FF2B5EF4-FFF2-40B4-BE49-F238E27FC236}">
                <a16:creationId xmlns:a16="http://schemas.microsoft.com/office/drawing/2014/main" id="{89F365ED-E402-78AD-5481-0DFD870BB3E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3476" name="Text Box 4">
            <a:extLst>
              <a:ext uri="{FF2B5EF4-FFF2-40B4-BE49-F238E27FC236}">
                <a16:creationId xmlns:a16="http://schemas.microsoft.com/office/drawing/2014/main" id="{B501B8BF-0805-0DFB-D2E9-3B34262C2067}"/>
              </a:ext>
            </a:extLst>
          </p:cNvPr>
          <p:cNvSpPr txBox="1">
            <a:spLocks noChangeArrowheads="1"/>
          </p:cNvSpPr>
          <p:nvPr/>
        </p:nvSpPr>
        <p:spPr bwMode="auto">
          <a:xfrm>
            <a:off x="304800" y="762000"/>
            <a:ext cx="32686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18.14  </a:t>
            </a:r>
            <a:r>
              <a:rPr lang="en-US" altLang="zh-CN" sz="2400" dirty="0">
                <a:latin typeface="Times New Roman" charset="0"/>
                <a:ea typeface="宋体" charset="0"/>
              </a:rPr>
              <a:t>ATM</a:t>
            </a:r>
            <a:r>
              <a:rPr lang="zh-CN" altLang="en-US" sz="2400" dirty="0">
                <a:latin typeface="Times New Roman" charset="0"/>
                <a:ea typeface="宋体" charset="0"/>
              </a:rPr>
              <a:t>信元</a:t>
            </a:r>
            <a:endParaRPr lang="en-US" altLang="zh-CN" sz="2000" dirty="0">
              <a:latin typeface="Times New Roman" charset="0"/>
              <a:ea typeface="宋体" charset="0"/>
            </a:endParaRPr>
          </a:p>
        </p:txBody>
      </p:sp>
      <p:sp>
        <p:nvSpPr>
          <p:cNvPr id="873477" name="Line 5">
            <a:extLst>
              <a:ext uri="{FF2B5EF4-FFF2-40B4-BE49-F238E27FC236}">
                <a16:creationId xmlns:a16="http://schemas.microsoft.com/office/drawing/2014/main" id="{561690FC-79FB-3582-2C4A-90BCB0E6919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3478" name="Picture 6">
            <a:extLst>
              <a:ext uri="{FF2B5EF4-FFF2-40B4-BE49-F238E27FC236}">
                <a16:creationId xmlns:a16="http://schemas.microsoft.com/office/drawing/2014/main" id="{9EEA8449-589C-D89A-1BEE-30B32928F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2327275"/>
            <a:ext cx="7694613" cy="2203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C2A4B7A1-FE84-C9A8-7F38-E410A63A02DE}"/>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C90E12CF-ADAD-438D-B7BD-AC1B2C3162A8}" type="slidenum">
              <a:rPr lang="en-US" altLang="zh-CN" sz="2000">
                <a:solidFill>
                  <a:schemeClr val="bg2"/>
                </a:solidFill>
              </a:rPr>
              <a:pPr/>
              <a:t>23</a:t>
            </a:fld>
            <a:endParaRPr lang="en-US" altLang="zh-CN" sz="2000">
              <a:solidFill>
                <a:schemeClr val="bg2"/>
              </a:solidFill>
            </a:endParaRPr>
          </a:p>
        </p:txBody>
      </p:sp>
      <p:sp>
        <p:nvSpPr>
          <p:cNvPr id="874498" name="Line 2">
            <a:extLst>
              <a:ext uri="{FF2B5EF4-FFF2-40B4-BE49-F238E27FC236}">
                <a16:creationId xmlns:a16="http://schemas.microsoft.com/office/drawing/2014/main" id="{056097EE-5FA4-2C8E-7FA2-F157BB42895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4499" name="Line 3">
            <a:extLst>
              <a:ext uri="{FF2B5EF4-FFF2-40B4-BE49-F238E27FC236}">
                <a16:creationId xmlns:a16="http://schemas.microsoft.com/office/drawing/2014/main" id="{0EBCB89F-3812-88FF-C12A-16B9073C602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4500" name="Text Box 4">
            <a:extLst>
              <a:ext uri="{FF2B5EF4-FFF2-40B4-BE49-F238E27FC236}">
                <a16:creationId xmlns:a16="http://schemas.microsoft.com/office/drawing/2014/main" id="{58777370-68AA-65C9-FAEF-5AAF1D16380F}"/>
              </a:ext>
            </a:extLst>
          </p:cNvPr>
          <p:cNvSpPr txBox="1">
            <a:spLocks noChangeArrowheads="1"/>
          </p:cNvSpPr>
          <p:nvPr/>
        </p:nvSpPr>
        <p:spPr bwMode="auto">
          <a:xfrm>
            <a:off x="304800" y="762000"/>
            <a:ext cx="382111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18.15  </a:t>
            </a:r>
            <a:r>
              <a:rPr lang="zh-CN" altLang="en-US" sz="2400">
                <a:latin typeface="Times New Roman" panose="02020603050405020304" pitchFamily="18" charset="0"/>
              </a:rPr>
              <a:t>交换机的路由</a:t>
            </a:r>
            <a:endParaRPr lang="en-US" altLang="zh-CN" sz="2000">
              <a:latin typeface="Times New Roman" panose="02020603050405020304" pitchFamily="18" charset="0"/>
            </a:endParaRPr>
          </a:p>
        </p:txBody>
      </p:sp>
      <p:sp>
        <p:nvSpPr>
          <p:cNvPr id="874501" name="Line 5">
            <a:extLst>
              <a:ext uri="{FF2B5EF4-FFF2-40B4-BE49-F238E27FC236}">
                <a16:creationId xmlns:a16="http://schemas.microsoft.com/office/drawing/2014/main" id="{E5D1443B-EA15-3592-E5EC-C2936DAAB90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4502" name="Picture 6">
            <a:extLst>
              <a:ext uri="{FF2B5EF4-FFF2-40B4-BE49-F238E27FC236}">
                <a16:creationId xmlns:a16="http://schemas.microsoft.com/office/drawing/2014/main" id="{46F0487E-4EC4-2FD9-4E4E-86484B2CC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1985963"/>
            <a:ext cx="6362700" cy="28908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854E823B-42A1-D347-1B3D-5B139ABF458E}"/>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48218422-1EA3-416F-A3A4-0E65BB3D1820}" type="slidenum">
              <a:rPr lang="en-US" altLang="zh-CN" sz="2000">
                <a:solidFill>
                  <a:schemeClr val="bg2"/>
                </a:solidFill>
              </a:rPr>
              <a:pPr/>
              <a:t>24</a:t>
            </a:fld>
            <a:endParaRPr lang="en-US" altLang="zh-CN" sz="2000">
              <a:solidFill>
                <a:schemeClr val="bg2"/>
              </a:solidFill>
            </a:endParaRPr>
          </a:p>
        </p:txBody>
      </p:sp>
      <p:sp>
        <p:nvSpPr>
          <p:cNvPr id="875522" name="Line 2">
            <a:extLst>
              <a:ext uri="{FF2B5EF4-FFF2-40B4-BE49-F238E27FC236}">
                <a16:creationId xmlns:a16="http://schemas.microsoft.com/office/drawing/2014/main" id="{5973F6CF-813E-5963-E3EE-C8C3A530D32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5523" name="Line 3">
            <a:extLst>
              <a:ext uri="{FF2B5EF4-FFF2-40B4-BE49-F238E27FC236}">
                <a16:creationId xmlns:a16="http://schemas.microsoft.com/office/drawing/2014/main" id="{F8834128-4136-B195-A7DD-119A2AB82C0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5524" name="Text Box 4">
            <a:extLst>
              <a:ext uri="{FF2B5EF4-FFF2-40B4-BE49-F238E27FC236}">
                <a16:creationId xmlns:a16="http://schemas.microsoft.com/office/drawing/2014/main" id="{727686CE-0EF9-98BE-38C5-0332C07208FC}"/>
              </a:ext>
            </a:extLst>
          </p:cNvPr>
          <p:cNvSpPr txBox="1">
            <a:spLocks noChangeArrowheads="1"/>
          </p:cNvSpPr>
          <p:nvPr/>
        </p:nvSpPr>
        <p:spPr bwMode="auto">
          <a:xfrm>
            <a:off x="304800" y="762000"/>
            <a:ext cx="296068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18.16  </a:t>
            </a:r>
            <a:r>
              <a:rPr lang="en-US" altLang="zh-CN" sz="2400" dirty="0">
                <a:latin typeface="Times New Roman" charset="0"/>
                <a:ea typeface="宋体" charset="0"/>
              </a:rPr>
              <a:t>ATM</a:t>
            </a:r>
            <a:r>
              <a:rPr lang="zh-CN" altLang="en-US" sz="2400" dirty="0">
                <a:latin typeface="Times New Roman" charset="0"/>
                <a:ea typeface="宋体" charset="0"/>
              </a:rPr>
              <a:t>层</a:t>
            </a:r>
            <a:endParaRPr lang="en-US" altLang="zh-CN" sz="2000" dirty="0">
              <a:latin typeface="Times New Roman" charset="0"/>
              <a:ea typeface="宋体" charset="0"/>
            </a:endParaRPr>
          </a:p>
        </p:txBody>
      </p:sp>
      <p:sp>
        <p:nvSpPr>
          <p:cNvPr id="875525" name="Line 5">
            <a:extLst>
              <a:ext uri="{FF2B5EF4-FFF2-40B4-BE49-F238E27FC236}">
                <a16:creationId xmlns:a16="http://schemas.microsoft.com/office/drawing/2014/main" id="{C531A6B1-8306-C902-FE47-C442B80E242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5526" name="Picture 6">
            <a:extLst>
              <a:ext uri="{FF2B5EF4-FFF2-40B4-BE49-F238E27FC236}">
                <a16:creationId xmlns:a16="http://schemas.microsoft.com/office/drawing/2014/main" id="{3A926798-FB42-693C-A8E6-32C4E42D4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1860550"/>
            <a:ext cx="6462712" cy="2863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DAED978D-FCA8-E6F5-C5AA-08DB754576B5}"/>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1D9D65C0-58B7-490F-AC6C-8FAA2302FF46}" type="slidenum">
              <a:rPr lang="en-US" altLang="zh-CN" sz="2000">
                <a:solidFill>
                  <a:schemeClr val="bg2"/>
                </a:solidFill>
              </a:rPr>
              <a:pPr/>
              <a:t>25</a:t>
            </a:fld>
            <a:endParaRPr lang="en-US" altLang="zh-CN" sz="2000">
              <a:solidFill>
                <a:schemeClr val="bg2"/>
              </a:solidFill>
            </a:endParaRPr>
          </a:p>
        </p:txBody>
      </p:sp>
      <p:sp>
        <p:nvSpPr>
          <p:cNvPr id="876546" name="Line 2">
            <a:extLst>
              <a:ext uri="{FF2B5EF4-FFF2-40B4-BE49-F238E27FC236}">
                <a16:creationId xmlns:a16="http://schemas.microsoft.com/office/drawing/2014/main" id="{F8F3F478-A6A0-1E93-2CEF-CCAD388876C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6547" name="Line 3">
            <a:extLst>
              <a:ext uri="{FF2B5EF4-FFF2-40B4-BE49-F238E27FC236}">
                <a16:creationId xmlns:a16="http://schemas.microsoft.com/office/drawing/2014/main" id="{E6F2FA05-26EE-ACF2-CF2D-FB53DA61AA2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6548" name="Text Box 4">
            <a:extLst>
              <a:ext uri="{FF2B5EF4-FFF2-40B4-BE49-F238E27FC236}">
                <a16:creationId xmlns:a16="http://schemas.microsoft.com/office/drawing/2014/main" id="{2D146603-4BDC-C2A7-6312-BD3930DC5E2E}"/>
              </a:ext>
            </a:extLst>
          </p:cNvPr>
          <p:cNvSpPr txBox="1">
            <a:spLocks noChangeArrowheads="1"/>
          </p:cNvSpPr>
          <p:nvPr/>
        </p:nvSpPr>
        <p:spPr bwMode="auto">
          <a:xfrm>
            <a:off x="304800" y="762000"/>
            <a:ext cx="591820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18.17  </a:t>
            </a:r>
            <a:r>
              <a:rPr lang="zh-CN" altLang="en-US" sz="2400">
                <a:latin typeface="Times New Roman" panose="02020603050405020304" pitchFamily="18" charset="0"/>
              </a:rPr>
              <a:t>端设备和交换机中的</a:t>
            </a:r>
            <a:r>
              <a:rPr lang="en-US" altLang="zh-CN" sz="2400">
                <a:latin typeface="Times New Roman" panose="02020603050405020304" pitchFamily="18" charset="0"/>
              </a:rPr>
              <a:t>ATM</a:t>
            </a:r>
            <a:r>
              <a:rPr lang="zh-CN" altLang="en-US" sz="2400">
                <a:latin typeface="Times New Roman" panose="02020603050405020304" pitchFamily="18" charset="0"/>
              </a:rPr>
              <a:t>层</a:t>
            </a:r>
            <a:endParaRPr lang="en-US" altLang="zh-CN" sz="2000">
              <a:latin typeface="Times New Roman" panose="02020603050405020304" pitchFamily="18" charset="0"/>
            </a:endParaRPr>
          </a:p>
        </p:txBody>
      </p:sp>
      <p:sp>
        <p:nvSpPr>
          <p:cNvPr id="876549" name="Line 5">
            <a:extLst>
              <a:ext uri="{FF2B5EF4-FFF2-40B4-BE49-F238E27FC236}">
                <a16:creationId xmlns:a16="http://schemas.microsoft.com/office/drawing/2014/main" id="{8C1E0724-5729-2A9E-4BDD-B6B031CDA3B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6550" name="Picture 6">
            <a:extLst>
              <a:ext uri="{FF2B5EF4-FFF2-40B4-BE49-F238E27FC236}">
                <a16:creationId xmlns:a16="http://schemas.microsoft.com/office/drawing/2014/main" id="{3682CC71-FE85-589C-22DC-E0806A5E6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5" y="2251075"/>
            <a:ext cx="6435725" cy="2473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C6C8A80A-D978-7B1F-F6CA-2A36D71BDE10}"/>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7BC68398-9A79-44EE-86C6-AEE6D2395F32}" type="slidenum">
              <a:rPr lang="en-US" altLang="zh-CN" sz="2000">
                <a:solidFill>
                  <a:schemeClr val="bg2"/>
                </a:solidFill>
              </a:rPr>
              <a:pPr/>
              <a:t>26</a:t>
            </a:fld>
            <a:endParaRPr lang="en-US" altLang="zh-CN" sz="2000">
              <a:solidFill>
                <a:schemeClr val="bg2"/>
              </a:solidFill>
            </a:endParaRPr>
          </a:p>
        </p:txBody>
      </p:sp>
      <p:sp>
        <p:nvSpPr>
          <p:cNvPr id="877570" name="Line 2">
            <a:extLst>
              <a:ext uri="{FF2B5EF4-FFF2-40B4-BE49-F238E27FC236}">
                <a16:creationId xmlns:a16="http://schemas.microsoft.com/office/drawing/2014/main" id="{5D0E8218-1D62-675D-005C-AA1FD2BB1A8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7571" name="Line 3">
            <a:extLst>
              <a:ext uri="{FF2B5EF4-FFF2-40B4-BE49-F238E27FC236}">
                <a16:creationId xmlns:a16="http://schemas.microsoft.com/office/drawing/2014/main" id="{8FA56D29-3093-85DF-6142-C73BD0B8547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7572" name="Text Box 4">
            <a:extLst>
              <a:ext uri="{FF2B5EF4-FFF2-40B4-BE49-F238E27FC236}">
                <a16:creationId xmlns:a16="http://schemas.microsoft.com/office/drawing/2014/main" id="{AE05A065-386C-E959-0821-C6B8E190B6E7}"/>
              </a:ext>
            </a:extLst>
          </p:cNvPr>
          <p:cNvSpPr txBox="1">
            <a:spLocks noChangeArrowheads="1"/>
          </p:cNvSpPr>
          <p:nvPr/>
        </p:nvSpPr>
        <p:spPr bwMode="auto">
          <a:xfrm>
            <a:off x="304800" y="762000"/>
            <a:ext cx="296068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18.18  </a:t>
            </a:r>
            <a:r>
              <a:rPr lang="en-US" altLang="zh-CN" sz="2400" dirty="0">
                <a:latin typeface="Times New Roman" charset="0"/>
                <a:ea typeface="宋体" charset="0"/>
              </a:rPr>
              <a:t>ATM</a:t>
            </a:r>
            <a:r>
              <a:rPr lang="zh-CN" altLang="en-US" sz="2400" dirty="0">
                <a:latin typeface="Times New Roman" charset="0"/>
                <a:ea typeface="宋体" charset="0"/>
              </a:rPr>
              <a:t>层</a:t>
            </a:r>
            <a:endParaRPr lang="en-US" altLang="zh-CN" sz="2000" dirty="0">
              <a:latin typeface="Times New Roman" charset="0"/>
              <a:ea typeface="宋体" charset="0"/>
            </a:endParaRPr>
          </a:p>
        </p:txBody>
      </p:sp>
      <p:sp>
        <p:nvSpPr>
          <p:cNvPr id="877573" name="Line 5">
            <a:extLst>
              <a:ext uri="{FF2B5EF4-FFF2-40B4-BE49-F238E27FC236}">
                <a16:creationId xmlns:a16="http://schemas.microsoft.com/office/drawing/2014/main" id="{420DD1FD-7A56-4F15-86F4-A0F49F134BD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7574" name="Picture 6">
            <a:extLst>
              <a:ext uri="{FF2B5EF4-FFF2-40B4-BE49-F238E27FC236}">
                <a16:creationId xmlns:a16="http://schemas.microsoft.com/office/drawing/2014/main" id="{FBE943E0-59FE-77A0-CA3D-65C4EC14D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563" y="2216150"/>
            <a:ext cx="6827837" cy="2127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1679105C-3CA8-5F68-875C-DCE6FD98B102}"/>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008C8954-977C-4F07-A360-48D74AD4FC2D}" type="slidenum">
              <a:rPr lang="en-US" altLang="zh-CN" sz="2000">
                <a:solidFill>
                  <a:schemeClr val="bg2"/>
                </a:solidFill>
              </a:rPr>
              <a:pPr/>
              <a:t>27</a:t>
            </a:fld>
            <a:endParaRPr lang="en-US" altLang="zh-CN" sz="2000">
              <a:solidFill>
                <a:schemeClr val="bg2"/>
              </a:solidFill>
            </a:endParaRPr>
          </a:p>
        </p:txBody>
      </p:sp>
      <p:sp>
        <p:nvSpPr>
          <p:cNvPr id="878594" name="Line 2">
            <a:extLst>
              <a:ext uri="{FF2B5EF4-FFF2-40B4-BE49-F238E27FC236}">
                <a16:creationId xmlns:a16="http://schemas.microsoft.com/office/drawing/2014/main" id="{CEF67350-356B-8863-4D14-8BB1CAD8EA2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8595" name="Line 3">
            <a:extLst>
              <a:ext uri="{FF2B5EF4-FFF2-40B4-BE49-F238E27FC236}">
                <a16:creationId xmlns:a16="http://schemas.microsoft.com/office/drawing/2014/main" id="{F314E235-AFDD-87B5-CADE-465DE00653E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8596" name="Text Box 4">
            <a:extLst>
              <a:ext uri="{FF2B5EF4-FFF2-40B4-BE49-F238E27FC236}">
                <a16:creationId xmlns:a16="http://schemas.microsoft.com/office/drawing/2014/main" id="{491FF41D-1D48-0FEF-368B-99C385484DB5}"/>
              </a:ext>
            </a:extLst>
          </p:cNvPr>
          <p:cNvSpPr txBox="1">
            <a:spLocks noChangeArrowheads="1"/>
          </p:cNvSpPr>
          <p:nvPr/>
        </p:nvSpPr>
        <p:spPr bwMode="auto">
          <a:xfrm>
            <a:off x="304800" y="762000"/>
            <a:ext cx="32686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18.19  </a:t>
            </a:r>
            <a:r>
              <a:rPr lang="en-US" altLang="zh-CN" sz="2400">
                <a:latin typeface="Times New Roman" panose="02020603050405020304" pitchFamily="18" charset="0"/>
              </a:rPr>
              <a:t>ATM</a:t>
            </a:r>
            <a:r>
              <a:rPr lang="zh-CN" altLang="en-US" sz="2400">
                <a:latin typeface="Times New Roman" panose="02020603050405020304" pitchFamily="18" charset="0"/>
              </a:rPr>
              <a:t>头部</a:t>
            </a:r>
            <a:endParaRPr lang="en-US" altLang="zh-CN" sz="2000">
              <a:latin typeface="Times New Roman" panose="02020603050405020304" pitchFamily="18" charset="0"/>
            </a:endParaRPr>
          </a:p>
        </p:txBody>
      </p:sp>
      <p:sp>
        <p:nvSpPr>
          <p:cNvPr id="878597" name="Line 5">
            <a:extLst>
              <a:ext uri="{FF2B5EF4-FFF2-40B4-BE49-F238E27FC236}">
                <a16:creationId xmlns:a16="http://schemas.microsoft.com/office/drawing/2014/main" id="{A30F5172-3631-D9B0-FC4A-668409609AB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8598" name="Picture 6">
            <a:extLst>
              <a:ext uri="{FF2B5EF4-FFF2-40B4-BE49-F238E27FC236}">
                <a16:creationId xmlns:a16="http://schemas.microsoft.com/office/drawing/2014/main" id="{0A979F48-FD9B-ADEA-CEA7-2E370F8E2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1600200"/>
            <a:ext cx="6554787" cy="44370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8DB485B9-AC8B-2F4E-E6F8-4EA2188AF513}"/>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7F48A0D6-0C9F-456E-B957-50203C653448}" type="slidenum">
              <a:rPr lang="en-US" altLang="zh-CN" sz="2000">
                <a:solidFill>
                  <a:schemeClr val="bg2"/>
                </a:solidFill>
              </a:rPr>
              <a:pPr/>
              <a:t>28</a:t>
            </a:fld>
            <a:endParaRPr lang="en-US" altLang="zh-CN" sz="2000">
              <a:solidFill>
                <a:schemeClr val="bg2"/>
              </a:solidFill>
            </a:endParaRPr>
          </a:p>
        </p:txBody>
      </p:sp>
      <p:sp>
        <p:nvSpPr>
          <p:cNvPr id="879618" name="Line 2">
            <a:extLst>
              <a:ext uri="{FF2B5EF4-FFF2-40B4-BE49-F238E27FC236}">
                <a16:creationId xmlns:a16="http://schemas.microsoft.com/office/drawing/2014/main" id="{4058F956-36F2-AFE9-B803-D9DA8BFFFE9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9619" name="Line 3">
            <a:extLst>
              <a:ext uri="{FF2B5EF4-FFF2-40B4-BE49-F238E27FC236}">
                <a16:creationId xmlns:a16="http://schemas.microsoft.com/office/drawing/2014/main" id="{2712966B-8CD6-0A14-D360-35583DD05F9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79620" name="Text Box 4">
            <a:extLst>
              <a:ext uri="{FF2B5EF4-FFF2-40B4-BE49-F238E27FC236}">
                <a16:creationId xmlns:a16="http://schemas.microsoft.com/office/drawing/2014/main" id="{FF34F450-D260-25D4-6479-81AA79863020}"/>
              </a:ext>
            </a:extLst>
          </p:cNvPr>
          <p:cNvSpPr txBox="1">
            <a:spLocks noChangeArrowheads="1"/>
          </p:cNvSpPr>
          <p:nvPr/>
        </p:nvSpPr>
        <p:spPr bwMode="auto">
          <a:xfrm>
            <a:off x="304800" y="762000"/>
            <a:ext cx="27606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18.20  </a:t>
            </a:r>
            <a:r>
              <a:rPr lang="en-US" altLang="zh-CN" sz="2400" dirty="0">
                <a:latin typeface="Times New Roman" charset="0"/>
                <a:ea typeface="宋体" charset="0"/>
              </a:rPr>
              <a:t>AAL1</a:t>
            </a:r>
          </a:p>
        </p:txBody>
      </p:sp>
      <p:sp>
        <p:nvSpPr>
          <p:cNvPr id="879621" name="Line 5">
            <a:extLst>
              <a:ext uri="{FF2B5EF4-FFF2-40B4-BE49-F238E27FC236}">
                <a16:creationId xmlns:a16="http://schemas.microsoft.com/office/drawing/2014/main" id="{85983DF0-9A49-7C38-D3DD-D72965E4229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79622" name="Picture 6">
            <a:extLst>
              <a:ext uri="{FF2B5EF4-FFF2-40B4-BE49-F238E27FC236}">
                <a16:creationId xmlns:a16="http://schemas.microsoft.com/office/drawing/2014/main" id="{B338F97E-7C11-2086-1AD2-307036F7C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425" y="1676400"/>
            <a:ext cx="6810375" cy="3948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3628C99C-C9D2-5653-7B20-467BC0131BDB}"/>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ADEA363D-708F-4A19-8D40-8B49722068CA}" type="slidenum">
              <a:rPr lang="en-US" altLang="zh-CN" sz="2000">
                <a:solidFill>
                  <a:schemeClr val="bg2"/>
                </a:solidFill>
              </a:rPr>
              <a:pPr/>
              <a:t>29</a:t>
            </a:fld>
            <a:endParaRPr lang="en-US" altLang="zh-CN" sz="2000">
              <a:solidFill>
                <a:schemeClr val="bg2"/>
              </a:solidFill>
            </a:endParaRPr>
          </a:p>
        </p:txBody>
      </p:sp>
      <p:sp>
        <p:nvSpPr>
          <p:cNvPr id="880642" name="Line 2">
            <a:extLst>
              <a:ext uri="{FF2B5EF4-FFF2-40B4-BE49-F238E27FC236}">
                <a16:creationId xmlns:a16="http://schemas.microsoft.com/office/drawing/2014/main" id="{15F5C526-D89A-3368-9005-E0E968826C7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0643" name="Line 3">
            <a:extLst>
              <a:ext uri="{FF2B5EF4-FFF2-40B4-BE49-F238E27FC236}">
                <a16:creationId xmlns:a16="http://schemas.microsoft.com/office/drawing/2014/main" id="{25A0DB48-36DC-D751-3AAA-09EC1F95CED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0644" name="Text Box 4">
            <a:extLst>
              <a:ext uri="{FF2B5EF4-FFF2-40B4-BE49-F238E27FC236}">
                <a16:creationId xmlns:a16="http://schemas.microsoft.com/office/drawing/2014/main" id="{24814BA4-A70F-3E94-8A55-DD8EC84E741B}"/>
              </a:ext>
            </a:extLst>
          </p:cNvPr>
          <p:cNvSpPr txBox="1">
            <a:spLocks noChangeArrowheads="1"/>
          </p:cNvSpPr>
          <p:nvPr/>
        </p:nvSpPr>
        <p:spPr bwMode="auto">
          <a:xfrm>
            <a:off x="304800" y="762000"/>
            <a:ext cx="27606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18.21  </a:t>
            </a:r>
            <a:r>
              <a:rPr lang="en-US" altLang="zh-CN" sz="2400" dirty="0">
                <a:latin typeface="Times New Roman" charset="0"/>
                <a:ea typeface="宋体" charset="0"/>
              </a:rPr>
              <a:t>AAL2</a:t>
            </a:r>
            <a:endParaRPr lang="en-US" altLang="zh-CN" sz="2000" dirty="0">
              <a:latin typeface="Times New Roman" charset="0"/>
              <a:ea typeface="宋体" charset="0"/>
            </a:endParaRPr>
          </a:p>
        </p:txBody>
      </p:sp>
      <p:sp>
        <p:nvSpPr>
          <p:cNvPr id="880645" name="Line 5">
            <a:extLst>
              <a:ext uri="{FF2B5EF4-FFF2-40B4-BE49-F238E27FC236}">
                <a16:creationId xmlns:a16="http://schemas.microsoft.com/office/drawing/2014/main" id="{CBAD5162-C683-F770-96F5-44B4D70E911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0646" name="Picture 6">
            <a:extLst>
              <a:ext uri="{FF2B5EF4-FFF2-40B4-BE49-F238E27FC236}">
                <a16:creationId xmlns:a16="http://schemas.microsoft.com/office/drawing/2014/main" id="{518B2418-F62D-6BF1-8BC9-EFD2DE774C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775" y="1525588"/>
            <a:ext cx="7413625" cy="4494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5260B32C-9F52-0D54-A8A4-25678008ED51}"/>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CC178B72-C753-4822-AEFA-E0524F349B77}" type="slidenum">
              <a:rPr lang="en-US" altLang="zh-CN" sz="2000">
                <a:solidFill>
                  <a:schemeClr val="bg2"/>
                </a:solidFill>
              </a:rPr>
              <a:pPr/>
              <a:t>30</a:t>
            </a:fld>
            <a:endParaRPr lang="en-US" altLang="zh-CN" sz="2000">
              <a:solidFill>
                <a:schemeClr val="bg2"/>
              </a:solidFill>
            </a:endParaRPr>
          </a:p>
        </p:txBody>
      </p:sp>
      <p:sp>
        <p:nvSpPr>
          <p:cNvPr id="881666" name="Line 2">
            <a:extLst>
              <a:ext uri="{FF2B5EF4-FFF2-40B4-BE49-F238E27FC236}">
                <a16:creationId xmlns:a16="http://schemas.microsoft.com/office/drawing/2014/main" id="{8A6349BE-0952-82D5-A483-04E909609309}"/>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1667" name="Line 3">
            <a:extLst>
              <a:ext uri="{FF2B5EF4-FFF2-40B4-BE49-F238E27FC236}">
                <a16:creationId xmlns:a16="http://schemas.microsoft.com/office/drawing/2014/main" id="{0018CD86-AC7C-91B7-29A6-DF7ABD1F5AD5}"/>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1668" name="Text Box 4">
            <a:extLst>
              <a:ext uri="{FF2B5EF4-FFF2-40B4-BE49-F238E27FC236}">
                <a16:creationId xmlns:a16="http://schemas.microsoft.com/office/drawing/2014/main" id="{4101075D-ECD9-D2D1-E709-E47CF7DB3373}"/>
              </a:ext>
            </a:extLst>
          </p:cNvPr>
          <p:cNvSpPr txBox="1">
            <a:spLocks noChangeArrowheads="1"/>
          </p:cNvSpPr>
          <p:nvPr/>
        </p:nvSpPr>
        <p:spPr bwMode="auto">
          <a:xfrm>
            <a:off x="304800" y="304800"/>
            <a:ext cx="3000375"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18.22  </a:t>
            </a:r>
            <a:r>
              <a:rPr lang="en-US" altLang="zh-CN" sz="2400" dirty="0">
                <a:latin typeface="Times New Roman" charset="0"/>
                <a:ea typeface="宋体" charset="0"/>
              </a:rPr>
              <a:t>AAL3/4</a:t>
            </a:r>
            <a:endParaRPr lang="en-US" altLang="zh-CN" sz="2000" dirty="0">
              <a:latin typeface="Times New Roman" charset="0"/>
              <a:ea typeface="宋体" charset="0"/>
            </a:endParaRPr>
          </a:p>
        </p:txBody>
      </p:sp>
      <p:sp>
        <p:nvSpPr>
          <p:cNvPr id="881669" name="Line 5">
            <a:extLst>
              <a:ext uri="{FF2B5EF4-FFF2-40B4-BE49-F238E27FC236}">
                <a16:creationId xmlns:a16="http://schemas.microsoft.com/office/drawing/2014/main" id="{9F27A4AC-0DD0-CC59-6917-49C0BE877EE5}"/>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1670" name="Picture 6">
            <a:extLst>
              <a:ext uri="{FF2B5EF4-FFF2-40B4-BE49-F238E27FC236}">
                <a16:creationId xmlns:a16="http://schemas.microsoft.com/office/drawing/2014/main" id="{99BC2720-A136-6CEB-37B6-0D735D4792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1066800"/>
            <a:ext cx="5703887" cy="5200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523791DB-3ACE-8212-A9C7-0C112A225076}"/>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04B9E988-A262-4ADF-BC10-AF39B47AAC95}" type="slidenum">
              <a:rPr lang="en-US" altLang="zh-CN" sz="2000">
                <a:solidFill>
                  <a:schemeClr val="bg2"/>
                </a:solidFill>
              </a:rPr>
              <a:pPr/>
              <a:t>31</a:t>
            </a:fld>
            <a:endParaRPr lang="en-US" altLang="zh-CN" sz="2000">
              <a:solidFill>
                <a:schemeClr val="bg2"/>
              </a:solidFill>
            </a:endParaRPr>
          </a:p>
        </p:txBody>
      </p:sp>
      <p:sp>
        <p:nvSpPr>
          <p:cNvPr id="882690" name="Line 2">
            <a:extLst>
              <a:ext uri="{FF2B5EF4-FFF2-40B4-BE49-F238E27FC236}">
                <a16:creationId xmlns:a16="http://schemas.microsoft.com/office/drawing/2014/main" id="{17E79871-2BAF-0E7F-FB97-0B20BB4265E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2691" name="Line 3">
            <a:extLst>
              <a:ext uri="{FF2B5EF4-FFF2-40B4-BE49-F238E27FC236}">
                <a16:creationId xmlns:a16="http://schemas.microsoft.com/office/drawing/2014/main" id="{3FFE6974-4959-B2D2-E0BF-6AF14954E8B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2692" name="Text Box 4">
            <a:extLst>
              <a:ext uri="{FF2B5EF4-FFF2-40B4-BE49-F238E27FC236}">
                <a16:creationId xmlns:a16="http://schemas.microsoft.com/office/drawing/2014/main" id="{EA026DA9-03FE-F6F8-E6A7-84605EA7BAEC}"/>
              </a:ext>
            </a:extLst>
          </p:cNvPr>
          <p:cNvSpPr txBox="1">
            <a:spLocks noChangeArrowheads="1"/>
          </p:cNvSpPr>
          <p:nvPr/>
        </p:nvSpPr>
        <p:spPr bwMode="auto">
          <a:xfrm>
            <a:off x="304800" y="762000"/>
            <a:ext cx="27606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18.23  </a:t>
            </a:r>
            <a:r>
              <a:rPr lang="en-US" altLang="zh-CN" sz="2400" dirty="0">
                <a:latin typeface="Times New Roman" charset="0"/>
                <a:ea typeface="宋体" charset="0"/>
              </a:rPr>
              <a:t>AAL5</a:t>
            </a:r>
            <a:endParaRPr lang="en-US" altLang="zh-CN" sz="2000" dirty="0">
              <a:latin typeface="Times New Roman" charset="0"/>
              <a:ea typeface="宋体" charset="0"/>
            </a:endParaRPr>
          </a:p>
        </p:txBody>
      </p:sp>
      <p:sp>
        <p:nvSpPr>
          <p:cNvPr id="882693" name="Line 5">
            <a:extLst>
              <a:ext uri="{FF2B5EF4-FFF2-40B4-BE49-F238E27FC236}">
                <a16:creationId xmlns:a16="http://schemas.microsoft.com/office/drawing/2014/main" id="{1EA62B50-1314-5DAC-E659-68337D46FCB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2695" name="Picture 7">
            <a:extLst>
              <a:ext uri="{FF2B5EF4-FFF2-40B4-BE49-F238E27FC236}">
                <a16:creationId xmlns:a16="http://schemas.microsoft.com/office/drawing/2014/main" id="{3FD33148-468C-0CDA-16E4-38BE679CB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5" y="1984375"/>
            <a:ext cx="6207125" cy="3730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幻灯片编号占位符 1">
            <a:extLst>
              <a:ext uri="{FF2B5EF4-FFF2-40B4-BE49-F238E27FC236}">
                <a16:creationId xmlns:a16="http://schemas.microsoft.com/office/drawing/2014/main" id="{4D571B41-C5BE-8795-3593-C7C90FC7701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6D3CE2AB-60B0-4A25-BEBF-A31CE3C5DDF4}" type="slidenum">
              <a:rPr lang="en-US" altLang="zh-CN" sz="2000">
                <a:solidFill>
                  <a:schemeClr val="bg2"/>
                </a:solidFill>
              </a:rPr>
              <a:pPr/>
              <a:t>32</a:t>
            </a:fld>
            <a:endParaRPr lang="en-US" altLang="zh-CN" sz="2000">
              <a:solidFill>
                <a:schemeClr val="bg2"/>
              </a:solidFill>
            </a:endParaRPr>
          </a:p>
        </p:txBody>
      </p:sp>
      <p:sp>
        <p:nvSpPr>
          <p:cNvPr id="859138" name="Rectangle 2">
            <a:extLst>
              <a:ext uri="{FF2B5EF4-FFF2-40B4-BE49-F238E27FC236}">
                <a16:creationId xmlns:a16="http://schemas.microsoft.com/office/drawing/2014/main" id="{294AA37A-A675-F0D8-718D-C55970C0DCA9}"/>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zh-CN" altLang="en-US">
              <a:effectLst>
                <a:outerShdw blurRad="38100" dist="38100" dir="2700000" algn="tl">
                  <a:srgbClr val="FFFFFF"/>
                </a:outerShdw>
              </a:effectLst>
              <a:latin typeface="Times New Roman" charset="0"/>
              <a:ea typeface="宋体" charset="0"/>
            </a:endParaRPr>
          </a:p>
        </p:txBody>
      </p:sp>
      <p:sp>
        <p:nvSpPr>
          <p:cNvPr id="859139" name="Text Box 3">
            <a:extLst>
              <a:ext uri="{FF2B5EF4-FFF2-40B4-BE49-F238E27FC236}">
                <a16:creationId xmlns:a16="http://schemas.microsoft.com/office/drawing/2014/main" id="{463476A1-AE02-DB48-4E15-FFBE02225776}"/>
              </a:ext>
            </a:extLst>
          </p:cNvPr>
          <p:cNvSpPr txBox="1">
            <a:spLocks noChangeArrowheads="1"/>
          </p:cNvSpPr>
          <p:nvPr/>
        </p:nvSpPr>
        <p:spPr bwMode="auto">
          <a:xfrm>
            <a:off x="228600" y="406400"/>
            <a:ext cx="3471863" cy="584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dirty="0">
                <a:effectLst>
                  <a:outerShdw blurRad="38100" dist="38100" dir="2700000" algn="tl">
                    <a:srgbClr val="DDDDDD"/>
                  </a:outerShdw>
                </a:effectLst>
                <a:latin typeface="Times" charset="0"/>
                <a:ea typeface="宋体" charset="0"/>
              </a:rPr>
              <a:t>18-3   ATM</a:t>
            </a:r>
            <a:r>
              <a:rPr lang="zh-CN" altLang="en-US" dirty="0">
                <a:effectLst>
                  <a:outerShdw blurRad="38100" dist="38100" dir="2700000" algn="tl">
                    <a:srgbClr val="DDDDDD"/>
                  </a:outerShdw>
                </a:effectLst>
                <a:latin typeface="Times" charset="0"/>
                <a:ea typeface="宋体" charset="0"/>
              </a:rPr>
              <a:t>局域网</a:t>
            </a:r>
            <a:endParaRPr lang="en-US" altLang="zh-CN" dirty="0">
              <a:effectLst>
                <a:outerShdw blurRad="38100" dist="38100" dir="2700000" algn="tl">
                  <a:srgbClr val="DDDDDD"/>
                </a:outerShdw>
              </a:effectLst>
              <a:latin typeface="Times" charset="0"/>
              <a:ea typeface="宋体" charset="0"/>
            </a:endParaRPr>
          </a:p>
        </p:txBody>
      </p:sp>
      <p:sp>
        <p:nvSpPr>
          <p:cNvPr id="859140" name="Text Box 4">
            <a:extLst>
              <a:ext uri="{FF2B5EF4-FFF2-40B4-BE49-F238E27FC236}">
                <a16:creationId xmlns:a16="http://schemas.microsoft.com/office/drawing/2014/main" id="{F0935E45-D847-B87A-C790-6041EA8753F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zh-CN" altLang="en-US" sz="1800">
              <a:latin typeface="Times New Roman" charset="0"/>
              <a:ea typeface="宋体" charset="0"/>
            </a:endParaRPr>
          </a:p>
        </p:txBody>
      </p:sp>
      <p:sp>
        <p:nvSpPr>
          <p:cNvPr id="859141" name="Rectangle 5">
            <a:extLst>
              <a:ext uri="{FF2B5EF4-FFF2-40B4-BE49-F238E27FC236}">
                <a16:creationId xmlns:a16="http://schemas.microsoft.com/office/drawing/2014/main" id="{57C3EFD4-C56E-EDF4-5994-FE0FDB3FFFAC}"/>
              </a:ext>
            </a:extLst>
          </p:cNvPr>
          <p:cNvSpPr>
            <a:spLocks noChangeArrowheads="1"/>
          </p:cNvSpPr>
          <p:nvPr/>
        </p:nvSpPr>
        <p:spPr bwMode="auto">
          <a:xfrm>
            <a:off x="304800" y="1987550"/>
            <a:ext cx="8229600" cy="1816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a:effectLst>
                  <a:outerShdw blurRad="38100" dist="38100" dir="2700000" algn="tl">
                    <a:srgbClr val="C0C0C0"/>
                  </a:outerShdw>
                </a:effectLst>
                <a:latin typeface="Times New Roman" panose="02020603050405020304" pitchFamily="18" charset="0"/>
              </a:rPr>
              <a:t>ATM</a:t>
            </a:r>
            <a:r>
              <a:rPr lang="zh-CN" altLang="en-US" sz="2800">
                <a:effectLst>
                  <a:outerShdw blurRad="38100" dist="38100" dir="2700000" algn="tl">
                    <a:srgbClr val="C0C0C0"/>
                  </a:outerShdw>
                </a:effectLst>
                <a:latin typeface="Times New Roman" panose="02020603050405020304" pitchFamily="18" charset="0"/>
              </a:rPr>
              <a:t>主要用于广域网</a:t>
            </a:r>
            <a:r>
              <a:rPr lang="en-US" altLang="zh-CN" sz="2800">
                <a:effectLst>
                  <a:outerShdw blurRad="38100" dist="38100" dir="2700000" algn="tl">
                    <a:srgbClr val="C0C0C0"/>
                  </a:outerShdw>
                </a:effectLst>
                <a:latin typeface="Times New Roman" panose="02020603050405020304" pitchFamily="18" charset="0"/>
              </a:rPr>
              <a:t>(WAN ATM); </a:t>
            </a:r>
            <a:r>
              <a:rPr lang="zh-CN" altLang="en-US" sz="2800">
                <a:effectLst>
                  <a:outerShdw blurRad="38100" dist="38100" dir="2700000" algn="tl">
                    <a:srgbClr val="C0C0C0"/>
                  </a:outerShdw>
                </a:effectLst>
                <a:latin typeface="Times New Roman" panose="02020603050405020304" pitchFamily="18" charset="0"/>
              </a:rPr>
              <a:t>然而</a:t>
            </a:r>
            <a:r>
              <a:rPr lang="en-US" altLang="zh-CN" sz="2800">
                <a:effectLst>
                  <a:outerShdw blurRad="38100" dist="38100" dir="2700000" algn="tl">
                    <a:srgbClr val="C0C0C0"/>
                  </a:outerShdw>
                </a:effectLst>
                <a:latin typeface="Times New Roman" panose="02020603050405020304" pitchFamily="18" charset="0"/>
              </a:rPr>
              <a:t>, </a:t>
            </a:r>
            <a:r>
              <a:rPr lang="zh-CN" altLang="en-US" sz="2800">
                <a:effectLst>
                  <a:outerShdw blurRad="38100" dist="38100" dir="2700000" algn="tl">
                    <a:srgbClr val="C0C0C0"/>
                  </a:outerShdw>
                </a:effectLst>
                <a:latin typeface="Times New Roman" panose="02020603050405020304" pitchFamily="18" charset="0"/>
              </a:rPr>
              <a:t>该技术也适用于局域网</a:t>
            </a:r>
            <a:r>
              <a:rPr lang="en-US" altLang="zh-CN" sz="2800">
                <a:effectLst>
                  <a:outerShdw blurRad="38100" dist="38100" dir="2700000" algn="tl">
                    <a:srgbClr val="C0C0C0"/>
                  </a:outerShdw>
                </a:effectLst>
                <a:latin typeface="Times New Roman" panose="02020603050405020304" pitchFamily="18" charset="0"/>
              </a:rPr>
              <a:t>(ATM LANs). </a:t>
            </a:r>
            <a:r>
              <a:rPr lang="zh-CN" altLang="en-US" sz="2800">
                <a:effectLst>
                  <a:outerShdw blurRad="38100" dist="38100" dir="2700000" algn="tl">
                    <a:srgbClr val="C0C0C0"/>
                  </a:outerShdw>
                </a:effectLst>
                <a:latin typeface="Times New Roman" panose="02020603050405020304" pitchFamily="18" charset="0"/>
              </a:rPr>
              <a:t>高速数据速率技术吸引了众多寻求在局域网中实现更高速数据传输的设计者的注意力</a:t>
            </a:r>
            <a:r>
              <a:rPr lang="en-US" altLang="zh-CN" sz="2800">
                <a:effectLst>
                  <a:outerShdw blurRad="38100" dist="38100" dir="2700000" algn="tl">
                    <a:srgbClr val="C0C0C0"/>
                  </a:outerShdw>
                </a:effectLst>
                <a:latin typeface="Times New Roman" panose="02020603050405020304" pitchFamily="18" charset="0"/>
              </a:rPr>
              <a:t>. </a:t>
            </a:r>
          </a:p>
        </p:txBody>
      </p:sp>
      <p:sp>
        <p:nvSpPr>
          <p:cNvPr id="859142" name="Rectangle 6">
            <a:extLst>
              <a:ext uri="{FF2B5EF4-FFF2-40B4-BE49-F238E27FC236}">
                <a16:creationId xmlns:a16="http://schemas.microsoft.com/office/drawing/2014/main" id="{6FE0714D-E363-3640-A87E-B3D70CCBEA4B}"/>
              </a:ext>
            </a:extLst>
          </p:cNvPr>
          <p:cNvSpPr>
            <a:spLocks noChangeArrowheads="1"/>
          </p:cNvSpPr>
          <p:nvPr/>
        </p:nvSpPr>
        <p:spPr bwMode="auto">
          <a:xfrm>
            <a:off x="152400" y="4786313"/>
            <a:ext cx="8991600" cy="1570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en-US" altLang="zh-CN" sz="2400">
                <a:solidFill>
                  <a:srgbClr val="0033CC"/>
                </a:solidFill>
                <a:latin typeface="Times New Roman" panose="02020603050405020304" pitchFamily="18" charset="0"/>
              </a:rPr>
              <a:t>ATM</a:t>
            </a:r>
            <a:r>
              <a:rPr lang="zh-CN" altLang="en-US" sz="2400">
                <a:solidFill>
                  <a:srgbClr val="0033CC"/>
                </a:solidFill>
                <a:latin typeface="Times New Roman" panose="02020603050405020304" pitchFamily="18" charset="0"/>
              </a:rPr>
              <a:t>局域网体系结构 </a:t>
            </a:r>
            <a:r>
              <a:rPr lang="en-US" altLang="zh-CN" sz="2400">
                <a:solidFill>
                  <a:srgbClr val="0033CC"/>
                </a:solidFill>
                <a:latin typeface="Times New Roman" panose="02020603050405020304" pitchFamily="18" charset="0"/>
              </a:rPr>
              <a:t>ATM LAN Architecture</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局域网仿真 </a:t>
            </a:r>
            <a:r>
              <a:rPr lang="fr-FR" altLang="zh-CN" sz="2400">
                <a:solidFill>
                  <a:srgbClr val="0033CC"/>
                </a:solidFill>
                <a:latin typeface="Times New Roman" panose="02020603050405020304" pitchFamily="18" charset="0"/>
              </a:rPr>
              <a:t>LAN Emulation (LANE)</a:t>
            </a: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客户</a:t>
            </a:r>
            <a:r>
              <a:rPr lang="en-US" altLang="zh-CN" sz="2400">
                <a:solidFill>
                  <a:srgbClr val="0033CC"/>
                </a:solidFill>
                <a:latin typeface="Times New Roman" panose="02020603050405020304" pitchFamily="18" charset="0"/>
              </a:rPr>
              <a:t>/</a:t>
            </a:r>
            <a:r>
              <a:rPr lang="zh-CN" altLang="en-US" sz="2400">
                <a:solidFill>
                  <a:srgbClr val="0033CC"/>
                </a:solidFill>
                <a:latin typeface="Times New Roman" panose="02020603050405020304" pitchFamily="18" charset="0"/>
              </a:rPr>
              <a:t>服务器模型 </a:t>
            </a:r>
            <a:r>
              <a:rPr lang="en-US" altLang="zh-CN" sz="2400">
                <a:solidFill>
                  <a:srgbClr val="0033CC"/>
                </a:solidFill>
                <a:latin typeface="Times New Roman" panose="02020603050405020304" pitchFamily="18" charset="0"/>
              </a:rPr>
              <a:t>Client/Server Model</a:t>
            </a: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具有客户</a:t>
            </a:r>
            <a:r>
              <a:rPr lang="en-US" altLang="zh-CN" sz="2400">
                <a:solidFill>
                  <a:srgbClr val="0033CC"/>
                </a:solidFill>
                <a:latin typeface="Times New Roman" panose="02020603050405020304" pitchFamily="18" charset="0"/>
              </a:rPr>
              <a:t>/</a:t>
            </a:r>
            <a:r>
              <a:rPr lang="zh-CN" altLang="en-US" sz="2400">
                <a:solidFill>
                  <a:srgbClr val="0033CC"/>
                </a:solidFill>
                <a:latin typeface="Times New Roman" panose="02020603050405020304" pitchFamily="18" charset="0"/>
              </a:rPr>
              <a:t>服务器的混合体系结构 </a:t>
            </a:r>
            <a:r>
              <a:rPr lang="en-US" altLang="zh-CN" sz="2400">
                <a:solidFill>
                  <a:srgbClr val="0033CC"/>
                </a:solidFill>
                <a:latin typeface="Times New Roman" panose="02020603050405020304" pitchFamily="18" charset="0"/>
              </a:rPr>
              <a:t>Mixed Architecture with C/S</a:t>
            </a:r>
          </a:p>
        </p:txBody>
      </p:sp>
      <p:sp>
        <p:nvSpPr>
          <p:cNvPr id="859143" name="Text Box 7">
            <a:extLst>
              <a:ext uri="{FF2B5EF4-FFF2-40B4-BE49-F238E27FC236}">
                <a16:creationId xmlns:a16="http://schemas.microsoft.com/office/drawing/2014/main" id="{4FE6AD30-CD6E-388D-7C9C-37FD3173FA27}"/>
              </a:ext>
            </a:extLst>
          </p:cNvPr>
          <p:cNvSpPr txBox="1">
            <a:spLocks noChangeArrowheads="1"/>
          </p:cNvSpPr>
          <p:nvPr/>
        </p:nvSpPr>
        <p:spPr bwMode="auto">
          <a:xfrm>
            <a:off x="165100" y="4267200"/>
            <a:ext cx="48625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en-US" altLang="zh-CN"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FBB5B581-3DAA-D785-89E3-E73DBA319C87}"/>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A434064F-3CA7-460E-B40A-A63051BCA1BE}" type="slidenum">
              <a:rPr lang="en-US" altLang="zh-CN" sz="2000">
                <a:solidFill>
                  <a:schemeClr val="bg2"/>
                </a:solidFill>
              </a:rPr>
              <a:pPr/>
              <a:t>33</a:t>
            </a:fld>
            <a:endParaRPr lang="en-US" altLang="zh-CN" sz="2000">
              <a:solidFill>
                <a:schemeClr val="bg2"/>
              </a:solidFill>
            </a:endParaRPr>
          </a:p>
        </p:txBody>
      </p:sp>
      <p:sp>
        <p:nvSpPr>
          <p:cNvPr id="883714" name="Line 2">
            <a:extLst>
              <a:ext uri="{FF2B5EF4-FFF2-40B4-BE49-F238E27FC236}">
                <a16:creationId xmlns:a16="http://schemas.microsoft.com/office/drawing/2014/main" id="{E645E493-58DC-58AD-2C51-1E86FEE5556B}"/>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3715" name="Line 3">
            <a:extLst>
              <a:ext uri="{FF2B5EF4-FFF2-40B4-BE49-F238E27FC236}">
                <a16:creationId xmlns:a16="http://schemas.microsoft.com/office/drawing/2014/main" id="{E56FD3F1-E77A-3CF1-B3BB-AD6960D9300F}"/>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3716" name="Text Box 4">
            <a:extLst>
              <a:ext uri="{FF2B5EF4-FFF2-40B4-BE49-F238E27FC236}">
                <a16:creationId xmlns:a16="http://schemas.microsoft.com/office/drawing/2014/main" id="{41CB1E9B-E3EB-83FD-90B2-885AAD783813}"/>
              </a:ext>
            </a:extLst>
          </p:cNvPr>
          <p:cNvSpPr txBox="1">
            <a:spLocks noChangeArrowheads="1"/>
          </p:cNvSpPr>
          <p:nvPr/>
        </p:nvSpPr>
        <p:spPr bwMode="auto">
          <a:xfrm>
            <a:off x="304800" y="304800"/>
            <a:ext cx="357505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18.24  </a:t>
            </a:r>
            <a:r>
              <a:rPr lang="en-US" altLang="zh-CN" sz="2400" dirty="0">
                <a:latin typeface="Times New Roman" charset="0"/>
                <a:ea typeface="宋体" charset="0"/>
              </a:rPr>
              <a:t>ATM</a:t>
            </a:r>
            <a:r>
              <a:rPr lang="zh-CN" altLang="en-US" sz="2400" dirty="0">
                <a:latin typeface="Times New Roman" charset="0"/>
                <a:ea typeface="宋体" charset="0"/>
              </a:rPr>
              <a:t>局域网</a:t>
            </a:r>
            <a:endParaRPr lang="en-US" altLang="zh-CN" sz="2000" dirty="0">
              <a:latin typeface="Times New Roman" charset="0"/>
              <a:ea typeface="宋体" charset="0"/>
            </a:endParaRPr>
          </a:p>
        </p:txBody>
      </p:sp>
      <p:sp>
        <p:nvSpPr>
          <p:cNvPr id="883717" name="Line 5">
            <a:extLst>
              <a:ext uri="{FF2B5EF4-FFF2-40B4-BE49-F238E27FC236}">
                <a16:creationId xmlns:a16="http://schemas.microsoft.com/office/drawing/2014/main" id="{BE2C7603-9995-93F8-8DA1-3959E11AEE6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3718" name="Picture 6">
            <a:extLst>
              <a:ext uri="{FF2B5EF4-FFF2-40B4-BE49-F238E27FC236}">
                <a16:creationId xmlns:a16="http://schemas.microsoft.com/office/drawing/2014/main" id="{3CC085FF-66DE-C746-FAE9-5A57DDFA0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1652588"/>
            <a:ext cx="6197600" cy="36814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978461A3-0E91-A1E6-D789-A44CFC0691CD}"/>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052F7CEE-0996-4F33-94D9-7A2F232A4FE7}" type="slidenum">
              <a:rPr lang="en-US" altLang="zh-CN" sz="2000">
                <a:solidFill>
                  <a:schemeClr val="bg2"/>
                </a:solidFill>
              </a:rPr>
              <a:pPr/>
              <a:t>34</a:t>
            </a:fld>
            <a:endParaRPr lang="en-US" altLang="zh-CN" sz="2000">
              <a:solidFill>
                <a:schemeClr val="bg2"/>
              </a:solidFill>
            </a:endParaRPr>
          </a:p>
        </p:txBody>
      </p:sp>
      <p:sp>
        <p:nvSpPr>
          <p:cNvPr id="884738" name="Line 2">
            <a:extLst>
              <a:ext uri="{FF2B5EF4-FFF2-40B4-BE49-F238E27FC236}">
                <a16:creationId xmlns:a16="http://schemas.microsoft.com/office/drawing/2014/main" id="{92DDF8E6-38D8-8C65-AAC9-F372B9494EF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4739" name="Line 3">
            <a:extLst>
              <a:ext uri="{FF2B5EF4-FFF2-40B4-BE49-F238E27FC236}">
                <a16:creationId xmlns:a16="http://schemas.microsoft.com/office/drawing/2014/main" id="{E7CC686E-FEE2-6073-F0BE-7EC8FB0944D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4740" name="Text Box 4">
            <a:extLst>
              <a:ext uri="{FF2B5EF4-FFF2-40B4-BE49-F238E27FC236}">
                <a16:creationId xmlns:a16="http://schemas.microsoft.com/office/drawing/2014/main" id="{CEE0A93F-6268-B199-EFAF-1CA6A4278503}"/>
              </a:ext>
            </a:extLst>
          </p:cNvPr>
          <p:cNvSpPr txBox="1">
            <a:spLocks noChangeArrowheads="1"/>
          </p:cNvSpPr>
          <p:nvPr/>
        </p:nvSpPr>
        <p:spPr bwMode="auto">
          <a:xfrm>
            <a:off x="304800" y="762000"/>
            <a:ext cx="370363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zh-CN" sz="2400" dirty="0">
                <a:solidFill>
                  <a:schemeClr val="folHlink"/>
                </a:solidFill>
                <a:latin typeface="Times New Roman" charset="0"/>
                <a:ea typeface="宋体" charset="0"/>
              </a:rPr>
              <a:t>Figure 18.25  </a:t>
            </a:r>
            <a:r>
              <a:rPr lang="zh-CN" altLang="en-US" sz="2400" dirty="0">
                <a:latin typeface="Times New Roman" charset="0"/>
                <a:ea typeface="宋体" charset="0"/>
              </a:rPr>
              <a:t>纯</a:t>
            </a:r>
            <a:r>
              <a:rPr lang="en-US" altLang="zh-CN" sz="2400" dirty="0">
                <a:latin typeface="Times New Roman" charset="0"/>
                <a:ea typeface="宋体" charset="0"/>
              </a:rPr>
              <a:t>ATM LAN</a:t>
            </a:r>
            <a:endParaRPr lang="en-US" altLang="zh-CN" sz="2000" dirty="0">
              <a:latin typeface="Times New Roman" charset="0"/>
              <a:ea typeface="宋体" charset="0"/>
            </a:endParaRPr>
          </a:p>
        </p:txBody>
      </p:sp>
      <p:sp>
        <p:nvSpPr>
          <p:cNvPr id="884741" name="Line 5">
            <a:extLst>
              <a:ext uri="{FF2B5EF4-FFF2-40B4-BE49-F238E27FC236}">
                <a16:creationId xmlns:a16="http://schemas.microsoft.com/office/drawing/2014/main" id="{E639EA84-BB11-45FE-329C-0CEA4C2B3C0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4742" name="Picture 6">
            <a:extLst>
              <a:ext uri="{FF2B5EF4-FFF2-40B4-BE49-F238E27FC236}">
                <a16:creationId xmlns:a16="http://schemas.microsoft.com/office/drawing/2014/main" id="{DC79D5D2-7158-7587-FFD3-F5EE9FEB43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27263"/>
            <a:ext cx="8245475" cy="32591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90DEAAFD-A43C-FA5F-B1FC-00087C6CDAAC}"/>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2DD64193-19C7-4272-868A-D32AA4582602}" type="slidenum">
              <a:rPr lang="en-US" altLang="zh-CN" sz="2000">
                <a:solidFill>
                  <a:schemeClr val="bg2"/>
                </a:solidFill>
              </a:rPr>
              <a:pPr/>
              <a:t>35</a:t>
            </a:fld>
            <a:endParaRPr lang="en-US" altLang="zh-CN" sz="2000">
              <a:solidFill>
                <a:schemeClr val="bg2"/>
              </a:solidFill>
            </a:endParaRPr>
          </a:p>
        </p:txBody>
      </p:sp>
      <p:sp>
        <p:nvSpPr>
          <p:cNvPr id="885762" name="Line 2">
            <a:extLst>
              <a:ext uri="{FF2B5EF4-FFF2-40B4-BE49-F238E27FC236}">
                <a16:creationId xmlns:a16="http://schemas.microsoft.com/office/drawing/2014/main" id="{EDEF0132-A2DD-ACA2-BA41-F03B2C91ABC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5763" name="Line 3">
            <a:extLst>
              <a:ext uri="{FF2B5EF4-FFF2-40B4-BE49-F238E27FC236}">
                <a16:creationId xmlns:a16="http://schemas.microsoft.com/office/drawing/2014/main" id="{0D080AD6-7928-8A21-BF66-1EFACBD64CD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5764" name="Text Box 4">
            <a:extLst>
              <a:ext uri="{FF2B5EF4-FFF2-40B4-BE49-F238E27FC236}">
                <a16:creationId xmlns:a16="http://schemas.microsoft.com/office/drawing/2014/main" id="{697BBD1A-5110-A1FC-D7CF-776CAE7AFB9C}"/>
              </a:ext>
            </a:extLst>
          </p:cNvPr>
          <p:cNvSpPr txBox="1">
            <a:spLocks noChangeArrowheads="1"/>
          </p:cNvSpPr>
          <p:nvPr/>
        </p:nvSpPr>
        <p:spPr bwMode="auto">
          <a:xfrm>
            <a:off x="304800" y="762000"/>
            <a:ext cx="401161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18.26  </a:t>
            </a:r>
            <a:r>
              <a:rPr lang="zh-CN" altLang="en-US" sz="2400">
                <a:latin typeface="Times New Roman" panose="02020603050405020304" pitchFamily="18" charset="0"/>
              </a:rPr>
              <a:t>继承</a:t>
            </a:r>
            <a:r>
              <a:rPr lang="en-US" altLang="zh-CN" sz="2400">
                <a:latin typeface="Times New Roman" panose="02020603050405020304" pitchFamily="18" charset="0"/>
              </a:rPr>
              <a:t>ATM LAN</a:t>
            </a:r>
            <a:endParaRPr lang="en-US" altLang="zh-CN" sz="2000">
              <a:latin typeface="Times New Roman" panose="02020603050405020304" pitchFamily="18" charset="0"/>
            </a:endParaRPr>
          </a:p>
        </p:txBody>
      </p:sp>
      <p:sp>
        <p:nvSpPr>
          <p:cNvPr id="885765" name="Line 5">
            <a:extLst>
              <a:ext uri="{FF2B5EF4-FFF2-40B4-BE49-F238E27FC236}">
                <a16:creationId xmlns:a16="http://schemas.microsoft.com/office/drawing/2014/main" id="{28D5DBDD-5FC8-1D85-9540-02EB55B07D7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5766" name="Picture 6">
            <a:extLst>
              <a:ext uri="{FF2B5EF4-FFF2-40B4-BE49-F238E27FC236}">
                <a16:creationId xmlns:a16="http://schemas.microsoft.com/office/drawing/2014/main" id="{1E5DCBAF-8BFD-4345-92D2-009F0A0937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213" y="1547813"/>
            <a:ext cx="6910387" cy="4014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085F540D-ACB4-7859-7BA9-524023712252}"/>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BA00E2F5-59CA-4D2D-BF61-8017DFA57C25}" type="slidenum">
              <a:rPr lang="en-US" altLang="zh-CN" sz="2000">
                <a:solidFill>
                  <a:schemeClr val="bg2"/>
                </a:solidFill>
              </a:rPr>
              <a:pPr/>
              <a:t>36</a:t>
            </a:fld>
            <a:endParaRPr lang="en-US" altLang="zh-CN" sz="2000">
              <a:solidFill>
                <a:schemeClr val="bg2"/>
              </a:solidFill>
            </a:endParaRPr>
          </a:p>
        </p:txBody>
      </p:sp>
      <p:sp>
        <p:nvSpPr>
          <p:cNvPr id="886786" name="Line 2">
            <a:extLst>
              <a:ext uri="{FF2B5EF4-FFF2-40B4-BE49-F238E27FC236}">
                <a16:creationId xmlns:a16="http://schemas.microsoft.com/office/drawing/2014/main" id="{B7724DD1-8EE3-2FB2-C6BA-111936AFF2C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6787" name="Line 3">
            <a:extLst>
              <a:ext uri="{FF2B5EF4-FFF2-40B4-BE49-F238E27FC236}">
                <a16:creationId xmlns:a16="http://schemas.microsoft.com/office/drawing/2014/main" id="{32796403-3282-A616-F55F-139509775F4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6788" name="Text Box 4">
            <a:extLst>
              <a:ext uri="{FF2B5EF4-FFF2-40B4-BE49-F238E27FC236}">
                <a16:creationId xmlns:a16="http://schemas.microsoft.com/office/drawing/2014/main" id="{E7082FDF-95F5-EBB3-2B17-3100FDCBE19D}"/>
              </a:ext>
            </a:extLst>
          </p:cNvPr>
          <p:cNvSpPr txBox="1">
            <a:spLocks noChangeArrowheads="1"/>
          </p:cNvSpPr>
          <p:nvPr/>
        </p:nvSpPr>
        <p:spPr bwMode="auto">
          <a:xfrm>
            <a:off x="304800" y="762000"/>
            <a:ext cx="554990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18.27  </a:t>
            </a:r>
            <a:r>
              <a:rPr lang="zh-CN" altLang="en-US" sz="2400">
                <a:latin typeface="Times New Roman" panose="02020603050405020304" pitchFamily="18" charset="0"/>
              </a:rPr>
              <a:t>混合体系结构的</a:t>
            </a:r>
            <a:r>
              <a:rPr lang="en-US" altLang="zh-CN" sz="2400">
                <a:latin typeface="Times New Roman" panose="02020603050405020304" pitchFamily="18" charset="0"/>
              </a:rPr>
              <a:t>ATM LAN</a:t>
            </a:r>
            <a:endParaRPr lang="en-US" altLang="zh-CN" sz="2000">
              <a:latin typeface="Times New Roman" panose="02020603050405020304" pitchFamily="18" charset="0"/>
            </a:endParaRPr>
          </a:p>
        </p:txBody>
      </p:sp>
      <p:sp>
        <p:nvSpPr>
          <p:cNvPr id="886789" name="Line 5">
            <a:extLst>
              <a:ext uri="{FF2B5EF4-FFF2-40B4-BE49-F238E27FC236}">
                <a16:creationId xmlns:a16="http://schemas.microsoft.com/office/drawing/2014/main" id="{0B1E9AE2-66C2-0B6A-F48D-702D3566420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6790" name="Picture 6">
            <a:extLst>
              <a:ext uri="{FF2B5EF4-FFF2-40B4-BE49-F238E27FC236}">
                <a16:creationId xmlns:a16="http://schemas.microsoft.com/office/drawing/2014/main" id="{2DEC6AA2-41CE-46E7-02FD-2CD9B7A44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4175" y="1711325"/>
            <a:ext cx="6042025" cy="3927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6EF60CDB-AEB9-3395-420E-7ABFFF8CAC60}"/>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04AFD304-A214-4597-9330-823707332C16}" type="slidenum">
              <a:rPr lang="en-US" altLang="zh-CN" sz="2000">
                <a:solidFill>
                  <a:schemeClr val="bg2"/>
                </a:solidFill>
              </a:rPr>
              <a:pPr/>
              <a:t>37</a:t>
            </a:fld>
            <a:endParaRPr lang="en-US" altLang="zh-CN" sz="2000">
              <a:solidFill>
                <a:schemeClr val="bg2"/>
              </a:solidFill>
            </a:endParaRPr>
          </a:p>
        </p:txBody>
      </p:sp>
      <p:sp>
        <p:nvSpPr>
          <p:cNvPr id="887810" name="Line 2">
            <a:extLst>
              <a:ext uri="{FF2B5EF4-FFF2-40B4-BE49-F238E27FC236}">
                <a16:creationId xmlns:a16="http://schemas.microsoft.com/office/drawing/2014/main" id="{9ACCBC86-0A8A-F6DC-4A3F-22AEE5BEBCA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7811" name="Line 3">
            <a:extLst>
              <a:ext uri="{FF2B5EF4-FFF2-40B4-BE49-F238E27FC236}">
                <a16:creationId xmlns:a16="http://schemas.microsoft.com/office/drawing/2014/main" id="{FAEC7273-0CB4-E972-7FE2-6D2EE5B7717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7812" name="Text Box 4">
            <a:extLst>
              <a:ext uri="{FF2B5EF4-FFF2-40B4-BE49-F238E27FC236}">
                <a16:creationId xmlns:a16="http://schemas.microsoft.com/office/drawing/2014/main" id="{97F6B6B7-7760-E13E-EFDF-6D74497A613D}"/>
              </a:ext>
            </a:extLst>
          </p:cNvPr>
          <p:cNvSpPr txBox="1">
            <a:spLocks noChangeArrowheads="1"/>
          </p:cNvSpPr>
          <p:nvPr/>
        </p:nvSpPr>
        <p:spPr bwMode="auto">
          <a:xfrm>
            <a:off x="304800" y="762000"/>
            <a:ext cx="5291138"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18.28  </a:t>
            </a:r>
            <a:r>
              <a:rPr lang="en-US" altLang="zh-CN" sz="2400">
                <a:latin typeface="Times New Roman" panose="02020603050405020304" pitchFamily="18" charset="0"/>
              </a:rPr>
              <a:t>LANE</a:t>
            </a:r>
            <a:r>
              <a:rPr lang="zh-CN" altLang="en-US" sz="2400">
                <a:latin typeface="Times New Roman" panose="02020603050405020304" pitchFamily="18" charset="0"/>
              </a:rPr>
              <a:t>中的客户和服务器</a:t>
            </a:r>
            <a:endParaRPr lang="en-US" altLang="zh-CN" sz="2000">
              <a:latin typeface="Times New Roman" panose="02020603050405020304" pitchFamily="18" charset="0"/>
            </a:endParaRPr>
          </a:p>
        </p:txBody>
      </p:sp>
      <p:sp>
        <p:nvSpPr>
          <p:cNvPr id="887813" name="Line 5">
            <a:extLst>
              <a:ext uri="{FF2B5EF4-FFF2-40B4-BE49-F238E27FC236}">
                <a16:creationId xmlns:a16="http://schemas.microsoft.com/office/drawing/2014/main" id="{6C2CE932-8DF7-0542-DFF5-320BBC01503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7814" name="Picture 6">
            <a:extLst>
              <a:ext uri="{FF2B5EF4-FFF2-40B4-BE49-F238E27FC236}">
                <a16:creationId xmlns:a16="http://schemas.microsoft.com/office/drawing/2014/main" id="{3C79481D-BEDE-FEE7-D31F-1FC72B151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8" y="2111375"/>
            <a:ext cx="5803900" cy="2765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1">
            <a:extLst>
              <a:ext uri="{FF2B5EF4-FFF2-40B4-BE49-F238E27FC236}">
                <a16:creationId xmlns:a16="http://schemas.microsoft.com/office/drawing/2014/main" id="{DF54C818-DF6F-D05A-5FC1-D316966F003D}"/>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18.</a:t>
            </a:r>
            <a:fld id="{AAC4CE5A-9C8C-455B-BB54-D3E2EC274412}" type="slidenum">
              <a:rPr lang="en-US" altLang="zh-CN" sz="2000">
                <a:solidFill>
                  <a:schemeClr val="bg2"/>
                </a:solidFill>
              </a:rPr>
              <a:pPr/>
              <a:t>38</a:t>
            </a:fld>
            <a:endParaRPr lang="en-US" altLang="zh-CN" sz="2000">
              <a:solidFill>
                <a:schemeClr val="bg2"/>
              </a:solidFill>
            </a:endParaRPr>
          </a:p>
        </p:txBody>
      </p:sp>
      <p:sp>
        <p:nvSpPr>
          <p:cNvPr id="888834" name="Line 2">
            <a:extLst>
              <a:ext uri="{FF2B5EF4-FFF2-40B4-BE49-F238E27FC236}">
                <a16:creationId xmlns:a16="http://schemas.microsoft.com/office/drawing/2014/main" id="{23856F49-56F9-5FFE-993A-C483F8DBF340}"/>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8835" name="Line 3">
            <a:extLst>
              <a:ext uri="{FF2B5EF4-FFF2-40B4-BE49-F238E27FC236}">
                <a16:creationId xmlns:a16="http://schemas.microsoft.com/office/drawing/2014/main" id="{A45E8957-EE18-587A-6214-CD56474BE303}"/>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sp>
        <p:nvSpPr>
          <p:cNvPr id="888836" name="Text Box 4">
            <a:extLst>
              <a:ext uri="{FF2B5EF4-FFF2-40B4-BE49-F238E27FC236}">
                <a16:creationId xmlns:a16="http://schemas.microsoft.com/office/drawing/2014/main" id="{0E95F18A-2B3D-1ECC-B853-8CDE15EB3936}"/>
              </a:ext>
            </a:extLst>
          </p:cNvPr>
          <p:cNvSpPr txBox="1">
            <a:spLocks noChangeArrowheads="1"/>
          </p:cNvSpPr>
          <p:nvPr/>
        </p:nvSpPr>
        <p:spPr bwMode="auto">
          <a:xfrm>
            <a:off x="304800" y="304800"/>
            <a:ext cx="702151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18.29  </a:t>
            </a:r>
            <a:r>
              <a:rPr lang="zh-CN" altLang="en-US" sz="2400">
                <a:latin typeface="Times New Roman" panose="02020603050405020304" pitchFamily="18" charset="0"/>
              </a:rPr>
              <a:t>使用</a:t>
            </a:r>
            <a:r>
              <a:rPr lang="en-US" altLang="zh-CN" sz="2400">
                <a:latin typeface="Times New Roman" panose="02020603050405020304" pitchFamily="18" charset="0"/>
              </a:rPr>
              <a:t>LANE</a:t>
            </a:r>
            <a:r>
              <a:rPr lang="zh-CN" altLang="en-US" sz="2400">
                <a:latin typeface="Times New Roman" panose="02020603050405020304" pitchFamily="18" charset="0"/>
              </a:rPr>
              <a:t>的混合体系结构</a:t>
            </a:r>
            <a:r>
              <a:rPr lang="en-US" altLang="zh-CN" sz="2400">
                <a:latin typeface="Times New Roman" panose="02020603050405020304" pitchFamily="18" charset="0"/>
              </a:rPr>
              <a:t>ATM</a:t>
            </a:r>
            <a:r>
              <a:rPr lang="zh-CN" altLang="en-US" sz="2400">
                <a:latin typeface="Times New Roman" panose="02020603050405020304" pitchFamily="18" charset="0"/>
              </a:rPr>
              <a:t> </a:t>
            </a:r>
            <a:r>
              <a:rPr lang="en-US" altLang="zh-CN" sz="2400">
                <a:latin typeface="Times New Roman" panose="02020603050405020304" pitchFamily="18" charset="0"/>
              </a:rPr>
              <a:t>LAN</a:t>
            </a:r>
            <a:endParaRPr lang="en-US" altLang="zh-CN" sz="2000">
              <a:latin typeface="Times New Roman" panose="02020603050405020304" pitchFamily="18" charset="0"/>
            </a:endParaRPr>
          </a:p>
        </p:txBody>
      </p:sp>
      <p:sp>
        <p:nvSpPr>
          <p:cNvPr id="888837" name="Line 5">
            <a:extLst>
              <a:ext uri="{FF2B5EF4-FFF2-40B4-BE49-F238E27FC236}">
                <a16:creationId xmlns:a16="http://schemas.microsoft.com/office/drawing/2014/main" id="{BE14B26F-AE92-5E2F-F09A-C9F30A39A33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zh-CN" altLang="en-US">
              <a:latin typeface="Arial" charset="0"/>
              <a:ea typeface="宋体" charset="0"/>
            </a:endParaRPr>
          </a:p>
        </p:txBody>
      </p:sp>
      <p:pic>
        <p:nvPicPr>
          <p:cNvPr id="888838" name="Picture 6">
            <a:extLst>
              <a:ext uri="{FF2B5EF4-FFF2-40B4-BE49-F238E27FC236}">
                <a16:creationId xmlns:a16="http://schemas.microsoft.com/office/drawing/2014/main" id="{4638005A-3BA8-1834-3C14-58BE163B4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4863" y="1295400"/>
            <a:ext cx="4706937" cy="4570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a:ln>
              <a:noFill/>
            </a:ln>
            <a:solidFill>
              <a:schemeClr val="tx1"/>
            </a:solidFill>
            <a:effectLst/>
            <a:latin typeface="Arial" charset="0"/>
            <a:ea typeface="宋体"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a:ln>
              <a:noFill/>
            </a:ln>
            <a:solidFill>
              <a:schemeClr val="tx1"/>
            </a:solidFill>
            <a:effectLst/>
            <a:latin typeface="Arial" charset="0"/>
            <a:ea typeface="宋体"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2660</TotalTime>
  <Words>601</Words>
  <Application>Microsoft Office PowerPoint</Application>
  <PresentationFormat>全屏显示(4:3)</PresentationFormat>
  <Paragraphs>146</Paragraphs>
  <Slides>38</Slides>
  <Notes>38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Arial</vt:lpstr>
      <vt:lpstr>宋体</vt:lpstr>
      <vt:lpstr>Tahoma</vt:lpstr>
      <vt:lpstr>Wingdings</vt:lpstr>
      <vt:lpstr>Times New Roman</vt:lpstr>
      <vt:lpstr>McGrawHill-Italic</vt:lpstr>
      <vt:lpstr>Times</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浩嘉 申</cp:lastModifiedBy>
  <cp:revision>167</cp:revision>
  <dcterms:created xsi:type="dcterms:W3CDTF">2000-01-15T04:50:39Z</dcterms:created>
  <dcterms:modified xsi:type="dcterms:W3CDTF">2026-06-02T07:12:11Z</dcterms:modified>
</cp:coreProperties>
</file>